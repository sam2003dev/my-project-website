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7"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3" d="100"/>
          <a:sy n="53" d="100"/>
        </p:scale>
        <p:origin x="71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29:59.994"/>
    </inkml:context>
    <inkml:brush xml:id="br0">
      <inkml:brushProperty name="width" value="0.1" units="cm"/>
      <inkml:brushProperty name="height" value="0.1" units="cm"/>
      <inkml:brushProperty name="color" value="#CCECFF"/>
    </inkml:brush>
  </inkml:definitions>
  <inkml:trace contextRef="#ctx0" brushRef="#br0">0 194 1156,'4'-3'900,"5"-3"2,2 0 1,-1 0 0,1 1-1,0 0 1,0 1-1,0 0 1,4 0-903,2-1 1156,-14 4-406,19 3 1413,-18 0-1628,14 6-21,-14-6 0,-1-1 0,34 17 1649,-33-16-1649,32-15 1007,-20 2-1177,0 0 0,14-13-344,15-10 254,-27 23-107,1 2 0,0 0 0,0 1 0,1 1-1,0 1 1,0 1 0,10-1-147,-19 5 224,0 0-1,0 1 0,0 0 1,0 1-1,9 2-223,6 0 297,42-2 352,1-4 1,36-6-650,37-2 371,141 4 15,-264 6-386,-11 1 0,0 0 0,0 0 0,0 0 0,1 1 0,-1 1 0,1 0 0,21 3 21,-1 5 65,49 20 26,-68-26-97,-1 0 0,1 0-1,0-1 1,6 1-15,11-1 88,0 0 1,0-2-1,0-1 0,0-1 0,0-2 1,21-4-89,28-2 91,-62 9-82,0-2 21,0 0 0,-1 0 0,0-2 0,5-1-30,1 0 21,26-9 343,-41 14-235,-1 0-22,9 1-107,-9 0-214,2-1-964,2 0 229,3 1-491,2 0-3539,-11-5 803,8-16 43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0:03.478"/>
    </inkml:context>
    <inkml:brush xml:id="br0">
      <inkml:brushProperty name="width" value="0.1" units="cm"/>
      <inkml:brushProperty name="height" value="0.1" units="cm"/>
      <inkml:brushProperty name="color" value="#E71224"/>
    </inkml:brush>
  </inkml:definitions>
  <inkml:trace contextRef="#ctx0" brushRef="#br0">1 231 1028,'0'0'1927,"4"1"-85,-1 1-1373,1-1-1,-1 0 0,1 0 0,0 0 1,-1-1-1,1 1 0,0-1 1,0 0-1,-1 0 0,1 0 1,0 0-1,0-1 0,-1 1 1,1-1-1,1-1-468,71-24 3122,-50 16-2586,0 1 1,0 1 0,1 2-1,10-1-536,40-1 1382,3 5-1382,-37 2 525,0-2-1,0-1 1,-1-2 0,0-2-1,17-7-524,-56 14 30,1 0 1,-1 0-1,1 0 0,-1 0 1,1 1-1,-1 0 0,1-1 1,-1 1-1,1 0 0,1 1-30,8-1 112,0 1-1,0-2 1,0 0 0,12-3-112,225-46 1006,-118 23-872,-76 14 127,42-4-261,-79 15 20,1 0 0,0 2 0,-1 1 0,1 0 0,-1 1 0,1 1 1,0 1-21,125 38 298,-80-22 159,0-3 1,4-2-458,-46-11 80,1-1 1,0-1 0,-1-1-1,1-2 1,0 0 0,-1-1-1,20-5-80,113-21 204,1 6-1,6 7-203,-118 15 0,-39-2 5,3 0-13,16 11 161,-24-8-214,0 0-1,1 0 1,-1 0-1,0 0 1,1 1-1,-1-1 1,0 0-1,0 1 1,0-1-1,0 1 1,0-1 0,-1 1-1,1 0 1,0-1-1,-1 1 1,1 0-1,-1-1 1,0 1-1,1 0 1,-1 0-1,0-1 1,0 2 61,0-3-61,-4 5-4610,-11-3 1846,-5-9-1394,-4-7-22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0:16.309"/>
    </inkml:context>
    <inkml:brush xml:id="br0">
      <inkml:brushProperty name="width" value="0.1" units="cm"/>
      <inkml:brushProperty name="height" value="0.1" units="cm"/>
      <inkml:brushProperty name="color" value="#E71224"/>
    </inkml:brush>
  </inkml:definitions>
  <inkml:trace contextRef="#ctx0" brushRef="#br0">8 1259 385,'0'0'1821,"2"-3"42,23-32 3041,-23 32-4663,0-1-1,-1 1 0,1-1 0,-1 1 1,0-1-1,0 0 0,0 1 0,0-1 0,-1 0 1,1 0-1,-1 0 0,0 0 0,0-2-240,0 0 90,1-17 493,-1 0 1,-1 0-1,0 0 0,-2 1 1,-1-1-1,-1 0 0,-6-19-583,-3-12 1014,11 39-829,0 0 0,1 0 0,1 0 1,0-7-186,1 15 81,0 0 0,1 1 0,0-1 0,0 0 0,1 1 0,-1-1 0,2 1 0,-1 0 0,0 0 0,1 0 0,0 0 0,2-1-81,34-41 536,-37 46-507,0 0-1,0 0 1,0 1 0,0-1 0,0 0 0,0 1 0,0 0 0,0-1 0,1 1 0,-1 0-1,0 0 1,3 0-29,5-3 61,25-13 247,0 2 1,1 1 0,1 2 0,6 0-309,150-30 1270,-142 32-863,19-3 29,1 3-1,0 3 1,45 3-436,71-3 427,-81 1 67,35 6-494,511-6 341,-490 1-318,66 2-23,-41 1 0,96-16 0,187-45-139,161-17 21,-409 63 182,1 10 0,0 10 0,0 9 1,116 26-65,148 57 108,-205-37 41,39-6-149,463 8 122,2-40 81,-264-9-143,-203-4 69,117-20-129,517-32 0,-265 23 0,-115 2 0,-144 5 0,390-66 0,-138-13 76,-152 22-24,-326 45-41,2 8 0,51 8-11,256 23 113,-110 0-119,415 24 167,-671-27-172,47 5 115,-26-1 134,135-8-238,-65-17 43,478-10 252,-511 25-196,-1 9 0,101 22-99,-63-1 128,2-11 1,213-10-129,-228-21 72,48-15-72,223-43 126,-272 35-89,-42 10-30,1 8 0,1 8 1,126 14-8,494 10 189,-761-18-143,653 28-152,-501-16 105,538 38-20,-316-2-128,-248-23 116,1-8 0,84-6 33,-23-21 99,0-11 0,-2-9-1,-1-11 1,-2-10-1,14-15-98,-202 55-1,576-148-126,-567 147-2,45-19 129,-74 23 0,2-2 0,-2 3 0,-6 3-21,-15 4 19,0 0 1,0 0-1,0 0 1,1 0-1,-1 0 1,0 0 0,0 0-1,0 0 1,0 0-1,0 0 1,0 0-1,0 0 1,1 0-1,-1 0 1,0 0-1,0 0 1,0 0 0,0 0-1,0 0 1,0 0-1,0 0 1,0 0-1,1 0 1,-1 0-1,0 0 1,0 0-1,0 1 1,0-1 0,0 0-1,0 0 1,0 0-1,0 0 1,0 0-1,1 0 1,-1 0-1,0 0 1,0 0 0,0 0-1,0 1 1,0-1-1,0 0 1,0 0-1,0 0 1,0 0-1,0 0 1,0 0-1,0 0 1,0 1 0,0-1-1,0 0 1,0 0-1,0 0 1,0 0-1,0 0 1,0 0-1,0 0 1,0 1-1,0-1 1,0 0 1,19 167-150,-7-104 130,-3-24-16,-2 0 0,-2 1 0,0 28 36,-6-51-11,6 70-107,-2-63 118,0-2 0,3-2-21,-3-13-65,4 6 86,-4-6 14,-2-4-22,0 26-19,1-14 48,-5-10 65,2-4-85,0 0 1,0-1-1,0 1 0,1 0 1,-1-1-1,0 1 1,0-1-1,0 1 1,-1-1-1,1 0 0,0 1 1,0-1-1,0 0 1,0 0-1,-1 1-1,1-2 0,-1 1 0,1-1 0,-1 0 0,1 1 0,0-1 0,-1 0 0,1 0 0,0 0 0,0 0 0,-1 0 0,1 0 0,0 0 0,0 0 0,0 0 0,0-2 0,-15-22 0,4-1 0,-20-37 75,-6-4-75,-4-11 54,-28-75-54,60 135 21,6 10 65,-3-5-86,5 11-43,4 5 0,7 16 22,3 3 21,48 84-22,-53-96-64,13 16 65,9 3 21,-22-22 1,1-1 1,0 0-1,0 0 0,4 2-1,34 21-112,-16-10 91,6 1 36,-29-19 31,-1-1 21,6 4 61,-8-3-142,23 1 286,-21-6-165,10-20-80,-2-1 1,-1 0 0,-1-1-1,-1 0 1,-1-1 0,0-4-28,12-30-16,-8 27 28,-3 4 17,0 0 0,-2-1 0,-1 0 0,1-12-29,-4 18-21,-4 12-65,-14 29 43,-82 148-115,-13 19-433,95-162 484,3 3 85,4-6-21,4-15-235,5-29-10077,0 13 5039,-3 5 5610,-4-24-4770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1:17.420"/>
    </inkml:context>
    <inkml:brush xml:id="br0">
      <inkml:brushProperty name="width" value="0.1" units="cm"/>
      <inkml:brushProperty name="height" value="0.1" units="cm"/>
      <inkml:brushProperty name="color" value="#E71224"/>
    </inkml:brush>
  </inkml:definitions>
  <inkml:trace contextRef="#ctx0" brushRef="#br0">5392 517 6039,'-34'-28'8671,"20"16"-8036,-2 0-1,1 0 1,-1 2-1,-1 0 1,-2 0-635,-77-38 1327,31 14-577,-1 4-1,-1 2 1,-29-6-750,-105-21 835,-2 9 1,-100-6-836,67 18 373,60 7 303,-73 2-676,69 17 164,0 7 0,-1 8 1,-25 11-165,62 1 12,-86 12 104,-156-3-116,155-29 129,-64-15-129,221 9 25,0 5 1,0 2 0,-1 4-1,1 2 1,-37 11-26,80-11 0,0 1 0,0 1 0,1 2 0,1 1 0,0 1 0,0 2 0,1 1 0,1 1 0,1 1 0,0 1 0,-1 4 0,-39 40-39,2 3 0,4 3 0,-2 8 39,11-14-11,-11 6 11,-57 48 0,92-91 0,7-6 0,-5 10-22,3-1-63,3-4 42,6-1-43,0 10 64,12-24 30,1 0 6,-6 26 168,2 1-1,1 0 1,2 23-182,-3 48-202,3-84 184,1-1 0,1 1 0,0 0 0,2 0 0,1-1 1,5 19 17,-2-20 0,8 8 0,2-1 0,0-3 0,0-4-22,3-6-63,18 2 60,-28-15 25,-1-2 3,21 7-20,-5-2-20,0 1 0,-1 1 0,4 3 37,0 3 0,-1 2 0,-1 0 0,0 2 0,4 5 0,28 18 0,-32-25-4,0 0 1,1-2 0,1-1 0,23 6 3,117 28-22,-40-13 14,-93-25-11,1-1 0,0-1-1,16-1 20,47 7-28,-75-7 8,-1 1-1,0 2 1,10 4 20,-12-3-23,1-2 1,0 0 0,22 3 22,40 2-43,1-5 0,0-3 0,16-4 43,-17 0 0,67 11 0,-63-3 0,48-4 0,-52-6-43,1 4 0,0 4 1,54 12 42,56 14 0,3-9 0,0-9 0,117-8 0,-194-8 0,623-19 0,-609 15 0,0-6 0,35-12 0,118-16-34,-208 32 68,167-13 223,172 12-257,-356 9 0,32 1 0,63-10 0,-138 6 5,0-2 0,-1 0-1,0-1 1,0-1 0,0-1 0,-1 0 0,0-2 0,0 0 0,-1-1 0,-1 0 0,0-2 0,0 0 0,11-13-5,8-10 13,-3 0 0,-1-2-1,-2-2 1,-1 0 0,2-10-13,12-21 0,-4-2 0,-2-1 0,-4-2 0,3-20 0,-31 79-9,0 0 0,0 0 0,-2-1-1,0 1 1,-2-1 0,1 1 0,-2-1 0,0 1-1,-2-1 1,0 1 0,0 0 0,-2-1 0,0 2-1,-1-1 1,-6-12 9,-1 4-1,0 1 0,-1 0-1,-2 1 1,0 1 0,-2 0-1,0 1 1,-1 1 0,-1 1-1,-15-11 2,-13-8-7,-176-148 164,192 160-145,-1 1 0,-1 1 0,-1 2 0,-34-15-12,-156-62 71,136 62-61,12 5-34,0 4-1,-82-18 25,112 35-54,0 3-1,-1 2 1,0 2-1,0 2 0,-41 4 55,56 3-1686,1 1 0,0 2-1,0 1 1,1 2-1,-29 13 1687,-20 7-3989,-10-3-359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1:20.879"/>
    </inkml:context>
    <inkml:brush xml:id="br0">
      <inkml:brushProperty name="width" value="0.1" units="cm"/>
      <inkml:brushProperty name="height" value="0.1" units="cm"/>
      <inkml:brushProperty name="color" value="#E71224"/>
    </inkml:brush>
  </inkml:definitions>
  <inkml:trace contextRef="#ctx0" brushRef="#br0">24711 2194 128,'6'-2'755,"0"0"0,0-1 0,0 1 0,0-2-1,-1 1 1,1-1 0,-1 1 0,0-1-1,0-1 1,0 1 0,-1-1 0,1 0 0,0-1-755,-3 3 210,0 0 95,0 0 0,0 0 0,-1 0 0,1 0 0,-1-1 0,0 1 0,0 0 0,0-1 0,0 1 0,0-1 0,-1 1 0,0-1 0,0 1 0,0-4-305,0 5 99,2-28 1164,-2 0 0,-1 1 0,-3-18-1263,-1-8 816,2-23-680,-57-814 2833,55 847-2781,-11-40-188,11 66 43,0 2 1,-1-1 0,-1 1 0,-1 0 0,-7-13-44,9 22 86,-17-12-43,19 18-33,0 0 1,0 0 0,0 1-1,-1-1 1,1 1 0,0 0-1,-1 0 1,1 1 0,-1-1-1,1 1 1,-1 0 0,1 0-1,0 1 1,-1-1 0,1 1 0,-1 0-1,-2 1-10,-14 5 69,1 0-1,-1 1 0,-3 3-68,-1 0 106,-26 8 7,-1-2-1,0-3 1,-1-2-1,-1-2 1,0-3-1,0-2 1,-23-2-113,-63-4 195,1-7 0,-42-11-195,-585-96 353,246 32 44,-105 12 738,-439 13-1135,-880-35 403,1830 86-399,-1361-54-139,90 5 13,311-10-262,-957-44-367,900 88 531,-1 56 33,-1392 203 187,2269-208 5,-603 72 66,4 27-19,422-60 67,-203-4-119,279-47 5,-2-16 0,-2-15-5,-579-73 0,176 13 0,559 56 0,14-1 0,0 9 0,-73 10 0,204 5 46,-1 2 1,1 4-1,0 1 1,-8 6-47,-37 15 71,-81 39-71,166-64 0,-24 10 0,0-1 0,0-3 0,-45 9 0,73-20-22,15-3 21,0 0-1,0 0 1,0 0-1,0 0 1,0 0-1,0 0 1,0 0-1,0 0 1,0 0-1,0 0 1,0 0-1,0-1 1,0 1 0,0 0-1,0 0 1,0 0-1,0 0 1,0 0-1,0 0 1,0 0-1,0 0 1,0 0-1,0 0 1,0 0-1,0 0 1,0 0-1,0-1 1,0 1-1,0 0 1,0 0-1,-1 0 1,1 0-1,0 0 1,0 0 0,0 0-1,0 0 1,0 0-1,0 0 1,0 0-1,0 0 1,0 0-1,0 0 1,0 0-1,0 0 1,0 0-1,0 0 1,-1 0-1,1 0 1,0 0-1,0 0 1,0 0-1,0 0 1,0 0-1,0 0 1,0 0 0,0 0-1,0 0 1,0 0 1,9-16-22,26-25-26,3 2 0,34-27 48,2-2-32,30-32-108,5 4 1,14-2 139,-123 98-3,0 0 0,0 0 1,0 0-1,0 0 0,0 0 0,0 0 0,0 0 0,0 0 0,0 0 0,0 0 0,0 1 0,0-1 1,1 0-1,-1 0 0,0 0 0,0 0 0,0 0 0,0 0 0,0 0 0,0 0 0,0 0 1,0 0-1,0 0 0,1 0 0,-1 0 0,0 0 0,0 0 0,0 0 0,0 0 0,0 0 0,0 0 1,0 0-1,0 0 0,0 0 0,1 0 0,-1 0 0,0 0 3,-11 24-107,3-14 103,-1 1 0,-1-1 1,0 0-1,0-1 0,-1 0 0,0-1 0,-8 5 4,-7 3 2,0-1 0,-2-1 0,-1-1-2,-54 19-65,-28 4 65,-61 22-85,132-41 49,-2-2 0,0-2 1,-3-2 35,25-5 0,-5 7 0,20-10 8,3-3-2,1 1-1,0-1 1,0 1-1,0 0 1,0 0-1,0-1 0,0 1 1,0 0-1,0 0 1,0 0-1,1 0 1,-1 0-1,0 0 1,0 0-1,1 1 1,-1-1-1,1 0 1,-1 1-6,-4 21 21,5-17-21,1 0 0,-1-1 0,2 1 0,-1 0 0,0-1 0,1 1 0,0-1 0,1 1 0,-1-1 0,2 2 0,34 55 0,-24-42 0,23 35-5,2-2-1,2-2 1,3-2 0,1-1-1,3-3 1,1-1 0,3-3-1,34 20 6,-4-13-4721,1-11-4371,-52-29 4830</inkml:trace>
  <inkml:trace contextRef="#ctx0" brushRef="#br0" timeOffset="2838.371">11256 577 1927,'-1'3'145,"-1"1"-1,1 0 1,0 0-1,0 0 0,1 0 1,-1 1-1,1-1 0,0 0 1,0 0-1,0 0 0,1 0 1,0 0-1,-1 0 0,1 0 1,1 0-1,-1 0 0,0 0 1,1 0-1,0-1 0,0 1 1,0-1-1,0 1 0,1-1 1,-1 0-1,1 0 0,2 2-144,-1-1 7,0 1 0,1-2 0,-1 1 0,1 0 0,0-1 0,0 0-1,0 0 1,0-1 0,1 1 0,-1-1 0,1 0 0,-1 0 0,1-1-1,0 0 1,-1 0 0,1 0 0,0-1 0,3 0-7,0-1 274,0 0-1,0-1 1,0 0 0,0-1 0,-1 0 0,1 0 0,-1-1-1,0 0 1,0-1 0,0 1 0,-1-1 0,0-1 0,1 0-1,-2 0 1,1 0 0,-1-1 0,0 1 0,0-2-1,-1 1 1,0-1 0,0 1 0,-1-1 0,0-1 0,-1 1-1,1 0 1,-1-1 0,-1 0 0,1-3-274,-3 9 94,1 0 1,-1 0-1,0 0 0,0 0 1,-1 0-1,1 0 0,0 0 1,-1 0-1,0 1 0,0-1 1,1 0-1,-2 0 0,1 1 1,0-1-1,-1 1 1,1-1-1,-1 1 0,1-1 1,-1 1-1,0 0 0,0 0 1,0 0-1,-1 0 0,1 0-94,-3-1 94,0 0-1,-1 0 0,1 0 0,-1 1 1,1-1-1,-1 1 0,0 1 1,0-1-1,0 1 0,0 0 0,0 1 1,-1-1-94,-15 1 482,0 2 0,0 0 1,-22 5-483,30-5 202,13-1-175,-1-1 0,0 0 0,0 1 0,0-1 1,0 1-1,1 0 0,-1 0 0,0-1 0,1 1 0,-1 0 1,1 1-1,-1-1 0,1 0 0,-1 0 0,1 1 0,-1-1-27,-2 3 80,-2 2-41,0 0 1,0 0-1,0 1 1,1 0-1,0 0 1,0 0-1,1 0 1,0 1-1,0 0 0,1 0 1,0 0-1,0 0 1,0 3-40,-9 20 1,-1-1 36,-2 0 0,-1-1 0,-1-1 1,-2 0-1,-1-1 0,-5 4-37,17-21 92,-1 0 0,-1-1-1,0 0 1,0-1 0,-1 0 0,0 0 0,0-1-1,-1-1 1,0 0 0,0 0 0,0-1-1,-1-1 1,0 0 0,0-1 0,0 0 0,-12 1-92,19-4 69,-1 0 0,1 0 0,-1-1 0,1 0 0,-1 0 1,1 0-1,-1-1 0,1 1 0,0-2 0,0 1 0,0-1 1,0 0-1,0 0 0,0 0 0,1-1 0,0 0 0,0 0 1,0-1-1,0 1 0,1-1 0,-1 0 0,1 0 0,0-1 1,1 1-1,-1-2-69,-1-2 70,0-1 0,1 1 1,0-1-1,1 1 0,0-1 1,0 0-1,1 0 0,1 0 1,0-1-1,0 1 0,1 0 1,0 0-1,0-1 0,2 1 1,1-10-71,0 0 26,-2 15-24,0 0 1,0 0-1,0 0 1,0 0-1,1 0 0,0 0 1,0 0-1,1 1 0,-1-1 1,1 1-1,0-1 0,0 1 1,1 0-1,-1 0 1,1 0-1,1 0-2,20-19 43,-24 22-47,1 0-1,0 1 1,0-1 0,0 0-1,0 1 1,-1-1 0,1 1 0,0-1-1,0 1 1,0 0 0,0 0-1,0 0 1,0 0 0,0 0 0,1 1 4,2 0-3,-1 1 0,1 0 0,-1 0 0,1 0 0,-1 1 0,0-1 0,0 1 0,0 0 0,0 1 0,0-1 0,-1 0 0,0 1 0,1 0 0,-1 0 0,-1 0 0,3 3 3,8 14-113,-1 1 1,7 18 112,-19-39-6,67 170-603,-29-68 212,-30-84 339,1-1 1,1 0 0,4 3 57,-13-20-5,0 1 0,-1-1 0,1 0-1,0 0 1,0 0 0,0 0 0,0 0-1,1 0 1,-1 0 0,0-1 0,0 1-1,0 0 1,1-1 0,-1 1 0,0-1-1,1 1 1,-1-1 0,0 1 0,2-1 5,0 1-8,-2-1 8,0 0 0,0 1 0,0-1 0,1 0 0,-1 0 0,0 0 0,0 0 0,0 0 0,0 0 0,0 0 0,1-1 0,-1 1 0,0 0 0,0-1 0,0 1 0,0 0 0,0-1 0,0 0 0,6-2 1,-1-2-1,0 1 0,0-1 1,0 0-1,0 0 0,-1 0 1,0-1-1,0 0 1,-1 0-1,0 0 0,0-1 1,0 1-1,-1-1 1,1 0-1,-2 0 0,3-6 0,-3 6 16,0 0 0,0 0 0,0-1 0,-1 1 0,0 0 0,-1 0 0,1-1 0,-1 1 0,-1 0 0,1-1 0,-1 1 0,-1 0 0,1 0 1,-1 0-1,-1 0 0,1 0 0,-2-2-16,3 7 11,0 0 1,0 0 0,0 0 0,0 0 0,-1 1 0,1-1 0,-1 0 0,1 1 0,-1-1-1,1 1 1,-1 0 0,0-1 0,0 1 0,0 0 0,0 0 0,0 0 0,0 0-1,0 0 1,0 1 0,0-1 0,-2 0-12,1 1 7,0 0 1,0 1-1,0-1 1,0 0-1,0 1 1,0 0-1,0 0 0,1 0 1,-1 0-1,0 0 1,0 0-1,1 1 0,-1-1 1,0 1-8,-7 6 2,0 0-1,1 0 1,0 1 0,0 0 0,1 1 0,-4 6-2,-15 24-14,2 1 1,-10 25 13,-23 39-16,49-90 60,0-1 1,-1 0-1,-1 0 0,-1-1 1,0 0-1,0-1 0,-5 3-44,12-11 19,0 0 0,-1-1 0,0 0-1,0 0 1,0 0 0,0 0 0,0-1-1,0 0 1,-1 0 0,1-1-1,-1 0 1,1 0 0,-1 0 0,0-1-1,1 0 1,-1 0 0,0-1 0,1 0-1,-1 0 1,-2-1-19,-13-5 142,1 0 0,0-1 0,0-1 0,1-1 0,-17-12-142,-25-18 504,-5-9-504,8 6 285,-105-81 137,116 86-287,19 16-6,15 15-76,13 13-14,11 15-3,-9-20-36,13 27-32,-1 1 0,-1 0 0,-1 2 0,-2-1-1,-1 1 1,-1 4 32,4 36-96,-2 1 0,-3 10 96,-4-52-65,1-1 1,2 0 0,1 0 0,7 18 64,-7-39-129,-4-6 114,-1-1 0,1 0-1,0 0 1,-1 0 0,1 0 0,0 0-1,0-1 1,0 1 0,-1 0-1,1-1 1,0 0 0,0 1 0,0-1-1,0 0 1,0 0 0,0 0 0,0 0-1,0 0 16,2-1-54,-1 0-1,0 0 0,0 0 1,0 0-1,0-1 0,0 1 1,0-1-1,0 0 1,0 0-1,-1 0 0,1 0 1,-1 0-1,2-2 55,27-32-1028,9-2-664,29-71-5161,-3 2-1478,-42 59 4219</inkml:trace>
  <inkml:trace contextRef="#ctx0" brushRef="#br0" timeOffset="3355.089">10143 1234 3726,'-3'1'3320,"-32"22"3803,27-16-6515,1 0-1,-1 0 1,2 1 0,-1 0 0,1 0-1,0 1 1,0 0 0,1 0 0,-2 5-608,5-9 85,0-1 1,0 1 0,0 0-1,1 0 1,0 0 0,0 0-1,0 0 1,0 0 0,1 0-1,0 0 1,0 0 0,0 1-1,0-1 1,1 0 0,0 0-1,0 0 1,1 0 0,-1 0-1,1 0 1,0-1 0,0 1-86,15 17 91,1-2 1,0 0-1,2 0 1,0-2-1,1-1 0,3 1-91,39 35 94,327 329 820,-217-207-650,-140-140-3999,17 25 3735,8 9-4253,-51-62 34,9 10-22</inkml:trace>
  <inkml:trace contextRef="#ctx0" brushRef="#br0" timeOffset="4581.123">11316 508 771,'0'0'1863,"0"0"-257,0 0-85,0 0-108,0 0-85,0 0 43,0 0-108,0 0-192,0 0-86,0 0-192,0 0-151,0 0-128,-2 3-107,-30 36 846,23-29-988,0 1 0,0 0 0,1 1 0,0 2-265,4-5 107,0 18-85,3 6-44,1-25-35,1-1-1,0 0 1,0 0-1,0 1 1,1-1-1,1 0 1,-1 0-1,1-1 0,0 1 58,-1-3-34,0-1 0,0 0 0,0 0 0,1 0 0,-1 0 0,1-1 0,0 1 0,-1-1 0,1 1 0,0-1 0,1 0 0,-1 0 0,0 0 0,1-1 0,0 1 34,4-1-107,20-4-23,-20-1 130,4-5-105,-4 5 152,0-1 1,-1-1-1,0 1 1,1-1-1,-2-1 1,1 1-1,-1-1 1,0 0-1,0-1 1,-1 1-1,0-1 1,0 0-1,0-3-47,8-11 282,-12 19-279,9-12 450,-2 0 1,1-1-1,-2 0 1,0-1-1,2-12-453,-8 28 47,-1 0-17,0 0 0,1 0 1,-1 0-1,0 0 0,0-1 0,0 1 0,1 0 0,-1 0 1,0 0-1,-1 0 0,1 0 0,0-1 0,0 1 1,0 0-1,-1 0 0,1 0 0,0 0 0,-1 0 0,1 0 1,-1 0-1,1 0 0,-1 0 0,0 0 0,0 0-30,-25-19 44,15 17-153,3 1 3,-1 1-1166,0-1-1,-1 1 1,1 0 0,0 1 0,0 0-1,-1 1 1,-5 1 1272,-3-1-1567,-13 3-2159,0-1-1</inkml:trace>
  <inkml:trace contextRef="#ctx0" brushRef="#br0" timeOffset="5220.932">12067 482 2570,'2'-1'671,"0"0"0,0 0 0,-1 0 0,1 0 0,0 0 0,0 1 0,0-1 0,0 1 0,-1-1 0,1 1 0,0 0 0,0 0 0,0 0 0,0 0 0,0 0 0,0 0 0,0 0 0,1 1-671,-3 1 152,1 0 0,-1-1 1,1 1-1,-1 0 0,0 0 0,0 0 0,0 0 1,0 0-1,0 0 0,0 0 0,0-1 1,-1 1-1,1 0 0,-1 0 0,0 1-152,1-2-33,-7 26 432,-1-1 0,-1 0 1,-2 0-1,0-1 1,-6 7-400,-3 8 251,-130 247 483,-52 57-734,9-15-113,-31 67-2328,223-393 2434,-7 10-5149,9-23-1560,2-6 6559,7-30-3334</inkml:trace>
  <inkml:trace contextRef="#ctx0" brushRef="#br0" timeOffset="5609.043">12538 535 2955,'0'0'3127,"0"0"171,-2 5-192,0 0-2461,-1 4-20,0 0-1,-1 0 1,0 0 0,-1 0 0,-4 6-625,-27 25 1328,-376 512 3031,263-331-4306,-69 146-53,186-308 67,-33 62 37,4 6-104,16-36-1632,13-27-6052,28-57 3679,-11 6-86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1:35.547"/>
    </inkml:context>
    <inkml:brush xml:id="br0">
      <inkml:brushProperty name="width" value="0.1" units="cm"/>
      <inkml:brushProperty name="height" value="0.1" units="cm"/>
      <inkml:brushProperty name="color" value="#E71224"/>
    </inkml:brush>
  </inkml:definitions>
  <inkml:trace contextRef="#ctx0" brushRef="#br0">0 39 2827,'2'-22'2570,"-2"18"-86,0 1-385,-1-7 2663,4 10-2177,10 18-1574,14 17-845,-24-32-145,0 0 1,0 0-1,0-1 1,1 1-1,-1-1 1,1 0-1,0 0 1,-1 0-1,1 0 1,1 0-22,4 0 42,-5-1-28,1 1-1,-1-1 1,1 0 0,-1 0 0,1 0-1,0 0 1,-1-1 0,1 0 0,0 0 0,-1 0-1,1-1 1,0 1 0,0-1-14,7-3 25,0 0 0,0 0 0,12-6-25,-17 6 0,0 1 0,0-1 0,1 2 1,0-1-1,-1 1 0,1 0 1,0 1-1,0-1 0,0 2 0,0-1 1,3 1-1,9 6 0,8 13 0,7 14-107,-4-4 87,-15-15 19,-7-8 0,-2-1 1,1 0 1,0-1-1,0 0 0,0 0 0,0-1 0,1 0 1,-1-1-1,1 1 0,0-2 0,-1 1 0,1-1 1,0-1-1,0 1 0,0-1 0,0-1 0,0 0 1,4-1-1,18-5 21,0-1 1,-1-1-1,-1-2 1,10-5-22,31-11 39,-50 20-41,0 1 1,1 1-1,0 1 0,0 0 1,0 2-1,2 0 2,-12 2 10,-1 1 0,1-1-1,0 2 1,0 0 0,0 0 0,-1 1-1,1 0 1,-1 0 0,0 2-1,0-1 1,0 1 0,6 5-10,18 13 23,-18-12 10,0 0 0,1-1 1,7 2-34,-19-9 14,1-1 1,0 0 0,0 0 0,0 0-1,1-1 1,-1 0 0,0 0 0,1-1-1,-1 0 1,0 0 0,1 0 0,1-1-15,12-4 57,0-1 0,0 0 1,-1-1-1,0-2 1,0 0-1,-1 0 0,15-12-57,-15 10 32,0 0-1,1 1 0,0 1 1,1 1-1,0 1 0,0 0 1,7 0-32,-23 6 0,0 1 0,1-1 0,-1 1 0,0 0 0,1 0 0,-1 0 0,0 1 0,1 0 0,-1 0 0,2 0 0,16 15 0,-15-7 0,0 1 1,-1 1 0,0-1-1,-1 1 1,0 0-1,0 0 1,-1 0 0,-1 0-1,0 1 1,1 6-1,9 28 101,-4-26-80,-8-18-19,0-1-1,1 1 1,-1 0 0,0-1-1,1 0 1,-1 1 0,1-1-1,0 0 1,-1 1 0,1-1-1,0 0 1,0 0 0,0 0-2,1-1 7,-1 0 0,1 1 0,-1-1 0,1 0 1,0-1-1,-1 1 0,1 0 0,-1-1 0,1 1 1,-1-1-1,1 0 0,-1 0 0,1 0 0,-1 0 1,0 0-1,1 0 0,-1-1 0,1 0-7,43-34 151,-33 25-89,12-11-32,0 1 47,0 1-1,14-8-76,-32 23 8,-1 1 0,1 0 0,0 1 0,1 0 0,-1 0 0,0 0 0,1 1 0,0 0 0,-1 1 0,1-1 0,0 2 0,5-1-8,-11 1 0,0 0 0,0 0 0,0 0 0,0 1 0,-1-1 0,1 1 0,0 0 0,0-1 0,0 1 0,0 0 0,-1 0 0,2 0 0,1 2 2,0 1 0,0-1 0,-1 1 0,1-1 0,-1 1 0,0 0 0,0 1 0,0-1 0,0 0 0,-1 1 0,0-1 1,0 1-1,0 0-2,5 16 29,-1-1 0,2 16-29,-5-21 16,0 0 0,1 0 1,1-1-1,4 8-16,-2-15 85,-4-5-79,1-1-1,-1 1 1,0-1 0,1 0-1,-1 0 1,1 0-1,-1-1 1,1 1 0,0-1-1,-1 1 1,1-1-1,0-1 1,-1 1-1,1 0 1,-1-1 0,1 0-1,-1 0 1,1 0-1,-1 0 1,1 0 0,-1-1-1,0 1 1,1-2-6,28-14 91,0-1 0,20-18-91,-14 10 235,26-12-235,-52 31 17,0 1 0,1 1 0,-1 1 0,1-1-1,0 2 1,0 0 0,9-1-17,4 4 0,-25 0 0,1 1 0,0-1 0,0 0 0,0 1 0,0 0 0,-1-1 0,1 1 0,0 0 0,-1 0 0,1 0 0,1 1 0,0 1 0,1 0 0,-1 1 0,0-1 0,0 1 0,0 0 0,-1 0 0,1 0 0,-1 0 0,0 0 0,1 3 0,17 52 0,-9-23 0,-1-17 0,-8-18 2,-1 0-1,1 1 1,-1-1-1,1 0 0,0 0 1,-1 0-1,1 0 1,0 0-1,0 0 1,0-1-1,0 1 1,0-1-1,0 1 1,0-1-1,0 0 1,0 0-1,0 0 0,0 0 1,0 0-1,0 0 1,0 0-1,0-1 1,0 1-1,0-1 1,-1 1-1,1-1 1,0 0-1,0 0 1,0 0-1,0 0 0,-1 0-1,13-6 21,-1-1 0,0-1-1,-1 0 1,1-2-21,4-2 22,18-13 38,84-57 85,-100 71-139,1 2 0,0-1 0,0 2 0,1 1 1,8-2-7,-25 9 0,0 0 0,0 0 0,1 0 0,-1 1 0,0-1 0,1 1 0,-1 0 0,0 0 0,1 1 0,0 0 0,16 7 0,-15-3-8,-1 0 1,0 1-1,0 0 1,0 0 0,-1 0-1,0 0 1,0 1-1,-1 0 1,0-1 0,0 1-1,0 0 1,-1 1-1,1 3 8,19 42-10,-21-51 13,0 0 1,0 0-1,0-1 1,1 1-1,-1 0 1,1 0-1,-1-1 1,1 1 0,0-1-1,-1 1 1,1-1-1,0 0 1,0 0-1,0 0 1,0 0 0,0 0-1,0 0 1,1 0-1,-1-1 1,0 1-1,0-1 1,1 0-1,-1 1 1,0-1 0,0 0-1,1 0 1,-1-1-1,0 1 1,0 0-1,1-1 1,-1 1 0,0-1-1,2-1-3,7-2-4,1-1 1,-1-1-1,0 0 0,-1 0 1,8-7 3,-7 6 8,21-16-3,12-6 66,35-19-71,-67 41 6,1 1 0,-1 1 0,1 0-1,1 0 1,-1 1 0,0 1 0,1 1-1,0-1 1,0 2-6,9 3 0,-3 9 0,-15-4 0,1 0 0,-1 1 0,0 0 0,-1 0 0,0 0 0,0 0 0,-1 0 0,0 1 0,0 0 0,-1-1 0,0 1 0,-1 0 0,1 6 0,0-1 0,0 0 0,2-1 0,0 1 0,0-1 0,7 13 0,2-8 0,-12-17 0,1 1 0,0-1-1,0 1 1,-1-1 0,1 0 0,0 0-1,0 0 1,0 0 0,0 0-1,0-1 1,0 1 0,1 0 0,-1-1-1,0 0 1,0 1 0,0-1 0,1 0-1,-1 0 1,0 0 0,2-1 0,1 0 3,0 0 1,1-1-1,-1 0 0,0 0 1,-1 0-1,1-1 0,0 1 1,3-4-4,72-53 175,-60 42-167,1 1 1,1 0 0,0 2-1,1 1 1,0 1 0,1 0-1,14-3-8,-32 13 0,1 1 0,-1 0 0,1 0 0,-1 0 0,1 1 0,0-1 0,1 2 0,-6-1 0,0 0 0,-1 0 0,1 1 0,-1-1 0,1 0 0,0 1 0,-1 0 0,1-1 0,-1 1 0,0 0 0,1-1 0,-1 1 0,1 0 0,1 3-1,1-1-1,-1 0 0,1 1 1,-1 0-1,0 0 1,0 0-1,-1 0 1,1 0-1,-1 1 1,0-1-1,0 1 0,-1-1 1,1 1-1,-1 0 1,0 2 1,3 15-40,-1 1 0,0 22 40,-2-24-13,1-1 1,4 20 12,4-17 0,-9-21 0,0 0 0,1 0 0,-1 0 0,1 0 0,-1-1 0,1 1 0,0 0 0,0-1 0,0 0 0,0 1 0,1 0 0,0-1 0,0 0 1,0-1 0,1 1-1,-1-1 1,0 0 0,0 0 0,0 0-1,0 0 1,0 0 0,1-1-1,-1 1 1,0-1 0,0 0-1,0 0 1,0 0 0,0 0 0,-1-1-1,1 1 1,0-1-1,13-7 49,0-1 0,13-11-49,-14 10 17,12-8 15,1 2 0,6-3-32,-25 15 8,-1 1-1,1 0 0,0 1 0,1 0 0,-1 0 0,1 1 0,-1 0 1,1 1-1,6 0-7,7 4 0,-21-3-2,0 1 0,-1 0 0,1 0 1,-1 0-1,1 0 0,-1 0 0,1 0 0,-1 0 1,1 0-1,-1 0 0,0 1 0,1 1 2,2 2-11,0 1 0,0 0 0,-1 0 0,0 0 0,-1 1 0,1-1 0,-1 1 0,0 0 0,-1-1 0,1 4 11,6 76 3,-3-28-110,-1-34 86,-3-23 21,-1 0 0,1 1 0,0-1 0,-1 1 0,1-1 0,0 0 0,0 0 0,0 1 0,0-1 0,0 0 0,0 0 0,0 0 0,1 0 0,-1 0 0,1 0 0,0 0 1,0-1 1,0 1 0,0-1-1,0 0 1,0 0 0,1 0-1,-1 0 1,0 0 0,0 0-1,0-1 1,0 1 0,0 0-1,1-1 1,-1 0 0,0 0-1,0 1 1,-1-1 0,1 0 0,0-1-1,0 1 1,0 0-2,42-33 94,-37 28-95,42-38 19,40-33 50,-77 68-61,0 0 0,0 2 1,1-1-1,0 2 0,0 0 0,10-4-7,-1 8 0,-19 3 0,-1 0 0,1-1 0,-1 1 0,0 0 0,0 0 0,1 1 0,-1-1 0,0 0 0,0 1 0,2 1 0,-1 1-4,1 0 1,-1 1 0,0 0-1,0-1 1,0 1 0,-1 0 0,0 1-1,0-1 1,0 0 0,-1 0-1,2 6 4,5 16-6,2-6-58,-10-20 65,1 0 0,-1 0 0,1-1 0,0 1 0,-1 0-1,1-1 1,0 1 0,0-1 0,-1 1 0,1-1 0,0 1 0,0-1 0,0 0 0,0 1 0,0-1 0,0 0 0,0 0 0,-1 1 0,1-1 0,0 0 0,0 0 0,0 0 0,0 0 0,0 0 0,0-1 0,0 1 0,0 0 0,0 0 0,0-1 0,0 1 0,0 0 0,-1-1 0,1 1 0,0-1 0,0 1 0,0-1 0,-1 1 0,1-1-1,31-28 70,10-17-58,-17 15 11,2 2 0,1 1 1,1 2-1,1 0 0,26-15-23,-32 28 0,-24 13 0,1 0 0,0-1 0,0 1 0,0 0 0,0-1 0,0 1 0,0 0 0,0 0 0,0 0 0,0 0 0,0 0 0,0 0 0,0 0 0,0 1 0,0-1 0,0 0 0,0 0 0,0 1 0,0-1 0,1 2-2,1 0 0,-1-1 0,0 1 0,0 0 0,0 0 0,-1 1 0,1-1 0,0 0 0,-1 1 0,0-1 0,1 0 0,-1 1 0,0 0 0,0-1 0,0 1 0,-1 0 0,1-1 0,-1 1-1,1 0 1,-1 0 0,0-1 0,0 4 2,0 13-23,-1 1 0,0 0 0,-2 2 23,0 12-14,6-17 14,-3-16 0,0-1 0,1 1 0,-1-1 0,1 1 0,-1-1 0,1 1 0,-1-1 0,1 0 0,0 1 0,-1-1 0,1 0 0,-1 0 0,1 1 0,0-1 0,-1 0 0,1 0 0,-1 0 0,1 0 0,0 0 0,-1 0 0,1 0 0,0 0 0,-1 0 0,1 0 0,0 0 0,-1 0 0,1 0 0,0 0 0,-1-1 0,1 1 0,9-7 15,1 1 0,-2-2 0,1 0 0,-1 0 0,0 0 0,4-7-15,22-19 60,-21 22-46,0 0-1,1 1 1,1 0 0,0 2 0,3-2-14,-14 9 2,-1 0 0,1 0 0,0 0-1,0 0 1,0 1 0,-1 0 0,1 0-1,0 0 1,1 1 0,-1 0 0,0 0 0,0 0-1,0 1 1,0-1 0,0 1 0,0 0 0,0 0-1,-1 1 1,1 0 0,0 0 0,2 1-2,11 10 0,28 34-31,-45-45 25,1 0-1,0-1 1,-1 1 0,1-1 0,0 1 0,0-1-1,0 1 1,0-1 0,0 0 0,0 0 0,0 0-1,2 0 7,-3 0-1,18 7 11,1-1 1,-1-1 0,1-1 0,0-1-1,12 1-10,-4 0 27,1 2 0,8 3-27,-16-2-22,7 8-106,-10 0-155,7 9-4317,-21-16 745,-3 12-107,-1-15-22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1:39.538"/>
    </inkml:context>
    <inkml:brush xml:id="br0">
      <inkml:brushProperty name="width" value="0.1" units="cm"/>
      <inkml:brushProperty name="height" value="0.1" units="cm"/>
      <inkml:brushProperty name="color" value="#E71224"/>
    </inkml:brush>
  </inkml:definitions>
  <inkml:trace contextRef="#ctx0" brushRef="#br0">395 0 8224,'0'0'3319,"-3"4"-128,-60 51 1799,20-14-3565,-21 14-1425,31-29 243,1 3 0,1 0 0,-25 33-243,48-51 14,0 0 1,0 0-1,2 1 1,-1 0-1,1 0 0,1 1 1,0 0-1,1 0 1,1 0-1,0 0 1,0 0-1,1 1 1,1-1-1,0 8-14,8 97 101,4-1 0,6 0 0,7 13-101,13 82 18,62 370 344,19 136 133,-72-398-325,11 95 293,-41-255-196,-5 97-267,-16-94 3,-12 61-3,-32 159-52,5-47-28,39-292 106,2 1 0,1-1-1,3 0 1,1 0 0,5 19-26,-7-59-13,1 0 1,0 0-1,0 1 0,0-1 1,0 0-1,0 0 1,1 0-1,0-1 1,0 1-1,0 0 1,0-1-1,1 1 0,-1-1 1,1 1-1,0-1 1,0 0-1,0 0 1,0-1-1,1 1 1,-1-1-1,1 1 0,-1-1 1,1 0-1,0-1 1,0 1-1,0-1 1,0 1-1,0-1 1,1 0 12,8-2-1264,-4 0 347,10-3-365,4-7-3801,0-3 886,-17 10-44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2:27.336"/>
    </inkml:context>
    <inkml:brush xml:id="br0">
      <inkml:brushProperty name="width" value="0.1" units="cm"/>
      <inkml:brushProperty name="height" value="0.1" units="cm"/>
      <inkml:brushProperty name="color" value="#E71224"/>
    </inkml:brush>
  </inkml:definitions>
  <inkml:trace contextRef="#ctx0" brushRef="#br0">6019 579 6039,'0'0'3213,"0"0"-1,0 0-235,0 0-985,0 0-450,0 0-279,0 0-320,-2-4-194,-1-1-627,0 1-1,0 0 0,-1-1 0,1 1 0,-1 1 1,0-1-1,0 0 0,0 1 0,0 0 0,-1 0 1,0 0-1,1 0 0,-1 1 0,0 0 0,0 0 1,-4-1-122,-15-4 59,0 1 0,0 1 0,-6 1-59,-3-2 218,-24-2-158,0 2 0,-1 3 0,-23 2-60,-174 15 92,199-10-86,-62 7 144,95-9-43,18-1 22,2-1-1,-4 1-152,-2-3 1183,12-15-1116,11-6 43,5-6-53,2 1 0,0 1 0,14-12-33,22-16 201,20-12-201,-63 52 120,-30 30-283,-29 24 95,-2-2 1,-26 15 67,-48 37-208,98-69 187,21-19 21,1 1 0,-1 0 0,1 0 0,-1 0 0,1 1 0,-1-1 0,1 0 0,0 0 0,0 1 0,0 0 0,1 1 7,0 0 1,0 0 0,1 0 0,-1 1 0,1-1 0,0 0 0,0 0 0,0 0 0,1 0 0,-1 0-1,1 0 1,0-1 0,0 1 0,1 0 0,-1-1 0,1 0 0,0 0 0,-1 1 0,3 0-8,98 104 222,1-2-102,-82-85-527,-18-18-150,-2 2-749,6 16-1692,-8-21 2917,0 1 1,0-1-1,0 0 1,1 0 0,-1 0-1,0 0 1,0 1-1,0-1 1,0 0 0,0 0-1,0 0 1,0 0-1,0 1 1,0-1-1,0 0 1,0 0 0,0 0-1,0 1 1,0-1-1,0 0 1,0 0-1,0 0 1,0 1 0,0-1-1,0 0 1,0 0-1,0 0 1,0 1 0,0-1-1,0 0 1,0 0-1,-1 0 1,1 0-1,0 1 1,0-1 0,0 0-1,0 0 1,0 0-1,0 0 1,-1 0-1,1 1 1,0-1 0,0 0-1,0 0 1,-1 0-1,1 0 1,0 0 0,0 0-1,0 0 81,-44 18-8224,22-9 4091</inkml:trace>
  <inkml:trace contextRef="#ctx0" brushRef="#br0" timeOffset="1279.822">4158 295 5011,'27'67'9985,"-10"3"-5374,-7-1-3373,-3 7-1238,1 6 935,18 113-1146,-7-68-3240,-19-122 2237,0-1-1,0 0 1,0 1-1,0-1 1,-1 1-1,0-1 0,0 1 1,-1 2 1214,1-4-242,0 1-3035</inkml:trace>
  <inkml:trace contextRef="#ctx0" brushRef="#br0" timeOffset="2418.509">3727 161 2441,'-4'-21'3958,"-1"0"-1,-1 0 0,-8-15-3957,-3-13 4426,16 45-3548,1 4-214,0 0-128,0 0-65,1 0-447,0 0-1,1 1 1,-1-1 0,0 1 0,0-1 0,0 1-1,0-1 1,0 1 0,1 0 0,-1-1 0,0 1-1,0 0 1,-1 0 0,1 0 0,0 0 0,0 0-1,0 0 1,-1 0 0,1 0 0,0 1-24,12 25 166,17 50-167,-3 2 1,4 32 0,-21-67-47,-2 0 0,-2 0 0,-2 1 1,-1 0-1,-3 12 47,-1-46-4,0 0 0,0 0 0,-1 0 0,-1 0 0,0 0 0,0 0 0,-1 0 0,-1-1 0,1 0 0,-2 0 0,0 1 4,4-7 18,-1-1-1,1 0 0,0 0 1,-1 0-1,0 0 1,0 0-1,0-1 1,0 1-1,0-1 0,-1 0 1,1 0-1,-1 0 1,1 0-1,-1 0 0,0-1 1,1 0-1,-1 0 1,0 0-1,0 0 1,0-1-1,0 1 0,0-1 1,0 0-1,0 0 1,0 0-1,0-1 1,0 1-1,0-1 0,0 0 1,1 0-1,-1-1 1,-2 0-18,2 0 22,0 1-1,-1-1 1,1 0 0,1-1 0,-1 1-1,0 0 1,1-1 0,-1 0 0,1 0 0,0 0-1,0 0 1,0-1 0,0 1 0,0-1 0,0-1-22,-4-10 46,0 0 1,0-1 0,2 0 0,-4-16-47,3 10-107,5 31 45,0 1 1,-1-1 0,0-1-1,-3 10 62,0-3-33,2 0-24,-2 0 0,0 0 0,-1 0 0,-1-1 0,0 0 0,-5 7 57,-7 1-22,-11 0 22,26-20 7,-1-1-1,1 1 1,0-1-1,0 0 1,0 0 0,-1 0-1,1-1 1,-1 0-1,1 1 1,0-2 0,-1 1-1,1 0 1,0-1-1,-1 0 1,1 0-1,0 0 1,0 0 0,-1-1-1,1 0 1,0 0-1,1 0 1,-1 0-1,0 0 1,1-1 0,-1 0-1,1 0 1,-3-3-7,-8-7 17,1 0-1,1-1 1,0-1 0,1 0 0,1-1 0,0 0-17,-11-23 121,2 0 1,2-1-1,1-1 1,2-1-1,-7-40-121,-18-56 421,136 478-718,-73-239-143,-4 0-1,0 49 441,-19-140 35,0 0 0,0 0 0,-1 0 0,0 0 0,-1 0 0,0 0 0,-1 0 0,0-1 0,0 1 0,-1 0 0,-1 1-35,2-9 21,1 0-1,0 0 1,-1 0-1,0 0 1,0 0-1,1 0 1,-1 0-1,0-1 1,-1 1-1,1-1 1,0 1-1,0-1 1,-1 0 0,1 0-1,0 0 1,-1 0-1,1 0 1,-1 0-1,0-1 1,1 1-1,-1-1 1,1 0-1,-1 0 1,-1 0-21,-3-1 27,0 0 1,0 0-1,0-1 0,0 0 1,0-1-1,1 1 0,-1-1 1,1 0-1,0-1 1,0 0-1,0 0 0,0 0 1,1 0-1,0-1 1,0 0-1,0 0 0,0-1 1,1 1-1,0-1 1,0 0-1,-1-2-27,0-2-233,0 1-1,0-1 1,1 0 0,0 0 0,1 0-1,-1-5 234,2 7-700,1 0 0,0 0 0,0 0 0,1 1 0,0-1 0,0 0 0,1 0 0,0-2 700,0 7-520,0 0 0,0 0 0,0 0-1,1 0 1,-1 0 0,1 0 0,0 0 0,0 0 0,0 1 0,0-1 0,0 1 0,0-1-1,1 1 1,0 0 520,20-12-3619</inkml:trace>
  <inkml:trace contextRef="#ctx0" brushRef="#br0" timeOffset="3025.864">3608 1011 6039,'0'0'3277,"3"1"214,-2-1-3282,1 1 0,-1-1 0,0 1-1,0-1 1,0 1 0,0-1 0,0 1 0,-1-1 0,1 1 0,0 0 0,0 0-1,0-1 1,-1 1 0,1 0 0,0 0 0,-1 0 0,1 0 0,0 0-1,-1 0 1,1 0 0,-1 0 0,0 0 0,1 0 0,-1 0 0,0 1-209,-1 34 2867,0-30-2655,0 0 0,1 1 0,0-1 0,0 1 0,0-1 0,1 0 0,0 2-212,6 10 214,-6-17-212,-1-1-1,1 1 0,-1 0 1,1-1-1,-1 1 0,1 0 1,0-1-1,-1 1 1,1-1-1,0 1 0,-1-1 1,1 0-1,0 1 0,0-1 1,0 0-1,-1 1 1,1-1-1,0 0 0,0 0 1,0 0-1,0 1 0,-1-1 1,1 0-1,0 0 1,0 0-1,1-1-1,27-11-293,79-55-1099,-107 66 1392,0 1-1,1-1 1,-1 0-1,0 1 1,1-1-1,-1 1 1,0-1-1,1 1 1,-1 0-1,1 0 1,-1 0-1,0-1 1,1 1-1,-1 1 1,1-1-1,-1 0 1,1 0 0,-1 0-1,0 1 1,1-1-1,-1 1 1,1-1-1,-1 1 1,0-1-1,0 1 1,1 0-1,-1 0 1,0 0 0,3 2 45,-1 0 1,1 1-1,-1-1 1,0 1-1,-1 0 1,3 3-46,-3-4-3,48 77-63,-37-54-3343,-2 1-4959,-10-24 4791</inkml:trace>
  <inkml:trace contextRef="#ctx0" brushRef="#br0" timeOffset="5393.092">2400 585 4883,'2'-6'3127,"5"-16"171,-6 16-236,-5 2-1156,-12-15-492,16 19-1387,0 0 0,0 0 0,0-1 0,0 1 0,0 0 0,0 0 0,-1 0 0,1-1 0,0 1 0,0 0 0,0 0 0,0 0 0,-1-1 0,1 1 0,0 0 0,0 0 0,0 0 0,-1 0 0,1 0 0,0 0 0,0 0 0,-1 0 0,1-1 0,0 1 1,0 0-1,0 0 0,-1 0 0,1 0 0,0 0 0,0 0 0,-1 0 0,1 0 0,0 0 0,0 0 0,-1 1 0,1-1 0,0 0 0,0 0 0,-1 0 0,1 0 0,0 0 0,0 0-27,-5 2 150,0 1 0,0-1 0,0 1 0,0 0 0,1 0 0,-1 1 1,1-1-1,0 1 0,0 0 0,0 0 0,1 0 0,-1 1 0,0 2-150,-2 2 121,1 0 0,0 1 0,0-1 1,1 1-1,1 0 0,0 1 0,-1 4-121,1-4 42,1 1 0,1-1-1,-1 1 1,2-1 0,0 1 0,0-1-1,1 1 1,0 0 0,1-1 0,1 0-1,0 1 1,0-1 0,1 0 0,2 5-42,-4-13 0,0 0 1,0 0 0,-1 0 0,2-1-1,-1 1 1,0 0 0,1-1-1,-1 0 1,1 1 0,-1-1-1,1 0 1,0 0 0,0 0-1,0-1 1,0 1 0,1-1-1,-1 0 1,0 0 0,0 0 0,1 0-1,-1 0 1,1-1 0,-1 0-1,1 1 1,-1-1 0,1 0-1,-1-1 1,0 1 0,1-1-1,-1 1 1,2-2-1,17-9 0,-18 8-11,-1-1 0,1 1 0,0-1-1,-1 0 1,0 0 0,0 0 0,0-1 0,-1 1 0,1-1-1,-1 0 1,0 1 0,-1-1 0,1 0 0,-1 0 0,0 0-1,0 0 1,0-1 0,-1 1 0,0 0 0,0 0 0,0 0-1,-1 0 1,0-5 11,-1 1-39,0 0 0,0 1 0,-1 0 0,0-1 0,0 1 0,-1 1 0,0-1 0,0 0 0,-1 1 0,0 0 0,0 0 0,-1 0-1,0 1 1,0 0 0,-1 0 0,1 0 0,-2 0 39,-3 3-85,6 3 82,-1 1 1,1 1 0,0-1-1,-1 1 1,1 0 0,0 0-1,0 0 1,1 0 0,-1 1 0,0 0-1,-3 3 3,-52 47 1,17-13 2,33-32 45,1-1 1,-1 0-1,0-1 0,-1 0 0,1 0 0,-1-1 0,0 0 1,-1-1-1,1-1 0,-3 1-48,7-3 30,0 0 1,0 0-1,0-1 0,0 0 1,0-1-1,0 1 0,0-1 1,0-1-1,0 1 0,0-1 1,1 0-1,-1-1 0,0 1 1,1-1-1,0-1 0,0 1 1,0-1-1,0 0-30,-8-7 167,1 0 0,0 0 0,-7-9-167,19 18 13,0 1-8,-49-46 198,39 41-175,3 1-13,0 1 1,0 0-1,-1 0 1,0 0-1,1 1 1,-1 1-1,0-1 1,-1 2-1,1-1 1,0 1-1,0 0 1,-1 1-1,1 0 1,-1 1-16,-22 2 24,-1 2 0,1 1 0,-11 4-24,2 0 11,-104 24 203,171-40-164,83-16 50,-62 19-148,1 2 0,0 2 1,0 2-1,0 3 1,6 3 47,19 0-19,-72-8 20,1-1 1,-1 0 0,1 0 0,-1 1 0,1-1-1,-1 1 1,1-1 0,-1 1 0,1-1-1,-1 1 1,0 0 0,2 1-2,-3-2 3,0 1-1,1-1 1,-1 1-1,0-1 1,0 1 0,1-1-1,-1 1 1,0-1-1,0 1 1,0 0 0,0-1-1,0 1 1,0-1-1,0 1 1,0-1 0,0 1-1,0 0 1,0-1-1,0 1 1,0-1 0,-1 1-1,1-1 1,0 1-1,0-1 1,-1 1 0,1-1-1,0 1 1,-1-1-1,1 1 1,0-1 0,-1 1-1,1-1 1,-1 1-3,-16 14-10,0-1-1,-1-1 1,-1-1 0,0 0 0,-1-1-1,-3 0 11,8-3-3,-67 40 24,45-25 1,-2-2-1,0-1 1,-27 9-22,19-19 150,44-10-127,0 0 0,-1 0 0,1 0 0,0 0 1,-1-1-1,1 0 0,-1 1 0,1-1 0,0 0 0,0 0 0,0-1 0,0 1 0,0-1 1,0 0-1,0 1 0,0-1 0,0 0 0,1-1 0,-1 1-23,1 0 32,-28-25 62,30 26-96,-1 1-1,1-1 1,-1 1 0,1-1 0,0 1-1,-1 0 1,0-1 0,1 1-1,-1-1 1,1 1 0,-1 0-1,1 0 1,-1-1 0,1 1-1,-1 0 1,0 0 0,1 0-1,-1 0 1,0 0 0,1 0-1,-1 0 1,0 0 2,-14-1-21,-5 12 21,-34 39 4,51-46-5,0 0 0,0 0-1,-1-1 1,1 0 0,-1 1-1,0-1 1,0-1 0,0 1 0,0 0-1,-1-1 1,1 0 0,-1 0-1,1 0 1,-1-1 0,0 0-1,0 0 1,0 0 0,0 0 0,1-1-1,-4 1 2,2-1 3,-1 0 0,0 0-1,1-1 1,-1 0 0,1 0-1,-1 0 1,1-1 0,-3-1-3,-13-9 0,9 0 22,1 0 1,0-1-1,0-1 1,1 0 0,1 0-1,1-1 1,-3-4-23,-19-40 128,-5-19-128,16 36 78,-74-168 222,84 190-215,8 18 0,2 6-36,5 16-23,11 26-36,35 67-53,-4-10-131,8 35 194,-50-125 3,-1 0-1,-1 0 0,0 1 1,-1-1-1,-1 1 1,0 0-1,0-1 1,-1 1-1,-1 0 0,-1 0 1,-1 8-3,0-12 0,1-1-1,-2 0 1,1 1 0,-1-2-1,-1 1 1,1 0 0,-1-1-1,-1 0 1,0 0 0,0 0-1,0-1 1,-1 0 0,0 0-1,-1-1 1,1 0 0,-7 4 0,-1-1-6,0 0 1,-1-2-1,1 0 1,-2 0-1,1-2 1,0 0-1,-1 0 1,0-2-1,0 0 1,-1-1-1,1-1 1,-13-1 5,21 0 17,0-1-1,0 0 1,1 0 0,-1-1 0,0-1-1,0 1 1,1-1 0,-1-1-1,1 0 1,0 0 0,-4-3-17,6 3 17,1-1-1,-1 1 1,1-1 0,0 0-1,1-1 1,-1 1 0,1-1-1,0 1 1,1-1 0,-1-1 0,1 1-1,0 0 1,1-1 0,-1 1-1,1-1 1,1-1-17,-1 3 6,1-1 1,1 0-1,-1 0 0,1 0 1,0 0-1,0 1 0,1-1 0,-1 0 1,1 0-1,1 0 0,-1 1 1,1-1-1,0 1 0,0-1 0,1 1 1,-1 0-1,1-1 0,0 2 1,1-1-1,-1 0 0,1 1 1,2-2-7,-3 3-1,-1 0 0,1 1 0,1-1 0,-1 1 0,0 0 0,1 0 0,-1 0 0,1 1 0,-1-1 0,1 1 0,0 0 0,0 0 0,0 0 0,-1 0 0,1 1 0,0-1 0,0 1 0,0 0 0,0 0 0,0 1 0,0-1 0,0 1 0,0 0 0,0 0 0,-1 0 0,1 1 0,0-1 0,-1 1 0,1 0 0,-1 0 0,0 0 0,4 2 1,5 6-8,-1 0 0,1 0 0,-2 1 0,1 0 0,-1 1 0,-1 0 0,0 0 0,4 11 8,-8-15-4,-1 0-1,0 0 1,0 0 0,-1 1-1,0-1 1,0 1 0,-1 0 0,0 0-1,-1 0 1,0 0 0,-1 0-1,1 0 1,-2 0 0,1 0 0,-2 3 4,0-5-8,-1 0 0,1 0 0,-2 0-1,1 0 1,-1 0 0,0-1 0,0 0 0,-1 0 0,0 0 0,0 0 0,-1-1 0,1 1 0,-1-2 0,0 1 0,0 0 0,-4 0 8,-8 7-26,-2-1 1,1-1-1,-2-1 0,1-1 1,-3-1 25,-2 2 0,-1-2 0,0-1 0,-1-1 0,1-1 0,-1-2 0,0 0 0,0-2 0,0-1 0,1-1 0,-8-2 0,22 2 0,-1-1 0,0 0 0,0-1 0,1-1 0,0 0 0,0 0 0,0-1 0,1 0 0,0-1 0,0-1 0,1 0 0,-1 0 0,2-1 0,-1 0 0,1-1 0,1 0 0,0 0 0,0-1 0,1 0 0,0 0 0,-3-10 0,5 8-157,0 0-1,1 0 1,1-1 0,0 1 0,1-1 0,0 0 0,1 1 0,1-1 0,0 0 0,1-2 157,-1 13-36,1-13-1331,1 0 0,1 0 0,0 0 0,1 1-1,3-8 1368,6-21-4943,-5 7 917,6 2 235</inkml:trace>
  <inkml:trace contextRef="#ctx0" brushRef="#br0" timeOffset="5747.951">153 449 6939,'0'0'3341,"25"-2"0,-25 2-257,0 0-2313,4 23-257,-4-23-771,0 28-2442,0-28-513,4 20-129,-4-20 128</inkml:trace>
  <inkml:trace contextRef="#ctx0" brushRef="#br0" timeOffset="6122.681">1521 1 7967,'0'0'3084,"0"0"128,0 0-385,0 0-2698,16 18-515,-16-18-1927,6 19-642,-6-19-258,0 0 129</inkml:trace>
  <inkml:trace contextRef="#ctx0" brushRef="#br0" timeOffset="6480.263">962 224 6425,'0'-1'253,"0"1"0,0-1-1,1 1 1,-1-1 0,0 1 0,1-1 0,-1 1 0,0-1 0,1 1 0,-1-1-1,0 1 1,1 0 0,-1-1 0,1 1 0,-1-1 0,0 1 0,1 0-1,-1 0 1,1-1 0,-1 1 0,1 0 0,0 0 0,-1-1 0,1 1 0,-1 0-1,1 0 1,-1 0 0,1 0 0,-1 0 0,1 0 0,0 0 0,-1 0-1,1 0 1,-1 0 0,1 0 0,-1 1 0,1-1 0,-1 0 0,1 0-1,-1 0 1,1 1 0,-1-1 0,1 0-253,6 15 5188,-5-1-6793,2 25 2162,3-11-401,-1-22-161,-3-3 25,3 0 66,13-6-65,-13-1-33,-1 0 1,1-1-1,-1 1 0,0-1 1,0 0-1,-1-1 0,1 1 1,-1-1-1,0 0 0,-1 0 1,4-6 11,3-8-22,10-7-63,-18 25 82,0-1 0,1 1 1,-1 0-1,1 0 0,-1 0 1,1 0-1,0 1 0,2-2 3,-1 1 5,0 1 0,1 0 0,-1 0-1,0 0 1,0 0 0,1 1 0,-1-1 0,1 1-1,-1 1 1,0-1 0,1 0 0,-1 1-1,0 0 1,1 0 0,-1 0 0,0 1 0,0-1-1,0 1 1,0 0 0,0 0 0,-1 1 0,1-1-1,0 1-4,10 8-890,-1 0-1,1 1 0,-2 0 0,10 12 891,-16-16-1173,7 8-3211,-9-4 2981,-2-6 251,1-1-2446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2:34.935"/>
    </inkml:context>
    <inkml:brush xml:id="br0">
      <inkml:brushProperty name="width" value="0.1" units="cm"/>
      <inkml:brushProperty name="height" value="0.1" units="cm"/>
      <inkml:brushProperty name="color" value="#E71224"/>
    </inkml:brush>
  </inkml:definitions>
  <inkml:trace contextRef="#ctx0" brushRef="#br0">1 349 1670,'4'4'2977,"1"2"-2168,-1 0 0,1 0 0,-1 1 0,0-1 0,-1 1-1,1 0 1,-1 0 0,-1 1 0,0-1 0,0 0 0,1 4-809,16 97 2657,-13-71-1833,24 167 1033,14 74-1100,-27-198-1068,3 0 0,14 32 311,-26-90-364,1-1 0,10 16 364,-15-30-567,0 1 1,1-1 0,-1-1-1,2 1 1,-1-1 0,1 1-1,0-2 1,0 1-1,2 1 567,-6-6-251,-1-1 0,0 1-1,0 0 1,1-1-1,-1 1 1,0-1-1,1 0 1,-1 1-1,1-1 1,-1 0 0,0 0-1,1 0 1,-1 0-1,1 0 1,-1 0-1,0 0 1,1-1-1,-1 1 1,1 0 0,-1-1-1,0 1 1,1-1-1,-1 0 1,0 1-1,0-1 1,1 0-1,0 0 252,13-20-3448</inkml:trace>
  <inkml:trace contextRef="#ctx0" brushRef="#br0" timeOffset="434.902">451 114 4497,'4'-3'3256,"10"-10"149,-14 13-3330,1 0-1,-1-1 1,0 1 0,0 0-1,0 0 1,0 0 0,1 0-1,-1-1 1,0 1 0,0 0 0,0 0-1,1 0 1,-1 0 0,0 0-1,0 0 1,0 0 0,1 0-1,-1-1 1,0 1 0,0 0 0,1 0-1,-1 0 1,0 0 0,0 0-1,1 0 1,-1 0 0,0 0-1,0 0 1,0 1 0,1-1-1,-1 0 1,0 0 0,0 0 0,1 0-1,-1 0 1,0 0 0,0 0-1,0 1 1,1-1 0,-1 0-1,0 0-74,4 3 264,0 0 0,1 0 0,-1 0 0,-1 1 0,1-1 0,-1 1 0,1 0 0,-1 0 0,0 0 0,0 1 0,-1-1 0,1 1 0,-1-1-1,1 5-263,7 16 829,-1 1-1,1 9-828,-5-20 195,45 186 2470,1 59-2665,-17-84 77,-2 12-1405,-31-178 1412,0-5-965,0 0-1,0 0 1,0 0-1,-1 1 1,0-1 0,-1 2 881,1-4-3448,-4-6-300,-18-11 107</inkml:trace>
  <inkml:trace contextRef="#ctx0" brushRef="#br0" timeOffset="776.564">669 787 5268,'-4'-2'3341,"-3"-1"-2530,0 0-1,0 1 1,0 0-1,0 0 1,0 1-1,0-1 0,-1 2 1,1-1-1,0 1 1,-1 0-1,-4 1-810,-20 3 774,0 1-1,-6 3-773,1-1 803,-90 18 91,-123 20-781,201-36-5189,45-8 1564,10-6-129,23-22 129</inkml:trace>
  <inkml:trace contextRef="#ctx0" brushRef="#br0" timeOffset="1415.395">650 51 3084,'14'-23'3084,"-11"19"21,0 0-171,6-12-985,-7 12-235,4 11-258,8 15-820,0 1-1,-2 0 1,0 1 0,-2 1-1,-1-1 1,0 2 0,-2 1-636,11 27 411,90 274 1067,2 72-1478,-108-386 112,-4-21-21,-5-25-37,6 1-108,1 1 0,1 0 0,2 0 0,1 0 0,4-15 54,-3 22-20,1 0 1,1 1-1,1 0 1,1 0-1,1 1 1,1 0-1,6-8 20,-16 27 4,0 1-1,0-1 1,0 0-1,1 0 1,-1 0-1,0 1 1,1-1-1,0 1 1,-1-1-1,1 1 1,0 0-1,-1-1 1,1 1-1,0 0 1,0 0-1,0 0 1,0 0-1,0 1 1,0-1-1,0 1 1,0-1-1,0 1 1,1 0-1,-1-1 1,0 1-1,0 0 1,0 0-1,0 1 1,0-1-1,1 0 1,-1 1-1,0-1 1,0 1-1,0 0 1,0 0-1,0 0 1,0 0-1,0 0 0,-1 0 1,1 0-1,0 1 1,-1-1-1,1 0 1,0 1-1,0 1-3,10 9 84,0 1-1,-1 1 1,-1 0-1,0 0 1,3 9-84,-4-9 68,76 134 124,-66-102-4796,-17-41 706,-5-3-43,-12 8-128</inkml:trace>
  <inkml:trace contextRef="#ctx0" brushRef="#br0" timeOffset="1831.629">1102 1170 3726,'0'0'3470,"0"0"-1,0 0 258,28 14-1671,-28-14-386,39-6-256,-39 6-386,46-14-386,-20 2-128,5 8-257,-5-4-128,0-2-129,-2 8-643,-24 2-1027,22-15-2057,-22 15 1,0 0-258,0 0 258</inkml:trace>
  <inkml:trace contextRef="#ctx0" brushRef="#br0" timeOffset="2265.241">757 1397 6553,'0'2'453,"0"-1"0,0 1 0,0 0 0,0-1 0,-1 1 0,1 0-1,0-1 1,-1 1 0,1 0 0,-1-1 0,1 1 0,-1 0 0,0-1-1,0 1 1,0-1 0,0 0 0,0 1 0,0-1 0,0 0 0,0 1-1,0-1 1,-1 0 0,1 0 0,-1 1-453,-4 3-96,-5 3 578,-1 0 0,1-1 0,-1 0 0,0-1 0,-1-1-1,1 0 1,-1 0 0,0-1 0,-5 0-482,-17 7 396,19-5-654,-53 15 1049,65-20-1415,-1 0 1,1-1-1,-1 1 0,0-1 0,1 0 0,-1 0 0,-2 0 624,9 0-1096,1 0-1,0 0 0,0 0 1,-1 0-1,1-1 1,0 1-1,0-1 0,-1 1 1,2-2 1096,6-1-1524,-6 1-2353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2:47.592"/>
    </inkml:context>
    <inkml:brush xml:id="br0">
      <inkml:brushProperty name="width" value="0.1" units="cm"/>
      <inkml:brushProperty name="height" value="0.1" units="cm"/>
      <inkml:brushProperty name="color" value="#E71224"/>
    </inkml:brush>
  </inkml:definitions>
  <inkml:trace contextRef="#ctx0" brushRef="#br0">117 22 128,'4'2'900,"7"0"-206,0 0 0,1 0 0,-1-2 0,0 1-1,10-2-693,63-1 4099,78 8-4099,-92-2 1484,1-3 1,68-7-1485,-73-2 499,45-5 801,77 2-1300,-166 14 405,-34 3 120,-35 5 87,-792 42 2729,783-49-3074,0 2 1,-24 7-268,61-7 123,19-6-122,0 0 1,0 0 0,0 0-1,-1 0 1,1 0-1,0 0 1,0 0-1,0 0 1,0 0-1,0 1 1,0-1-1,0 0 1,0 0 0,0 0-1,0 0 1,0 0-1,0 0 1,0 0-1,0 0 1,-1 1-1,1-1 1,0 0 0,0 0-1,0 0 1,0 0-1,0 0 1,0 0-1,0 0 1,0 1-1,0-1 1,1 0 0,-1 0-1,0 0 1,0 0-1,0 0 1,0 0-1,0 0 1,0 1-1,0-1 1,0 0-1,0 0 1,0 0 0,0 0-1,0 0 1,0 0-1,0 0 1,1 0-1,-1 0 1,0 0-1,0 0 1,0 1 0,0-1-1,0 0 1,0 0-1,0 0 1,0 0-1,1 0 1,-1 0-1,0 0 1,0 0-2,3 1 16,0 0 0,1-1 0,-1 1-1,0-1 1,1 0 0,-1 1 0,0-1 0,3-1-16,581-33 247,-427 26-194,40-3 311,-196 11-236,-10 2-21,-18 7-77,0-2 0,0 0 0,-1-2-1,-7 0-29,-109 11 121,73-10-61,-254 21 111,293-19-818,27-6-47,-1-1 0,1 1 0,0 0 0,0-1 1,0 1-1,0 0 0,0 0 0,0 0 0,1 1 1,-1-1-1,1 0 0,-2 2 694,3-4-64,0 0 0,0 1 0,0-1 0,0 0 1,0 0-1,0 0 0,0 0 0,0 0 0,0 1 0,0-1 0,0 0 0,0 0 1,0 0-1,0 0 0,0 0 0,0 1 0,0-1 0,0 0 0,0 0 0,0 0 1,0 0-1,0 0 0,0 1 0,0-1 0,0 0 0,0 0 0,0 0 0,0 0 0,0 0 1,0 1-1,0-1 0,0 0 0,1 0 0,-1 0 0,0 0 0,0 0 0,0 0 1,0 0-1,0 0 0,0 1 0,1-1 0,-1 0 0,0 0 0,0 0 0,0 0 1,0 0-1,0 0 0,1 0 0,-1 0 0,0 0 0,0 0 0,0 0 0,0 0 0,0 0 1,1 0-1,-1 0 0,0 0 0,0 0 64,26 13-3834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2:46.043"/>
    </inkml:context>
    <inkml:brush xml:id="br0">
      <inkml:brushProperty name="width" value="0.1" units="cm"/>
      <inkml:brushProperty name="height" value="0.1" units="cm"/>
      <inkml:brushProperty name="color" value="#E71224"/>
    </inkml:brush>
  </inkml:definitions>
  <inkml:trace contextRef="#ctx0" brushRef="#br0">1525 981 771,'-1'5'2056,"-2"2"-1273,-1 1 0,0-1 1,0-1-1,-1 1 0,0 0 0,0-1 1,0 0-1,-1 0-783,-4 5 266,-4 4 273,0-2-1,-1 0 1,-1 0-1,0-1 1,0-1-1,-1-1 1,0-1 0,-1 0-1,-13 4-538,-5 1 427,0-3-1,0-1 1,-1-1-1,-24 1-426,9-4 238,0-3 1,-1-2-1,1-2 0,-10-4-238,-33-6 354,-78-20-354,125 21 61,1-2 1,1-3-1,1-1 1,0-2-1,-12-9-61,38 18 56,1-2-1,1 0 0,0-1 1,1-1-1,0 0 1,1-1-1,0-1 1,1 0-1,1-1 0,0 0 1,1-1-1,1-1 1,-5-11-56,6 6 57,1 1 1,1-1 0,1-1-1,1 1 1,1-1-1,1 0 1,2-1 0,0 1-1,1 0 1,2-1-1,0 1 1,2 0 0,0 0-1,2 0 1,0 0-1,2 0 1,1 1 0,1 1-1,0-1 1,2 1-1,1 1 1,0 0 0,2 1-1,0 0 1,1 1-1,1 0 1,1 2 0,0 0-1,2 0-57,12-8 46,0 1 0,1 2 0,1 2-1,1 0 1,1 3 0,0 0 0,1 3-1,1 1 1,0 1 0,1 3 0,0 1-1,1 1 1,0 2 0,19 1-46,-25 4 0,0 0 0,0 2 0,0 2 0,0 1 1,-1 1-1,0 2 0,0 1 0,-1 2 0,0 1 0,-1 1 0,0 1 0,-1 2 0,-1 1 0,0 1 0,-2 2 1,0 1-1,7 8 0,-10-6 10,0 1 0,-2 0 0,-1 2 0,-1 1 0,-2 0 0,0 2 0,-2-1 0,-1 2 0,-1 0-1,-2 1 1,-1 0 0,-1 1-10,-4-10 15,-1 1-1,0-1 1,-2 1-1,-1 0 0,0 0 1,-2 0-1,-1 0 0,0 0 1,-2 0-1,-1-1 1,0 1-1,-2-1 0,0 0 1,-2-1-1,0 0 0,-2-1 1,-5 9-15,1-7 12,-1-1 1,0 0 0,-2-1-1,-16 14-12,-22 15-1571,-5 1 1571,49-41-1624,0-1 0,0 0 0,-1-1 0,0-1 0,0 0 0,-5 1 1624,14-6-3491</inkml:trace>
  <inkml:trace contextRef="#ctx0" brushRef="#br0" timeOffset="2672.214">3721 1214 5268,'4'3'2592,"7"3"-1710,-1-1 1,1 0 0,0-1-1,0 0 1,0 0-1,1-1 1,-1-1-1,2 0-882,5 2 136,77 15 1138,0-4 1,1-4 0,0-4-1,2-5-1274,39-4 738,0-7 0,72-15-738,-81 4 871,54-19-871,-132 26 229,-1-3-1,0-1 1,-2-3-1,0-1 1,5-7-229,-40 21 75,0 0 0,0-1 0,-1 0 0,-1-1 0,1-1 0,-1 1 0,-1-2 1,0 1-1,4-7-75,-9 10 37,0 0 0,0 0 0,0 0 0,-1-1 0,0 1 0,-1-1 0,0 0 0,0 1 0,-1-1 0,1 0 1,-2 0-1,1 0 0,-1 0 0,-1 0 0,1 0 0,-1 0 0,-1-1-37,-3-11 60,0 1-1,-2 0 1,0 0-1,-1 1 1,-1 0-1,0 1 1,-2 0 0,-6-9-60,-23-26 16,-43-46-16,37 48 1,-2 2 0,-2 2 0,-2 2 1,-2 3-1,-2 2 0,-1 2 1,-20-6-2,37 23-13,-1 1 1,0 3-1,-1 1 1,-1 3-1,0 1 1,-1 2-1,0 1 1,0 3-1,0 2 1,-1 2-1,-29 3 13,29 2-18,1 2-1,0 1 1,0 3 0,1 2-1,0 1 1,1 3 0,-9 5 18,25-9-12,1 1 0,0 1 1,1 2-1,1 0 0,0 1 1,2 2-1,0 0 0,1 1 0,0 1 1,2 1-1,-14 22 12,7-4 0,3 0 0,1 2 0,2 0 0,2 1 0,2 1 0,2 0 0,2 1 0,2 1 0,1 0 0,3 0 0,2 0 0,2 24 0,1-55 15,2-1 1,0 0-1,0 0 0,1 0 0,1 0 0,0 0 1,1-1-1,1 0 0,0 0 0,1 0 0,0-1 1,1 0-1,0 0 0,1-1 0,0 0 0,1 0 1,0-1-1,0 0 0,1-1 0,1 0-15,11 7-31,1-2-1,0 0 1,1-2 0,0 0-1,1-2 1,0-1-1,1 0 1,0-3 0,26 4 31,124 18-3912,2-11-5733,-123-13 5704</inkml:trace>
  <inkml:trace contextRef="#ctx0" brushRef="#br0" timeOffset="4093.199">2555 967 1028,'0'0'1949,"0"0"85,1 4-63,19 92 3516,-7 5-3377,6 39-1012,-16-127-1059,3 21 90,1-1 1,1 0-1,2-1 1,6 12-130,-12-34 30,1-1 1,-1 0 0,2 0 0,0-1 0,0 1-1,0-1 1,1 0 0,0-1 0,0 0-1,1 0 1,0 0 0,0-1 0,1-1 0,0 1-1,0-1 1,5 2-31,13 3 70,0-1 0,0-1 0,1-1 0,24 3-70,119 7 513,-97-11-192,124 7 1589,121-11-1910,200-26 1535,-314 12-1211,1264-111 2118,-782 47-1543,168 24-899,-711 49 158,164-8 27,-290 9-164,-1 0 1,1-1-1,-1-1 0,0 0 1,0-1-1,9-5-21,-20 3-43,-4-1 57,0 0 0,0 0 0,-1 0-1,0 0 1,-1 0 0,1 0 0,-1 0 0,-1 0-1,0 0 1,0 0 0,-1 0 0,0 0-1,0 1 1,-2-6-14,-39-117 60,18 60 9,3-3-69,-13-89-291,7 28-810,22 116 481,-15-24-8826,21 42 9375,0 1 0,-1-1 1,1 0-1,0 0 0,0 0 0,0 0 1,0 0-1,0 0 0,0 0 0,0 0 1,0 0-1,0 0 0,0 1 0,0-1 1,0 0-1,0 0 0,0 0 0,0 0 1,0 0-1,-1 0 0,1 0 0,0 0 1,0 0-1,0 0 0,0 0 0,0 0 1,0 0-1,0 0 0,0 0 0,0 0 1,0 0-1,-1 0 0,1 0 0,0 0 1,0 0-1,0 0 0,0 0 0,0 0 1,0 0-1,0 0 0,0 0 0,0 0 1,-1 0-1,1 0 0,0 0 0,0 0 1,0 0-1,0 0 0,0 0 0,0 0 1,0-1-1,0 1 0,0 0 0,0 0 1,0 0-1,0 0 71,-7 20-3984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2:43.545"/>
    </inkml:context>
    <inkml:brush xml:id="br0">
      <inkml:brushProperty name="width" value="0.1" units="cm"/>
      <inkml:brushProperty name="height" value="0.1" units="cm"/>
      <inkml:brushProperty name="color" value="#E71224"/>
    </inkml:brush>
  </inkml:definitions>
  <inkml:trace contextRef="#ctx0" brushRef="#br0">0 1 1413,'50'6'6254,"-46"-6"-4990,1 3-451,13 8-336,-1 2 0,-1 0 0,0 1-1,0 0 1,-2 1 0,9 12-477,28 38 1775,1 9-1775,-27-39 397,10 14 105,234 353 2095,-223-324-2317,-3 1 0,-4 3 0,-4 1 0,8 35-280,-10-2 282,-5 1-1,-6 2 1,-4 0-1,-6 1 0,-3 97-281,-11-77 232,-7-1 0,-5 0 0,-6-1 0,-35 119-232,32-175 67,-3-1 0,-3-1-1,-4-1 1,-16 22-67,20-47 34,-3-2 0,-2-1 0,-2-1 0,-2-2 0,-2-2 0,-19 15-34,58-61 0,-46 47-350,-2-3 0,-3-2 0,-10 5 350,43-35-1049,2 1 0,0 0-1,-8 9 1050,-20 11-7067,45-33 7008,0 0 0,0 0 0,0 0 0,0 0 0,0 0 0,0-1 1,0 1-1,0 0 0,0 0 0,0 0 0,0 0 0,-1 0 0,1 0 0,0 0 0,0 0 1,0 0-1,0 0 0,0-1 0,0 1 0,0 0 0,0 0 0,0 0 0,0 0 0,0 0 0,0 0 1,0 0-1,0 0 0,0 0 0,-1 0 0,1 0 0,0 0 0,0 0 0,0 0 0,0 0 1,0 0-1,0-1 0,0 1 0,0 0 0,0 0 0,0 0 0,-1 0 0,1 0 0,0 0 0,0 0 1,0 0-1,0 0 0,0 1 0,0-1 0,0 0 0,0 0 0,-1 0 0,1 0 0,0 0 1,0 0-1,0 0 0,0 0 0,0 0 0,0 0 0,0 0 0,0 0 0,0 0 0,0 0 0,0 0 1,0 1 58,-5-21-3941</inkml:trace>
  <inkml:trace contextRef="#ctx0" brushRef="#br0" timeOffset="1014.217">863 2183 1156,'0'0'2399,"0"-5"-129,1 4-2150,-1 0 0,0 0 0,0-1 0,0 1 0,1 0 0,-1 0 1,1 0-1,-1 0 0,1 0 0,-1-1 0,1 1 0,0 0 0,0 0 0,-1 1 0,1-1 0,0 0 0,0 0 0,0 0 0,0 0 0,0 1 0,0-1 0,0 0-120,2 0 168,0-1 0,0 1 0,1 0 0,-1 0 0,0 0 1,1 0-1,-1 1 0,4-1-168,11 1 295,1 0 0,0 1-1,7 2-294,-2-1 377,264 22 2416,-22 0 561,135-11-3354,-347-16 567,0-3 1,11-3-568,-64 9 21,1 0 1,-1-1-1,1 1 1,0 0-1,-1-1 1,1 1-1,-1-1 1,1 0-1,-1 1 0,0-1 1,1 0-1,-1 0 1,0 0-1,0 0 1,1-1-22,2-1 63,0 1 87,-1-3-21,0 1-103,-1 2 3,0 0-1,-1-1 0,1 1 0,-1-1 1,0 0-1,0 1 0,0-1 0,0 0 1,0 0-1,0 1 0,-1-1 0,1 0 1,-1 0-1,0 0 0,0 0 1,0 0-1,0 0 0,-1-2-28,0-31 52,-4 26-9,1 3-31,-2-7 8,-1 1 0,-1 0-1,0 0 1,0 1 0,-2 0 0,1 1 0,-5-4-20,-21-19 219,-21-16-219,39 36 28,-17-15 239,-1 2 1,-15-8-268,46 32 107,4 6-92,1 0 0,0-1-1,-1 1 1,1 0 0,0-1 0,0 1 0,1-1-1,-1 1 1,0-1 0,1 0 0,0 1-1,-1-1 1,2 1-15,27 28 63,-29-30-61,12 12 33,1-2 0,0 1 0,0-2 1,1 0-1,0 0 0,1-1 0,10 3-35,-3-3 69,1-2 1,0-1 0,0-1 0,0-1-1,0-1 1,12-1-70,-36-2 1,0 0 1,0 1-1,0-1 0,0 0 1,0 0-1,0 0 0,0 0 1,0 0-1,0 0 0,0 0 1,-1 0-1,1 0 0,0 1 1,0-1-1,0 0 0,0 0 0,0 0 1,0 0-1,0 0 0,0 0 1,0 0-1,0 1 0,0-1 1,0 0-1,0 0 0,0 0 1,0 0-1,0 0 0,1 0 1,-1 0-1,0 1 0,0-1 1,0 0-1,0 0 0,0 0 1,0 0-1,0 0 0,0 0 1,0 0-1,0 0 0,0 0 0,0 0 1,0 0-1,1 1 0,-1-1 1,0 0-1,0 0 0,0 0 1,0 0-1,0 0 0,0 0 1,0 0-1,1 0 0,-1 0 1,0 0-1,0 0 0,0 0 1,0 0-1,0 0 0,0 0 1,0 0-1,1 0 0,-1 0 0,0 0 1,0 0-2,-4 8 3,0 0 0,-1-1 0,1 1 1,-2-1-1,1 0 0,-1 0 0,0 0 1,-2 1-4,-16 18-5,-12 35 12,2 1 0,3 2 1,-14 41-8,36-73-639,3 15-7610,6-47 8166,0 0 0,0 0 0,0 0 0,0 0 0,0 0 0,0 1 0,0-1 0,0 0 0,0 0 0,0 0 1,1 0-1,-1 1 0,0-1 0,0 0 0,0 0 0,0 0 0,0 0 0,0 0 0,0 1 0,0-1 0,0 0 0,0 0 0,0 0 0,1 0 1,-1 0-1,0 0 0,0 0 0,0 0 0,0 1 0,0-1 0,1 0 0,-1 0 0,0 0 0,0 0 0,0 0 0,0 0 0,0 0 0,1 0 0,-1 0 1,0 0-1,0 0 0,0 0 0,0 0 0,1 0 0,-1 0 0,0 0 0,0 0 83,22 3-4069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2:52.718"/>
    </inkml:context>
    <inkml:brush xml:id="br0">
      <inkml:brushProperty name="width" value="0.1" units="cm"/>
      <inkml:brushProperty name="height" value="0.1" units="cm"/>
      <inkml:brushProperty name="color" value="#E71224"/>
    </inkml:brush>
  </inkml:definitions>
  <inkml:trace contextRef="#ctx0" brushRef="#br0">7575 1456 128,'3'-1'1628,"-1"0"-1248,0 0-1,0 0 1,-1-1-1,1 1 1,0 0-1,0-1 1,0 1-1,-1-1 1,1 0 0,-1 1-1,0-1 1,1 0-1,-1 0 1,0 0-1,0 0 1,0 0-1,0 0 1,0 0-1,-1 0 1,1-1-380,0-3 577,0 0 1,0 0 0,-1 0-1,0 0 1,0 0-1,0 0 1,-1 1-1,0-3-577,-4-16 1423,-1 2-1,-1-1 1,-8-17-1423,13 35 226,-43-101 1988,-4 3-1,-53-81-2213,-12 5 1013,-15-4-1013,98 142 58,-1 1 0,-2 1 1,-2 2-1,-26-19-58,35 34-30,0 1-1,-2 2 1,0 1 0,-2 1 0,0 1-1,0 2 1,-14-3 30,-38-9 5,-2 4 1,0 4-1,-59-5-5,-264-12 48,-439 22-449,577 14 353,-845 34 162,796-20 7,-118 4 5,-624 24 5,794-34-77,-627 6 128,837-16-169,-332 0-5,376 1-16,0 1 0,1 0 0,-1 1 0,1 1 0,-1-1 0,1 2 0,0 0 0,-9 5 8,15-6-4,1 0 1,-1 0-1,1 1 1,0 0-1,0 0 0,1 1 1,-1-1-1,1 1 1,0 0-1,0 0 1,1 1-1,0-1 0,-1 1 1,2-1-1,-1 1 1,1 0-1,0 0 1,-1 3 3,-5 29-138,1 1 1,1 0-1,3 0 0,1 37 138,-3 30-4225,5-18-2950,3-51 3449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3:06.200"/>
    </inkml:context>
    <inkml:brush xml:id="br0">
      <inkml:brushProperty name="width" value="0.1" units="cm"/>
      <inkml:brushProperty name="height" value="0.1" units="cm"/>
      <inkml:brushProperty name="color" value="#E71224"/>
    </inkml:brush>
  </inkml:definitions>
  <inkml:trace contextRef="#ctx0" brushRef="#br0">154 174 128,'-18'-18'365,"14"14"341,4 4-256,-5-23 1156,7 14-2321,3-7 5736,-3 11 2,-3 17-3836,-1-6-1028,0-1 0,-1 1 0,1 0 0,-1-1 0,0 0 0,0 0 0,0 0 1,-1 0-1,-1 1-159,-9 14 495,-74 126 2311,86-143-2678,2-3 1,0 0-1,0 0 1,0 0-1,4-4-21,133-148 367,-15 14 80,-99 115-532,-5 7 21,-40 57 192,-28 21-186,-50 48-49,17-21-49,62-67 156,17-17 22,19-19 79,-12 10-181,17-15-119,2 1 0,16-10 92,17-14-4356,-50 38 3050,0 1-1,0-1 1,1 1-1,-1 0 1,7-2 1306,-9 4-3427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3:07.306"/>
    </inkml:context>
    <inkml:brush xml:id="br0">
      <inkml:brushProperty name="width" value="0.1" units="cm"/>
      <inkml:brushProperty name="height" value="0.1" units="cm"/>
      <inkml:brushProperty name="color" value="#E71224"/>
    </inkml:brush>
  </inkml:definitions>
  <inkml:trace contextRef="#ctx0" brushRef="#br0">158 227 3855,'3'-6'610,"0"0"0,0 1 0,1-1 0,-1 0 0,1 1 0,0 0 0,5-4-610,13-19 2026,-8 9-1305,1 0 0,1 0 0,1 2 0,0 0 0,2 1 0,8-6-721,-13 7 812,-12 12-681,1-1 233,-3 4-86,0 0-42,-5 4-108,-259 213 643,177-148 279,190-155-570,47-42 560,-126 110-761,-21 16-129,-3 2 64,-3 3-64,-70 71 215,29-31-1479,2 2-1,0 4 1115,26-16-5729,13-25 2228,-4 9 74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3:11.723"/>
    </inkml:context>
    <inkml:brush xml:id="br0">
      <inkml:brushProperty name="width" value="0.1" units="cm"/>
      <inkml:brushProperty name="height" value="0.1" units="cm"/>
      <inkml:brushProperty name="color" value="#E71224"/>
    </inkml:brush>
  </inkml:definitions>
  <inkml:trace contextRef="#ctx0" brushRef="#br0">0 2 4883,'4'-1'2441,"-1"1"-2119,0 0-1,0 0 0,0 0 0,0 1 0,0-1 1,0 1-1,0-1 0,0 1 0,0 0 0,0 0 0,0 1 1,0-1-1,-1 1 0,1-1 0,0 1 0,-1 0 1,0 0-1,1 0 0,1 2-321,13 12 178,-1 0 1,7 11-179,-3-5 843,-8-8-535,1 0 0,1-1-1,0-1 1,1 0 0,6 3-308,-16-12 60,1 0 1,0 0 0,-1 0-1,1-1 1,0 0 0,0 0 0,0-1-1,1 0 1,-1 0 0,0 0-1,0-1 1,1 0 0,-1 0-1,0 0 1,1-1 0,-1 0-1,5-1-60,33-10 93,-22 5-53,0 1-1,1 1 0,-1 1 0,1 1 0,0 1 1,0 1-1,0 1 0,22 3-39,33 11 256,-47-7-90,-1-1 0,1-2 1,0-2-1,22 0-166,-14-3 101,-13 1-58,-1-1 1,1-2 0,0 0 0,-1-2 0,1 0 0,13-6-44,-18 3 33,-8 3 11,1 0 1,0 1 0,0 1 0,0 0 0,4 1-45,22-6 104,0 3-1,0 1 1,1 2-1,0 2 1,-1 1-1,31 6-103,58 9 498,52-3-498,26 2 402,0-3 142,-131-9-317,51 8 56,-64-4-31,37-2-252,-12-3 0,-36 1 0,52-6 0,175-32 4,-114 13 506,66 3-510,-218 18 55,9 1 48,1 0 0,0 2 0,6 2-103,-26-4-171,-3 0-450,9 36-11437,-10-32 8225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3:13.445"/>
    </inkml:context>
    <inkml:brush xml:id="br0">
      <inkml:brushProperty name="width" value="0.1" units="cm"/>
      <inkml:brushProperty name="height" value="0.1" units="cm"/>
      <inkml:brushProperty name="color" value="#E71224"/>
    </inkml:brush>
  </inkml:definitions>
  <inkml:trace contextRef="#ctx0" brushRef="#br0">358 37 2056,'-2'-29'4133,"2"29"-2184,-22-7 129,14 8-1372,-10 12-406,1 0 1,0 1-1,1 0 0,1 1 0,0 1 0,1 1 0,-3 6-300,-12 18 117,2 1 0,-16 33-117,26-39 36,2 0 1,1 1 0,1 1 0,3 1 0,1-1-1,2 1 1,1 1 0,2-1 0,2 1 0,2 0-1,1-1 1,2 1 0,2 0 0,8 32-37,-2-26 60,2-1 1,1-1-1,3 0 1,1-1 0,2-1-1,2-1 1,2-1-1,1-1 1,3-1 0,0-1-1,3-2 1,18 16-61,-25-30 48,0-1 0,1-2 0,1 0 1,1-2-1,1-1 0,0-1 0,1-2 0,7 2-48,19 3-2956,-12-14-4068,-12-3 3919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3:14.315"/>
    </inkml:context>
    <inkml:brush xml:id="br0">
      <inkml:brushProperty name="width" value="0.1" units="cm"/>
      <inkml:brushProperty name="height" value="0.1" units="cm"/>
      <inkml:brushProperty name="color" value="#E71224"/>
    </inkml:brush>
  </inkml:definitions>
  <inkml:trace contextRef="#ctx0" brushRef="#br0">1 1 2827,'5'4'2420,"2"2"-1629,22 20 3130,6 9-2904,-2 1 0,-1 2 0,-2 2 1,-2 0-1,-1 2 0,14 33-1017,15 36 868,-4 2-1,-6 3 0,-4 2 1,17 91-868,-52-180 142,-2-1-1,-2 1 1,0 0 0,-2 29-142,-1-46 60,-1-1 1,0 0-1,-1 0 1,0 0-1,-1 0 1,0-1-1,-1 1 0,0-1 1,0 0-1,-1 0 1,-1 0-1,0 0 1,0-1-1,-5 5-60,-1 1-391,0-2 0,-1 0 1,-1 0-1,0-1 0,-1-1 0,-1 0 0,1-1 0,-12 5 391,20-11-2111,0 0 0,0 0 0,0 1 0,1 0 0,-6 5 2111,10-8 61,-4 3-3659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3:17.664"/>
    </inkml:context>
    <inkml:brush xml:id="br0">
      <inkml:brushProperty name="width" value="0.1" units="cm"/>
      <inkml:brushProperty name="height" value="0.1" units="cm"/>
      <inkml:brushProperty name="color" value="#E71224"/>
    </inkml:brush>
  </inkml:definitions>
  <inkml:trace contextRef="#ctx0" brushRef="#br0">233 174 257,'44'33'385,"-4"3"-256,3 5 128,-3 6-129,0-1 129,-9 3-128,-3-2 128,-8 1-129,-4-1 129,-8 0 0,-4-3 0,-8-5 0,2-3-128,-4-3-1,2-5-1156,6 5-128,-2-33 256,4 38 900</inkml:trace>
  <inkml:trace contextRef="#ctx0" brushRef="#br0" timeOffset="1061.502">283 485 128,'-20'32'643,"-4"-3"-258,6-3-256,1 0-386,-5-11-643,16 9 900,6-24 0</inkml:trace>
  <inkml:trace contextRef="#ctx0" brushRef="#br0" timeOffset="1449.713">95 394 642,'55'0'1521,"1"2"0,0 2 0,28 7-1521,9 0 1455,230 26-1005,-297-30-3341,-21-6 856,-5-5 322,0-17 1370</inkml:trace>
  <inkml:trace contextRef="#ctx0" brushRef="#br0" timeOffset="1795.472">634 24 128,'-4'5'1264,"-13"24"293,1 0 0,2 1 0,-2 8-1557,-15 30 1882,9-23-789,-12 26 256,-2-2 0,-4-1 0,-38 49-1349,55-92-21,-23 10-2035,42-33 21,-5-15-2039,5 8 3180,-5-15-1698</inkml:trace>
  <inkml:trace contextRef="#ctx0" brushRef="#br0" timeOffset="2988.483">112 339 514,'-10'-8'4415,"18"12"-2475,32 21-1251,-18-11 341,21 12 174,1-3 1,5 1-1205,-28-15 212,-1-1 0,1-1 0,1 0 0,-1-2 0,21 2-212,-37-6 51,-3-1-39,0 1 0,1-1 1,-1 0-1,0 0 0,1 0 0,-1 0 0,0 0 0,1 0 0,-1 0 0,0-1 1,0 0-1,1 1 0,-1-1 0,0 0 0,0 0 0,0 0 0,1 0-12,11-15 22,-13 13-26,0 0 1,0 0 0,-1 0-1,0 0 1,1 0-1,-1 0 1,0 0 0,-1 0-1,1 0 1,-1-1 0,1 1-1,-1 0 1,0 0-1,0 0 1,0 1 0,0-1-1,-1 0 1,1 0-1,-1 0 4,-36-57-145,30 49 119,-223-311-124,231 321 150,0 0 0,-1 1 0,1-1 0,-1 0 0,1 0 0,-1 0 0,1 0 0,-1 1 0,0-1 0,1 0 0,-1 0 0,0 1 0,0-1 0,0 1 0,1-1 0,-1 1 0,0-1 0,0 1 0,0-1 0,0 1 0,0 0 0,0-1 0,0 1 0,0 0 0,0 0 0,0 0 0,0 0 0,0 0 0,-4 7 0,4-4 1,0 0-1,1 0 1,-1 0 0,1 0-1,0 0 1,0 0-1,0 0 1,0 0-1,0 0 1,1 0 0,-1 0-1,1 0 1,1 2-1,0 5 14,13 60 221,2 0 1,4-2-1,3 0 1,2-2 0,4-1-1,6 6-235,-13-27 600,-21-40-450,-2-4-22,-3-5 1,-16-22-44,2 8-107,-1 2-1,0 1 0,-1 0 0,-1 1 1,0 1-1,-1 1 0,0 0 0,-1 2 1,0 1-1,-1 0 0,0 2 0,-1 1 1,0 1-1,0 0 0,0 2 0,-6 1 23,22 0-94,15-2 71,19-4 55,-22 8-32,313-108 114,-260 85-110,-2-1-1,-1-3 1,-1-3-1,24-19-3,-51 29 86,-8 4-65,-18 16-21,0 1 0,1-1 0,-1 1 0,0 0 0,1-1 0,-1 1 0,0-1 0,0 1 0,1-1 0,-1 1 0,0-1 0,0 1 0,0-1 0,0 1 0,1-1 0,-1 1 0,0-1 0,0 1 0,0-1 0,0 1 0,0-1 0,-1 1 0,1-1 0,0 1 0,0-1 0,0 1 0,0-1 0,0 1 0,-1-1 0,1 0 0,-2 1 0,0 0 0,0-1 1,0 1-1,0 0 0,0 0 0,0 0 0,0 0 0,0 1 0,0-1 0,0 0 0,0 1 0,0 0 0,0-1 1,0 1-1,0 0 0,-1 1 0,-38 17-23,41-19 23,-55 31-22,2 3 0,2 1 0,-22 22 22,-137 128-41,185-162 41,15-14 10,7-6 0,1 0 0,-1 0-1,-1 0 1,1 0 0,0-1-1,-1 0 1,1 1 0,-1-1-1,0-1 1,0 1-10,-15 1 21,18-4-21,-1 0 0,1 0 0,0 0 0,0 0 0,-1 0 0,1 0 0,0-1 0,0 1 0,1 0 0,-1-1 0,0 1 0,0-1 0,1 1 0,-1-1 0,1 1 0,-1-1 0,1 0 0,-1 1 0,1-1 0,0 1 0,0-1 0,0 0 0,0-1 0,0-49 0,1 39 0,3-60 90,-1 31-54,-2 1 1,-2-1-1,-2 1 1,-4-17-37,66 144 43,-19-32 128,3-2 0,1-1 1,3-3-1,2-1 0,2-3 1,1-2-1,3-2 0,1-3 1,2-2-1,17 5-171,-60-33-240,40 18-2554,-14-10-4837,-13-7 4225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3:49.979"/>
    </inkml:context>
    <inkml:brush xml:id="br0">
      <inkml:brushProperty name="width" value="0.1" units="cm"/>
      <inkml:brushProperty name="height" value="0.1" units="cm"/>
      <inkml:brushProperty name="color" value="#E71224"/>
    </inkml:brush>
  </inkml:definitions>
  <inkml:trace contextRef="#ctx0" brushRef="#br0">2742 0 642,'-114'23'2369,"-1"-6"0,-93 2-2369,108-11 552,-704 32 1343,418-26-1627,211-6-114,-534 9 421,585-17-6615,118 0 4027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3:51.138"/>
    </inkml:context>
    <inkml:brush xml:id="br0">
      <inkml:brushProperty name="width" value="0.1" units="cm"/>
      <inkml:brushProperty name="height" value="0.1" units="cm"/>
      <inkml:brushProperty name="color" value="#E71224"/>
    </inkml:brush>
  </inkml:definitions>
  <inkml:trace contextRef="#ctx0" brushRef="#br0">883 0 514,'-38'7'514,"0"-1"0,-1-3-1,-26 0-513,-119-9 833,140 4-658,-34-3-336,1 4 0,-1 3 1,0 3-1,-27 8 161,76-6-899,-1-7-108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4:24.012"/>
    </inkml:context>
    <inkml:brush xml:id="br0">
      <inkml:brushProperty name="width" value="0.1" units="cm"/>
      <inkml:brushProperty name="height" value="0.1" units="cm"/>
      <inkml:brushProperty name="color" value="#E71224"/>
    </inkml:brush>
  </inkml:definitions>
  <inkml:trace contextRef="#ctx0" brushRef="#br0">6644 50 1156,'-12'5'860,"-1"-1"-1,0-1 1,0 0-1,0-1 0,0-1 1,0 1-1,-9-2-859,-6-2 1661,0-1 0,-28-7-1661,2 2 424,-1 2-1,0 2 1,0 3 0,0 2 0,-27 5-424,-83 16 778,-23 12-778,52-9 254,-1-5 0,-13-5-254,30-9 493,0-4-1,-48-10-492,9-1 469,-51 8-469,-7-1 195,23 5-69,106 1 112,-89-9-238,83-3 38,0 4-1,-1 5 1,0 3-1,-3 5-37,51-3 58,-1-1 1,0-3-1,1-2 0,-1-2 0,0-2 0,1-3 0,-36-9-58,34 4 113,-308-72 502,312 76-580,-1 3 0,0 2 0,-15 1-35,-138 10 166,99-2-30,-77-6-136,75-6 16,-269-20 97,302 24-89,1 2 0,0 4 0,-5 3-24,-6 0 56,-73-3-56,59-13 27,44 3 13,0 3 0,-10 1-40,15 2 22,-43 0-44,40 3-85,18 0 107,-2 4 0,-19 7 0,14 2 0,25-11-3,6-2 5,1-1 1,-1 0-1,1 0 1,-1-1-1,0 0 1,0 1-1,1-2 1,-1 1-1,0 0 1,-4-1-3,-19 2 85,0-4-63,-1-1-22,4-3 0,-1 1 0,-1 1 0,-25-2-150,46 4 826,-1 2-3108,3 2-5214,-4 14 4476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4:27.207"/>
    </inkml:context>
    <inkml:brush xml:id="br0">
      <inkml:brushProperty name="width" value="0.1" units="cm"/>
      <inkml:brushProperty name="height" value="0.1" units="cm"/>
      <inkml:brushProperty name="color" value="#E71224"/>
    </inkml:brush>
  </inkml:definitions>
  <inkml:trace contextRef="#ctx0" brushRef="#br0">0 40 771,'25'-9'921,"-1"2"0,1 0 0,0 1 0,1 2 0,-1 0-1,4 2-920,99 3 1635,0 7 0,-1 5 0,19 8-1635,-1-1 514,26 13 856,-102-14-680,-61-15-602,1 0-1,0-1 0,1-1 1,-1 0-1,0 0 0,1-1 1,-1 0-1,1 0 0,0-1 1,8-1-88,28-9 283,-27 5-211,0 1 0,0 1-1,0 1 1,0 0 0,17 2-72,7 1 100,0-2-1,0-2 0,-1-2 0,4-2-99,8-1 134,-1 3-1,14 2-133,131 5 1007,181 28-1007,-297-19 37,-21-1 190,0-3 1,33-2-228,-22-8 375,62-11-375,-70 6 209,0 2 0,45 3-209,142 1 363,-3 0 23,-113 1-175,25-7-211,-3-1 68,-33 0 383,71-18-451,-108 14 63,-20 6-7,1 2 1,43 4-57,134 14 197,-52-1-122,-128-10-68,0-1 26,-1 3 1,1 3-1,9 5-33,34 5 139,1-4 1,85-2-140,-42-11-90,84-14 90,-60 2-39,21-1-89,-172 11 128,0-2 0,-4 2 0,-1 1 0,-1 1 0,0-1-22,-15 1-85,0 1-128,9 3-836,-10-3-1756,-3-1-536,-3 0-170,-12-2 42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4:32.601"/>
    </inkml:context>
    <inkml:brush xml:id="br0">
      <inkml:brushProperty name="width" value="0.1" units="cm"/>
      <inkml:brushProperty name="height" value="0.1" units="cm"/>
      <inkml:brushProperty name="color" value="#E71224"/>
    </inkml:brush>
  </inkml:definitions>
  <inkml:trace contextRef="#ctx0" brushRef="#br0">212 28 1542,'0'-4'2163,"0"-15"-64,0 15-193,0 4-1028,0 0-364,-5 0-129,-1 1-313,0 0-1,0 0 0,0 0 0,0 1 1,0 0-1,1 0 0,-1 1 0,1-1 0,-1 1 1,1 1-1,0-1 0,0 1 0,1 0 1,-1 0-1,1 0 0,-1 0 0,-2 5-71,-2 2 179,0 0 0,1 1 0,0 0 0,1 1 0,0-1-1,1 1 1,-3 12-179,-2 12 443,1 1 0,2 0-1,2 0 1,2 1-1,0 7-442,2 60 1814,5 31-1814,33 273 2698,-14-197-449,-7 99-2249,-26 64 1270,1-156 30,15 148-1300,3-235 73,4 51 261,18 74-334,-28-247-25,0-1 1,0 0 0,1 1-1,0-1 1,1 0 0,0-1-1,1 1 1,0-1 0,0 0-1,1 0 1,4 4 24,-4-6-88,0-2 0,0 1 0,1 0 0,0-1 0,0-1 0,0 1 0,0-1 0,1 0 0,0-1 0,0 0 0,0 0 0,0 0 0,0-1 0,8 0 88,8 3-2077,1-2 0,-1-1-1,1 0 1,0-2 0,12-2 2077,21-9-4048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4:33.771"/>
    </inkml:context>
    <inkml:brush xml:id="br0">
      <inkml:brushProperty name="width" value="0.1" units="cm"/>
      <inkml:brushProperty name="height" value="0.1" units="cm"/>
      <inkml:brushProperty name="color" value="#E71224"/>
    </inkml:brush>
  </inkml:definitions>
  <inkml:trace contextRef="#ctx0" brushRef="#br0">820 105 5140,'50'162'8984,"-23"-78"-8347,-3 1 0,4 41-637,-11-23 161,-4 2 0,-5 0-1,-5 0 1,-6 49-161,-8-52-385,3-24-3899,9-63-99,-1-15 2791,0-25-1364</inkml:trace>
  <inkml:trace contextRef="#ctx0" brushRef="#br0" timeOffset="372.811">1191 0 4626,'1'32'3197,"2"0"0,5 26-3197,17 66 2568,-8-48-2021,-9-36-286,79 428 2046,-65-313-1803,-6 1 0,-8 6-504,-7-145-1033,-2-1 0,0 1-1,-1-1 1,-4 13 1033,6-29-53,0 0 0,0 1 0,0-1 0,0 0 0,0 0 0,0 0 0,0 0 0,0 1 0,0-1 0,0 0 0,0 0 0,0 0 1,0 0-1,0 1 0,0-1 0,0 0 0,-1 0 0,1 0 0,0 0 0,0 0 0,0 1 0,0-1 0,0 0 0,0 0 0,-1 0 0,1 0 0,0 0 0,0 0 0,0 0 0,0 0 0,0 1 0,-1-1 0,1 0 0,0 0 0,0 0 1,0 0-1,0 0 0,-1 0 0,1 0 0,0 0 0,0 0 0,0 0 0,-1 0 0,1 0 0,0 0 0,0 0 0,0-1 0,0 1 0,-1 0 0,1 0 0,0 0 0,0 0 0,0 0 0,0 0 0,0 0 53,-20-6-3105,7-3-43,-29-34 149</inkml:trace>
  <inkml:trace contextRef="#ctx0" brushRef="#br0" timeOffset="746.399">92 730 1285,'0'4'2184,"0"4"-1262,0-8-838,0 1 1,0-1-1,0 0 1,0 1-1,0-1 1,0 1-1,1-1 1,-1 0 0,0 1-1,0-1 1,0 0-1,0 1 1,1-1-1,-1 0 1,0 1-1,0-1 1,1 0-1,-1 1 1,0-1-1,1 0 1,-1 0-1,0 1 1,0-1-1,1 0 1,-1 0-1,1 0 1,-1 0 0,0 1-1,1-1 1,-1 0-1,0 0 1,1 0-1,-1 0 1,1 0-1,-1 0 1,0 0-1,1 0 1,-1 0-85,73-5 2834,37 4-2834,11-1 999,754-65 3041,-324 19-3368,-519 46-969,74-4-623,-93 7-502,0-1 0,0 2 0,10 2 1422,-23-4-40,0 0 0,0 0-1,-1 0 1,1 0 0,0 0-1,0 0 1,0 0 0,0 0 0,0 0-1,0 0 1,0 1 0,0-1-1,0 0 1,0 0 0,0 0-1,0 0 1,0 0 0,0 0-1,0 0 1,0 0 0,0 1-1,-1-1 1,1 0 0,0 0 0,0 0-1,0 0 1,1 0 0,-1 0-1,0 0 1,0 1 0,0-1-1,0 0 1,0 0 0,0 0-1,0 0 1,0 0 0,0 0-1,0 0 1,0 0 0,0 1 0,0-1-1,0 0 1,0 0 0,0 0-1,0 0 1,1 0 0,-1 0-1,0 0 1,0 0 0,0 0-1,0 0 1,0 0 0,0 0-1,0 0 1,0 0 0,1 0-1,-1 0 1,0 0 0,0 0 0,0 0-1,0 0 1,0 0 0,0 0-1,0 0 1,1 0 0,-1 0-1,0 0 1,0 0 40,-14 18-2913,-12 0-42</inkml:trace>
  <inkml:trace contextRef="#ctx0" brushRef="#br0" timeOffset="1104.678">1 1001 1413,'19'3'983,"0"-1"0,1 0-1,-1-2 1,1 0 0,9-2-983,22 1 1019,1139-31 4742,-1071 26-5581,58-3-602,1 7 0,28 10 422,8 6-7581,-170-15 4775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5:03.549"/>
    </inkml:context>
    <inkml:brush xml:id="br0">
      <inkml:brushProperty name="width" value="0.1" units="cm"/>
      <inkml:brushProperty name="height" value="0.1" units="cm"/>
      <inkml:brushProperty name="color" value="#E71224"/>
    </inkml:brush>
  </inkml:definitions>
  <inkml:trace contextRef="#ctx0" brushRef="#br0">0 65 899,'102'-13'3964,"56"2"-3964,15-1 1669,9-3-384,1 8 0,-1 7 0,26 11-1285,-183-9 61,395 21 1570,-267-22-1326,206-4 675,316-11 155,-500 19-866,220 4 276,-29-30 118,-202 8-448,88 6-215,233 31 194,163 1-131,-295-22 12,276-4 107,-44-5-311,-466 3 129,1 6 0,-1 4 0,0 6 0,104 26 0,-177-30 0,1-1 0,-1-3 0,1-2 0,0-2 0,23-3 0,76-10 0,14-9 0,31-3 0,410-19 0,-581 42 0,2 0 0,1 2 0,18 2 0,-9 1 5,-27-1-8,-2 0-20,0-2-148,-4 2-446,0-1 0,0 0 0,0 0 1,0 1-1,0-1 0,-1 0 0,1 0 1,-1 0-1,1-1 0,-1 1 0,0 0 1,0 0-1,0-1 0,0 1 0,-1 0 617,2-1 0,-3 2-3277</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5:37.683"/>
    </inkml:context>
    <inkml:brush xml:id="br0">
      <inkml:brushProperty name="width" value="0.1" units="cm"/>
      <inkml:brushProperty name="height" value="0.1" units="cm"/>
      <inkml:brushProperty name="color" value="#E71224"/>
    </inkml:brush>
  </inkml:definitions>
  <inkml:trace contextRef="#ctx0" brushRef="#br0">8476 1059 4497,'0'0'2720,"0"0"43,-3 1-364,-20 5-1000,-1-2 1,0-1 0,0-1 0,0-1-1,-13-1-1399,-10 0 904,10 1-520,-54 2 774,-34 8-1158,-260 29 1158,-54 7 233,293-29-963,-56-3-428,183-15 129,15 0-1,1-1 1,2 1-95,0 1-24,1-1 1,-1 0 0,1 0-1,-1 0 1,1 0 0,-1 0 0,0 0-1,1 0 1,-1 0 0,1 0-1,-1 0 1,1 0 0,-1 0 0,1-1-1,-1 1 1,1 0 0,-1 0-1,1 0 1,-1-1 0,1 1-1,0 0 1,-1-1 0,1 1 0,-1 0-1,1-1 1,0 1 0,-1-1-11,1-1 11,-1-1 0,1 1 0,0-1 1,0 0-1,0 1 0,0-1 0,0 0 1,0 1-1,1-1 0,0 1 0,-1-1 0,1 1 1,0-1-1,0 1 0,0-1 0,0 1 1,1-1-12,6-14 26,0 1 0,1 0 1,0 0-1,1 1 1,11-12-27,10-8 270,23-18-270,-9 9 240,31-40-240,-59 64 129,-11 13-22,1-3-107,-19 24-65,-28 28 55,-3-2-1,-2-1 0,-1-3 1,-29 17 10,63-44 51,-1 1 0,2 1 0,-1 0 0,2 0 0,-1 1 0,2 1 0,0-1 0,0 2 0,1-1 0,1 1 0,0 0 0,1 1 1,-2 7-52,8-14 85,6 13-63,11 8-22,52 51-15,-48-58-303,-1 1 0,-1 1-1,-1 1 1,0 1-1,11 25 319,-27-48-2634,-6-1-1328,0 1 2593,-4 1-277,-4 0-3820,-8 1 1204</inkml:trace>
  <inkml:trace contextRef="#ctx0" brushRef="#br0" timeOffset="2005.449">5762 894 3726,'6'-5'1739,"0"0"0,-1 0 0,0 0 0,0 0 0,4-6-1739,-7 7 1907,-2 4-473,-4-2-277,-13-6-258,7 8-235,0 4-459,1 1 1,-1-1-1,2 2 0,-1-1 0,0 1 0,1 0 0,0 1 0,0 0 1,1 0-1,0 1 0,0 0-205,5-6 38,0 1 1,0 0-1,0-1 1,0 1-1,0 0 0,1 0 1,-1 0-1,1 0 1,0 1-1,0-1 1,0 0-1,0 0 1,0 1-1,1-1 1,-1 0-1,1 1 0,0-1 1,0 1-1,1-1 1,-1 0-1,1 1 1,-1-1-1,1 0 1,0 1-1,0-1 1,1 0-1,-1 0 0,1 0 1,-1 0-1,1 0 1,0 0-1,0-1 1,0 1-1,0 0 1,1-1-1,1 2-38,1 0 17,0 0 1,-1-1-1,1 1 0,0-1 1,1 0-1,-1-1 0,1 1 1,-1-1-1,1 0 0,0-1 1,-1 1-1,1-1 0,0 0 1,0-1-1,0 1 0,0-1 1,0 0-1,0-1 0,0 1 1,0-1-1,4-1-17,9-6-21,-16 6-11,0-1 0,0 1 0,-1 0 0,1-1 1,-1 0-1,0 0 0,0 1 0,0-1 0,0-1 1,0 1-1,0 0 0,-1 0 0,0-1 0,1 1 0,-1 0 1,-1-1-1,1 1 0,0-1 0,-1 0 0,0 1 1,0-1-1,0 1 0,0-1 0,0 1 0,-1-1 0,0 0 1,0 1-1,0-1 0,0 1 0,0 0 0,0-1 1,-1 1-1,0 0 0,0 0 0,-1-2 32,-45-45-642,45 48 630,-7-6-37,1 1-1,-1 0 1,0 0-1,-1 1 1,0 1 0,0 0-1,0 0 1,-4 0 49,13 4 0,-22-9 0,7 5 21,11 9 86,-22 32 238,-2-1-1,-1-1 1,-15 11-345,35-36 88,0 1 1,0-2-1,-1 1 1,0-2-1,0 1 1,-1-2-1,1 0 1,-2 0-1,1-1 1,-1-1 0,1 0-1,-1-1 1,-3 0-89,9-5 128,-11-12 1,18 11-125,-1 0 0,1-1 0,0 1 1,0-1-1,0 1 0,0-1 0,0 1 1,1-1-1,0 0 0,-1 1 0,1-1 1,1 0-1,-1 1 0,1-2-4,-1 0-11,0-1-1,0 1 0,0 0 1,0 0-1,-1-1 1,0 1-1,-1-4 12,-11-10-85,7 14 71,0 0 0,0 0 0,0 1 0,-1 0 1,0 0-1,0 1 0,0 0 0,0 0 1,0 1-1,-7-2 14,-17-3-39,0 1 0,-5 2 39,-31-6 44,44 4-22,3-7-22,19 12 1,1 0 2,-1 1 0,1 0 0,-1-1 0,1 1 0,0-1 1,-1 0-1,1 1 0,-1-1 0,1 1 0,0-1 0,-1 0 0,1 1 0,0-1 0,0 0 1,0 1-1,-1-1 0,1 0 0,0 1 0,0-1 0,0 0 0,0 1 0,0-1 0,0 0 1,0 1-1,1-1 0,-1 0 0,0 1 0,0-1 0,0 0 0,1 1 0,-1-1 1,0 0-1,1 1 0,-1-1-3,13-13 6,0 1 1,1 0 0,0 1 0,11-7-7,-15 13-2,0 1 1,0 0 0,0 0 0,1 1 0,9-2 1,-15 5-8,0-1 0,0 1-1,1 1 1,-1-1 0,0 1 0,0 0-1,0 0 1,1 0 0,-1 1 0,0 0 0,0 0-1,0 0 1,3 2 8,13 10-43,-16-10 28,-1 1-1,1 0 1,-1 0-1,0 1 1,0-1-1,-1 1 1,0 0-1,0 0 0,0 0 1,0 0-1,-1 1 1,1-1-1,-1 1 1,-1 0-1,1-1 1,-1 1-1,0 0 1,0 0-1,-1 0 1,0-1-1,0 1 1,0 0-1,-1 0 1,0 0-1,0 0 1,0 0-1,-1-1 0,0 1 1,0-1-1,0 1 1,-1-1-1,1 0 1,-1 0-1,-1 0 1,1 0-1,-1 0 1,0-1-1,0 0 1,0 1-1,-3 1 16,-11 7 37,0-1 0,0 0-1,-1-2 1,-1 0 0,0-1-1,0-1 1,-1 0 0,0-2 0,0-1-1,-1 0 1,1-2 0,-1 0-1,0-2 1,-11 0-37,7-3 129,5-3-1,0-5 1,20 10-122,0-1 1,-1 1 0,1-1-1,0 0 1,0 0 0,0 1 0,0-1-1,0 0 1,0 0 0,0 0-1,0 0 1,0 0 0,1 0 0,-1-1-1,0 1 1,1 0 0,-1-1-8,-1-1 19,-5-1 66,-16 6-63,12 3-2,-1 0 0,1 1 0,0 1 0,1 0 0,-1 1 0,2 0 0,-7 6-20,-17 13 95,12-12 13,-1 0 1,-1-1-1,0-1 0,-1-1 0,-5 0-108,18-7 87,0-2 0,0 1 0,0-1 0,-1-1 0,1 0 0,-1-1 0,1 0 0,-1-1 0,0 0 0,1 0 0,-1-1 0,-6-2-87,9-4 214,4 1-156,1-1 0,0 0-1,0 0 1,0-1 0,1 1-1,0-1 1,1 0-1,0 0 1,0 0 0,0 0-1,1 0 1,0 0 0,1-4-58,-4-139 170,2 54 88,-10-65-258,8 132-5,-19-121-158,18 129 77,0 1-1,-2 0 1,0 1 0,-1-1-1,-9-13 87,3 13-3084,11 18-599,4 6-1860,4 8 2648,-3-8-1346</inkml:trace>
  <inkml:trace contextRef="#ctx0" brushRef="#br0" timeOffset="2344.681">4532 619 5268,'0'0'3213,"0"0"-129,0 0-257,0 0-2185,0 26-3469,0-26 0,0 0-257,0 0 0</inkml:trace>
  <inkml:trace contextRef="#ctx0" brushRef="#br0" timeOffset="3672.996">3737 1089 7838,'0'4'3898,"3"12"150,-2-12-386,-5-6-1477,-2-2-1846,1 0 0,0 0 1,0 0-1,1 0 0,-1-1 1,1 0-1,0 0 0,0 0 1,0 0-1,1 0 1,0-1-1,-2-4-339,-4-8 128,2 1-1,0-1 1,1-1 0,1-2-128,-7-29 102,2 0 0,1-11-102,7 41 7,0 0 1,2-1-1,0 1 1,2 0-1,0 0 1,1 0 0,1-2-8,-2 17-3,-1 0 1,1 0 0,0 0 0,0 0-1,0 0 1,1 0 0,-1 0 0,1 1-1,0-1 1,1 1 0,-1 0 0,1 0-1,0 0 1,0 0 0,0 1-1,0-1 1,3 0 2,-3 2-5,0 0 0,0 1 0,0 0 0,0-1 0,0 1 0,0 1 0,0-1 0,0 1 0,0-1 0,0 1-1,0 1 1,0-1 0,0 0 0,1 1 0,-1 0 0,0 0 0,0 0 0,-1 0 0,1 1 0,0 0 0,0 0 0,3 2 5,15 10-33,0 1-1,-1 1 1,-1 1 0,0 0 0,-2 2 0,0 0 0,-1 1 0,0 1 0,-2 1 0,-1 0 0,5 12 33,-16-30-4,-1 0 0,0 1 0,0-1 0,-1 0 0,1 1 0,-1 0-1,0-1 1,0 1 0,-1 0 0,1 0 0,-1-1 0,0 1 0,0 0 0,-1 0 0,1-1 0,-2 4 4,1-4-3,-1 0-1,0 0 1,0-1-1,0 1 1,0 0-1,-1 0 0,1-1 1,-1 0-1,0 1 1,0-1-1,0 0 1,-1-1-1,1 1 0,-1 0 1,1-1-1,-1 0 1,0 0-1,0 0 4,-10 4 18,0 0-1,0-1 1,-1-1-1,1 0 1,-1-1-1,0-1 1,0 0-1,0-1 1,0 0-1,0-1 1,-13-3-18,19 2 15,0 0-1,1-1 1,-1 0 0,1-1-1,-1 0 1,1 0 0,0-1 0,0 0-1,-6-4-14,10 4 4,-1 1 0,1-1 0,-1 0 0,1 0 0,1 0 0,-1 0 0,1-1 0,-1 0 1,1 1-1,0-1 0,1 0 0,-1-1 0,1 1 0,0 0 0,0-4-4,-1-9 0,7-2 0,10-2 0,-12 20-8,-1 1 4,0 0-1,-1 1 1,1-1 0,0 0-1,0 0 1,0 0 0,1 1-1,-1-1 1,0 0 0,0 1-1,0-1 1,0 1 0,1-1-1,-1 1 1,0 0 0,0-1-1,1 1 1,-1 0 0,0 0-1,0 0 1,1 0 0,-1 0 0,1 0 4,23 8-22,-21-6 20,-1-1 0,0 1 1,0 0-1,0 0 0,0 0 0,0 0 0,-1 1 0,1-1 1,0 1-1,-1 0 0,0 0 0,0 0 0,0 0 0,0 0 1,0 0-1,-1 0 0,1 1 0,-1-1 0,0 0 0,0 1 1,0-1-1,0 1 0,-1 0 0,1-1 0,-1 1 0,0 0 1,0-1-1,0 1 0,-1-1 0,1 1 0,-1 0 0,0-1 1,0 1-1,0-1 0,-2 3 2,0 3-5,-1-1 1,0 0-1,-1-1 0,1 1 1,-2-1-1,1 0 1,-1 0-1,0-1 1,0 1-1,0-1 0,-1 0 1,0-1-1,0 0 1,-6 3 4,2-2 4,-1-1 0,1 0 0,-1 0 1,0-1-1,0-1 0,-1 0 1,1-1-1,-1 0 0,1-1 0,-13 0-4,16-1 3,0-1 0,0-1 0,-1 1 0,1-1 0,0-1 0,1 0-1,-1 0 1,0-1 0,1 0 0,0 0 0,0-1 0,0 0 0,0 0-1,1-1 1,-1-1-3,-16-17 4,1-1 0,1-1 0,2-1 0,1-1 0,1 0 0,1-2 0,1 0-1,2-1 1,1 0 0,2-1 0,-1-7-4,8 27 0,-5-36 0,7 29 22,-2 13 63,3 6-83,0-1-1,0 1 1,0-1 0,-1 1-1,1-1 1,0 1 0,0-1-1,-1 1 1,1 0 0,0 0-1,0 0 1,-1 0 0,0 0-2,-1 1-5,0 0 0,0 1 1,0 0-1,0-1 1,0 1-1,1 0 1,-1 0-1,0 0 1,1 1-1,0-1 0,0 1 1,-2 2 4,-29 39-70,28-36 66,-62 97 4,59-89 0,0 0 0,1 0 0,0 0 0,2 1 0,0 0 0,0 2 0,5-17 0,-1 0 1,1 1-1,0-1 0,-1 1 0,1-1 0,0 1 1,0-1-1,1 1 0,-1-1 0,0 1 0,1-1 1,0 0-1,-1 1 0,1-1 0,0 0 1,0 1-1,0-1 0,1 0 0,-1 0 0,0 0 1,1 0-1,0 0 0,-1 0 0,1-1 0,1 2 0,1 0-2,0-1 0,1 1-1,0-1 1,-1 0-1,1 0 1,0 0-1,0-1 1,0 1 0,0-1-1,0-1 1,5 1 2,2-1-257,0 0 0,0-1 0,0 0 1,0-1-1,0-1 0,0 0 0,-1 0 0,3-2 257,35-8-4927,-32 7-625,-6-4 4024,-8 7 277,2-1-3075</inkml:trace>
  <inkml:trace contextRef="#ctx0" brushRef="#br0" timeOffset="4157.699">2850 787 6425,'-7'-1'1637,"1"-1"0,-1 1 1,0 1-1,1-1 0,-1 1 0,-2 1-1637,-17-2 1999,16 3-779,2 2-875,4-3-195,0 1 0,0 0-1,0 0 1,0 1 0,0-1 0,1 1 0,-1-1-1,1 1 1,-1 0 0,1 1 0,0-1 0,1 0-1,-1 1 1,0 0 0,1 0 0,0-1 0,-2 5-150,0 4 106,1 0 0,1 0 0,-1 0 0,2 0 0,0 1 0,0-1 0,1 0 0,1 0 0,0 1 0,2 5-106,6 33 485,16 49-485,-4-21 254,-10-27-177,-1 1 1,-3 0 0,-2 1-1,-3 0 1,-2 0-1,-2-1 1,-2 1 0,-5 8-78,8-56-229,0 1 1,1-1-1,-1 1 1,1-1 0,0 1-1,1 0 229,0-2-2784,-11-3-2502,0 5 3758,7-5 311,-5 0-2917,-9-7-85</inkml:trace>
  <inkml:trace contextRef="#ctx0" brushRef="#br0" timeOffset="5372.986">2102 848 5397,'1'-4'3234,"5"-11"42,-5 11-406,-4 4-2548,-1 1-1,1 0 1,-1 0-1,1 0 1,-1 1-1,1-1 1,0 1-1,0 0 1,0 0-1,0 0 1,0 0-1,0 0 1,0 1-1,0 0-321,-37 42 1410,36-40-1322,1 0 0,0 1 1,0-1-1,1 1 0,-1-1 0,1 1 0,0 0 0,1 0 0,0-1 1,-1 1-1,2 0 0,-1 0 0,1 1 0,0-1 0,0 0 0,1 0 0,-1 0 1,1 0-1,1 0 0,-1-1 0,1 1 0,0 0 0,1 0 0,-1-1 1,1 0-1,2 3-88,-4-6 24,0 0 0,1 0 0,-1 0 0,1 0 0,0-1 1,-1 1-1,1 0 0,0-1 0,0 0 0,0 1 0,0-1 0,1 0 0,-1 0-24,6 3 51,12 6 13,1-11 22,-17 0-83,0 0 0,1 0 1,-1-1-1,0 1 0,0-1 0,0 0 1,0-1-1,-1 1 0,1-1 1,-1 1-1,1-1 0,-1 0 1,1-2-4,9-16-22,-12 15 11,1-1 1,-1 1-1,0 0 0,-1 0 1,1-1-1,-1 1 0,0-1 0,-1 1 1,0 0-1,0 0 0,0-1 1,-1 1-1,0 0 0,0 0 1,0 0-1,-1 0 0,0 1 0,0-1 1,0 1-1,-1 0 0,0 0 1,0 0-1,0 0 0,-3-2 11,-12-8-21,14 13 11,0-1 0,0 1 0,0 0 1,0 0-1,-1 1 0,1-1 0,0 1 0,-1 0 1,1 1-1,-1-1 0,1 1 0,-1 0 1,1 1-1,-1-1 0,1 1 0,-1 0 0,1 1 1,0-1-1,-1 1 0,1 0 0,-2 1 10,-17 8-9,1 2 0,0 0 0,0 1 0,-2 4 9,-24 14 6,39-25 9,0-1 0,-1-1 0,1 0 0,-2 0 0,1-1 0,0 0 0,-1-1 0,1-1 0,-1 0 0,-2 0-15,-8-5 107,18 1-82,0 1-1,0-1 1,0-1 0,0 1-1,0 0 1,0-1 0,1 0-1,-1 0 1,1 0 0,0 0-1,0-1 1,0 1 0,1-1-1,-1 0 1,1 1 0,0-1-1,0 0 1,0-1 0,0 1-1,1 0 1,-2-5-25,2 2 33,-1 0-1,1 0 1,0 0-1,1-1 1,0 1 0,0 0-1,0-1 1,1 1-1,0 0 1,1 0-1,0 0 1,0 0 0,0 0-1,1 0 1,0 0-33,-1 0 17,12-18 94,1 8-68,-14 16-37,0 0 0,1 0 0,-1 0 1,0 0-1,1 0 0,-1 1 0,0-1 0,1 0 0,-1 1 0,1-1 0,-1 1 0,0 0 1,1-1-1,0 1-6,0 0 1,-1 0 1,1 0 0,0 0-1,0 1 1,0-1 0,0 0-1,-1 1 1,1 0 0,0-1-1,0 1 1,-1 0-1,1 0 1,0 0-2,7 5 10,-1 1-1,0-1 1,0 2-1,-1-1 1,1 1-1,-2 1 1,1-1-1,-1 1 1,-1 0-1,1 0 1,-1 1-1,1 4-9,1 2 57,-1 0 0,0 1 1,-1 0-1,-1 0 0,-1 0 0,0 1 0,-1 5-57,-1-14 33,-1 1-1,-1-1 1,0 0 0,0 1-1,-1-1 1,0 0-1,0 0 1,-1 0 0,0 0-1,-1-1 1,0 1-1,0-1 1,-1 0 0,0 0-1,0 0 1,-1-1 0,0 0-1,0 0 1,-1 0-1,1-1 1,-2 0 0,1 0-1,-1-1 1,0 0-1,-6 3-32,-3 1-467,1-1 1,-1-1-1,-1-1 0,1 0 0,-17 3 467,10-5-2920,-1 0-1,1-1 1,-25-1 2920,-3-3-4112,-7-9 0</inkml:trace>
  <inkml:trace contextRef="#ctx0" brushRef="#br0" timeOffset="6571.838">1001 758 4497,'6'0'1523,"1"1"-1,-1 0 0,0 1 0,0 0 1,1 0-1,-1 0-1522,-4-1 392,-1 0-1,1-1 1,0 1-1,-1 0 1,1 0-1,-1 0 1,0 0-1,1 0 1,-1 1-1,0-1 1,0 0-1,1 2-391,0 11 218,-4-10-36,0-1 1,0 1 0,0-1 0,-1 1 0,1-1 0,-1 0-1,0 0 1,0 0 0,0 0 0,0 0 0,-1-1 0,1 1 0,-1-1-1,1 0 1,-1 0 0,0 0 0,0-1 0,0 1 0,0-1-183,-6 3 184,-1-1 1,0 0 0,1 0 0,-1-1 0,0-1 0,-10 1-185,13-4 128,-16-7 1,3-11-22,9-5-86,10-7-21,3 26 0,0 0 0,0 0 0,0 1 0,1-1 0,0 1 0,0-1 0,3-4 0,7-10 0,16-6 0,5 7 0,-29 18 3,-1 0 0,1 0-1,0 0 1,-1 0 0,1 1-1,0 0 1,0 0 0,1 0-3,-2 0 7,0 0 1,-1 1 0,1-1 0,0 1-1,0 0 1,-1-1 0,1 1 0,0 1 0,-1-1-1,1 0 1,0 1-8,1 1 2,0 1-1,0-1 1,0 1 0,0-1-1,0 1 1,-1 0 0,0 1-1,0-1 1,0 0-1,0 1 1,-1 0 0,0-1-1,0 1 1,0 2-2,1 1 12,-1 1-1,-1 0 1,1-1 0,-1 1 0,-1 0 0,0 0-1,0-1 1,-1 6-12,-1 1 29,-1 0 0,0 0 0,-1-1 0,-1 1 0,0-1 0,-1 0 0,0 0 0,-1-1 0,-1 0 0,-2 2-29,3-5 41,-1 0 0,0-1 0,-1 0 0,0 0 0,-1-1 0,1 0 0,-1-1 0,-8 5-41,13-10 11,1 1-1,-1-1 0,0 0 1,0 0-1,0 0 0,0 0 1,0-1-1,0 0 1,0 0-1,-1-1 0,1 1 1,0-1-1,0 0 0,-1 0 1,1-1-1,0 0 0,0 0 1,-1 0-1,1 0 1,-3-2-11,-1-4 64,-8-13-53,-2 2-1,-1 0 1,0 1 0,-16-9-11,14 14 0,-1 1 0,0 1 0,0 2 0,-1 0 0,-1 1 0,-126-25 0,94 22 0,0-3 0,-25-10 0,71 19-1,-14-4 0,-1-2-1,2-1 0,-15-8 2,33 16 2,1 0-1,1 0 1,-1 0-1,0 0 0,1-1 1,0 0-1,0 1 1,0-2-1,0 1 0,0 0 1,1-1-1,0 0 1,0 0-1,0 0 0,1 0 1,-1 0-1,1 0 1,1-1-1,-2-4-1,3 6 5,0 0-1,0 0 1,0 0-1,1 1 1,0-1 0,0 0-1,0 0 1,0 0-1,0 1 1,1-1-1,0 0 1,0 1 0,0 0-1,0-1 1,0 1-1,0 0 1,1 0 0,0 0-1,0 0 1,0 1-1,0-1 1,0 1-1,0 0 1,0 0 0,2-1-5,7-4 2,0 0 0,1 1 1,0 0-1,0 1 0,0 1 1,8-2-3,-7 3 7,0 0 1,0 2-1,0-1 1,0 2 0,0 0-1,0 0 1,0 2 0,0-1-1,0 2 1,0 0 0,0 1-1,-1 0 1,1 1-1,-1 0 1,5 4-8,-10-5 1,1 1-1,-1 0 1,-1 1 0,1 0-1,-1 0 1,0 0-1,0 1 1,0 0 0,-1 1-1,0-1 1,-1 1-1,0 0 1,0 1 0,-1-1-1,0 1 1,0 0-1,-1 0 1,0 0 0,0 0-1,-1 1 1,-1-1-1,1 1 1,-1 2-1,-1 4 23,-1 0-1,0 0 1,-1 0 0,-1 0-1,-1 0 1,0-1-1,0 0 1,-2 0 0,-2 5-23,-16 32 179,-3-2 0,-2 0-179,-24 45 188,42-73-136,1 0 1,2 0 0,0 1 0,1 1-1,1-1 1,-2 20-53,6-32 12,1 0 0,1 0-1,0 1 1,0-1 0,1 0 0,1 0-1,0 0 1,0 0 0,1 0 0,0-1-1,1 1 1,0-1 0,1 0-1,0 0 1,5 7-12,-3-7 10,0-1 0,0-1 0,1 1 0,0-1 0,1 0 0,0-1 0,0 0 0,0 0 0,1-1 0,0-1 0,0 1 0,1-1-1,0-1 1,-1 0 0,2-1 0,-1 0 0,0-1 0,0 0 0,7 0-10,3 0-47,0-2 1,0-1-1,0 0 0,0-2 0,0 0 1,-1-1-1,0-2 0,1 0 1,-2-1-1,7-3 47,-15 5-273,0-1 0,0 0 0,-1-1 0,0 0 0,5-5 273,-1 1-1587,-1-2 1,-1 1-1,6-9 1587,-11 11-1212,-1 0 1,0-1-1,0 0 0,-1 0 1,0 0-1,-1-1 1,2-8 1211,3-41-4369</inkml:trace>
  <inkml:trace contextRef="#ctx0" brushRef="#br0" timeOffset="7215.976">511 0 7581,'0'0'3620,"0"0"63,0 0-492,0 6-1734,1 7-944,0 3-17,0 1 0,1-1 0,1 1 0,2 5-496,-4-16 39,1-1 0,0 0 0,0 1 0,1-1 0,0 0 0,0 0 1,0 0-1,0-1 0,1 1 0,0-1 0,0 0 0,0 0 0,0 0 1,1 0-1,1 0-39,0 0 4,-1-1 0,1 1 0,0-2 0,0 1 1,1-1-1,-1 0 0,1 0 0,-1 0 0,1-1 1,-1 0-1,1-1 0,0 1 0,-1-1 0,1-1 0,0 1 1,-1-1-1,1 0 0,-1-1 0,1 1 0,-1-1 1,1-1-1,-1 1 0,5-4-4,2-1 4,0 0-1,0-2 1,-1 0-1,0 0 1,0-1-1,-1 0 1,0-1 0,-1-1-1,8-11-3,-3 3 22,7-2 85,-21 21-95,1 0 0,-1 1 0,1-1 0,-1 0 1,1 1-1,0-1 0,-1 1 0,1-1 0,0 1 1,0 0-1,-1 0 0,1 0 0,0 0 0,0 0 1,-1 0-1,1 0 0,0 1 0,0-1 0,-1 0 1,1 1-1,0 0 0,-1-1 0,1 1 0,-1 0-12,6 2 40,-1 1 0,0 0 0,0 0 0,-1 1 0,5 3-40,13 15-272,-1 1 1,16 22 271,13 22-4106,-14-18-2146,-14-22 2247,-7-2-85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5:48.950"/>
    </inkml:context>
    <inkml:brush xml:id="br0">
      <inkml:brushProperty name="width" value="0.1" units="cm"/>
      <inkml:brushProperty name="height" value="0.1" units="cm"/>
      <inkml:brushProperty name="color" value="#E71224"/>
    </inkml:brush>
  </inkml:definitions>
  <inkml:trace contextRef="#ctx0" brushRef="#br0">930 280 5525,'0'0'3084,"0"4"-43,1-1-510,2 8 6126,-8-31-2720,-9-32-8241,7 18 2304,-8-39 0,9 50 0,2 7-22,3 14-23,2 6-17,5 18-66,7 5 21,9 2 85,-14-21 10,14 13-64,-5-7 57,9 9-2,-3-3-1,-4-3-85,-6-3-21,-10-7 21,-2 6 64,-2-6-64,-14 27-77,9-26 152,1-4-9,-3 6-13,0-1 1,0-1-1,-1 0 1,0 0 0,0 0-1,-1-1 1,0-1 0,0 0-1,0 0 1,-3 0 53,-12 5-72,0-1 0,-2-1 0,-13 2 72,31-9 14,1-1 1,0 0-1,-1 0 0,0-1 0,1 0 1,-9-1-15,-3-4 21,-2-9 1,6-8 63,-3-46-63,6 38-22,-7 1 0,-7 4 0,22 21 0,-1 0 0,0 1 0,1 0 0,-1 0 0,-1 1 0,1-1 0,0 1 0,0 0 0,-1 1 0,-3-1 0,-10 2 0,-9 6 0,26-5 0,1 0 0,-1 0 0,0 0 0,1 0 0,-1 1 0,1 0 0,-1-1 0,1 1 0,-1 1 0,2-1 0,-1-1 0,0 1 0,1 1 0,0-1 0,-1 0 0,1 0 0,0 0 0,0 1 0,0 1 0,-2 1 8,3-4-3,-1 0 0,0 1 0,1-1 0,-1 0 0,1 1 0,0-1 0,-1 0 0,1 1 0,0-1-1,0 1 1,-1-1 0,1 0 0,0 1 0,1-1 0,-1 1 0,0-1 0,0 1 0,1-1 0,-1 0 0,0 1-5,10 22 21,8 3-21,6-13 0,0-9 0,1-11 0,-8-9 0,-6-6 0,-7-3-21,-6-2-44,-2-2 130,-3 2-44,-2 1-21,8 24 0,0-1 0,0 0 0,-1 1 0,1-1 0,0 1 0,0 0 0,-1-1 0,1 1 0,-1 0 0,1 0 0,-2-1 0,1 1 0,0 0 0,-1 0 0,1 0 0,0 0 0,-1 0 0,1 1 0,0-1 0,-1 1 0,1 0 0,-1 0 0,-27 4 22,-61 14 235,71-18-150,-7-4 21,-1-6-21,25 8-109,-45-24 89,-1 3 0,-39-14-87,53 24 257,-31-17-257,60 25 85,-8-12-42,13 16-38,1 0-1,0 1 1,0-1 0,-1 0-1,1 0 1,0 0 0,0 0-1,0 0 1,0 0 0,0 1-1,0-1 1,0 0 0,1 0-1,-1 0 1,0 0 0,0 1-1,1-1 1,-1 0-1,0 0 1,1 0 0,-1 1-1,1-1 1,0 0-5,2-3 10,0 1 0,0 1 0,0-1 1,1 0-1,-1 1 0,1-1 0,0 1 0,0 0 0,0 1 0,0-1 0,0 1 0,0-1 0,0 1 1,3 0-11,63-8-33,-57 8 31,-4 1-83,17 1 63,-2 5 22,-23-5 0,0 0 0,1 0 0,-1 0 0,0-1 0,0 1 0,0 0 0,0 0 0,0 1 0,0-1 0,0 0 0,0 0 0,0 0 0,-1 1 0,1-1 0,0 0 0,-1 1 0,0-1 0,1 0 0,-1 1 0,0-1 0,0 0 0,0 0 0,0 1 0,0-1 0,0 0 0,-1 1 0,1-1 0,0 0 0,-1 0 0,1 1 0,-11 25 0,-40 66 258,31-58 92,1 0 1,-5 16-351,19-38 51,0-1-1,2 1 1,-1 0-1,2 0 1,-1 1-1,2-1 1,0 0-1,0 1 1,2 2-51,0 2 84,1-1 1,1 0 0,0-1 0,1 1 0,4 8-85,-5-16 43,1 0 0,-1-1 0,2 0 1,-1 0-1,1 0 0,1 0 0,-1-1 1,1 0-1,0 0 0,8 6-43,-9-9 7,1-1 0,0 0 0,0 0-1,1 0 1,-1-1 0,0 0 0,1 0-1,-1 0 1,1-1 0,0 0 0,0-1-1,-1 1 1,1-1 0,0-1 0,0 1-1,-1-1 1,1 0 0,0 0 0,1-2-7,-6 3-131,0-1 0,0 0 0,0 0 0,0 0 0,0 0 0,0 0 1,0 0-1,0 0 0,0-1 0,-1 1 0,1-1 0,0 1 0,-1-1 0,0 0 1,1 1-1,-1-1 0,0 0 0,0 0 0,0 0 0,0 0 0,0 0 0,0 0 1,0-1-1,-1 1 0,1 0 0,-1 0 0,0-1 131,4-8-3898,2 4 1719,0-1 0,0 1 0,1 0 0,6-5 2179,3-6-4369</inkml:trace>
  <inkml:trace contextRef="#ctx0" brushRef="#br0" timeOffset="391.384">1031 716 11822,'0'0'4240,"0"0"-385,26 20 257,-26-20-3341,0 0-514,16 22-1413,-16-22-2699,0 0 0,-18 10-129,18-10 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5:51.523"/>
    </inkml:context>
    <inkml:brush xml:id="br0">
      <inkml:brushProperty name="width" value="0.1" units="cm"/>
      <inkml:brushProperty name="height" value="0.1" units="cm"/>
      <inkml:brushProperty name="color" value="#E71224"/>
    </inkml:brush>
  </inkml:definitions>
  <inkml:trace contextRef="#ctx0" brushRef="#br0">1552 168 2955,'0'0'2421,"0"0"-130,-3-1-256,-9-4-344,9 3-256,-2 6-192,1-2-1070,1 0-15,1 0-1,-1 0 1,0 0-1,1 0 1,-1 1 0,1-1-1,-1 1 1,1-1-1,0 1 1,0 0 0,1 0-1,-1 0 1,0 0-1,1 0 1,0 0 0,0 0-1,0 0 1,0 1 0,0-1-1,0 0 1,1 1-1,0 0-157,-2 2 126,2-5-95,-1 1-1,1 0 1,0-1-1,-1 1 0,1 0 1,0-1-1,0 1 0,0 0 1,0 0-1,1-1 1,-1 1-1,0 0 0,1-1 1,-1 1-1,1 0 0,-1-1 1,1 1-31,1 4 44,1 1 0,-1-1 1,1 1-1,1-1 0,-1 0 0,1 0 1,0-1-1,0 1 0,1-1 0,0 0 1,0 0-1,0 0 0,0-1 0,1 0 1,4 3-45,-5-4 13,1 1 0,-1-2 0,1 1 0,0 0 0,0-1 0,0 0 0,0-1 0,0 1 1,0-1-1,0 0 0,1-1 0,-1 1 0,0-1 0,1-1 0,-1 1 0,0-1 0,0 0 0,5-1-13,-8 0-107,0-2-21,-2 2 94,0-1-1,0 1 1,0-1 0,0 1 0,0-1 0,-1 1 0,1-1 0,-1 0 0,1 1 0,-1-1 0,0 0-1,0 1 1,-1-1 0,1 0 0,0 1 0,-1-1 0,1 0 0,-1 1 0,0-1 0,0 1-1,0-1 1,0 1 0,-1 0 0,1-1 0,-1 1 0,1 0 0,-2-1 34,-4-6-88,-1 1-1,1-1 1,-2 1 0,1 1 0,-1 0 0,0 0-1,-1 1 1,-1-1 88,-9-3-48,-1 0-1,0 2 1,0 0-1,-14-3 49,27 11-85,-7 2 42,8 2-43,-10 12 65,0 7-1,13-14-3,3-7 27,0 0 1,0 0-1,0 0 0,-1 0 1,1 0-1,0 0 0,-1 0 0,1-1 1,-1 1-1,1-1 0,-2 1-2,-31 31 23,23-27-25,1-2 3,-7 4 66,0 0 0,0-1 0,-1-1 0,0-1 0,0-1 0,-1 0 0,1-1 1,-1-1-1,0-1 0,1-1 0,-1 0 0,0-2 0,0 0 0,1-1 0,-2-1-67,16 3 34,-3 0 49,0-1 0,0 0 0,1 0-1,-1-1 1,1 1 0,-1-1 0,1-1 0,0 1 0,0-1 0,1-1-1,-1 1 1,-4-5-83,-18-23 207,25 24-178,3 2 14,-1 4-32,0 1 0,0-1 0,1 1 1,-1-1-1,1 1 0,0-1 0,-1 0 0,1 1 1,0-1-1,0 0 0,0 1 0,0-1 1,0 1-1,0-1 0,0 0 0,1 1 0,-1-1 1,1 0-1,-1 1 0,1-1 0,0 0-11,8-17 22,9 3-22,-15 14-38,1 1 0,-1 0 0,1 0 0,0 0 1,-1 0-1,1 0 0,0 1 0,-1-1 0,1 1 0,0 0 1,-1 0-1,1 1 0,0-1 0,0 1 0,-1 0 0,1 0 1,-1 0-1,1 0 0,-1 0 0,1 1 0,-1 0 0,0 0 1,0 0-1,0 0 0,0 0 0,0 0 0,0 1 0,0-1 0,-1 1 1,3 3 37,31 46-921,-35-50 900,0-1-1,0 0 1,0 1 0,-1-1 0,1 1 0,0-1-1,-1 1 1,1-1 0,-1 1 0,1 0 0,-1-1-1,0 1 1,0-1 0,0 1 0,0 0 0,0 0 21,0 3-47,-1 5-81,-11 11 42,7-16 163,0-1 0,-1 1 0,1-1 0,-1 0 0,0 0 0,0 0 0,0-1 0,0 0-1,-1-1 1,1 1 0,-1-1 0,0 0 0,0-1 0,0 0 0,0 0 0,0 0 0,0-1 0,0 0 0,0 0-77,-18 0 421,1-2 1,-1 0 0,1-2-1,-19-5-421,15 1 615,0-2 0,1-1 0,1-1 0,-5-4-615,21 12 132,6 2-4,4 2 1,0 0-1,8 18 22,-7-16-143,0 0 0,0-1 0,0 1 0,0 0 0,0 0 0,1 0 0,-1-1 0,0 1 0,1-1 0,-1 1 0,1-1 0,0 0 0,1 1-7,4 5 16,8 8 103,-1 1 0,0 1-1,-2 0 1,0 1 0,-1 0-1,7 14-118,-17-28 23,1 0-1,0 0 1,-1 0-1,1 0 1,-1 0-1,-1 0 0,1 0 1,0 0-1,-1 0 1,0 0-1,0 1 1,0-1-1,0 0 1,-1 0-1,0 0 1,1 0-1,-2 0 0,1 0 1,0 0-1,-1 0 1,0 0-1,0 0 1,0-1-1,0 1 1,0-1-1,-1 0 1,1 1-1,-1-1 0,0 0 1,0-1-1,-1 1 1,1 0-1,0-1 1,-1 0-1,1 0 1,-2 1-23,-10 4 64,1 0 1,-1 0-1,0-2 0,-1 0 1,0 0-1,-7 0-64,-24 2-3149,-27 1 3149,65-8-1135,1 0 0,-1-1 0,1 0 0,0 0 0,-1-1 0,1 0 0,0 0-1,0-1 1,0 0 0,-5-4 1135,-10-6-3983</inkml:trace>
  <inkml:trace contextRef="#ctx0" brushRef="#br0" timeOffset="533.794">46 243 3983,'78'7'14478,"-70"-7"-14011,-5 0-315,-1 0 0,1 0 0,-1 0 0,1 0-1,-1 1 1,1-1 0,-1 1 0,1-1 0,-1 1 0,1 0 0,-1 0-1,0 0 1,1 1-152,22 8 866,-23-9-794,0 0-1,0 0 1,0 0 0,0 0-1,0 0 1,-1 1 0,1-1-1,-1 1 1,1-1 0,-1 1-1,1-1 1,-1 1 0,0 0-1,0 0 1,0-1 0,0 1-1,0 0 1,0 0 0,0 2-72,-1-1 42,1 0 1,-1 0 0,0 0 0,0 1 0,0-1 0,-1 0-1,1 0 1,-1 0 0,0 0 0,0 0 0,0 0 0,0 0-1,0 0 1,-1 0 0,0 0 0,1 0 0,-1-1 0,0 1-1,0-1 1,0 1 0,0-1 0,-1 0 0,1 0 0,-3 1-43,-6 6-141,-1-1 1,0-1-1,0 0 1,-1-1 0,0-1-1,0 1 1,-1-2-1,1 0 1,-2 0 140,-4 0-1217,-20 1-7332,35-5 4651,4 0-64</inkml:trace>
  <inkml:trace contextRef="#ctx0" brushRef="#br0" timeOffset="1149.291">645 1 7581,'0'0'3727,"22"1"128,-22-1 128,0 0-1927,0 0-385,20 16-515,-20-16-385,0 0-257,0 0-128,0 0-258,15 20-128,-15-20-385,18 14-900,-18-14-2442,0 0-385,0 0 0,18 6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5:55.325"/>
    </inkml:context>
    <inkml:brush xml:id="br0">
      <inkml:brushProperty name="width" value="0.1" units="cm"/>
      <inkml:brushProperty name="height" value="0.1" units="cm"/>
      <inkml:brushProperty name="color" value="#E71224"/>
    </inkml:brush>
  </inkml:definitions>
  <inkml:trace contextRef="#ctx0" brushRef="#br0">1 1 3469,'4'0'2592,"44"7"3467,5 4-3302,18 4-522,396 38 3085,235-24-3594,-157-51-988,-299 7-427,-141 9-202,205-5-539,-297 11 1874,-5 2-7158,-16 0-5500,5-2 7337</inkml:trace>
  <inkml:trace contextRef="#ctx0" brushRef="#br0" timeOffset="655.121">338 356 4754,'6'5'1020,"0"0"0,1 0 0,0 0 0,0-1 0,0 0 0,1-1 0,-1 1 0,1-1 0,0-1 0,0 0 0,2 1-1020,24 3 1630,-1 0 0,9-2-1630,6 1 1047,629 45 2680,-626-48-3684,189 8 74,1-11 1,128-20-118,-339 17-172,-18 2-317,0 0-1,0 1 1,1 0-1,-1 1 1,0 0 0,1 1-1,3 1 490,-12-1-3491,-1-1-321,9-3 43,-9 2-65</inkml:trace>
  <inkml:trace contextRef="#ctx0" brushRef="#br0" timeOffset="3628.311">2141 2768 9123,'22'-11'2718,"-1"-1"0,0-1 0,-1-1 0,-1-1 0,3-4-2718,-5 3 853,0-1-1,-1-1 1,0-1 0,-2 0-1,1-3-852,0-2 87,-2-2-1,0 1 1,-1-2 0,-2 1-1,-1-2 1,-1 1-1,-1-1 1,-2 0 0,2-20-87,0-24 87,-4 1 1,-2-1 0,-4 1 0,-3-1 0,-2 1-1,-4 1 1,-3 0 0,-3 0 0,-3 2 0,-6-5-88,7 21-104,-2 1 0,-3 0 0,-2 3 0,-2 0 0,-2 1 0,-2 2-1,-17-17 105,1 11-112,22 24 192,1-2 1,1 0-1,-1-6-80,23 28 86,3-6-44,3 9 44,14-2-64,18-2-22,-26 9 6,0 1 9,57-8 456,39-9-471,-136 26-81,-31 6-73,-66 12-103,103-18 257,23-9 0,1-1 0,-1 1 0,0 0-1,1 0 1,-1 1 0,1-1 0,0 0 0,-1 0 0,1 1 0,0-1 0,0 0 0,1 1 0,-1-1 0,1 1 0,-1-1 0,1 1 0,0 0 0,-1-1 0,2 3 0,6 56 75,-2-29 0,12 166 504,-13-179-3734,10 16-10995,-12-31 9524</inkml:trace>
  <inkml:trace contextRef="#ctx0" brushRef="#br0" timeOffset="6083.079">2153 6533 5782,'7'3'827,"0"1"-1,-1-1 0,2 0 0,-1 0 0,0-1 0,1 0 1,-1 0-1,1-1 0,3 1-826,2-2 537,-1 1 1,1-1-1,0-1 1,0-1-1,6-1-537,13-4 607,-1-2 0,1-1 0,-1-2-1,0-1-606,2-3 549,0-1 0,-1-1 0,-1-2-1,-1 0 1,-1-3 0,-1 0-1,-1-2 1,-1-1 0,-1-1-1,20-29-548,-14 12 361,-2-2-1,-1 0 1,-3-2-1,-2-1 0,-3 0 1,-1-2-1,1-11-360,1-20 400,-3 0 1,-4-1-1,-4-1 0,0-49-400,-8-20 367,-7 1-1,-7-14-366,-2 43 129,-6 0-1,-5 2 1,-5 1-1,-42-105-128,-19 8 215,-108-186-215,73 180 97,22 41-152,100 173 83,-17-25 52,7 20-120,7 16 13,4 10-14,0 3 50,1 1 0,0-1 0,1 1 0,1 0 0,0 6-9,0 17 20,-3 162-106,3-201 86,0 0 0,0 0 1,0 0-1,0 0 0,0 0 0,0 0 0,0 0 0,1 0 0,-1 0 1,0 0-1,0 0 0,0 0 0,0 0 0,0 0 0,0 0 0,0 0 1,1 0-1,-1 0 0,0 0 0,0 0 0,0 0 0,0 0 1,0 0-1,0 0 0,0 0 0,0 0 0,1 0 0,-1 1 0,0-1 1,0 0-1,0 0 0,0 0 0,0 0 0,0 0 0,0 0 1,0 0-1,0 0 0,0 0 0,0 0 0,0 1 0,0-1 0,0 0 1,0 0-1,0 0 0,0 0 0,0 0 0,0 0 0,0 0 1,0 1-1,0-1 0,0 0 0,0 0 0,0 0 0,0 0 0,0 0 1,0 0-1,0 0 0,0 0 0,0 1 0,0-1 0,0 0 0,0 0 1,0 0-1,0 0 0,0 0 0,0 0 0,0 0 0,-1 0 1,1 0-1,0 0 0,6-10 27,5-20 42,23-129-48,-25 103 11,3 1 1,3 0-1,1 1 0,6-6-32,-20 55-8,0 0 1,0 0-1,1 1 1,0-1-1,0 1 0,0-1 1,0 1-1,1 0 0,0 0 1,-1 0-1,2 1 1,-1-1 7,-2 3-2,1 0 0,-1-1 1,1 1-1,-1 0 1,1 1-1,0-1 0,-1 0 1,1 1-1,0-1 0,0 1 1,-1 0-1,1 0 1,0 0-1,0 0 0,-1 1 1,1-1-1,0 1 1,-1 0-1,1-1 0,0 1 1,-1 0-1,1 1 1,0 0 1,13 6 0,-1 0 0,-1 2 0,1 0 0,-2 0 0,10 10 0,60 64 0,-80-82 0,63 71 96,-22-23-3297,-3-7-9393,-37-39 7861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6:05.486"/>
    </inkml:context>
    <inkml:brush xml:id="br0">
      <inkml:brushProperty name="width" value="0.1" units="cm"/>
      <inkml:brushProperty name="height" value="0.1" units="cm"/>
      <inkml:brushProperty name="color" value="#E71224"/>
    </inkml:brush>
  </inkml:definitions>
  <inkml:trace contextRef="#ctx0" brushRef="#br0">4885 10088 8095,'0'0'3341,"1"-3"-107,-1-5-2668,1 0 0,-1 0 0,0 0 0,-1 0 0,0 1 0,0-1 0,-1 0 0,0 0 0,0 1 0,-1-1-1,0-1-565,-13-27 1509,-15-28-1509,14 30 490,-49-97 745,-49-106 457,89 175-1239,2-1 1,-13-62-454,18 44 185,4-1 1,3 0-1,4-1 1,4 0 0,3 0-1,4 0 1,4 0-1,3 0 1,7-13-186,17-50 497,20-37-497,22-94 146,-63 219-189,-3-1 0,-2 0 0,-1-48 43,-8-21 86,-6 0-1,-21-110-85,-15 5 107,-15-20-107,9 33 129,9-2-1,-7-190-128,42 332 12,4 0 0,4 0 0,3 1 0,3-1 0,4 2 0,3-1 0,4 2 0,3 1 0,24-52-12,-9 32 39,-3-1 1,7-48-40,-33 107 7,-2-2 0,-1 1 0,-2-1 0,-2 0 0,-1 0 0,-2 0 0,-6-35-7,1 48-1,0 0 1,-1 1-1,-2 0 1,-1 0-1,-1 1 1,-10-16 0,-24-37 102,-23-26-102,-20-35 51,40 51 62,-36-95-113,-23-99 166,0 0-81,41 137-85,-6 3 0,-55-76 0,85 150 32,4-3 0,-27-66-32,53 105 8,1 0 0,1-1 0,2 0 0,1-1 0,2 1 0,1-1 1,2 0-1,1-5-8,4-21 6,3 0 0,2 0 0,3 0 1,5-10-7,74-230-219,-2 10 48,-74 232 191,-3 0-1,-3 0 1,0-26-20,-7 48 12,-1-1-1,-1 1 1,-2 0 0,-2 0-1,-2 0 1,-2-6-12,4 26 18,-1 0 0,-1 0 0,-1 1-1,0 0 1,0 0 0,-6-6-18,-14-15 2,22 31-25,-3-2-42,-37-13 95,28 18 17,6 3-38,3-1-9,0 1 0,1 0 0,-1 1 0,1-1 0,0 2 0,-1-1 0,1 1 0,0 1 0,0-1 0,1 1 0,-1 1 0,1-1 0,-1 1 0,-5 6 0,0 0 0,0 0 0,1 1 0,0 1 0,1-1 0,-1 4 0,-1 5 0,3 2 0,10-23 0,0 1 0,0-1 0,1 0 0,-1 0 0,0 1 0,0-1 0,0 0 0,0 1 0,0-1 0,1 0 0,-1 0 0,0 1 0,0-1 0,1 0 0,-1 0 0,0 1 0,0-1 0,1 0 0,-1 0 0,0 0 0,1 0 0,-1 1 0,0-1 0,1 0 0,-1 0 0,0 0 0,1 0 0,-1 0 0,0 0 0,1 0 0,-1 0 0,0 0 0,1 0 0,-1 0 0,0 0 0,1 0 0,-1 0 0,0 0 0,1 0 0,-1-1 0,0 1 0,1 0 0,-1 0 0,0 0 0,0 0 0,1-1 0,-1 1 0,0 0 0,7-5 9,-1 0 0,1-1 1,-1 0-1,-1 0 0,1 0 0,-1 0 0,2-4-9,36-53 65,-30 43-72,4-8 42,1 1 0,3 0-35,-15 20-7,0 0 0,0 0 0,1 1 0,-1 0 0,2 0 0,-1 1 0,0 0 0,1 0 0,5-2 7,-9 6-2,0 0 0,-1 0 0,1 0 0,0 0 0,-1 1 0,1 0 0,0 0 0,-1 0 0,1 0 0,0 0 0,0 1 0,-1-1 1,1 1-1,0 0 0,-1 1 0,1-1 0,-1 0 0,0 1 0,1 0 0,-1 0 0,0 0 0,2 1 2,10 8 23,-1 1-1,-1 0 0,0 1 0,2 3-22,-3-4 61,0 1-119,38 38-523,1-1-1,32 20 582,-80-67-737,0 0 0,1-1 0,-1 1 0,0-1 0,1 0 0,-1 0 0,1-1 0,-1 1 0,1-1 0,0 1 0,0-1 0,0 0 0,0-1 0,0 1 0,0-1 0,0 0 0,0 0 737,4-4-4861,15-16-22</inkml:trace>
  <inkml:trace contextRef="#ctx0" brushRef="#br0" timeOffset="1914.923">2538 498 2570,'23'-14'2891,"-18"11"257,-1-5 1107,1 0-3518,-6 0 3073,-7-8-2760,7 16-994,0-1 0,1 1-1,-1-1 1,0 1 0,0-1 0,0 1 0,1-1 0,-1 1 0,0 0 0,0 0-1,0-1 1,0 1 0,0 0 0,0 0 0,0 0 0,1 0 0,-1 0-1,0 0 1,0 0 0,0 0 0,0 0 0,0 1 0,0-1 0,0 0 0,0 1-1,0-1-55,-15 6 133,15-6-126,-1 1 0,1 0 0,-1-1 1,1 1-1,0 0 0,-1 0 1,1-1-1,0 1 0,0 0 0,0 0 1,0 1-1,0-1 0,0 0 0,0 0 1,0 0-1,0 1 0,0-1 0,0 1-7,-1 2 20,0-1-4,0 0-1,-1 0 1,1 0 0,0 0 0,1 1 0,-1-1 0,1 1 0,-1 0 0,1-1 0,0 1 0,0 0 0,1-1 0,-1 1 0,1 0 0,0 0 0,0 0 0,0 0 0,0-1 0,1 1-1,0 4-14,1-1 46,0 0 1,0 0 0,1 0 0,-1-1 0,1 1 0,1 0-1,-1-1 1,1 0 0,2 2-48,-3-4 24,0-1 1,0 0-1,0 1 0,0-1 1,1 0-1,0-1 0,-1 1 0,1-1 1,0 1-1,0-1 0,0 0 0,1-1 1,-1 1-1,0-1 0,1 1-24,-2-1 15,1 0-1,-1-1 0,1 1 0,0 0 1,-1-1-1,1 0 0,-1 0 0,1 0 1,0 0-1,-1-1 0,1 1 1,-1-1-1,1 0 0,-1 0 0,0 0 1,1-1-1,-1 1 0,3-2-14,18-16 22,-20 15-25,-1 1 0,0-1-1,0 0 1,0 0 0,-1 0 0,1 0 0,-1-1 0,0 1 0,0-1 0,-1 1 0,1-1 0,-1 0 0,0 0 0,0 1 0,-1-1 0,1 0 0,-1 0 0,0 0 0,-1 0 0,1 1-1,-2-6 4,0 0-7,0 0 0,-1 0 0,0 0 0,-1 0 0,0 1 0,0-1-1,-1 1 1,-1 0 0,-5-7 7,-6-4 0,13 17-11,1 0-1,-1 0 0,0 1 1,1-1-1,-1 1 1,0-1-1,-1 1 0,1 1 1,0-1-1,-1 0 1,1 1-1,0 0 0,-1 0 1,0 0-1,1 1 1,-1 0-1,1 0 0,-1 0 1,0 0-1,1 1 1,-1-1-1,1 1 0,-1 0 1,-1 1 11,-16 10-107,5 0 35,1 1 1,-14 14 71,19-16 27,-1 0 1,0-1-1,-1 0 0,0-1 1,-1 0-1,-12 6-27,24-14 15,-1 1 0,0-1 0,1 0 0,-1 0 0,1 0 0,-1 0 0,0 0-1,0 0 1,0-1 0,0 1 0,1-1 0,-1 0 0,0 0-15,-4 0 42,6 0-31,0 1 0,-1-1 0,1 0 0,0 0 0,-1 0-1,1 0 1,0 0 0,-1 0 0,1 0 0,0-1 0,-1 1 0,1 0 0,0-1 0,-1 1 0,1-1 0,0 1 0,0-1 0,0 0 0,-1 1 0,1-1-11,-2-1 38,2 2-31,0-1 0,0 1 0,-1 0 0,1-1 0,0 1 0,0-1 0,0 1 0,0-1 0,0 1 0,0-1 0,0 0 0,0 0 0,0 0 0,0 1 0,0-1 0,0 0 0,0 0 0,0-1-7,-9-10 131,-10-7-3,-9-5 1,17 17-113,0 1 0,0 0 1,0 1-1,-1 0 0,0 1 0,0 0 1,0 1-1,0 0 0,-9 0-16,-23 0 78,1 1 1,-14 3-79,-58-3 468,107 1 1115,-6 0-1809,-5 0-4473,13 2-736,17 4 1019,-7-4 775</inkml:trace>
  <inkml:trace contextRef="#ctx0" brushRef="#br0" timeOffset="3193.294">2112 427 1670,'-3'3'2699,"-29"24"4383,23-18-6068,-1 0-1,0-1 1,0-1-1,-10 6-1013,-10 4 1881,-1-1 0,-31 11-1881,52-24 195,-1 1 1,0-1 0,1-1 0,-1 0-1,-1 0 1,1-1 0,0 0-1,0-1 1,0-1 0,-11-1-196,20 2 42,-1 0 1,1 0-1,0-1 1,0 1 0,0-1-1,0 1 1,0-1 0,0 0-1,0 0 1,0 0-1,0 0 1,0 0 0,1 0-1,-1-1 1,0 1 0,1 0-1,-2-2-42,-42-33 775,44 35-775,-1 0 0,1 0 0,-1 0 0,1 0 0,-1 1 0,1-1 0,-1 1 0,0-1 0,1 1 0,-1-1 0,0 1 0,0 0 0,0 0 0,-1 0-9,1 1 1,-1-1-1,1 1 0,0 0 1,0-1-1,-1 1 1,1 0-1,0 1 1,0-1-1,-1 1 9,-34 22-14,19-11 39,-1-1 1,0-1-1,-16 6-25,29-14 42,-1-1-1,1 0 1,-1 0-1,0-1 1,0 1-1,0-1 0,0-1 1,0 1-1,0-1 1,0-1-1,0 1 1,0-1-1,0 0 1,0-1-42,-6-2 99,1-1 1,-1 0-1,1 0 1,0-1-1,1-1 1,0 0-1,0 0 1,0-1 0,1-1-1,0 0 1,-3-4-100,-17-20 384,1-2 0,-17-28-384,3 4 171,-145-165 622,182 218-708,-8-2-63,14 8-22,0 1 0,-1 0 0,1 0 0,0-1 0,0 1 0,0 0 0,0 0 0,0-1 0,0 1 0,1 0 0,-1-1 0,0 1 0,0 0 0,0 0 0,1-1 0,-1 1 0,0 0 0,1-1 0,-1 1 0,1-1 0,-1 1 0,1 0 0,-1-1 0,1 1 0,17 26-39,1 0 1,21 22 38,24 31-52,-56-68 52,13 16-17,-2 2 0,-1 0 0,-2 0 0,10 27 17,-22-49-3,-1 1 0,-1 0 0,1-1 0,-2 1 0,1 0 0,-1 0 0,0 0 0,-1 0 0,0 1 0,-1-1 0,0 0 0,0 0 0,-1 0 0,0-1 0,0 1 0,-1 0 0,0-1 0,-1 1 0,0-1 0,-3 6 3,1-5 9,-1-1 1,0 1-1,0-1 0,-1-1 1,1 1-1,-2-1 1,1-1-1,-1 1 1,0-2-1,0 1 1,-1-1-1,1 0 0,-1-1 1,0 0-1,-1-1 1,1 0-1,-1-1 1,1 0-1,-1 0 1,0-1-1,1-1 1,-1 1-1,0-2 0,-4 0-9,5 0 28,0 0 0,0-1 0,0 0-1,0-1 1,0 0 0,0 0 0,1-1 0,0 0-1,0-1 1,0 0 0,0-1 0,1 1-1,0-2 1,0 1 0,0-1 0,1 0-1,0-1 1,1 0 0,0 0 0,0 0-1,0-1 1,1 1 0,0-1 0,1-1 0,-3-7-28,4 8 42,0 0 1,1-1 0,0 1 0,1-1 0,0 0 0,0-3-43,3-9 107,9-5 0,-10 24-107,1 1 1,0 0 0,0 0 0,0 0 0,0 0-1,0 0 1,0 0 0,1 1 0,-1-1 0,1 1-1,-1 0 1,1 0 0,0-1 0,-1 2 0,1-1 0,0 0-1,-1 0 1,1 1 0,0 0 0,0-1 0,0 1-1,0 0 1,-1 1 0,1-1 0,0 0 0,0 1-1,0-1 1,-1 1 0,3 1-1,9 2 0,0 1-1,-1 0 1,1 1-1,-1 0 1,1 2 0,-1 0-6,0 0-1,0 0 1,-1 1-1,-1 1 1,1 0 0,-1 1-1,-1 0 1,0 1-1,-1 0 1,6 9 6,-12-16-3,1 1 1,-1-1-1,-1 1 1,1 0-1,-1 0 1,0 0 0,0 0-1,-1 0 1,1 1-1,-1-1 1,-1 0-1,1 1 1,-1-1-1,-1 1 1,1-1-1,-1 0 1,0 1-1,0-1 1,-1 0-1,1 0 1,-2 0-1,1 0 1,-1 0 0,1 0-1,-2-1 1,0 3 2,-5 4-4,-1-1 1,0 0 0,-1 0 0,0-1-1,-1 0 1,0-1 0,0-1-1,-1 1 1,0-2 0,-1 0 0,0-1-1,0 0 1,0-1 0,-6 1 3,1 0 4,0-2 1,0 0 0,-1-1-1,1-1 1,-1 0-1,1-2 1,-1 0-1,0-1 1,1-2 0,-17-3-5,25 3 4,1 0 0,-1-1 0,1 0 0,0-1 0,0 0 0,1-1 0,-1 0 1,1 0-1,1-1 0,-1 0 0,1-1 0,0 1 0,1-2 0,0 1 0,0-1 1,1 0-1,0-1 0,-1-1-4,-5-14-173,1 0 0,0 0 0,2-1 0,1 0 0,2-1 0,-4-23 173,7 41-305,2 7 107,0 1 1,1-1-1,-1 0 0,1 0 0,-1 0 0,1 1 1,0-1-1,0 0 0,-1 0 0,1 0 0,0 0 1,1 0-1,-1 1 0,0-1 0,1 0 0,-1-1 198,12-44-10464,-9 34 8528,-1 6-2304</inkml:trace>
  <inkml:trace contextRef="#ctx0" brushRef="#br0" timeOffset="3549.84">368 173 10151,'0'0'3855,"0"0"129,20 20-129,-20-20-2956,0 0-385,-4 23-642,4-23-1157,0 0-2442,4 22-128,-4-22-128,27 4-1</inkml:trace>
  <inkml:trace contextRef="#ctx0" brushRef="#br0" timeOffset="3909.399">1697 41 10794,'0'0'3726,"0"0"-385,0 0-642,0 0-3085,0 0-2826,18 10-129,-18-10-257,0 0 128</inkml:trace>
  <inkml:trace contextRef="#ctx0" brushRef="#br0" timeOffset="4519.282">1247 141 5654,'0'0'3234,"-4"1"85,4-1-3118,-1 0-1,0 0 0,1 0 1,-1 1-1,0-1 0,1 0 1,-1 0-1,1 1 0,-1-1 1,0 0-1,1 1 0,-1-1 1,1 0-1,-1 1 0,1-1 1,-1 1-1,1-1 0,-1 1 1,1-1-1,0 1 0,-1-1 1,1 1-1,0-1 0,-1 1 1,1 0-1,0-1 0,0 1 1,0-1-1,-1 1 0,1 0-200,3 21 2634,-3-21-2690,1 2 442,2-2-108,0 0-233,-1-1-17,0 1 1,0-1-1,0 0 1,0 1-1,-1-1 1,1 0-1,0 0 1,0 0-1,0 0 1,0-1-1,0 1 0,0 0 1,0-1-1,-1 1 1,1-1-1,0 0 1,0 0-1,-1 0 1,1 0-1,0 0 1,0 0-29,37-23 104,-30 15-60,4-4-74,46-25-88,-38 31 118,-18 7-51,-1 1 0,1-1 0,-1 1 0,1-1 0,-1 1 0,1 0 0,-1 0 0,0 0 0,0 1 0,1-1 0,-1 0 0,0 1 0,1 0 51,30 29-5190,-6-6-2964,-6-9 4556</inkml:trace>
  <inkml:trace contextRef="#ctx0" brushRef="#br0" timeOffset="5147.303">2780 1226 8095,'0'0'3598,"0"0"0,18 18-128,-14 10-2314,-2-8-256,10 17-386,-8 1-257,2 5-257,2 10-514,-10-9-771,8 5-1799,-10 0-386,-4-5-128,-2-3 0</inkml:trace>
  <inkml:trace contextRef="#ctx0" brushRef="#br0" timeOffset="5845.542">2346 1098 3469,'-2'-16'1042,"-2"-48"11529,4 44-10892,5 24-841,-4-4-818,0 0 0,-1 0 1,1 0-1,0 1 0,0-1 1,0 0-1,-1 1 0,1-1 1,0 0-1,-1 1 0,1-1 1,0 1-1,-1-1 0,1 1 1,0-1-1,-1 1 0,1 0 0,-1-1 1,1 1-1,-1 0 0,0-1 1,1 1-21,6 19 146,0-1-1,-1 1 1,-2 0 0,0 1 0,-1-1 0,0 1 0,-2-1 0,-1 1 0,0 0-1,-3 12-145,-5 31 353,-2-1-1,-16 51-352,-1-12 300,26-101-284,1 0 0,0 0 0,0 0 0,0 0 0,0 0 0,0 0 0,0 0-1,0 0 1,0 0 0,0 0 0,0 0 0,0 0 0,0 0 0,1-1 0,-1 1 0,0 0 0,1 0 0,-1 0 0,1 0 0,-1 0-16,2 1 45,-2-1-43,0-1 0,0 0 0,0 0 0,0 0 0,0 0 0,0 0 0,0 0 0,0 1 0,0-1 0,0 0 0,0 0 1,0 0-1,0 0 0,0 0 0,0 0 0,0 1 0,0-1 0,0 0 0,0 0 0,1 0 0,-1 0 0,0 0 0,0 0 0,0 0 0,0 0 1,0 0-1,0 0 0,0 0 0,0 1 0,1-1 0,-1 0 0,0 0 0,0 0 0,0 0 0,0 0 0,0 0 0,0 0 0,1 0 0,-1 0 1,0 0-1,0 0 0,0 0 0,0 0 0,0 0 0,0 0 0,1 0 0,-1 0 0,0 0 0,0 0 0,0-1 0,0 1 0,0 0 0,0 0 1,0 0-1,0 0 0,1 0 0,-1 0 0,0 0 0,0 0 0,0 0 0,0 0 0,0-1-2,11-4-29,-1-1 0,0 0 0,0 0 0,0-1 0,-1-1 0,0 0 0,-1 0 0,1-1 0,-2 0-1,1 0 1,-1-1 0,-1 1 0,1-2 0,0-3 29,-6 12-40,0 0 0,0-1 0,0 1 0,-1 0 0,1 0 0,-1-1 0,0 1 0,1 0 0,-1-1 0,0 1 0,0 0 0,-1 0 0,1-1 0,0 1 0,-1 0 0,1-1 0,-1 1 0,0 0 0,0 0 0,0 0 0,0 0 0,0 0 0,0 0 0,-1 0 0,1 0 0,-1 0 0,1 1 0,-1-1 0,0 0 0,1 1 0,-1 0 0,0-1 0,-1 0 40,-8-4 7,-1-1 1,1 2-1,-1-1 0,0 2 1,-9-3-8,4 1 41,-9-3 167,-16-6 430,1-1 0,0-3 0,-26-16-638,58 30 63,-1-1 0,1 0 0,0-1-1,0 0 1,1-1 0,0 1 0,0-2 0,1 1 0,0-1 0,1 0 0,0 0 0,0-1 0,1 0-1,0 0 1,1 0 0,0-1 0,0-1-63,2 4-92,0 0 0,1-1 0,0 1 0,1 0 0,0-1 0,0 1 92,0 6-193,0 0 0,0 0 0,1 0 0,-1 0 0,0 0 0,1 0 0,-1 0 0,1 0 0,0 0 0,0 0 0,-1 0 0,1 0 0,1 1 0,-1-1 0,0 0 1,0 1-1,1-1 0,-1 0 0,0 1 0,1 0 0,0-1 0,-1 1 193,12-6-4829,-5 1 3261,-3 2 276,3 3-2648,12 7 63</inkml:trace>
  <inkml:trace contextRef="#ctx0" brushRef="#br0" timeOffset="7162.945">1606 1078 4240,'-1'-6'2999,"-1"-5"-1012,0-1 1,-1 1-1,-1 0 0,0 0 1,-4-10-1988,1 6 3632,16 34-3109,65 156 42,-14-36-488,-47-107-45,5 9-99,-2 2 0,-2 0 0,-2 1 1,2 21 66,-13-61 44,-1 1 0,1 0 1,-1-1-1,0 1 0,-1-1 1,1 1-1,-1 1-44,0-5 26,1 0 1,0 1-1,-1-1 1,1 0-1,-1 0 1,1 1-1,-1-1 0,1 0 1,-1 0-1,0 0 1,0 0-1,1 0 1,-1 0-1,0 0 1,0 0-1,0 0 0,0 0 1,0 0-1,0-1 1,-1 1-1,1 0 1,0-1-1,0 1 1,0-1-1,-1 0 0,1 1 1,0-1-1,-1 0 1,1 1-1,0-1 1,0 0-1,-2 0-26,-4 0 109,-1-1 0,0 0-1,1 0 1,-1-1 0,1 1-1,-1-2 1,1 1 0,0-1 0,0 0-1,0-1 1,0 1 0,0-1 0,-3-3-109,-4-6 155,1 0 0,0 0 0,1-1 1,0-1-1,2 0 0,-1 0 0,2-1 1,-3-6-156,12 22 0,0 1 0,0-1 1,0 0-1,0 0 1,0 1-1,0-1 0,0 0 1,0 0-1,0 1 0,0-1 1,0 0-1,0 0 1,-1 1-1,1-1 0,0 0 1,0 0-1,0 1 1,0-1-1,-1 0 0,1 0 1,0 0-1,0 1 0,0-1 1,-1 0-1,1 0 1,0 0-1,0 0 0,-1 0 1,1 0-1,0 1 0,0-1 1,-1 0-1,1 0 1,0 0-1,-1 0 0,1 0 1,0 0-1,0 0 0,-1 0 1,1 0-1,0 0 1,0 0-1,-1 0 0,1-1 1,0 1-1,0 0 1,-1 0-1,1 0 0,0 0 1,0 0-1,-1 0 0,1-1 1,0 1-1,0 0 1,0 0-1,-1 0 0,1-1 1,0 1-1,0 0 0,0 0 1,0 0-1,-1-1 1,1 1-1,0 0 0,0-1 0,-4 24-22,4-23 20,-2 14-38,0-1 1,-1 0 0,-1 0 0,0-1-1,-1 1 1,-1 1 39,-6 9 0,-10-1 0,21-21 3,-1 0-1,0 0 1,0 0-1,0 0 1,0-1-1,0 1 1,0 0-1,0-1 1,0 1 0,0-1-1,0 0 1,0 0-1,0 0 1,0 0-1,0 0 1,0 0-1,0 0 1,0-1-1,-1 1-2,-1-2 13,0 1-1,0-1 0,0 0 0,0 0 1,0-1-1,0 1 0,0-1 1,1 0-1,-1 0-12,-9-9 50,1 0 0,0-2 1,1 1-1,-2-5-50,11 14 4,-18-24 92,2-2 0,1 0 0,2 0 0,1-2 0,-2-9-96,-49-166 349,51 159-278,30 178-136,-11-58 101,-3 0 0,-3 0 0,-5 18-36,0-39 26,-1 0 1,-3-1 0,-3 0 0,-16 45-27,20-76 21,16-38 180,7-15-188,18-13-117,-10 15-156,17-33 260,-37 57-107,-2 6 103,0 1 1,0-1-1,0 1 1,-1-1-1,1 0 1,0 1-1,-1-1 0,1 1 1,-1-1-1,1 1 1,-1-1-1,-1 0 4,-3-3-10,-2 0 1,1 1-1,0 0 0,-1 0 0,0 0 1,0 1-1,0 0 0,0 1 0,-1 0 1,1 0-1,-1 0 10,-22-8 22,2-1 41,1-1 0,0-2-1,0 0 1,2-2 0,0-1 0,1-1 0,0-1 0,1-2-63,7 6-205,1-1 0,1-1-1,0 0 1,1-1-1,1-1 1,0 0-1,2 0 1,0-1-1,1 0 1,1-1-1,-1-8 206,1 6-2934,8 14-1049,8-8-279,-6 12 172,-2 5-108</inkml:trace>
  <inkml:trace contextRef="#ctx0" brushRef="#br0" timeOffset="7594.522">536 1513 10280,'0'0'4090,"-2"-4"-85,-9-11-514,8 12-1992,9 10-1216,0-1-1,-1 2 0,0-1 0,-1 1 1,0-1-1,0 1 0,2 8-282,19 61 160,-23-71-90,2 11-48,0 0 0,-1-1 0,-1 1 0,-1 0 0,-1 1-1,0-1 1,-1 0 0,-1 7-22,1-17 11,0 0-1,0 0 1,-1 0-1,0 0 1,0 0-1,-1 0 1,0 0-1,0-1 1,0 1-1,-1-1 1,0 0-1,0 0 1,0 0-1,-1-1 1,0 1 0,0-1-1,-1 0 1,1-1-1,-1 1 1,-5 2-11,7-5 14,0 0 1,-1-1 0,1 1 0,-1-1 0,1 0 0,-1 0 0,0 0 0,1-1 0,-1 0-1,0 0 1,1 0 0,-1 0 0,0-1 0,-2 0-15,-2-1 36,1 0 0,-1-1-1,0-1 1,1 1 0,0-1 0,0-1-1,-4-2-35,-10-9 111,0-1-1,2 0 0,0-2 0,-12-15-110,10 10 110,1-1 1,1-1-1,2 0 0,0-2 0,0-4-110,10 16-321,1 0-1,0-1 0,1 0 1,-1-9 321,4 14-995,1 0 0,0 0 1,1 0-1,1 0 0,0 0 1,1-12 994,0 18-1074,1 0 1,-1 0-1,1 0 1,0 0-1,1 1 1,0-1-1,-1 1 1,4-5 1073,13-8-4369</inkml:trace>
  <inkml:trace contextRef="#ctx0" brushRef="#br0" timeOffset="8356.847">1 1069 4240,'0'0'3127,"0"0"171,0 0-149,0 4-836,2 4-1437,0-1 1,0 1 0,0-1 0,1 1 0,0-1 0,0 0-877,-1-3 90,0-1 1,0 0-1,0 0 1,0 0-1,0 0 0,0 0 1,1 0-1,-1-1 1,1 1-1,0-1 0,0 0 1,0 0-1,0 0 1,0 0-1,1 0-90,21 6 107,7-8-107,-2-9-107,17-20-171,-43 26 171,0 0 0,22-15 85,-19 18 34,-4 1-2,1-1 97,-3 0-97,1 1 0,0 0 0,-1-1 0,1 1 0,-1 0 1,1 0-1,-1 0 0,0 0 0,1 0 0,-1 0 0,0 0 0,0 0 0,1 2-10,-1-2 19,7 5 66,24 29-1,-18-17-1089,-8-11 592,9 13-3801,8 2-4587,-3-7 5053</inkml:trace>
  <inkml:trace contextRef="#ctx0" brushRef="#br0" timeOffset="9105.251">1514 1941 9252,'2'0'577,"0"1"-1,-1-1 1,1 1 0,0 0-1,-1 0 1,1 0 0,-1 0 0,1 0-1,-1 0 1,0 0 0,0 0-1,1 1 1,-1-1 0,0 0 0,0 1-1,0-1 1,0 1 0,0-1 0,0 2-577,14 40 3130,-14-37-3070,0-1 0,1 1 0,0-1 0,0 1 0,0-1 0,1 0-1,-1 0 1,1 0 0,3 3-60,17 12 22,-20-18-26,1 0 0,0 0 0,0 0 0,0-1 0,0 1 0,0-1 0,0 0 0,0 0-1,0 0 1,1-1 0,-1 1 0,0-1 0,0 0 0,1 0 0,-1-1 0,4 0 4,1-1-8,-1 0 0,0 0 0,0-1 0,-1 0 0,1-1 0,-1 0 0,1 0 0,1-2 8,11-8 22,8-9 98,-15 12-48,-6 8-29,-5 2-20,0 0 0,0 0 0,0 1 0,0-1 0,0 0 0,0 1 0,0 0 0,0-1 0,1 1 0,-1 0 0,0 0-1,0 0 1,1 0 0,-1 1 0,0-1 0,0 0 0,0 1 0,0 0 0,0-1 0,0 1 0,0 0 0,0 0 0,0 0 0,0 1 0,0-1 0,0 0 0,-1 1 0,2 0-23,10 9-1073,1 0 0,0-1 0,0-1 0,15 7 1073,1 0-8451,-26-14 4360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6:18.788"/>
    </inkml:context>
    <inkml:brush xml:id="br0">
      <inkml:brushProperty name="width" value="0.1" units="cm"/>
      <inkml:brushProperty name="height" value="0.1" units="cm"/>
      <inkml:brushProperty name="color" value="#E71224"/>
    </inkml:brush>
  </inkml:definitions>
  <inkml:trace contextRef="#ctx0" brushRef="#br0">2455 468 4883,'14'-7'6522,"-25"9"-2111,8-2-5343,1 1 1040,0 0 0,1 0 0,-1 0 0,0 0 0,0 0 0,1 0-1,-1 1 1,1-1 0,-1 1 0,1-1 0,0 1 0,0-1 0,-1 1-1,1 0 1,0 0 0,0-1 0,0 3-108,-12 31 1059,11-29-868,0-1-86,0 0 1,1 0-1,0 0 0,0 1 0,0-1 0,0 0 0,1 0 0,0 1 1,0-1-1,1 0 0,0 4-105,-1-7 21,1 0 0,-1 0-1,1 0 1,0-1 0,0 1 0,0 0 0,0-1 0,0 1 0,0-1 0,0 1-1,0-1 1,0 0 0,1 1 0,-1-1 0,1 0 0,-1 0 0,1 0 0,-1 0-1,1 0 1,0 0 0,-1 0 0,1-1 0,0 1 0,0-1 0,0 1-21,-1-1 13,8 1 116,24-7 2,-26 3-131,-3-1 19,-2 4-19,-1-1 0,1 0 0,-1 1 0,0-1 0,1 0 0,-1 0 0,0 0 0,0 1 0,1-2 0,-1 1 0,0 0 0,0 0 0,0 0 0,0 0 0,-1-1 0,1 1 0,0 0 0,0-1 0,-1 1 0,1 0 0,-1-1 0,1 0 0,7-29-25,-11 23 20,1 4-8,-2-5-94,-21-25-76,17 28 151,2 3-10,3 1 23,0 0 1,1 0 0,-1 0 0,0 0-1,0 1 1,0-1 0,0 1 0,-1 0-1,1 0 1,0 0 0,0 0 0,-1 1-1,1-1 1,-3 1 18,1-1-23,-2 2-84,-24 11-26,25-5 135,3-3-21,0 0-5,-9 8-64,-12 26 93,18-30 5,2-3 8,0 1-1,0-1 0,0 1 1,-1-1-1,1 0 0,-1-1 1,0 1-1,-1-1 0,1 0 1,-1-1-1,0 1 0,0-1 1,-1 0-18,-2 1 46,0-1-1,0-1 1,0 1 0,0-1 0,0-1-1,0 0 1,-7 0-46,11-1 62,0 0 0,1-1 0,-1 0 0,0 0 0,1 0 0,-1 0 0,1 0 0,-1-1-1,1 0 1,0 0 0,0 0 0,-1-1 0,2 0 0,-1 1 0,0-1 0,0 0 0,1-1 0,-1 0-62,-3-5 289,0 0 0,1 0 0,0 0 0,-4-10-289,9 16 129,1 3-44,0 0-170,-2 22-151,-3 0 215,-8 2 21,-6-4 21,-5-7 65,18-10-67,5-2-11,0-1 0,-1 1 0,1 0 1,0-1-1,-1 1 0,1-1 0,0 0 0,-1 0 0,1 1 1,-1-1-1,1 0 0,-1 0 0,1 0 0,0 0 0,-1-1 1,0 1-9,-47-11 312,29-5-174,15 11-96,-27-29 1,29 30 21,3 4-149,-3 3-44,-13 15 22,-6 1 86,18-16 29,1-1 1,0 1 0,-1-1 0,1-1 0,-1 1 0,1 0 0,-1-1 0,1 1 0,-1-1 0,0 0 0,0-1 0,-3 1-9,-18 1 43,-1-5 64,10-3 21,10 2-21,-7-6-107,5 8-85,-13 6 63,-5 5 22,-4 1 22,1-5 63,21-3-32,0 0 13,-24-10-35,11 2-31,-7 5 0,-7 3 194,0 2 1,0 2-1,0 1 0,-21 8-194,-9 1 251,58-15-46,0 0 0,-1 0 0,1 0 0,0-1 0,-1 0 0,1-1 0,-6 0-205,10 0 71,1 1 0,0-1 0,0 0-1,-1 0 1,1 1 0,0-2 0,0 1 0,0 0 0,0 0-1,0-1 1,0 1 0,1-1 0,-1 1 0,0-1 0,1 0-1,-1 0 1,0-1-71,-19-35 486,18 31-398,-156-374 640,125 298-1032,1 3-1264,10 33-3371,22 47 4808,1-1 0,0 1 0,0 0 0,-1 0-1,1-1 1,0 1 0,0 0 0,0-1 0,0 1 0,-1 0-1,1 0 1,0-1 0,0 1 0,0 0 0,0-1 0,0 1-1,0 0 1,0-1 0,0 1 0,0 0 0,0-1-1,0 1 1,0 0 0,0-1 0,0 1 0,0 0 0,0-1-1,1 1 1,-1 0 0,0-1 0,0 1 0,0 0 131,12-19-4262,-11 19 3951,0-1 1,0 0-1,0 1 1,1-1-1,-1 1 1,0 0-1,0-1 1,1 1-1,-1 0 1,0 0-1,1-1 0,-1 1 1,0 0-1,2 1 311</inkml:trace>
  <inkml:trace contextRef="#ctx0" brushRef="#br0" timeOffset="356.409">2157 289 7967,'0'0'3341,"0"0"128,-9 19-256,-13-11-2185,-6-6-643,0 2-1027,-2 0-2185,-3 6-514,-3-10 0,6 10-129</inkml:trace>
  <inkml:trace contextRef="#ctx0" brushRef="#br0" timeOffset="746.429">1477 370 5782,'-4'-3'3106,"4"3"-3060,-3-1 655,1-1 0,0 1 0,-1-1 0,1 1 0,0-1 1,0 0-1,0 0 0,0 0 0,0 0 0,1-1 0,-1 1 0,0 0-701,2 1 52,-1-1 0,1 1 0,0 0 0,-1 0 0,1 0 0,0 0 0,0-1 0,0 1 0,0 0 0,0 0 0,0-1 0,0 1 0,0 0 0,0-1-52,17-39 1200,-11 35-965,17-1-128,-19 7-347,0 0-1,1 1 1,-1 0 0,0 0-1,0 0 1,0 0-1,0 1 1,0-1-1,0 1 1,0 0-1,-1 0 1,1 1 0,-1-1-1,1 1 1,-1-1-1,0 1 1,0 0-1,0 1 1,-1-1-1,1 0 1,-1 1 0,1 0 240,0 1-814,0 0 0,0 0 0,-1 0 0,0 0 0,0 0 1,0 1-1,-1-1 0,1 1 814,5 20-3320</inkml:trace>
  <inkml:trace contextRef="#ctx0" brushRef="#br0" timeOffset="1574.748">517 439 5782,'-7'-12'1362,"-9"-18"7406,15 26-6733,1 4-536,0-3-450,0 3-1021,-1 0-1,1 0 0,0 0 0,0-1 0,0 1 0,0 0 0,0 0 0,-1 0 1,1-1-1,0 1 0,0 0 0,0 0 0,0-1 0,0 1 0,0 0 0,0 0 1,0-1-1,0 1 0,0 0 0,0 0 0,0-1 0,0 1 0,0 0 0,0 0 1,0 0-1,0-1 0,0 1 0,0 0 0,0 0 0,1-1 0,-1 1 0,0 0 1,0 0-1,0 0 0,0-1 0,0 1 0,1 0 0,-1 0 0,0 0 0,0 0 1,0-1-1,1 1 0,-1 0 0,0 0 0,0 0 0,1 0 0,-1 0 0,0 0 1,0 0-1,0 0 0,1 0-27,10 12 338,9 25-303,-14-24 34,0-1 0,-2 1 0,0-1 0,0 2 0,-1-1 0,0 0 0,-2 0 0,1 1 0,-2 1-69,0-14 16,0 0 1,0 1 0,0-1-1,-1 0 1,1 1 0,-1-1-1,1 0 1,-1 0 0,1 1-1,-1-1 1,0 0 0,0 0-1,0 0 1,1 0 0,-1 0-1,0 0 1,0 0-1,0 0 1,-1 0-17,1 0 48,-1 1-24,1-1 0,-1 0 1,1 0-1,-1 1 0,0-1 1,0 0-1,1 0 0,-1-1 1,0 1-1,0 0 0,0-1 0,0 1 1,0-1-1,0 1 0,0-1 1,0 0-1,0 0 0,0 0 1,0 0-1,0 0 0,0-1 1,0 1-25,1 0 22,-7-2 49,0 0 1,0 0 0,0-1 0,0 0 0,0 0 0,1 0 0,-1-1 0,1-1 0,0 1 0,0-1-1,1 0 1,0-1 0,-1 1 0,-4-7-72,-13-20 194,1-1 0,1-1-1,-13-30-193,20 37 71,0-1 0,-1 2 0,-2 0 0,-1 1 0,0 1 0,-19-17-71,36 39 2,-1 0 0,1-1 0,-1 1-1,0 1 1,1-1 0,-1 0 0,0 1 0,0-1 0,-1 1 0,1 0 0,-2-1-2,4 2 0,0 0 0,-1 0 0,1 0 0,0 0 0,0 0 0,-1 0 0,1 0 0,0 1 0,0-1 0,-1 0 0,1 1 0,0-1 0,0 1 0,0-1 0,-1 1 0,-4 4-4,1-1 0,-1 0-1,1 1 1,0 0 0,0 1-1,1-1 1,0 1 0,0-1 0,0 1-1,0 1 1,1-1 0,0 0-1,1 1 1,-1-1 0,0 5 4,-3 10-16,1-1 0,1 1 0,1 0 0,-1 17 16,4-32 0,0 1 0,1-1 0,-1 1 0,1 0 0,0-1 0,1 1 0,0 1 0,10 13 0,-8-18-216,-1 0 0,1 0 0,0 0 0,1-1 0,-1 1 0,0-1 0,1 0 0,-1 0 0,1 0 0,0-1 0,0 1 0,-1-1 1,1-1-1,0 1 0,4 0 216,13-1-1783,0 0 0,-1-1 1,5-2 1782,-20 2-258,52-6-7838,-32 6 4091</inkml:trace>
  <inkml:trace contextRef="#ctx0" brushRef="#br0" timeOffset="1928.058">527 825 11822,'0'0'4112,"0"0"128,26 10-256,-26-10-3213,0 0-386,0 0-1284,0 0-2699,0 0-514,0 0 0,0 0-129</inkml:trace>
  <inkml:trace contextRef="#ctx0" brushRef="#br0" timeOffset="2914.402">2953 1066 5782,'16'22'3341,"-16"-22"0,6 35 257,2-3-1927,-10-11-129,16 19-514,-12-5-257,6 7-257,-4-3-386,0-3-256,1 5-386,-7-15-386,10 9-899,-10-9-1542,0-6-128,2-2-129,0-18 257</inkml:trace>
  <inkml:trace contextRef="#ctx0" brushRef="#br0" timeOffset="3582.996">2747 1096 2827,'0'-4'2613,"12"-57"7656,-6 40-8674,-4 18-695,2 4-258,-2 0-601,-1 0-1,1-1 1,0 1-1,-1 0 0,1 0 1,-1 0-1,1 0 1,-1 1-1,1-1 0,-1 0 1,0 1-1,0-1 1,0 1-1,1-1 0,-1 1 1,-1-1-1,2 3-40,0 1 51,0 0-1,0 1 1,0 0-1,-1-1 1,0 1-1,0 3-50,1 15 79,-1 0 0,-2 22-79,0-37 30,1 19 21,-2 0 0,-1 0 0,-2-1 0,0 1 0,-2-1-1,-1 0 1,-1 0 0,-2 1-51,10-24 129,4-4-1,13-4 1,8-14-22,1-7-107,-9 3-107,-16 21 101,1 1 1,-1-1-1,1 0 1,-1 0-1,0 0 1,1 0-1,-1 0 1,0 0-1,0 0 1,0 1-1,0-1 1,0 0-1,0 0 1,0 0-1,0 0 1,0 0-1,0 0 1,0 0-1,-1 0 1,1 0-1,0 0 1,-1 0-1,1 1 1,-1-1-1,1 0 6,0 0-12,-6-6-74,-13-6 258,-2 1 0,1 1 0,-2 1 0,1 1 1,-14-3-173,6 1 584,0-1 1,0-1 0,-19-13-585,40 21 14,1 0-1,0-1 1,0 1 0,0-1-1,1-1 1,-1 1-1,1-1 1,1 0 0,0-1-1,0 1 1,0-1-1,1 0 1,0 0 0,-3-9-14,0-4-1435,7 11-1778,8-11-513,-6 15-108,-2 6-21</inkml:trace>
  <inkml:trace contextRef="#ctx0" brushRef="#br0" timeOffset="4676.333">2108 1088 6296,'-16'-31'4562,"1"0"0,2 0-1,-1-7-4561,12 33 664,2 5-235,0 0-87,0 0-170,32 38-151,22 45-163,-33-53 46,-1 1 0,-2 1 1,-1 1-1,-1 0 0,8 27 96,-19-24 294,-5-35-276,0 0-1,0 1 1,0-1 0,0 1-1,-1-1 1,1 0-1,0 1 1,-1-1-1,1 0 1,-1 1-1,1-1 1,-1 0-1,1 1 1,-1-1-1,0 0 1,0 0-1,0 0 1,0 0-1,1 0 1,-1 0-1,-1 0 1,1 0-1,0 0 1,0 0-1,0-1 1,-1 2-18,-1-1 77,0 0 0,0 0 0,0 0 0,0 0 0,0-1 0,0 1 0,0-1 0,0 1 0,0-1 1,0 0-1,0 0 0,0-1 0,0 1 0,0-1 0,0 1 0,1-1 0,-1 0 0,0 0 0,0 0 1,-1-1-78,-8-6 250,0-1 1,1 0 0,1 0 0,-1-1 0,2 0 0,-1-1 0,-4-7-251,1 0-107,12 22-22,-6 13 1,2 5 21,-7-4 85,-6-3 44,-7-9 85,19-6-61,0-1 1,0 1-1,0-1 1,0-1 0,0 1-1,1-1 1,-1 0 0,1 0-1,-1 0 1,1-1-1,0 0 1,0 0 0,0-1-1,0 1 1,0-1 0,-2-2-47,-12-13 218,0 0 1,0-1 0,0-3-219,15 17 33,-60-78 937,-7-17-970,21 28 529,24 38-376,21 31-135,6 24-18,9 7-35,2 0 0,0-1-1,2-1 1,1 0 0,11 12 35,-15-20 5,27 40-131,55 88-102,-78-119 129,-2 1 0,-1 1 0,-1-1 0,5 21 99,-13-39-21,-1-1-1,0 1 1,-1 0-1,0 0 1,-1-1 0,1 1-1,-1 0 1,-1 0-1,0 0 1,0 0 0,-1 0 21,1-7 7,1 0 0,-1 0 0,1 0 0,-1-1 0,0 1 0,0 0 0,0-1 1,0 1-1,0 0 0,0-1 0,0 1 0,-1 0-7,0 0 8,-1 0-1,1 0 1,-1 0 0,1 0-1,-1 0 1,0-1 0,1 1-1,-1-1 1,0 1 0,0-1-1,0 0 1,0 0-1,0-1 1,-1 1 0,1 0-1,0-1 1,0 0 0,0 0-1,0 0 1,-3 0-8,0-2 10,0 1 1,1-1-1,-1 1 1,1-2-1,0 1 0,-1-1 1,1 1-1,0-1 0,0-1 1,1 1-1,-3-2-10,-3-4-11,1 0-1,0 0 0,0-1 0,1-1 1,0 1-1,0-1 0,1 0 1,1-1-1,0 0 0,-1-4 12,0-5-311,1-1 1,0 1-1,1-8 311,4 22-744,0-1 0,0 0-1,1 0 1,0 0 0,0 0 0,1 0 0,0 1 0,0-1-1,1 0 1,1-4 744,-2 10-417,0-1-1,0 1 0,0 0 1,0 0-1,0 0 1,1 0-1,-1 0 0,1 0 1,-1 1-1,1-1 1,-1 0-1,1 1 0,0-1 1,0 1-1,0 0 0,0-1 1,0 1-1,0 0 1,0 0-1,1 0 418,19-3-4219</inkml:trace>
  <inkml:trace contextRef="#ctx0" brushRef="#br0" timeOffset="5031.682">2483 1581 11308,'28'22'4112,"-28"-22"0,-18 17-257,-10-15-2956,6 8-256,-14 0-772,-11-12-2698,7 8-1028,-3-8-257,9 2 0,2-2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6:28.887"/>
    </inkml:context>
    <inkml:brush xml:id="br0">
      <inkml:brushProperty name="width" value="0.1" units="cm"/>
      <inkml:brushProperty name="height" value="0.1" units="cm"/>
      <inkml:brushProperty name="color" value="#E71224"/>
    </inkml:brush>
  </inkml:definitions>
  <inkml:trace contextRef="#ctx0" brushRef="#br0">656 16 128,'0'0'986,"0"0"277,0 0-149,0 0 0,0 0-65,0 0-21,0 0-43,0 0-193,-3-3-149,-14-9 38,-14 12-56,-12 3-305,0 3-1,0 2 0,0 1 1,1 2-1,0 2 0,-38 18-319,63-23 78,0 1-1,1 0 1,-1 2-1,2-1 1,0 2 0,0 0-1,1 1 1,1 0-1,0 1 1,0 1-1,2 0 1,0 0-1,1 1 1,0 1-1,1 0 1,1 0-1,-4 12-77,5-5 162,0 0-1,1 1 0,1-1 1,2 1-1,0 0 0,2 0 1,1 0-1,0 0 0,2 0 1,1 0-1,1 0 0,1-1 1,6 15-162,-6-24 120,0 0 1,1 0 0,1-1 0,0 0-1,1-1 1,0 1 0,1-1 0,1-1 0,0 0-1,1 0 1,0-1 0,0 0 0,1-1-1,1-1 1,0 0 0,0 0 0,1-1 0,0-1-1,0 0 1,0-1 0,1-1 0,1 0-121,11 1 143,0-1 0,0-1 0,1-1 0,-1-2 0,1-1 0,-1-1 0,1-1 0,22-5-143,-2-2 99,0-2 1,-1-3-1,0-1 1,23-13-100,-43 17 75,-1-2 0,-1 0 0,0-2 0,-1-1 0,0-1 0,12-12-75,-26 20 28,-1 0 1,0-1-1,0 0 1,-1 0 0,-1 0-1,0-1 1,0-1-1,-1 1 1,0-1-1,-1 0 1,0 0-1,-1 0 1,-1-1-1,0 0 1,1-9-29,-2 1 40,-2-1 1,0 1-1,-2 0 1,0 0-1,-1 0 1,-1 1-1,-1-1 1,-1 1-1,0 0 1,-2 0-1,0 1 1,-2 0-1,0 0 1,0 1-1,-2 1 1,-1-1-41,1 2-24,1 2-1,-2 0 1,0 0 0,-1 1-1,0 1 1,-1 0 0,0 1 0,-1 1-1,0 0 1,-1 2 0,0-1 0,0 2-1,-1 0 1,0 1 0,0 1 0,0 1-1,-19-2 25,8 4-516,0 1 0,0 2 0,0 1 0,1 2 0,-1 0 0,1 2-1,-1 1 517,-28 10-4993,1 2 0,-48 24 4993,43-13-3598</inkml:trace>
  <inkml:trace contextRef="#ctx0" brushRef="#br0" timeOffset="1701.713">1117 408 2313,'0'0'2120,"0"0"215,0 0-151,0 0-256,0 0-237,0 0-191,0 0-280,0 0-127,0 0-258,0 0-107,0 0-193,0 0-128,0 0-43,0 0-85,5 2-44,74 22 411,1-5 0,57 6-646,170 13 657,-195-28-474,84 9 41,-178-16-117,-14-2 22,-4-1 21,0 0 64,0 0-43,0 0 65,0 0 42,0 0 43,0 0-128,0-4 21,-2-1-192,1-1-1,-1 1 0,0 0 1,0 0-1,-1 0 0,1 1 1,-1-1-1,0 1 1,-1-1-1,1 1 0,-1 0 1,-3-3-22,-59-54 248,44 42-217,16 12-35,-28-21 29,12 13 39,30 19-84,-1 0 0,1-1 0,0 1 0,0-2 0,0 1 0,5 0 20,-1 0-15,0 1 1,0 0-1,-1 1 1,0 0 0,10 6 14,0 4-22,-3 9 1,-15-17 16,-1 1 0,0 0 0,-1-1 0,0 1 0,0 0 0,0 0 0,-1 0 0,0-1 0,0 1 0,-1 0 0,0 0 0,-1 0 0,0-1 0,-1 4 5,0 0-4,-1 0 0,0 1 0,-1-1-1,-1-1 1,1 1 0,-2-1 0,1 0 0,-1 0 0,-2 1 4,-25 23-55,27-29-62,-12 9-915,14-12 629,1 2-2692,4 8 1826,6-7-7752,22 4 5252</inkml:trace>
  <inkml:trace contextRef="#ctx0" brushRef="#br0" timeOffset="2900.7">5150 158 4626,'-1'-4'2591,"-8"-55"8653,11 62-11073,0-1-162,0 0-1,0 0 0,0 0 1,0 0-1,-1 0 1,1 1-1,-1-1 0,0 0 1,1 1-1,-1-1 1,0 1-1,0 0 0,-1-1 1,1 2-9,1 4 11,3 10 37,0 0 1,-1-1 0,-1 1-1,0 0 1,-2 1 0,0-1-1,-1 0 1,-1 0-1,0 0 1,-2 0 0,0 0-1,-5 17-48,0-10 85,0 0 0,-1 0 0,-2-1 0,0-1 0,-2 0 0,0 0 0,-2-2 0,-10 13-85,-11 1 814,33-31-471,3-4-65,0 0-21,5-3 0,47-27 364,37-30-621,-51 31 28,-32 23-13,-1-1 49,-7-8-128,-1 12 69,-1-1 0,1 1-1,0 0 1,-1 0 0,1 1 0,-1-1 0,0 1-1,0 0 1,0 0 0,0 0 0,-1 0-1,1 1 1,-1-1-5,-25-12 67,3-3 92,2-1 1,0-1-1,1-1 1,1-1-1,-20-23-159,32 31 31,1 0 0,0 0-1,0-1 1,1-1 0,1 1-1,1-2 1,0 1 0,1-1-1,0 0 1,2 0 0,-3-15-31,6 27-36,0-1 1,1 0-1,0 0 1,0 0 0,0 0-1,0 0 1,1 1-1,0-1 1,0 0 0,0 0-1,0 1 1,1-1-1,0 0 1,0 1 0,0 0-1,3-5 36,-3 6-261,1 1-1,-1-1 1,1 0 0,0 1-1,-1 0 1,1-1 0,0 1-1,0 0 1,3-1 261,-2 1-869,1 0-1,-1 1 1,1-1 0,-1 1 0,1 0-1,0 0 1,-1 1 0,3-1 869,16 5-3513,-4 8-63</inkml:trace>
  <inkml:trace contextRef="#ctx0" brushRef="#br0" timeOffset="3633.696">4666 412 6425,'0'0'2848,"0"-4"86,0-13-299,0 13-1308,0 4-449,3 0-235,-2 0-609,0 0-1,0 0 1,0 0 0,0 0-1,0 0 1,0 1 0,0-1 0,0 0-1,0 1 1,-1-1 0,1 1-1,0-1 1,0 1 0,0-1 0,0 1-1,-1-1 1,1 1 0,0 0-1,-1 0 1,1-1 0,0 1 0,-1 0-1,1 0 1,-1 0 0,1 0 0,-1-1-1,0 1 1,1 1-34,0 2 54,0-1 0,0 1 0,0 0 0,-1 0 0,0 0 0,1 0 0,-1 0 0,-1 2-54,0 5 119,0 1-1,-1-1 1,-1 0 0,0 0 0,-3 9-119,3-14 70,0 0 0,-1 0 0,0 0-1,1 0 1,-2-1 0,1 1 0,-1-1 0,0 0-1,0-1 1,0 1 0,0-1 0,-1 0 0,0 0-1,0-1 1,0 1 0,0-1 0,0-1 0,-1 1-1,1-1 1,-1 0 0,0-1 0,0 0-1,-1 1-68,3-2 45,-1 0 1,1 0-1,0 0 1,-1 0-1,1-1 1,-1 0-1,1 0 1,0 0 0,-1 0-1,1-1 1,0 0-1,0 0 1,0-1-1,1 0 1,-1 1-1,0-1 1,1-1 0,0 1-1,0-1 1,0 0-1,0 1 1,1-2-1,-1 1 1,1 0-1,0-1 1,0 0 0,1 1-1,-1-1 1,0-2-47,-27-78 323,23 62-285,0 2 0,-1-1 0,-2 1 1,0 0-1,-12-17-38,19 34-8,0 0-1,0 0 1,-1 1 0,1 0 0,-1-1 0,0 1 0,0 1 0,0-1 0,0 1-1,-1-1 1,1 1 0,-1 0 0,1 1 0,-1-1 0,0 1 0,1 0 0,-1 0-1,0 0 1,0 1 0,0 0 0,0 0 0,0 0 0,0 1 0,1-1 0,-1 1-1,0 0 1,0 0 0,1 1 0,-4 1 8,-14 10-43,-4 10-42,6 5 63,19-26 25,0 0-1,0 1 0,1-1 1,-1 1-1,0-1 0,1 1 1,0-1-1,0 1 1,-1 2-3,2-3 10,-1 0 1,0 0 0,0 1-1,1-1 1,0 0 0,-1 0 0,1 0-1,0 0 1,0 0 0,1 1-11,-1 0 22,1-1 0,0 0 0,0 0 0,1 0 0,-1 0 0,0 0 0,1-1 0,-1 1 0,1-1 0,-1 1 0,1-1 0,0 0 0,-1 0 0,1 0 0,0 0 0,0 0 0,0-1 0,0 0 0,0 1 0,0-1 0,0 0 0,-1 0 0,1-1 0,0 1 0,0 0 0,0-1 0,0 0 0,0 0 0,-1 0 0,3 0-22,6-3-185,0-1 0,0 0 0,0 0 0,0-1 0,-1 0 0,8-7 185,12-16-2504,9-23-5913,-21 27 4154,-1 5 1136</inkml:trace>
  <inkml:trace contextRef="#ctx0" brushRef="#br0" timeOffset="3988.015">4447 142 4883,'20'-25'2698,"-20"25"258,16-20-1,-16 20-642,0 0-514,14-24-514,-14 24-514,0 0-128,0 0-258,0 0-513,0 0-515,18 22-1670,-18-22-899,-4 23-129,4-23 0,-6 28-129</inkml:trace>
  <inkml:trace contextRef="#ctx0" brushRef="#br0" timeOffset="6354.982">4068 697 3212,'-4'0'1949,"0"0"-1650,1 0 0,0 1-1,0-1 1,0 1 0,1 0-1,-1-1 1,0 1-1,0 1 1,0-1 0,1 0-1,-1 1 1,0-1 0,1 1-1,-1 0 1,1 0 0,0 0-1,0 0 1,-2 2-299,1-1 164,-1 1 0,1-1 0,0 1 0,0 0 0,1 0 1,-1 0-1,1 0 0,0 0 0,0 1 0,0-1 0,1 1 0,-1-1 0,1 1 1,0-1-1,1 1 0,-1 2-164,1-3 83,0-1 0,1 1 1,-1-1-1,1 1 0,0-1 1,0 0-1,0 1 0,1-1 1,-1 0-1,1 0 0,0 0 1,0 0-1,0 0 0,0 0 1,0 0-1,0-1 0,1 1 1,-1-1-1,1 0 0,0 0 1,0 0-1,0 0 0,0 0 1,1 0-84,4 3 173,2-1 1,-1 1-1,1-2 0,-1 1 1,1-1-1,0-1 0,7 2-173,-11-4 79,0 1-1,0-1 1,0 1 0,0-2-1,0 1 1,0-1-1,0 0 1,0 0-1,0 0 1,0-1-1,0 0 1,-1 0-1,1 0 1,4-4-79,8-8 107,-17 13-106,-1 0 0,1 0 1,0 0-1,-1-1 0,1 1 0,-1 0 1,1 0-1,-1 0 0,1-1 0,-1 1 1,0 0-1,0 0 0,0-1 0,1 1 1,-1 0-1,-1-1 0,1 0-1,-2-4-10,0 1 0,-1-1 1,1 1-1,-1-1 0,-1 1 0,1 0 0,-1 0 0,0 1 0,0-1 0,0 1 1,0 0-1,-1 0 0,-3-3 10,-4-3 0,-32-27 0,-1 7-88,39 29 47,4 0 24,1 0 0,-1 0 0,0 1 0,0-1 0,1 1-1,-1 0 1,0-1 0,0 1 0,1 0 0,-1 0 0,0 0 0,0 0-1,0 1 1,1-1 0,-1 0 0,0 1 0,0-1 0,1 1 0,-1 0 0,0-1-1,1 1 1,-1 0 0,1 0 0,-1 0 0,1 0 0,0 0 0,-1 0-1,1 1 1,0-1 0,-1 1 17,-14 18-128,-5 12 42,-1 0 150,19-27-34,-1-1-1,0 0 1,1 0-1,-1 0 1,0 0 0,-1-1-1,1 0 1,-1 0-1,1 0 1,-1 0-1,0-1 1,0 1-1,-4 0-29,6-3 65,0 1 1,0-1-1,0 0 0,-1 0 0,1 0 0,0 0 0,0 0 0,0-1 0,0 1 1,0-1-1,0 0 0,0 0 0,0 0 0,0 0 0,0-1 0,1 1 1,-1-1-1,0 0 0,1 0 0,-1 0 0,1 0 0,0 0 0,0 0 0,-1 0 1,2-1-1,-1 0-65,-17-22 911,1-1 0,-8-15-911,4 4 362,17 30-255,-4-7-107,6 11-107,3 3-21,-7 23-108,2-3 215,-4 6 21,0-3 0,1-6 21,-7 3 108,15-19-119,-1-1 1,0 1 0,0 0-1,0-1 1,0 1 0,0-1 0,0 1-1,0-1 1,0 0 0,0 0-1,0 1 1,0-1 0,0 0 0,0 0-1,0 0 1,-1 0 0,1 0-1,0 0 1,0 0 0,0 0-1,0-1 1,-1 1-11,-5-1 129,1 0-72,1-1 0,-1 0-1,1 0 1,0-1 0,-1 1 0,1-1 0,0 0 0,1-1 0,-1 1 0,1-1 0,-1 0 0,1 0 0,-2-4-57,-6-4 159,8 9-87,1 1-1,0-1 0,0 0 1,0-1-1,0 1 0,0 0 1,1-1-1,-1 1 1,1-1-72,2 4 85,0 0-170,0 0-44,0 3 22,2 0 57,-1 2-17,-9 22 34,1-10 55,1-10 63,-11 6-42,-4-5 64,17-7-72,2-1-24,1 0 0,0 0 1,0 1-1,0-1 0,-1 0 0,1 0 0,0 0 0,0 0 0,0-1 1,-1 1-1,1 0 0,0 0 0,0-1 0,0 1 0,-1-1 0,1 1 1,0-1-1,0 0-11,-19-9 43,2-1 64,-4-8 0,18 16-214,4 3-22,0 0 1,-3 2 21,-16 9 107,-2 4 107,-2-7 21,-2-9 1,0-5-22,5-3-107,1 4-86,0 5 43,1 7-42,-36 20 427,50-25-170,0-2 42,-13 0-43,12 0 65,5 0 21,-4-4 0,-4-4-150,0-1 0,1-1 0,-1 0 1,2 0-1,0 0 0,0 0 0,-2-7-107,-34-88 367,24 59-306,-29-89 72,25 68-489,-3 1 0,-10-13 356,33 75-685,2 4-600,0 0-1156,0 0-1093,0 0-300,5 3-21,20 8 0</inkml:trace>
  <inkml:trace contextRef="#ctx0" brushRef="#br0" timeOffset="6708.413">3688 209 6682,'33'2'2955,"-13"-6"1,-20 4-1,28 4-2055,-28-4-129,0 0 128,-40 4-256,20 6-1,-11-8-256,-1 8-1,-2-4-256,-3 0-258,11 8-642,-10-13-771,18 9-1413,-4-4-258,22-6-128,-25 8 129</inkml:trace>
  <inkml:trace contextRef="#ctx0" brushRef="#br0" timeOffset="7067.476">3323 393 6296,'0'0'2870,"0"0"150,0 0-343,-5-2-1285,2 0-1244,0 0 1,-1 0-1,1 0 1,0 0-1,0 0 0,0-1 1,1 0-1,-1 1 0,1-1 1,-1 0-1,1 0 1,0-1-1,0 1 0,0 0 1,1-1-1,-1 1 1,1-1-1,0 1 0,0-1 1,0 0-1,0 1 0,1-1 1,-1 0-1,1 0 1,0 0-1,0 1 0,0-1 1,1-3-149,9-23 152,-7 25-167,1 3 6,-4 1 2,1 0 0,-1 1 0,1-1-1,-1 0 1,1 1 0,0-1 0,-1 1-1,1 0 1,0-1 0,-1 1 0,1-1-1,0 1 1,-1 0 0,1-1 0,0 1-1,0 0 1,0 0 0,-1 0-1,1 0 1,0-1 0,0 1 0,-1 0-1,1 0 1,0 1 0,0-1 0,0 0-1,-1 0 1,1 0 0,0 0 0,0 1-1,0-1 8,1 1-19,-1 0 0,1 0 0,0 0 0,-1 0 0,1 0 0,-1 0 0,1 0-1,-1 0 1,0 1 0,1-1 0,-1 1 0,0-1 0,0 1 0,1 0 19,7 16-469,0 0 0,-2 1 0,0-1 0,-1 1 0,2 12 469,-4-13-3252,-2 0 0,0-1 0,0 18 3252,-2-31-3191</inkml:trace>
  <inkml:trace contextRef="#ctx0" brushRef="#br0" timeOffset="7770.531">2678 531 7838,'0'0'3063,"0"0"-86,0 0-471,0 0-1800,0 0-470,4 4-108,3 4-108,0 0 0,-1 0-1,0 0 1,-1 0 0,0 1 0,2 3-20,-5-8 31,0 1-1,0-1 1,-1 0 0,1 1 0,-1 0 0,0-1-1,0 1 1,0 0 0,-1-1 0,0 1 0,0 0 0,0 0-1,0-1 1,-1 1 0,0 0 0,0 0 0,0 1-31,0-3 34,-1-1 1,1 1-1,-1-1 0,1 1 1,-1-1-1,0 0 0,0 0 1,0 0-1,0 0 1,0 0-1,0 0 0,0 0 1,-1-1-1,1 1 0,-1-1 1,1 0-1,-1 0 1,0 0-1,1 0 0,-1 0 1,0 0-1,0-1 1,1 1-1,-1-1 0,0 0 1,0 0-1,0 0 0,0 0 1,1 0-1,-1-1 1,0 1-1,0-1 0,0 0 1,1 0-1,-1 0 0,0 0 1,1 0-1,-2-2-34,-22-13 129,17 7-101,0 1 0,1-1 1,0 0-1,0-1 1,1 0-1,0 0 0,1-1 1,0 1-1,-2-8-28,-3-8 122,1-1 0,1-1 0,-2-13-122,7 18 128,-3 8-128,6 15-3,0-1-1,1 1 1,-1 0 0,0 0-1,0-1 1,1 1-1,-1 0 1,0 0-1,0 0 1,1 0 0,-1 0-1,0 0 1,0 0-1,1 1 1,-1-1-1,0 0 1,1 0 0,-1 0-1,0 1 1,0-1-1,1 0 1,-1 1-1,1-1 1,-1 1 0,0-1 3,-4 5-13,0-1 0,0 0 0,1 1 0,0 0 1,0 0-1,0 0 0,1 0 0,-1 1 0,1-1 1,0 1-1,1 0 0,-2 4 13,-2 7 28,1-1-1,1 1 1,1 0 0,-1 3-28,4-18-16,-1 0 0,1 1-1,0-1 1,0 0 0,-1 0 0,1 0 0,1 0 0,-1 0 0,0 1 0,0-1 0,1 0-1,-1 0 1,1 0 0,0 0 0,0 0 0,-1 0 0,1 0 0,1 0 0,-1 0 0,0-1-1,0 1 1,1 0 0,-1-1 0,1 1 0,-1-1 0,1 1 0,0-1 0,-1 0 0,1 0-1,0 0 1,0 0 0,0 0 0,0 0 0,0 0 0,0 0 0,1-1 16,8 2-1291,0 0 0,0-1-1,0-1 1,1 0 0,-1 0 0,7-2 1291,-6 1-1825,17-1-1623</inkml:trace>
  <inkml:trace contextRef="#ctx0" brushRef="#br0" timeOffset="8142.674">2926 1004 9509,'6'18'3983,"-6"-18"-128,0 0 0,6 22-1927,-6-22-1800,0 0-899,0 0-2827,0 0 0,0 0-385,22 10 128</inkml:trace>
  <inkml:trace contextRef="#ctx0" brushRef="#br0" timeOffset="9734.648">815 2354 8609,'0'0'3470,"0"0"-22,0 0-493,6-1-1713,85-4 141,0 4 0,87 11-1383,-110-6 254,46 3-161,0 4 0,0 6 0,47 16-93,-140-27 85,-4 0-42,-14-4 64,-3-2 22,0 0-1,0 0 22,0 0 64,0 0-42,0 0 42,0 0-43,-3-4 43,-5-7-140,0 2-1,-1-1 1,-1 1 0,1 1-1,-1 0 1,-2-1-74,-76-45 124,2 4 231,64 37-226,17 10-1,5 3 1,4-2-22,1 1-105,1-1 1,0 0 0,0 1 0,-1 0 0,1 1-1,0-1 1,0 1 0,0 0 0,5 1-3,62 10 77,-32-5-29,116 23 230,-149-27-214,11 5-149,-19-7 82,0 0 0,0 0 1,0 0-1,1 0 0,-1 0 1,0 0-1,0 0 0,0 0 1,1 0-1,-1 0 0,0 0 0,0 0 1,0 1-1,1-1 0,-1 0 1,0 0-1,0 0 0,0 0 1,0 0-1,1 1 0,-1-1 1,0 0-1,0 0 0,0 0 1,0 0-1,0 1 0,0-1 1,0 0-1,0 0 0,0 0 1,1 1-1,-1-1 0,0 0 1,0 0-1,0 1 0,0-1 1,0 0-1,0 0 0,0 0 0,0 1 4,0 1-14,0 1 1,0-1 0,0 1 0,0-1-1,-1 1 1,1-1 0,0 1 0,-1-1-1,0 1 1,0-1 0,1 0 0,-2 1-1,1-1 1,0 0 0,0 0 0,-1 1-1,1-1 1,-1 0 0,1-1 0,-1 1 0,0 0 12,-23 29-73,-22 19 73,36-40-34,0 0 0,-1-1-1,0 0 1,0-1 0,-1 0-1,-11 5 35,9-6-124,12-5-92,0 0-1,0 0 1,-1-1 0,1 1-1,0-1 1,-1 0 0,1 0-1,-1-1 1,1 1 0,-1 0 0,1-1-1,-3 0 217,-6 1-4946,2 4 3493,8-3 378,-2-1-2994,4-1-43</inkml:trace>
  <inkml:trace contextRef="#ctx0" brushRef="#br0" timeOffset="10907.964">5070 2300 3726,'-3'-4'2592,"-6"-11"-744,2 0 0,-1-1 0,2 0 0,0 0-1,1-1 1,0 1 0,1-3-1848,4 15 514,0 4-150,0 0-192,3 3-44,13 13-21,-12-8-105,1-1 0,-1 0 0,-1 1 0,0 0 0,0 0 1,0 0-1,-1 0 0,0 0 0,-1 1 0,0-1 0,0 1 0,-1-1 0,0 0 0,0 1 0,-1-1 0,0 1 0,-1-1 0,1 0 0,-3 4-2,0 2 35,-1-1 1,0 0-1,-1 0 1,-1 0-1,0-1 1,-1 0-1,0 0 0,-1 0 1,0-2-1,0 1 1,-5 3-36,-9 7 210,-1-1 1,0-1-1,-2-2 1,0 0 0,-1-1-1,-23 9-210,47-24 129,3-1-1,1-1-111,0 0 1,1 0-1,-1 0 0,1 1 0,-1-1 1,1 0-1,-1 1 0,1-1 0,-1 1 1,1-1-1,0 1 0,0 0-17,7-2 29,284-100-136,-270 93 107,-22 8 0,0 1 0,-1 0 0,1 0 0,0-1 0,-1 1 0,1 0 0,0-1 0,-1 1 0,1-1 0,0 1 0,-1-1 0,1 1 0,-1-1 0,1 1 0,-1-1 0,1 0 0,-1 1 0,1-1 0,-1 0 0,0 1 0,1-1 0,-1 0 0,0 0 0,-2 0 1,0-1 1,0 1 0,0-1 0,0 1-1,0 0 1,0 0 0,-1 0 0,1 0-1,0 0 1,-1 1 0,1-1 0,0 1-1,-1-1 1,1 1-2,-55-10 53,34 6-23,2 0 43,-1-2 0,1 0 0,1-1 0,-1-1-1,1-1 1,0-1 0,1 0 0,0-2 0,-8-7-73,13 9 56,1-2 0,1 0 0,0-1 0,0 0 0,1 0 0,1-1 0,0-1 0,1 0 0,1 0 0,0-1 0,1 1 0,0-5-56,1 6-43,2 0 0,0-1 0,0 1 0,1-1 0,1 0 1,1 1-1,0-1 0,1 0 0,0 0 0,1 0 0,1 0 1,1 1-1,0-1 0,0 1 0,2 0 0,-1-1 0,7-9 43,-8 18-282,1 1 0,0-1 0,0 1 0,0 0 0,1 1 0,-1-1 0,1 1-1,0 0 1,1 0 0,3-2 282,-6 4-485,0 0-1,0 0 1,1 0 0,-1 1-1,1-1 1,-1 1 0,1 0-1,-1 0 1,1 1 0,0-1-1,-1 1 1,1-1-1,0 1 1,-1 1 0,1-1-1,0 0 1,-1 1 0,1-1-1,0 1 1,1 1 485,16 11-3598</inkml:trace>
  <inkml:trace contextRef="#ctx0" brushRef="#br0" timeOffset="11616.748">4245 2346 6939,'-4'-16'1849,"4"14"-1061,0 0 1,0 0-1,0 0 0,0 0 1,0 0-1,0 0 0,1 0 0,-1 0 1,1 1-1,-1-1 0,1 0 1,0 0-1,0-2-788,11-9 817,-12 12-811,0 1-1,0 0 1,0 0 0,0 0-1,0 0 1,1-1-1,-1 1 1,0 0 0,0 0-1,0 0 1,1 0 0,-1 0-1,0 0 1,0 0 0,0-1-1,1 1 1,-1 0-1,0 0 1,0 0 0,0 0-1,1 0 1,-1 0 0,0 0-1,0 0 1,1 0 0,-1 0-1,0 0 1,0 0-1,0 0 1,1 0 0,-1 0-1,0 1 1,0-1 0,0 0-1,1 0 1,-1 0 0,0 0-1,0 0-5,4 2 19,0 1 0,0-1-1,0 1 1,0 0 0,-1 0 0,1 0 0,-1 0-1,0 0 1,0 1 0,0 0 0,0-1-1,-1 1 1,1 0 0,-1 0 0,0 1-1,0 0-18,1 3 24,0 0 0,0 0 0,0 0-1,-1 1 1,-1-1 0,0 1 0,0-1-1,0 1 1,-1 3-24,-1-6 56,1 0 1,-1 1-1,-1-1 0,1 0 1,-1 0-1,0 0 1,-1 0-1,1 0 0,-1-1 1,0 1-1,-1-1 0,1 0 1,-1 0-1,0 0 0,-1 0 1,1-1-1,-1 1 0,1-1 1,-1 0-1,-1-1 0,1 1 1,0-1-1,-1 0 0,0 0 1,-5 1-57,6-2 37,0 0-1,0-1 1,0 0 0,0 0 0,0 0-1,-1 0 1,1-1 0,0 0 0,0 0-1,0 0 1,-1-1 0,1 0 0,0 0 0,0 0-1,0 0 1,0-1 0,0 0 0,0 0-1,0 0 1,1-1 0,-1 0 0,1 0-1,0 0 1,0 0 0,0 0 0,0-1 0,0 0-1,1 0 1,0 0 0,-1 0 0,0-2-37,-9-19 93,1 0 0,1-1 1,1-1-1,1 1 0,2-1 0,0-1 1,-1-17-94,-16-62 96,16 85-74,-2 3-22,-13 0-22,17 16 15,0 1 1,0 0-1,0 0 0,-1 1 0,1-1 1,0 1-1,-1 1 0,1-1 0,-1 1 0,1 0 1,-1 1-1,1 0 0,0 0 0,-1 0 1,1 1-1,0-1 0,0 2 0,0-1 0,0 1 1,0-1-1,-5 5 7,6-4 11,-1 1 1,1-1-1,0 1 0,0 0 1,0 1-1,0-1 1,1 1-1,0 0 0,0 1 1,-1 0-12,3-2 25,0-1 1,0 0 0,1 1-1,-1-1 1,1 1-1,0 0 1,0-1 0,0 1-1,0 0 1,1-1-1,0 1 1,0 0 0,0 0-1,0 0 1,0-1 0,1 1-1,-1 0-25,5 4 129,0-2-72,0-1 0,1 0 0,-1 0 1,1 0-1,0-1 0,2 2-57,-5-4-99,0-1 0,1 1-1,-1-1 1,0 0 0,0 1 0,1-1-1,-1-1 1,1 1 0,-1 0 0,1-1 0,-1 0-1,1 0 1,-1 0 0,1 0 0,-1 0-1,1-1 1,-1 0 0,1 0 0,1 0 99,30-14-3422,-30 11 2254,1 1 0,0-1 0,-1 0 0,1 0 0,-1-1 0,2-2 1168,9-15-3834</inkml:trace>
  <inkml:trace contextRef="#ctx0" brushRef="#br0" timeOffset="11975.1">4120 1857 9766,'10'-22'3598,"-10"22"-257,0 0 128,8-18-2955,-8 18 0,0 0-642,0 18-1671,0-18-1414,-2 26-256,2-26 128,-6 31-257</inkml:trace>
  <inkml:trace contextRef="#ctx0" brushRef="#br0" timeOffset="13999.982">3561 2577 6810,'1'-4'2956,"-1"4"-2718,1-1-1,-1 0 1,0 0 0,1 0-1,-1 1 1,0-1 0,0 0 0,0 0-1,0 0 1,0 0 0,0 0-1,0 1 1,0-1 0,0 0 0,0 0-1,0 0 1,0 0 0,-1 0-1,1 1 1,0-1 0,-1 0-1,1 0 1,0 1 0,-1-1 0,1 0-1,-1 0 1,0 1-238,-6-7 264,4 4 699,3 3-933,0 1 0,-1-1-1,1 0 1,0 1-1,0-1 1,0 0-1,0 0 1,0 1-1,-1-1 1,1 0-1,0 0 1,0 1-1,0-1 1,-1 0-1,1 0 1,0 1 0,0-1-1,-1 0 1,1 0-1,0 0 1,0 0-1,-1 0 1,1 1-1,0-1 1,-1 0-1,1 0 1,0 0-1,-1 0 1,1 0-1,0 0 1,-1 0-30,1 0 28,-1 0 1,0 1-1,0-1 1,0 0-1,0 0 1,0 1-1,0-1 1,1 1-1,-1-1 1,0 1-1,0-1 1,1 1-1,-1-1 0,0 1 1,1 0-1,-1-1 1,0 1-1,1 0 1,-1 0-29,-19 35 819,19-34-770,0 1-1,1-1 1,-1 0 0,0 0 0,1 1-1,-1-1 1,1 0 0,0 1-1,0-1 1,0 0 0,0 1-1,0-1 1,1 0 0,-1 1-1,1-1 1,-1 0 0,1 1 0,0-1-1,0 0 1,0 0 0,0 1-49,3 2 46,0-1 1,0 0 0,0 0 0,0 0 0,1 0 0,0-1 0,-1 0-1,1 0 1,0 0 0,1 0 0,-1-1 0,0 0 0,1 0-1,-1 0 1,1-1 0,2 0-47,-3 0 5,14-2 97,5-6-80,-22 6-22,-1 1 0,0-1 0,0 0 0,0 0 0,0 1 0,1-1 0,-1 0 0,0 0 0,-1-1 0,1 1 0,0 0 0,0 0 0,0 0 0,-1 0 0,2-2 0,-2 0-5,1 0 0,0 0 0,0 0 1,-1 0-1,0 0 0,1 0 0,-1 0 1,0 0-1,0 0 0,-1 0 0,1 0 0,-1 0 1,0 0-1,1 0 0,-1 0 0,-1 0 5,-23-46-139,10 21 76,10 21-22,-14-12 42,18 17 32,-1 1 0,0 0 1,0 0-1,1-1 0,-1 1 1,0 0-1,0 1 0,0-1 0,0 0 1,-2 0 10,-22 3-107,-40 22 144,50-17 58,-1-1 1,1 0-1,-1-1 0,-1-1 1,-7 1-96,15-4 82,0 0 0,0 0 0,0-1 0,1-1 0,-1 0 0,0 0 1,0-1-1,1 0 0,-8-3-82,-9-6 182,1-1 0,0-1 0,-21-16-182,16 10 85,7 4-42,19 12 21,8 3-149,6 0 65,0 1 1,-1 0 0,1 0 0,0 1 0,0 0 0,-1 1 0,1 0-1,0 1 20,84 36-93,-62-25 61,-2-1-76,-25-9 105,-1 0-14,1 1-69,-5-5 85,0-1 0,1 1 0,-1 0 0,0 0-1,0 0 1,0-1 0,0 1 0,0 0 0,0 0 0,-1-1 0,1 1 0,0 0-1,0 0 1,0-1 0,-1 1 0,1 0 0,0 0 0,-1-1 0,0 1 1,-3 4-4,0-1 0,0 0 0,-1 0 1,0 0-1,0-1 0,0 0 1,0 0-1,-1 0 0,-4 2 4,-64 24 44,42-18-54,-161 71 31,192-82-14,0 0-1,0 0 1,0 1 0,1-1-1,-1 0 1,0 0 0,0 0-1,0 0 1,0 0 0,0 0-1,0 0 1,0 0 0,0 0-1,0-1 1,1 1 0,-1 0-1,0-1 1,0 1 0,0 0-1,0-1 1,1 1-1,-1-1 1,0 1 0,0-1-1,1 1 1,-1-1 0,0 0-1,1 1 1,-1-2-7,-12-21 150,4-2-107,-2-3 42,2 9-85,8 15-107,1 4-21,-2 4 21,-2 13 47,0-3 38,0-1-1,-1 0 0,0 0 1,-3 6 22,-14 12 1,12-24 6,2-3 6,6-2-4,0-1 0,-1 1 0,0-1 0,1 1 0,-1-1 0,0 0 0,0 0-1,0 0 1,1 0 0,-1-1 0,0 1 0,-2-1-9,-16 0 22,-9-10 63,24 7-70,1 0 0,0-1 0,0 0 0,0 0 0,1 0 0,0-1 0,-1 1 0,1-1 0,1 0 0,-1-1-1,1 1 1,0 0 0,-1-2-15,-7-18 54,1 1 0,-4-17-54,2 8-2,-89-259 923,97 284-750,-6-9-149,7 13-87,4 10 108,8 23-128,23 38 13,-21-47 37,-2 0 0,0 1-1,-1-1 1,-1 2 0,2 10 35,-8-25-5,0 0 0,0 1 0,-1-1 0,0 0 0,0 0 0,-1 1 0,0-1 0,0 0 0,-1 0 0,0 0 0,0 0 0,0 0 0,-1 0 0,0 0 0,-1-1 0,1 0 0,-1 1 0,0-1 0,-2 1 5,-4 4 22,-1 1 1,0-2-1,-1 1 1,0-2-1,-1 1 1,0-2-1,0 0 1,-1 0-1,0-1 1,0-1-1,-1 0 1,0-1-1,0-1 1,0 0-1,0-1 1,-1-1-1,1 0 1,-1-1-1,1-1 1,-8 0-23,17-1 12,0-1 0,0 1 0,0-1 0,0 0 0,0 0 1,1-1-1,-1 1 0,1-1 0,0-1 0,0 1 0,0-1 0,0 1 0,0-2 1,1 1-1,0 0 0,0-1 0,0 0 0,0 0 0,1 0 0,0 0-12,-1-2 21,0 0 0,1 0 0,0-1 0,1 1 0,-1 0 0,1-1 0,1 0 0,-1 0 0,1 1 0,1-1 0,0 0 0,0 0 0,0 0 0,1 0 0,1-3-21,5-11 85,12-4-63,-17 24-26,0-1 1,1 1-1,-1 0 1,1 0-1,-1 0 1,1 0-1,0 0 1,0 1-1,0-1 1,0 1-1,0-1 1,0 1-1,0 0 1,0 1 0,1-1-1,-1 0 1,0 1-1,0 0 1,1 0-1,-1 0 1,0 0-1,1 0 1,-1 1-1,0-1 1,0 1-1,0 0 1,1 0-1,-1 0 1,0 1-1,0-1 1,0 1 0,-1-1-1,1 1 1,0 0-1,-1 0 1,1 0-1,0 1 4,4 3-10,-1 0 0,0 1 0,0 0 1,0 0-1,-1 1 0,0-1 0,0 1 0,-1 0 0,0 0 0,-1 1 0,1-1 1,-2 1-1,1 1 10,-1-2 0,-1 1 1,0-1 0,0 0-1,-1 1 1,0-1 0,-1 0-1,1 1 1,-2-1 0,1 0-1,-1 0 1,0 0 0,-1 0-1,0 0 1,0 0 0,-1-1-1,-1 3 0,-1-1 3,-1 1-1,1-2 1,-1 1-1,-1-1 1,0 0-1,0 0 0,-1-1 1,1 0-1,-1-1 1,-1 0-1,-8 4-2,7-4 4,-1-1-1,1-1 1,-1 1-1,0-2 1,-1 0-1,1 0 0,-1-1 1,1-1-1,-1 0 1,-6-1-4,9 0 2,1-1 1,-1 0-1,1 0 1,0-1-1,-1-1 1,1 1-1,0-1 1,1-1-1,-1 0 1,0 0-1,1-1 1,0 0-1,0 0 1,-1-2-3,3 1 9,0 0 0,1 0 0,-1-1 1,2 0-1,-1 0 0,1 0 0,0-1 0,0 1 1,0-1-1,1 0 0,1 0 0,0 0 1,0-1-1,0 1 0,0-6-9,1 4-308,0 0 0,0 0 1,1 0-1,0 0 0,1 0 0,0 0 1,1 0-1,0 0 0,1 1 0,0-1 0,0 1 1,4-8 307,3-4-2650,-7 14 1285,0 0 1,1 1-1,0-1 1,0 1-1,0 0 1,4-5 1364,13-7-3834</inkml:trace>
  <inkml:trace contextRef="#ctx0" brushRef="#br0" timeOffset="14466.054">2168 2198 8609,'0'0'3598,"0"0"-128,0 0 128,0 0-2313,0 0-386,0 0-256,0 0-386,0 0-129,0 0-385,22 10-771,-22-10-2313,0 0 0,0 0-257,18 14 129</inkml:trace>
  <inkml:trace contextRef="#ctx0" brushRef="#br0" timeOffset="14967.054">3148 2052 8095,'0'0'3341,"0"0"0,0 0 129,0 0-2442,12 20-129,-12-20-128,0 0-257,0 0-385,10 21-258,-10-21-770,0 0-1671,0 0-643,6 20-256,-6-20 128,0 0-129</inkml:trace>
  <inkml:trace contextRef="#ctx0" brushRef="#br0" timeOffset="15525.994">2719 2097 5782,'0'0'2613,"0"0"150,0 0-322,0 0-1177,2 4-493,18 48 1670,-20-49-2248,0-3 21,0 0-64,4 1-43,20 2-144,-18-8-13,-5 4 30,25-17-502,5-1 145,14 3 270,-37 15 214,22 6-99,-24 1-182,-4-3 18,2 1-629,-1-1-1,0 0 0,0 1 0,0 0 0,-1-1 0,1 1 1,-1 0-1,0 1 0,0-1 0,0 0 0,0 1 0,0 3 786,-1-6-400,1 3-2555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15:26:49.280"/>
    </inkml:context>
    <inkml:brush xml:id="br0">
      <inkml:brushProperty name="width" value="0.1" units="cm"/>
      <inkml:brushProperty name="height" value="0.1" units="cm"/>
      <inkml:brushProperty name="color" value="#CCECFF"/>
    </inkml:brush>
  </inkml:definitions>
  <inkml:trace contextRef="#ctx0" brushRef="#br0">2 43 257,'0'0'2741,"0"0"193,0 0-21,-1 3-622,1-3-2098,0 0-1,0 0 0,-1 1 0,1-1 0,0 0 0,0 0 0,0 1 0,0-1 0,0 0 0,0 0 0,0 1 0,0-1 0,0 0 1,0 0-1,0 1 0,0-1 0,0 0 0,0 1 0,0-1 0,0 0 0,0 0 0,0 1 0,0-1 0,0 0 0,0 1 0,0-1 1,0 0-1,1 0 0,-1 0 0,0 1 0,0-1 0,0 0 0,1 0 0,-1 1 0,0-1 0,0 0-192,13 1 2694,31-12-3134,-19 3 1187,39-5-548,1 2 0,22 1-199,-51 7 2,0 3 0,0 0 0,0 3-1,0 1 1,2 1-2,4 1 0,-32-5 0,1 0 0,-1 1 0,0 0 0,1 0 0,-1 1 0,0 1 0,0-1 0,-1 2 0,1-1 0,-1 1 0,0 1 0,-1 0 0,1 0 0,-1 1 0,1 0 0,20 19 22,-27-23-9,31 34 53,4 35 219,0 17 678,-4 2 1,11 55-964,-1 40 276,-25-96-209,-9-45-49,-3 1 0,-2 0 0,-1 0-1,-3 12-17,-15 185 94,10-185-88,4-17 12,1 0 0,3 15-18,0-3-14,0-12 7,1-1 0,2 0 0,2 0 1,3 5 6,-4-21 1,0-1-1,2 0 1,0-1 0,2 0 0,0 0-1,2-1 1,7 9-1,19 15 107,-29-30-64,-10-15-40,0 0 0,0 1 0,0-1 0,0 0 0,0 1 0,0-1 0,0 0 0,0 0 0,0 1 0,0-1 0,0 0 0,0 0 0,0 1 0,-1-1 0,1 0 0,0 0 0,0 1 0,0-1 0,0 0 0,-1 0 0,1 1 0,0-1 0,0 0 0,-1 0 0,1 0 0,0 0 0,0 0 0,-1 1 0,1-1 0,0 0 0,0 0 0,-1 0 0,1 0 1,0 0-1,0 0 0,-1 0 0,1 0 0,0 0-3,-11 3 10,11-3-6,-30 6-327,0-1 0,0-2 0,0-1 1,0-1-1,-14-3 323,-21-3-12735,-63-14 12735,73 8-4434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15:26:52.763"/>
    </inkml:context>
    <inkml:brush xml:id="br0">
      <inkml:brushProperty name="width" value="0.1" units="cm"/>
      <inkml:brushProperty name="height" value="0.1" units="cm"/>
      <inkml:brushProperty name="color" value="#E71224"/>
    </inkml:brush>
  </inkml:definitions>
  <inkml:trace contextRef="#ctx0" brushRef="#br0">0 49 1156,'5'0'2592,"14"1"-22,-15 0-429,1-2-256,70-9 3684,-8 2-4135,26-7-327,1 5-1,0 4 1,46 5-1107,-89 2 276,3 0 293,42 8-569,-79-7 81,0 1 0,-1 1 0,1 1 1,-1 0-1,0 1 0,0 1 0,10 6-81,-16-8 107,-1 1 0,1 0 0,-2 0 1,1 1-1,-1 0 0,0 0 0,0 1 0,-1 0 0,0 0 0,-1 1 0,1 0 0,-2 0 0,1 0 0,-1 1 0,-1 0 1,0 0-1,0 0 0,-1 1-107,14 64 461,-7-31-222,1-1 0,2-1 0,3 5-239,96 272 746,-105-300-721,9 32-1,111 362 466,-125-407-490,40 166 0,-37-141 0,0 0 0,-3 1 0,0 0 0,-2 17 0,-16 121 107,11-91-86,3-52-42,-1-2-65,1-9 86,2-15 1,-1 0 0,1 0 0,-1 0 0,1 0 0,-1-1 0,0 1 1,0 0-1,1 0 0,-1 0 0,0-1 0,0 1 0,0 0 0,0-1 0,1 1 0,-1-1 0,0 1 0,0-1 0,0 1 0,0-1 0,-1 0-1,-1 2 7,0-1-1,0 1 0,0-1 0,0 0 0,0 0 0,-1 0 0,1 0 0,-1-1 0,1 1 1,0-1-1,-1 0 0,0 0-6,-9 1 12,-71 4-222,0-4 0,0-4-1,-48-9 211,96 9-440,23 2-682,0-1-1,0-1 1,-11-3 1122,-11-6-6759,30 10 5385,-2-1-3038,-11-9-64</inkml:trace>
  <inkml:trace contextRef="#ctx0" brushRef="#br0" timeOffset="1119.992">1429 937 3212,'8'18'3234,"-1"-15"1092,8-5-3424,-12 2-176,192-1 5481,102-19-5328,-169 10-448,-45 4-349,654-31 886,-681 36 295,-67-17-899,10 17-344,0-1 1,0 1-1,-1-1 0,1 1 0,0 0 1,-1-1-1,1 1 0,0 0 0,-1 0 1,0 0-1,1 0 0,-1 0 0,0 0 0,1 1 1,-1-1-1,-1 0-20,-4-2 62,-35-17 209,0 1-1,-2 2 1,0 1-271,-16-5 216,43 14-165,25 8 28,35 9 58,-35-8-126,196 46 118,-201-47-129,7 1-10,0 1 1,-1 0 0,1 0 0,-1 1 0,0 1 0,0-1-1,7 6 10,-16-9-1,1-1 1,-1 1-1,0 0 0,1 0 0,-1 0 0,0 0 0,0-1 0,1 1 0,-1 0 0,0 0 1,0 0-1,0 0 0,0 0 0,0-1 0,0 1 0,-1 0 0,1 0 0,0 0 0,0 0 1,-1 0-1,1-1 0,0 1 0,-1 0 0,1 0 1,-2 4-3,0 0 0,0 0 0,-1 0 0,0 0 0,1-1 0,-1 1 0,-1-1 0,1 0 0,-1 0 0,0 0 0,1 0 0,-2 0 3,-10 11-7,0 4-21,10-12-43,-1 0-1,0 0 1,0 0-1,-1-1 1,1 0-1,-1 0 1,-1-1-1,-7 5 72,0-1-771,-13 13-7495,25-19 4025,3-3 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15:30:07.689"/>
    </inkml:context>
    <inkml:brush xml:id="br0">
      <inkml:brushProperty name="width" value="0.1" units="cm"/>
      <inkml:brushProperty name="height" value="0.1" units="cm"/>
      <inkml:brushProperty name="color" value="#E71224"/>
    </inkml:brush>
  </inkml:definitions>
  <inkml:trace contextRef="#ctx0" brushRef="#br0">1229 17 899,'9'15'1692,"-8"-12"86,-1-3-129,-4 3-621,-6 2-568,-1 0 1,0 0-1,0-1 0,0 0 1,-1-1-1,1-1 0,-2 1-460,-91 10 2081,38-6-1323,-899 110 2947,956-117-3235,8-2-184,17-6-95,37-10-89,445-69 926,105 11-1028,-548 72 107,32-6 279,-82 9-236,-5 1-22,-10 0 1,-384 8 419,-102 4-218,390-9-255,-5 1 107,-21 6-182,122-7 20,14 0-17,12 0-5,42-1 3,-1-3-1,18-3 0,-5 0 21,-24 2-15,356-13 95,58 19-101,-432-1 21,-63-1 92,11 2-97,-307 11 283,-101 10 108,423-24-433,-17 1-1119,0 2-1,0 1 0,-6 3 1146,26-7-323,0 1 0,0 0 0,0 1 0,1 0 0,-1-1 0,1 2 0,-1-1-1,1 1 1,0-1 0,0 2 0,1-1 0,-1 0 0,1 1 0,0 0 0,-1 2 323,2 1-3641,1 17-171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15:34:07.030"/>
    </inkml:context>
    <inkml:brush xml:id="br0">
      <inkml:brushProperty name="width" value="0.1" units="cm"/>
      <inkml:brushProperty name="height" value="0.1" units="cm"/>
      <inkml:brushProperty name="color" value="#E71224"/>
    </inkml:brush>
  </inkml:definitions>
  <inkml:trace contextRef="#ctx0" brushRef="#br0">2874 2 257,'-14'-2'2123,"22"3"1440,21 3-918,8 2-1785,0-1 1,0-2-1,1-1 1,16-3-861,1 1 434,944 67 3183,-824-51-3152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15:34:21.291"/>
    </inkml:context>
    <inkml:brush xml:id="br0">
      <inkml:brushProperty name="width" value="0.1" units="cm"/>
      <inkml:brushProperty name="height" value="0.1" units="cm"/>
      <inkml:brushProperty name="color" value="#E71224"/>
    </inkml:brush>
  </inkml:definitions>
  <inkml:trace contextRef="#ctx0" brushRef="#br0">8163 1189 23662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8:16.704"/>
    </inkml:context>
    <inkml:brush xml:id="br0">
      <inkml:brushProperty name="width" value="0.1" units="cm"/>
      <inkml:brushProperty name="height" value="0.1" units="cm"/>
      <inkml:brushProperty name="color" value="#E71224"/>
    </inkml:brush>
  </inkml:definitions>
  <inkml:trace contextRef="#ctx0" brushRef="#br0">2976 1 3726,'0'0'3191,"0"0"-128,-5 3-472,2 0-2374,-1-1-1,1 1 1,0 0-1,1 0 1,-1 0-1,1 1 1,-1-1-1,1 1 1,0-1-1,0 1 1,0 0-1,0 2-216,-2 4 305,1 0 0,0 0-1,1 1 1,0-1 0,0 6-305,1-1 210,1-1 0,0 0 1,1 0-1,0 0 0,1 0 1,0 0-1,1 0 0,5 10-210,-5-17 144,1 0 0,0-1 0,0 0-1,1 0 1,0 0 0,0 0 0,2 1-144,4-1 300,-8-5-202,-2 0-67,0-1 1,1 1-1,-1-1 1,0 1-1,1-1 1,-1 1-1,1-1 1,-1 0-1,1 0 1,-1 0-1,0 0 1,1 0-1,-1 0 1,1 0-1,-1 0 1,1 0-1,-1-1 1,1 1-1,-1-1 1,1 0-32,3-1 78,0 0 1,1 0-1,-1-1 1,0 0-1,-1 0 1,1 0-1,-1-1 1,1 1 0,-1-1-1,0 0 1,0 0-1,-1-1 1,1 1-1,-1-1 1,3-5-79,-2 4 15,25-49 244,-27 50-297,0 1 0,-1 0 0,1-1 0,-1 1 0,0 0 0,-1-1 0,1 0 0,-1 1 0,0-1 0,0 1 0,0-1 1,-1 1-1,0-1 0,0-3 38,-1 4-49,1 0 1,-1 0 0,0 1 0,1-1 0,-2 1 0,1-1-1,0 1 1,-1-1 0,0 1 0,1 0 0,-1 0-1,0 1 1,-1-1 0,1 0 0,0 1 0,-1 0 0,0 0-1,1 0 1,-1 0 0,0 1 0,0-1 0,0 1-1,0 0 1,-1 0 48,-1 0-33,-3 0-42,0 0 0,0 0 1,-1 0-1,1 1 0,-3 1 75,9-1-8,0 0-1,0 0 0,0 0 1,1 1-1,-1-1 0,0 1 1,0 0-1,0 0 1,0 0-1,1 0 0,-1 0 1,-2 2 8,-12 5-132,14-7 112,1 0 1,-1 1 0,0-1-1,1 1 1,-1-1-1,1 1 1,-1 0 0,1 0-1,0 0 1,0 0 0,0 1-1,0-1 1,0 0-1,1 1 1,-1-1 0,0 1-1,1 0 1,0 0 0,0-1-1,0 1 1,0 2 19,-10 30-137,-5 15 97,-1-1 0,-2-1 0,-4 2 40,16-36 21,-1 0 0,0 0 1,-1-1-1,-1 0 1,0-1-1,-1 0 1,0-1-1,-1 0 0,0-1 1,0 0-1,-1-1 1,-2 1-22,-5-1 21,18-8-19,0-1 0,1 1 0,-1-1-1,0 0 1,1 0 0,-1 0 0,0 0-1,1 0 1,-1 0 0,0 0 0,1-1 0,-2 1-2,-6-4 17,-1 0-1,1 0 1,0-1 0,-8-5-17,7 3 10,-1 1 0,-1 1 0,1-1 0,-8-1-10,8 5 3,0 0 1,0 0-1,0 1 1,-1 0-1,1 1 1,0 0-1,0 1 1,-1 1-1,-8 1-3,-18 7 33,0 1 0,-7 4-33,-59 17 53,92-30-6,0 1 0,0-2 0,0 0 0,0 0 0,0-1 0,0 0 0,-3-1-47,12 0 21,0 1-1,1-1 1,-1 1-1,0-1 1,0 0-1,1 0 1,-1 0-1,0 0 1,1-1-1,-1 1 1,1-1-1,0 1 1,-1-1-1,1 0 0,0 0 1,0 0-1,0 0 1,0 0-1,1 0 1,-1-1-1,0 1 1,1-1-1,0 1 1,0-1-1,-1 1 1,2-1-1,-1 0 1,0 0-1,0 1 1,1-1-1,0 0 1,-1-2-21,1-6 30,1 1 0,0 0 0,0 0-1,1 0 1,1 0 0,-1 0 0,2 0 0,-1 1 0,1-1 0,1 1 0,0 0 0,0 0 0,0 1 0,1-1 0,1 1-1,-1 0 1,4-1-30,1-4 42,1 2-1,1-1 0,0 2 0,0 0 1,1 0-1,0 1 0,1 1 0,0 0 0,0 1 1,5 0-42,-13 4-5,0 1 0,0 0 1,0 1-1,0-1 1,1 2-1,-1-1 1,0 1-1,0 0 0,1 0 1,-1 1-1,0 0 1,0 0-1,1 1 0,3 1 5,-5 0-3,-1-1-1,0 1 0,0 0 0,0 1 1,0-1-1,0 1 0,0 0 0,-1 0 0,0 0 1,0 1-1,0-1 0,0 1 0,-1 0 1,0 0-1,0 0 0,0 1 0,1 4 4,1 2-69,-1 0-1,0 1 0,-1-1 1,-1 1-1,0 0 1,0-1-1,-2 1 0,1 0 1,-2 0-1,1 0 1,-2 0-1,0-1 0,0 1 1,-1-1-1,-3 7 70,-6 13-498,-1-1 0,-1 0 0,-2-1 0,-1-1 0,-6 7 498,15-25-1434,0-1-1,-1 0 0,0-1 0,-1 0 0,0 0 0,0-1 0,-1 0 0,-9 4 1435,-10 5-3876</inkml:trace>
  <inkml:trace contextRef="#ctx0" brushRef="#br0" timeOffset="641.132">2111 1289 7324,'-2'-3'4005,"-25"-27"4159,14 16-7376,-43-40 508,-2 2 0,-15-7-1296,-57-50 384,107 87-164,0-1 0,2-1-1,1-1 1,-4-9-220,15 13 153,8 16-134,-1 1 88,6 1 0,0 0-116,1 0 0,0 1 1,0 0-1,0 0 0,0 0 1,0 0-1,0 1 0,0 0 1,1 0-1,-1 0 0,2 1 9,70 0-123,-31 1-22,90-10-199,-75 3 77,-1 3 0,20 4 267,-51 3-43,-27-3 36,0 0-1,0 0 1,0-1 0,0 1 0,0 0 0,-1 0 0,1 1 0,0-1-1,-1 0 1,1 1 0,0-1 0,0 1 7,0 2-8,0-1 1,0 1-1,0 0 1,0-1-1,-1 1 1,1 0-1,-1 0 1,0 0-1,0 0 0,0 0 1,-1 0-1,1 1 1,-1-1-1,0 0 1,0 0-1,-1 0 0,1 0 1,-1 1-1,0-1 1,0 0-1,0 0 1,-1-1-1,1 1 0,-1 0 1,-1 1 7,-7 17-71,-2-1 0,0 0 0,-16 19 71,23-33-26,-24 31-645,-2-1 0,-2-1 0,-15 11 671,36-36-1049,0-1 0,0 0 0,-1 0 0,-7 3 1049,14-10-905,1 1 0,-1-2 0,0 1 0,0-1 0,-1 0 0,1 0 0,0 0 0,-1-1 0,1 0 0,-1-1 0,1 1 0,-6-1 905,-13-2-3855</inkml:trace>
  <inkml:trace contextRef="#ctx0" brushRef="#br0" timeOffset="1010.159">994 453 5140,'0'0'3469,"0"0"-128,18-4-1028,2 23-1285,0 1-257,13 12-385,3 1-386,6 3-643,11 3-2184,5 10-514,-11-11 0,13 7-128</inkml:trace>
  <inkml:trace contextRef="#ctx0" brushRef="#br0" timeOffset="1730.669">1911 1090 771,'-1'3'417,"1"0"1,-1 1-1,1-1 0,-1 0 1,0 0-1,0 1 0,0-1 0,-1 0 1,1 0-1,-1 0 0,0-1 1,1 1-1,-1 0 0,-1-1 1,1 1-418,-14 21 2713,11-15-2199,0-1 0,-1 0 0,1 0 0,-2 0 0,1-1 0,-1 0 0,0 0 0,0-1 0,-1 0 0,0 0 0,0 0 0,-1-1 0,1-1 0,-1 1 0,0-1 0,0-1 0,-8 2-514,8-4 478,0-1-1,0 0 0,1 0 0,-1-1 1,0 0-1,0-1 0,-1 0-477,7 0 257,3 2-107,3 3-43,0 0-120,0-1-1,-1 1 1,1 0-1,-1 0 0,1 0 1,-1 0-1,0 1 1,0-1-1,-1 0 1,1 1-1,-1-1 1,0 1-1,1 0 1,-2-1-1,1 1 0,0 0 1,-1 0-1,1 0 1,-1 0 13,-1 2-13,1 1 0,-1-1-1,-1 1 1,1-1 0,-1 0 0,0 0 0,-1 0 0,1 0 0,-1 0 0,0 0-1,-1-1 14,-6 10 27,0 0-1,-1-2 0,-1 1 0,-1-1 0,1-1 0,-2 0 0,0-1 0,-4 2-25,10-7 66,1-2 1,0 1-1,-1-1 1,0 0-1,0-1 1,0 1-1,0-2 1,0 1-1,-1-1 1,1-1-1,-1 1 1,0-1 0,1-1-1,-1 0 1,0 0-1,1 0 1,-1-1-1,1-1 1,-1 1-1,1-1 1,-1-1-1,1 0 1,0 0 0,0 0-1,0-1 1,0-1-68,-91-57 864,-22-24-864,-64-41-8,98 76-269,26 15-4607,-9-9 4884,65 42-3726,15 4-2393,1 1 4492,-9-2 934,23 7-3526</inkml:trace>
  <inkml:trace contextRef="#ctx0" brushRef="#br0" timeOffset="2073.951">1875 1476 8224,'24'10'4112,"-6"8"0,-14 0-129,-10 5-3726,-8 3-128,-8 4-258,-8-7-513,4 15-1286,-9-12-2055,-9-11-1,4 5 129,-5-10-128</inkml:trace>
  <inkml:trace contextRef="#ctx0" brushRef="#br0" timeOffset="2453.387">897 1942 6039,'-5'-1'3877,"-13"-1"42,13 1-557,5 1-1670,6 1-492,29 5-607,-1 2 1,1 2 0,-1 0-1,7 6-593,-31-12 19,0 0 0,-1 1 0,1 0 0,-1 0 0,0 1 0,0 0 0,0 1 0,-1 0-1,0 1 1,0-1 0,-1 1 0,0 1 0,-1-1 0,0 1 0,0 1 0,2 5-19,-5-8 20,-2 0 1,1 0 0,-1 0 0,0 0-1,0 0 1,-1 1 0,0-1 0,-1 0-1,1 0 1,-1 1 0,-1-1-1,1 0 1,-1 0 0,0 0 0,-1 0-1,0-1 1,0 1 0,0-1 0,-1 1-1,0-1 1,0 0 0,-2 1-21,-7 10 77,-1 0 1,-1-1-1,0-1 1,-1 0-1,-1-1 0,-17 11-77,16-12 66,-1-2 0,-1 0-1,1-1 1,-2-2 0,1 1-1,-1-2 1,-1-1-1,-18 3-65,30-8-1,0 0-1,0 0 0,0-1 1,0 0-1,0-1 0,0 0 0,0 0 1,0-1-1,-5-2 2,8 1-46,1 1 1,-1-1-1,1-1 1,0 1-1,-1-1 1,2 0-1,-1 0 0,0-1 1,1 1-1,0-1 1,0-1-1,0 1 1,1-1-1,-1 0 46,-2-5-528,1 0-1,0 0 1,0 0-1,1 0 1,0-1-1,1 0 1,-1-8 528,2 3-1500,0 1 0,1-1 0,1 0 0,1 1 1,0-1-1,2 0 0,-1 1 0,4-11 1500,6-26-4262</inkml:trace>
  <inkml:trace contextRef="#ctx0" brushRef="#br0" timeOffset="3204.917">18 1628 6168,'-17'-10'9119,"17"20"-4014,5 6-5473,9 16 1096,2-2 1,0 0-1,5 2-728,-20-30 16,0 0-1,0-1 1,0 1 0,0-1 0,0 0-1,1 1 1,-1-1 0,1 0 0,-1 0 0,0 0-1,1 0 1,0 0 0,-1 0 0,1 0-1,0 0-15,3 1 42,5 2 87,15-11-1,-20 3-106,0 0 0,0-1 1,-1 1-1,1-1 0,-1 0 0,0 0 0,0-1 0,-1 1 0,0-1 1,0 0-1,0 0 0,0 0 0,-1 0 0,0 0 0,0-4-22,6-21 28,-2 0 1,2-19-29,-7 44-3,3-15 3,5 3 21,-8 18-17,0-1-1,0 1 1,-1 0-1,1-1 1,0 1-1,0 0 1,0 0 0,0 0-1,-1 0 1,1 0-1,0 0 1,0 0-1,0 0 1,0 0 0,0 0-1,-1 0 1,1 0-1,0 0 1,0 1-1,0-1 1,-1 0 0,1 1-1,0-1 1,0 1-4,15 7-2,-1 2 0,-1 0 0,0 0 0,8 8 2,50 35-2005,23 0-9710,-74-44 7474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8:22.778"/>
    </inkml:context>
    <inkml:brush xml:id="br0">
      <inkml:brushProperty name="width" value="0.1" units="cm"/>
      <inkml:brushProperty name="height" value="0.1" units="cm"/>
      <inkml:brushProperty name="color" value="#E71224"/>
    </inkml:brush>
  </inkml:definitions>
  <inkml:trace contextRef="#ctx0" brushRef="#br0">12836 571 7324,'-3'-4'2977,"-17"-35"4179,-8-26-3674,15 36-2448,12 26-798,3 7-129,17 36-109,-1 2 0,-3 0 0,1 5 2,-10-25 4,0 1 0,-2 0 0,0 0 0,-2 0 0,0 0-1,-2 0 1,0 3-4,-1-17 30,0 1-1,0-1 0,-1 0 0,0 0 1,-1 0-1,0 0 0,0 0 1,-1-1-1,0 0 0,-1 1 1,0-1-1,0-1 0,0 1 1,-1-1-1,0 0 0,-1 0 0,0-1 1,0 0-1,-4 4-29,-1-6 107,8-3-64,2-1-27,1 1 0,-1-1-1,0 0 1,1 0 0,-1 1 0,1-1-1,-1 0 1,1 0 0,-1 0 0,1-1 0,-1 1-1,1 0 1,-1-1 0,1 1 0,-1-1-1,1 1 1,-1-1 0,1 0 0,-2 0-16,-3-1 31,4 1-23,0 1-1,0-1 1,0 0 0,1 1 0,-1-1 0,0 0 0,0 0 0,1-1 0,-1 1 0,0 0 0,1-1 0,-1 1 0,1 0 0,0-1 0,-1-1-8,-22-25 79,3-2 1,0 0-1,2-1 1,1-1-1,2-1 1,1 0 0,-9-30-80,16 43 107,-3 2 21,6 43 1,8 68-118,-1-62 4,-1 0-1,-2 0 1,-1 10-15,1-32 4,-1-1 0,1 1 0,-2-1 0,1 1 0,-1-1 0,0 0 0,-1 0 0,0 0 0,0 0 0,-1 0 0,1-1 0,-2 0 0,-3 4-4,7-8 4,-1-1 0,1 0 1,-1 0-1,1 0 1,-1 0-1,0 0 0,1-1 1,-1 1-1,0-1 0,0 1 1,0-1-1,0 0 0,0-1 1,-1 1-1,1 0 1,0-1-1,0 0 0,-3 0-4,0 0 38,0-1 0,0 0 0,0 0 0,1-1 1,-1 1-1,0-1 0,1 0 0,0-1 0,-1 0 0,0 0-38,-9-7 77,1 0 0,1 0 0,-1-1 0,2-1 0,-1 0 0,-7-11-77,-70-104-150,90 127 148,0 1 0,0-1 0,0 0 0,0 0 0,0 0 1,0 0-1,0 0 0,0 0 0,0 0 0,0 0 0,-1 0 0,1 0 0,0 1 1,0-1-1,0 0 0,0 0 0,0 0 0,0 0 0,0 0 0,0 0 1,-1 0-1,1 0 0,0 0 0,0 0 0,0 0 0,0 0 0,0 0 1,0 0-1,-1 0 0,1 0 0,0 0 0,0 0 0,0 0 0,0 0 0,0 0 1,0 0-1,0 0 0,-1 0 0,1 0 0,0 0 0,0-1 0,0 1 1,0 0-1,0 0 0,0 0 0,0 0 2,-3 66 109,4-55-78,-1 1-1,0-1 1,-1 1 0,0 0 0,-1-1-1,0 1 1,-1-1 0,0 0 0,-3 5-31,-8 3 107,11-16-97,0-1 0,0 0 0,0 1 0,0-1 1,0-1-1,-1 1 0,1 0 0,-1-1 0,1 0 0,-1 0 1,0 0-1,1 0 0,-1 0 0,0-1 0,0 1-10,-3-1 36,-1 0 1,1-1-1,-1 0 0,1 0 0,0 0 0,-1-1 0,-4-2-36,-14-6 123,1-1-1,0-2 1,-22-14-123,33 19-2,-8-5 2,4 4 39,18 9-38,-1 0-1,1 0 1,0 0-1,0 0 1,0 0-1,0 0 1,0 0-1,-1 0 1,1 0 0,0 0-1,0 0 1,0 0-1,0 0 1,0 0-1,0 0 1,-1 0-1,1 0 1,0 1-1,0-1 1,0 0 0,0 0-1,0 0 1,0 0-1,0 0 1,-1 0-1,1 0 1,0 0-1,0 0 1,0 1-1,0-1 1,0 0 0,0 0-1,0 0 1,0 0-1,0 0 1,0 0-1,0 0 1,0 1-1,0-1 1,0 0-1,0 0 1,0 0-1,0 0 1,0 0 0,0 1-1,0-1 1,0 0-1,0 0 1,0 0-1,5 12 41,91 143 109,-77-117-169,-1 1 1,-2 1 0,-1 1-1,-3 0 1,-1 1-1,-2 0 1,1 28 18,-8-49-13,-1 1 1,-1-1-1,-1 0 1,-1 1-1,-1-1 0,-1 0 1,-4 12 12,4-18-4,-1-1 0,-1-1 1,0 1-1,-1-1 1,0 0-1,-1-1 0,-1 1 1,0-2-1,0 1 0,-1-1 1,-5 4 3,3-5-34,-1 0 0,0-1 1,0-1-1,-1 0 0,0 0 1,0-2-1,-1 0 0,0 0 1,0-1-1,0-1 0,0-1 1,-1 0-1,-10 0 34,-12 0-1159,0-2 0,0-1 0,0-3 0,0-1 0,-7-2 1159,15 0-1610,0 0-1,1-2 1,0-1-1,0-1 1,-17-10 1610,-48-33-4091</inkml:trace>
  <inkml:trace contextRef="#ctx0" brushRef="#br0" timeOffset="510.379">11989 330 6682,'0'0'2955,"1"-2"1,1-14-1709,-1 0 1,0 0 0,-1-1 0,-1 1-1,-1 0 1,0 0-1248,-1-10 355,2 0 0,1-9-355,0 28 78,0 0-1,1-1 1,1 1 0,-1 0 0,1 0-1,0 0 1,1 0 0,-1 0 0,1 1-1,2-3-77,-3 5 5,1 0 0,0 1 0,0-1 0,0 1 0,1 0 0,-1 0 0,1 0 0,0 0 0,-1 1 0,1-1 0,0 1 0,1 0 0,-1 0 0,0 0 0,0 1 0,1 0 0,-1 0 0,1 0 0,0 0 0,-1 0 0,1 1 0,-1 0 0,1 0 0,0 1 0,-1-1 0,1 1 0,-1 0 0,1 0 0,3 1-5,3 1-78,0 1 0,0 0 0,-1 0 0,0 1-1,0 1 1,0-1 0,0 2 0,-1-1 0,0 1 0,-1 1 0,1-1 0,-1 2 78,-1-1-550,-1 0 0,0 0 0,-1 1 1,0 0-1,0 1 550,0 0-1051,-1 0 0,0 0-1,-1 0 1,0 1 0,-1-1 0,0 0 0,-1 1 0,1 4 1051,-5 20-3448</inkml:trace>
  <inkml:trace contextRef="#ctx0" brushRef="#br0" timeOffset="1370.336">11003 853 9509,'0'0'3362,"-3"-4"65,-20-26-347,-1 0 0,-6-4-3080,-107-99 1314,125 121-1264,-1 0 0,1-1 0,1 0-1,1-1 1,0 0 0,-5-9-50,13 20 5,0-1 0,1 0 0,-1 0-1,1 0 1,0 0 0,0-1 0,0 1 0,0 0 0,1 0-1,-1-1 1,1 1 0,1 0 0,-1-1-5,1 2 1,-1-1 0,1 1 1,0 0-1,1 0 0,-1 1 0,0-1 1,1 0-1,0 0 0,-1 1 0,1-1 1,0 1-1,0-1 0,1 1 0,-1 0 1,0 0-1,1 0 0,0 0 0,-1 0 1,3 0-2,9-6 5,0 1 0,1 1 1,0 0-1,1 1 0,-1 1 1,1 0-1,0 1 0,0 1 1,0 0-1,0 2 1,0-1-1,8 2-5,6 2 11,0 0-1,0 2 1,-1 1 0,1 1-1,-1 1 1,6 5-11,-21-8 9,0 1 0,-1 0-1,0 1 1,0 0 0,-1 1-1,0 1 1,0 0 0,9 10-9,-17-15 1,0 0 1,-1 0-1,1 0 1,-1 1-1,0-1 1,-1 1-1,1 0 1,-1 0-1,0 0 1,0 0-1,0 1 1,-1-1-1,0 0 1,0 1-1,0-1 1,-1 1-1,1-1 1,-1 1-1,-1-1 1,1 0-1,-1 1 1,0-1-1,0 1 1,-1-1-1,0 3-1,-6 12-18,0-1-1,-2 1 0,0-1 1,-1-1-1,-1 0 1,-3 2 18,-32 39 79,-10 5-79,3-4-32,-1 6 23,2 2-1,4 2 1,2 3 0,4 1 0,3 2-1,-14 42 10,36-72-20,3 0 0,2 2 0,2-1 0,2 2 0,-1 23 20,7-33 32,2 0-1,2 0 0,1 0 1,2 0-1,2 0 1,1-1-1,5 12-31,0-9 26,3 0 0,0-1-1,3-1 1,1 0 0,2-2-1,1 0 1,2-1 0,11 10-26,-20-27 23,1-1 1,0-1-1,2 0 0,-1-1 1,2-1-1,0-1 1,1 0-1,1-2 0,0 0 1,0-2-1,1 0 1,0-1-1,1-1 1,0-1-1,15 2-23,-17-7 54,0-1 1,-1 0-1,1-2 1,0 0-1,0-1 0,-1-1 1,1-2-1,-1 1 0,0-2 1,6-3-55,24-11 140,0-2 0,-2-2 0,18-13-140,-6 2-214,-2-3-1,-2-2 1,-1-2 0,-2-3 0,45-50 214,4-23-2362,-83 93 437,-1-1-1,-1 0 1,11-25 1925,-23 42-662,0-1 0,-1 0-1,0 1 1,-1-1 0,0 0 0,-1-1 0,0 1 0,0 0 0,-1-1 0,-1 1-1,1-1 1,-2 0 662,-10-41-3876</inkml:trace>
  <inkml:trace contextRef="#ctx0" brushRef="#br0" timeOffset="1838.891">9400 1394 6553,'0'0'3213,"26"16"128,-8 11 0,6 9-1671,11 27-642,-7 2 0,24 22-128,-13 11-258,15 19-385,-7-1 0,1 7-385,-2 3-1,-9-10-513,7 7-772,-22-21-1927,-4-17-257,-8-16 0,-12-24 0</inkml:trace>
  <inkml:trace contextRef="#ctx0" brushRef="#br0" timeOffset="3129.881">8739 1151 5525,'-10'-15'1813,"0"-2"0,1 1 0,-1-5-1813,-33-92 3488,20 50-2542,-52-113 2417,73 171-3106,2 5-22,2 4-63,35 83 495,17 21-667,-11-21 596,9 31-596,-24-43 86,-3 2 0,-4 0-1,5 39-85,-19-73 55,-2 0 0,-2 1 0,-1-1 0,-2 1 1,-3-1-1,-1 0 0,-4 11-55,5-39 89,0 1 1,-2-1-1,0 0 1,0 0-1,-2-1 1,0 2-90,4-11 44,0 0 0,0 0 0,0 0 0,-1-1 0,1 1 0,-1-1 0,0 0 0,-1 0 0,1 0 0,-1-1 0,0 1 0,1-1 0,-1 0 0,-1 0 0,1-1 0,0 0 0,-1 0-44,5-1 7,-1-1 0,1 0-1,0 0 1,-1 0 0,1 0 0,0 0 0,0 0 0,-1 0 0,1-1 0,0 1 0,0 0 0,-1-1 0,1 1 0,0-1 0,0 1 0,0-1 0,0 0-1,0 1 1,-1-2-7,0 1 19,2 1-18,0 0 0,0 0 0,0 0 1,0 0-1,-1 0 0,1 0 0,0 0 0,0 0 1,0 0-1,0 0 0,-1 0 0,1 0 1,0 0-1,0 0 0,0 0 0,0-1 1,-1 1-1,1 0 0,0 0 0,0 0 1,0 0-1,0 0 0,0 0 0,0 0 0,0-1 1,-1 1-1,1 0 0,0 0 0,0 0 1,0 0-1,0-1 0,0 1 0,0 0 1,0 0-1,0 0 0,0 0 0,0-1 1,0 1-1,0 0 0,0 0 0,0 0 0,0 0 1,0-1-1,0 1 0,0 0 0,0 0 1,0 0-1,0 0 0,0-1 0,0 1 1,1 0-1,-1 0-1,9-24-64,-3 17 51,0 0 1,1 0 0,-1 1-1,1 0 1,1 0 0,-1 1-1,1 0 1,0 0 0,0 0-1,0 1 1,0 1 0,1-1 0,0 2-1,0-1 1,1 1 12,12-4-23,0 2 0,0 0 0,1 2 0,-1 1 0,21 1 23,-29 0-13,0 2 0,0-1-1,-1 2 1,1 0 0,0 1 0,-1 0 0,0 1 0,0 0 0,7 5 13,-16-8 1,0 0 0,0 1 0,0-1 0,-1 1 0,1 0 0,-1 0 0,1 0 0,-1 1 1,0-1-1,0 1 0,-1 0 0,1-1 0,-1 1 0,0 1 0,0-1 0,0 0 0,0 0 0,-1 1 0,0-1 0,0 1 0,0-1 0,0 1 1,-1-1-1,1 1 0,-1-1 0,0 1 0,-1 0 0,1-1 0,-1 1 0,-1 1-1,-1 6 36,-1 0 0,-1-1 0,0 0 0,0 0 0,-1 0 0,-1 0 0,0-1 0,0 0 0,-1-1 0,0 1 0,-8 5-36,-11 10 82,-1-1 1,-1-2-1,-12 6-82,-15 10 124,-3-3 0,0-2 0,-2-3 0,-2-3 1,-3-1-125,56-22 27,-1-1-1,0 0 1,-1-1 0,1 0 0,0-1 0,-1 0 0,1-1 0,0 0 0,-1-1-1,-7-2-26,10 1 23,-1 0-1,1-1 0,0-1 0,0 1 1,0-1-1,1-1 0,-1 0 0,1 0 0,0-1 1,1 0-1,-1 0 0,-6-7-22,-14-18 106,0-1 1,2-1-1,2-1 0,0-3-106,-83-149 22,65 109 45,-85-160 940,-22-78-1007,147 311 128,4 11-42,7 24-94,2-1 0,1 0 0,1-1 1,16 25 7,78 118-47,-60-99 39,-23-36 12,39 61 98,-5 2 1,16 44-103,-60-114 18,-1 1-1,-2 1 1,-1 0 0,-2 1-1,0 0 1,-3 0 0,-1 1-1,-1-1 1,-2 1 0,-1 16-18,-2-34 5,0-1-1,-1 1 1,0-1 0,-1 0 0,-1 0 0,0 0 0,-1-1 0,-1 1 0,0-1 0,-1-1 0,-1 0 0,0 0 0,-1 1-5,2-5 4,-1 0-1,1-1 1,-2 1 0,1-2 0,-1 0 0,0 0-1,0 0 1,-1-2 0,1 1 0,-1-1-1,-1-1 1,1 0 0,-1 0 0,0-1 0,1-1-1,-1 0 1,-2-1-4,-3 0-9,1 0-1,0-2 0,0 0 1,0-1-1,0 0 1,1-1-1,-1-1 1,0-1-1,1 0 0,0-1 1,1-1-1,-1 0 1,1-1-1,-12-8 10,15 8-27,0 0 0,1-1 0,0 0 0,1-1 0,0 0 0,0 0 0,1-1 0,0 0 0,1 0 0,0-1 0,1 0-1,1 0 1,0 0 0,0-1 0,1 0 0,1 0 0,0 0 0,0-2 27,2 6-395,1 0 0,0 0 0,0-1 0,1 1 1,0 0-1,1 0 0,0 0 0,0 0 0,4-8 395,-2 7-896,0 1-1,0-1 0,1 1 1,1 0-1,-1 1 1,1-1-1,1 1 1,0 0-1,0 0 1,0 1-1,1 0 1,0 0-1,1 1 1,1-1 896,34-13-4091</inkml:trace>
  <inkml:trace contextRef="#ctx0" brushRef="#br0" timeOffset="4078.873">6998 2587 4626,'2'-5'2955,"-2"5"-2932,12-21 3396,-11 20-3128,0-1 1,0 1-1,0 0 1,0-1-1,0 1 0,0 0 1,0 0-1,0 0 0,0 0 1,1 0-1,-1 0 0,0 1 1,1-1-1,-1 0 0,1 1 1,-1-1-1,1 1 0,-1-1 1,1 1-1,-1 0 1,1 0-1,0-1-291,15 3 1520,-17-2-1488,0 0 0,0 0 0,1 0 0,-1 0 0,0 0-1,0 0 1,1 0 0,-1 0 0,0 0 0,0 0 0,1 0-1,-1 0 1,0 0 0,0 0 0,0 0 0,1 0 0,-1 1-1,0-1 1,0 0 0,0 0 0,0 0 0,1 0 0,-1 0 0,0 1-1,0-1 1,0 0 0,0 0 0,0 0 0,1 1 0,-1-1-1,0 0 1,0 0 0,0 0 0,0 1 0,0-1 0,0 0-1,0 1-31,1 2 136,1 1-1,-1 0 1,0 0-1,-1 1 0,1-1 1,-1 0-1,1 0 1,-1 0-1,-1 0 1,1 0-1,-1 0 0,1 1 1,-2 0-136,0 5 141,-1-1-1,0 0 1,-1 0 0,0 0 0,-1 0-1,0 0-140,-5 7 127,-1-1-1,-1 0 0,0 0 0,-1-1 1,0 0-1,-5 2-126,7-8 25,1 0 0,-2 0 0,1-1 0,-1 0 1,0-1-1,0-1 0,-1 0 0,0 0 0,0-1 0,-13 2-25,22-5 5,-1-1 0,0 1 0,1-1 0,-1 0 0,0 0-1,1 0 1,-1 0 0,0-1 0,1 0 0,-1 0 0,0 0 0,1-1-1,0 0 1,-1 1 0,1-1 0,0-1 0,0 1 0,0-1 0,0 0-1,0 1 1,1-2 0,-1 1 0,1 0 0,0-1 0,0 1 0,0-1-1,0 0 1,1 0 0,0 0 0,0 0 0,0-1 0,-1-2-5,0-1-4,1-1 0,0 1 0,1-1 0,-1 1 0,2-1 0,-1 0 0,1 1 0,1-1-1,-1 0 1,2 1 0,-1-1 0,1 1 0,0-1 0,1 1 0,0 0 0,1-2 4,0-1-5,1 0-1,1 1 0,0 0 0,0 0 0,1 0 0,0 1 0,1 0 1,0 0-1,0 1 0,1 0 0,7-5 6,-9 8 10,0 0 0,0 1-1,1 0 1,0 0 0,0 1-1,0 0 1,0 0 0,0 1-1,1 0 1,-1 1 0,1 0-1,-1 0 1,1 0 0,0 1-1,3 1-9,-1 0 16,0 1-1,0 1 0,0 0 1,-1 0-1,1 1 0,-1 0 1,0 1-1,0 0 0,0 0 1,-1 1-1,2 2-15,4 3 42,-1 1 0,0 1-1,-1 0 1,-1 1 0,0 0 0,-1 1 0,0 0 0,-1 0-1,-1 1 1,0 1 0,-1 0 0,-1 0 0,-1 0 0,1 4-42,-3 0-19,0 1 0,-1-1 0,-1 0-1,-1 1 1,-1 0 0,-1-1 0,-1 1 0,-1-1 0,-1 0 0,-1 0 0,0 0 0,-2 0 0,0-1 0,-1 0 0,-2-1 0,0 1 0,0-2 0,-2 0 0,0 0 0,-1-1 0,-1 0 0,-1-1 0,0-1 0,-1-1 0,-1 0 0,0-1 0,-10 6 19,-1-2-1577,-2 0 0,0-2 0,0-2 1,-2 0-1,1-3 0,-1 0 0,-1-2 0,-18 2 1577,-28-4-3962</inkml:trace>
  <inkml:trace contextRef="#ctx0" brushRef="#br0" timeOffset="4436.969">6008 2698 7710,'45'38'9728,"16"19"-9728,-28-23 1597,-2 2 1,2 5-1598,-16-19 258,-1 1 1,-1 0-1,-1 1 0,-2 0 1,0 1-1,-1 1 1,-2 0-1,-1 0 0,2 11-258,-8-23 29,-1 0-1,0-1 0,0 1 0,-2 0 1,0 0-1,0-1 0,-1 1 0,-1 0 1,-1-1-1,0 0 0,0 0 1,-1 0-1,-1 0 0,0-1 0,-1 0 1,0 0-1,0-1 0,-2 0 0,1 0 1,-1-1-1,-1 0 0,0 0 1,-1-1-1,1 0 0,-3 0-28,-5 3-594,0-1 0,0 0 0,-1-1 0,0-1 0,-14 4 594,9-5-1473,-1-1 1,-1-2-1,1 0 1,-1-2-1,1 0 0,-1-2 1,-5-1 1472,-47-3-3834</inkml:trace>
  <inkml:trace contextRef="#ctx0" brushRef="#br0" timeOffset="5016.869">5405 2858 10408,'-2'7'1041,"0"1"0,0 0 0,-1-1 0,0 1 0,0-1 0,-1 0 0,0 0 0,0-1 0,-1 1 0,-4 5-1041,2-4 333,0-1 1,-1 0-1,0 0 0,0 0 1,-1-1-1,0 0 1,0-1-1,-2 1-333,3-1 16,-1-1 0,0-1 0,0 1 0,-1-1 0,1-1 0,-1 0 0,1 0 0,-1-1 0,0 0 0,0-1-1,1 0 1,-1 0 0,0-1 0,0 0 0,1-1 0,-1 0 0,1-1 0,-5-1-16,7 1 7,0 0 1,1-1-1,-1 0 0,1 0 0,0 0 0,0-1 0,1 1 1,-1-2-1,1 1 0,0 0 0,1-1 0,-1 0 1,1 0-1,0-1 0,1 1 0,-1-1 0,0-3-7,0 0 2,1 0-1,1 0 0,-1 0 1,2-1-1,0 1 0,0 0 0,0-1 1,1 1-1,1-1 0,0 1 1,1 0-1,0-2-1,0 0-1,1 1-1,1 0 1,0 0-1,0 0 1,1 1-1,0-1 1,1 1 0,0 1-1,1-1 1,0 1-1,1-1 2,-3 4 2,1 1 0,0-1 0,0 1 0,0 0 0,1 0-1,0 0 1,0 1 0,0 1 0,0-1 0,1 1 0,0 0 0,-1 0-1,1 1 1,0 0 0,7 0-2,-7 2 10,0 0 0,0 0 1,0 1-1,0 0 0,0 0 0,0 1 0,0 0 0,0 0 0,0 1 1,-1 0-1,1 1 0,-1 0 0,0 0 0,0 0 0,0 1 1,-1 0-1,0 0 0,0 0 0,0 1 0,5 6-10,6 8 37,-1 1-1,-1 1 1,0 1-1,-2 0 1,9 22-37,-8-15 40,-1 1 1,-2 0 0,-1 1-1,-1 1 1,-2 0 0,-1 0 0,-2 0-1,-1 0 1,-2 1 0,-2 25-41,0-42 27,-1 0 1,-1 0-1,0-1 1,-1 1-1,-1-1 1,0 1-1,-2-1 1,1-1-1,-2 1 1,0-1-1,-1-1 1,-1 0 0,0 0-1,0 0 1,-2-2-1,1 1 1,-2-1-1,0-1 1,0 0-1,-1-1 1,-13 7-28,4-5 14,0-2 1,-1-1-1,0 0 0,-1-2 1,1-1-1,-1-1 1,-1-1-1,1-1 1,-1-1-1,1-1 0,-1-2 1,1 0-1,-22-5-14,8 0-20,1-2-1,1-1 0,0-2 0,0-1 0,1-2 1,0-2-1,2-1 0,-28-19 21,38 21-130,1-1 1,1-1-1,0-2 0,1 0 1,1-1-1,1-1 0,1-1 1,1 0-1,1-1 0,1-1 1,0-1-1,2 0 0,2-1 0,0 0 1,1-1-1,2 0 0,0 0 1,-1-21 129,4 15-670,2 1 0,1-1 0,2 0 0,1 0 0,1 1 0,2-1 0,5-13 670,-2 2-2603,3 0 1,2 0 0,1 1 0,5-5 2602,11-8-3384</inkml:trace>
  <inkml:trace contextRef="#ctx0" brushRef="#br0" timeOffset="5436.482">4597 1938 9637,'0'0'3363,"0"0"42,-1 4-600,1 0-2680,-1 0-1,1 0 0,0 0 0,0 1 0,1-1 1,-1 0-1,1 0 0,0 0 0,0 0 0,0 0 1,1 0-1,-1 0 0,1 0 0,0 0 0,2 3-124,41 59 236,-40-59-193,2 2-9,0 0 1,0-1-1,1 0 1,0 0-1,0-1 0,1 0 1,0-1-1,5 4-34,-11-8-19,-1-1-1,1 0 1,0 1-1,0-1 1,-1 0 0,1 0-1,0-1 1,0 1-1,0 0 1,0-1-1,0 0 1,0 0 0,0 0-1,-1 0 1,1 0-1,0-1 1,0 1-1,0-1 1,0 0 0,0 1-1,0-1 1,-1-1-1,1 1 1,0 0-1,-1-1 1,1 1 0,-1-1-1,0 0 1,1 0-1,-1 0 1,0 0-1,0 0 1,0 0 0,0-1 19,10-15-212,0 0 0,-2-1 0,0 0 1,-1-1-1,0 0 0,-2-1 0,5-20 212,6-14-209,-10 33 230,-7 20-15,0 1 0,0-1 0,0 1 1,0-1-1,0 1 0,0-1 0,0 1 0,1 0 0,-1 0 0,0 0 0,1 0 1,-1 0-1,1 0 0,0 0-6,0 0 6,1 0 0,-1 1 0,1 0 0,0 0-1,-1 0 1,1 0 0,0 0 0,-1 0 0,1 0 0,-1 1 0,1 0 0,0-1 0,-1 1 0,1 0 0,-1 0 0,0 0 0,1 0 0,-1 1-6,49 30-19,-37-22-91,82 55-2910,-27-14-5974,0 4 8994,-24-17-3234</inkml:trace>
  <inkml:trace contextRef="#ctx0" brushRef="#br0" timeOffset="6386.841">3097 3696 10794,'47'-1'7967,"-40"-5"-4562,-5 2-3300,1 0 1,-1-1-1,1 1 0,-1-1 0,-1 1 1,1-1-1,-1 0 0,1 0 1,-1 0-1,-1 1 0,1-1 0,-1 0 1,0 0-1,0 0 0,0 0 1,0 0-1,-1 0 0,0 0 1,0 0-1,-1 0 0,1 1 0,-1-1 1,0 1-1,-2-5-105,-15-18 49,-2 1 1,0 1-1,-1 2 0,-2 0 1,0 1-1,-3-1-49,-21-20 25,41 37-27,-6-5-38,0 0 0,1-1 0,1 0 1,0-1-1,0 0 0,1-1 0,1 0 0,-7-15 40,15 26-3,0 1-1,0-1 0,0 0 1,1 1-1,-1-1 1,1 0-1,0 1 1,0-1-1,0 0 1,0 0-1,0 1 1,0-1-1,1 0 1,0 1-1,-1-1 1,1 0-1,0 1 1,1-3 3,0 1-6,1 1 0,-1-1 1,1 0-1,0 1 0,0 0 0,0 0 1,1 0-1,-1 0 0,1 0 1,-1 1-1,1-1 6,12-5-5,1 0-1,0 0 1,0 2 0,0 0 0,3 0 5,-18 6 2,52-15-34,0 4 0,1 1 0,0 3 0,0 3 0,0 2-1,0 2 1,1 3 0,17 4 32,-56-5-11,0 1-1,-1 0 0,0 1 1,0 1-1,0 0 1,2 3 11,-15-7-1,-1 0 0,1 0 0,0 0 0,-1 1 0,1-1 0,-1 1 0,0 0 0,0 0 0,1 0 0,-1 0 0,0 0 0,-1 0 0,1 0 0,0 1 0,-1-1 0,1 1 0,-1-1 0,0 1 0,0 0 0,0-1 0,0 1 0,0 0 0,0 0 0,-1 0 0,0 0 0,1-1 0,-1 1 0,0 0 0,0 0 0,-1 0 0,1 0 0,-1 0 0,1-1 0,-1 1 0,0 0 0,0 0 0,0-1 0,-1 3 1,-4 6 30,0 0 0,0 0 0,-1-1-1,-1 0 1,0 0 0,0-1 0,-3 3-30,-70 59 101,57-50-47,-80 65 112,-3-5 0,-4-4 0,-3-6 0,-75 33-166,178-98 21,1-1 0,-1-1 0,0 0-1,-1-1 1,1 0 0,-1 0 0,-2-1-21,10-2 10,-1 1 0,1-1-1,-1 0 1,1-1 0,0 1 0,-1-1 0,1 0 0,0 0-1,-1 0 1,1-1 0,0 1 0,0-1 0,0 0 0,0 0-1,1-1 1,-1 1 0,0-1 0,1 0 0,0 1 0,-2-3-10,-10-13 5,1-1 0,0 0 1,1-1-1,-5-12-5,-16-25 0,-27-28-119,-3 2 0,-4 4-1,-3 2 1,-12-4 119,-66-53-594,-110-72 594,207 164-1220,48 38-901,4 4-1477,4-3-471,14-13-43,10 6 0</inkml:trace>
  <inkml:trace contextRef="#ctx0" brushRef="#br0" timeOffset="6747.6">2330 2495 9380,'0'0'3727,"12"-22"-258,-12 22 1,0 0-3342,0 0-385,17-4-771,-17 4-2313,10 22-128,-12-5-129,0 11 128</inkml:trace>
  <inkml:trace contextRef="#ctx0" brushRef="#br0" timeOffset="7092.823">2165 3716 5911,'13'18'2703,"2"0"0,0-1 0,7 6-2703,53 43 3231,11 11-1743,-51-42-558,-2 2-1,26 37-929,-50-61 174,1 0 0,-2 1 0,0 1 0,-1-1 0,0 1 0,-1 0 0,-1 1-1,0-1 1,-1 1 0,2 16-174,-6-21 57,0 1 0,-1 0 0,-1-1 0,1 1 0,-2-1 0,0 0 0,0 1 0,-1-1 0,0-1 0,-1 1 0,0-1 0,-1 1 0,0-1 0,0-1 0,-1 1 0,-1-1 0,-2 2-57,-21 21-387,-1-1 0,-1-2 0,-33 22 387,64-49-43,-31 23-1889,-2-2 0,0-2 0,-1-1 1,-1-1-1,-11 2 1932,-38 10-3834,-4-8-21</inkml:trace>
  <inkml:trace contextRef="#ctx0" brushRef="#br0" timeOffset="8041.386">1114 4371 9509,'3'-5'838,"-1"0"1,1 0 0,-1 0-1,0 0 1,0 0 0,0 0-1,-1-1 1,1 1-1,-1-1 1,-1 1 0,1-1-1,-1 1 1,0-6-839,-1 1 383,0 0 0,-1 1-1,0-1 1,-1 1 0,0 0 0,0 0 0,-5-8-383,-5-8 33,-2 1 1,0 1-1,-2 0 1,0 1-1,-5-3-33,-18-19 198,18 22-119,2-1 0,0-2 0,1 0 0,-6-13-79,23 35 1,1-1 0,-1 1-1,0-1 1,1 1 0,0-1 0,0 1 0,0-1-1,0 0 1,1 1 0,0-1 0,-1 0-1,1 0 1,1 1 0,-1-1 0,0 0-1,1 1 1,0-3-1,1 1 4,0 0 1,0 0-1,1 0 0,-1 1 0,1-1 0,0 1 0,0 0 0,1 0 1,-1 0-1,1 0 0,2-2-4,12-7-4,1 0 1,0 1-1,0 1 0,1 0 1,11-2 3,-22 8-19,49-21 7,1 2 0,28-6 12,-59 22 1,-1 1-1,1 2 0,0 1 1,1 1-1,-1 1 0,20 1 0,-43 1 0,0 1 0,0-1 0,0 1 0,-1-1 0,1 2 0,0-1 0,-1 0 0,1 1 0,-1 0 0,1 0 0,-1 0 0,0 0 0,0 1 0,0 0 0,0 0 0,1 1 0,-3-1 0,1 0 0,-1 0 0,-1 0 0,1 0 0,0 0 0,-1 0 0,0 1 0,0-1 0,0 0 0,0 1 0,0-1 0,-1 1 0,1 0 0,-1-1 0,0 1 0,0-1 0,0 1 0,-1-1 0,1 1 0,-1-1 0,0 1 0,0 0 0,-8 30-1,-2-1 0,-1-1 0,-1 0-1,-2 0 2,-68 124 80,71-136-48,-28 49 16,-3-2 0,-4-2-1,-2-2 1,-49 48-48,60-72 110,-1-3 1,-3-1-1,0-2 1,-2-2-1,-2-1 1,-1-3-1,-32 13-110,52-31 171,27-9-167,-1 1-1,0-1 0,0 0 1,1 0-1,-1 0 0,0 0 1,0 0-1,1 0 0,-1 0 1,0 0-1,0-1 0,1 1 1,-1 0-1,0 0 0,0 0 1,1-1-1,-1 1 0,0-1 0,1 1 1,-1 0-1,0-1-3,1 0 3,0 1 0,0-1 1,0 1-1,-1-1 0,1 1 0,0-1 0,0 1 0,0-1 1,0 1-1,1-1 0,-1 1 0,0-1 0,0 1 0,0 0 1,0-1-1,0 1 0,1-1 0,-1 1 0,0-1 1,0 1-1,1 0 0,-1-1 0,0 1 0,1-1-3,2-2 1,-1 0-1,1 0 1,0 0-1,0 1 1,1-1-1,-1 1 1,1 0-1,1-2 0,2 1-7,0 0 1,0 0-1,0 1 0,1 0 0,-1 0 0,0 1 1,1 0-1,-1 0 0,1 1 0,-1-1 0,1 2 1,0-1-1,-1 1 0,1 0 0,-1 1 0,0 0 1,1 0-1,-1 0 0,0 1 0,0 0 0,-1 1 1,1-1-1,-1 1 0,1 0 0,-1 1 0,5 4 8,-1 1-12,0 0 1,-1 1 0,0 0-1,0 0 1,-1 1 0,-1 0-1,0 0 1,-1 1 0,0 0-1,-1 0 1,0 0 0,-1 0-1,-1 1 1,1 4 10,-1 3 1,-1 1 1,0 0-1,-2 0 0,-1 0 1,0 0-1,-2 0 0,0 0 1,-2-1-1,0 1 0,-6 13-1,1-8 4,-2 0 0,0-1-1,-2-1 1,-1 0 0,-1-1-1,0 0 1,-2-2 0,-2 1-4,0-1 2,-1 0 1,-1-1 0,-1-2 0,-1 0-1,-1-2 1,0 0 0,-1-2-1,-1-1 1,0-1 0,-1-1-1,0-2 1,-1 0 0,0-2-1,0-2 1,-1 0 0,-7-1-3,20-4-3,0-1-1,1 0 1,-1-1 0,1 0 0,-1-2 0,1 0 0,0-1 0,0 0 0,0-2-1,1 0 1,-1 0 0,-9-7 3,12 5-5,0-1 0,1 0 0,0 0 0,1-2 0,0 1 0,1-1 0,0-1 0,0 0 0,2 0 0,-1-1 0,2 0 0,-1 0 1,2-1-1,0-1 5,-5-11-42,2-1 0,1 0 1,2-1-1,0 0 1,2 0-1,1 0 1,1 0-1,1-1 1,2 0 41,0 9-413,0 1 0,2-1 0,0 1 1,1 0-1,1 0 0,1 0 0,1 0 1,0 1-1,2 0 0,0 1 0,0 0 1,2 0-1,4-4 413,2 0-1952,1 1-1,0 0 1,2 1-1,1 1 1,0 1-1,19-11 1953,20-7-3898</inkml:trace>
  <inkml:trace contextRef="#ctx0" brushRef="#br0" timeOffset="8409.226">1598 4357 8866,'29'6'2827,"-29"-6"-771,0 0-1927,20 2-3470,-20-2 257,0 0-129</inkml:trace>
  <inkml:trace contextRef="#ctx0" brushRef="#br0" timeOffset="8767.791">1306 5203 8866,'2'30'3727,"-12"4"-1,-8 1-256,-10 6-2956,-11-1-257,-5 9 0,-10-3-257,-5-1-386,-1 8-1156,-9-7-1927,0-5-1,3 0-256,5-5 128</inkml:trace>
  <inkml:trace contextRef="#ctx0" brushRef="#br0" timeOffset="10586.711">12745 3824 8738,'3'-23'2998,"-3"23"-2935,0 0 0,0 0 0,0 0 0,1 0 0,-1-1 0,0 1 0,0 0 0,0 0 0,0 0 0,0 0 0,0 0 0,0-1 0,0 1 0,0 0 0,0 0 0,0 0 0,0 0 0,0-1-1,0 1 1,0 0 0,0 0 0,0 0 0,-1 0 0,1-1 0,0 1 0,0 0 0,0 0 0,0 0 0,0 0 0,0 0 0,0 0 0,0-1 0,-1 1 0,1 0 0,0 0 0,0 0 0,0 0 0,0 0 0,0 0 0,-1 0 0,1 0 0,0 0 0,0 0 0,0 0 0,0-1-1,0 1 1,-1 0 0,1 0 0,0 0 0,0 0-63,-6-1 265,1 0 0,-1 1-1,0-1 1,0 1 0,1 0-1,-1 0 1,0 1 0,1-1-1,-1 1 1,0 1 0,1-1-1,-1 1 1,1 0 0,0 0-1,0 1 1,-1-1 0,2 1-1,-1 0 1,0 1 0,0-1-1,1 1 1,-1 1-265,-10 8 232,1 1 1,0 0-1,1 2 1,0-1-1,1 2 1,1 0-233,1-1 145,1 0 1,1 1 0,1-1 0,0 2 0,1-1 0,1 1-1,0 0 1,2 0 0,-2 13-146,5-24 39,-1 0 0,1 0 0,1-1 0,-1 1 0,1 0 0,0 0 0,1-1 0,0 1 0,0-1 0,0 1 0,1-1 0,2 4-39,-2-5 23,0-1-1,0 0 0,0 0 1,1 0-1,0-1 1,0 1-1,0-1 1,0 0-1,0 0 1,1 0-1,-1 0 0,1-1 1,0 0-1,-1 0 1,1 0-1,0-1 1,0 0-1,1 1-22,8 0 34,0 0 0,0-1 0,-1-1 0,1 0-1,0-1 1,0 0 0,0-1 0,0-1 0,-1 0 0,10-4-34,26-9 151,-2-2 0,11-8-151,-49 21 2,18-7 4,-1 1 23,-2 0-1,1-2 1,-2-2 0,0 0 0,21-17-29,-86 50 128,-20 20-10,1 2-1,-15 16-117,-6 4-21,-19 15-96,-65 44 2,135-99 114,-1-2 0,-1-1 0,-1-1 1,-15 3 0,32-13 2,0-1 0,-1-1 0,0 0 0,0-2 0,0 0 0,0-1 0,0-1 0,0 0 0,0-2 0,0 0 0,0-1 1,0 0-1,0-2 0,1 0 0,-14-6-2,7 0 7,0-2 1,1 0 0,0-1-1,1-1 1,1-1-1,0-1 1,1-1 0,1 0-1,1-2 1,-8-11-8,-16-25 63,3-1-1,2-1 1,-5-17-63,-87-190 219,59 107 17,-37-77 149,74 171-578,32 61 279,6 7 42,6 6-99,0 1 1,0 0-1,-1 0 0,0 1 0,-1 1 0,-1 0 1,0 0-1,-1 0 0,0 1 0,4 14-29,11 31-17,-2 0-1,-2 7 18,9 56-16,-6 0 0,0 50 16,6 42 54,-24-196-5,0-1 0,1 1 0,1-1 0,1 0 1,1 0-1,0 0 0,1-1 0,1 1-49,-2-6 28,0-1 0,0 0 0,1-1 0,1 0 0,0 0-1,0-1 1,0 0 0,1-1 0,0 1 0,1-2 0,-1 0 0,3 1-28,21 8 37,0-2 1,1-1-1,0-1 1,11 0-38,-12-1 0,-33-10 0,0 1 0,1-1 0,-1 1 0,1 0 0,-1 0 0,0 0 0,0-1 0,1 1 0,-1 0 0,0 1 0,0-1 0,0 0 0,0 0 0,0 0 0,0 1 0,0-1 0,-1 1 0,1 1 0,-1-1 0,0 0 0,0 0 0,0 0 0,0 1 0,0-1 0,0 0 0,0 0 0,-1 0 0,1 1 0,-1-1 0,0 0 0,1 0 0,-1 0 0,0 0 0,0 0 0,0 0 0,-1 0 0,1 0 0,0-1 0,-1 1 0,1 0 0,-1-1 0,0 1 0,1-1 0,-1 0 0,0 1 0,-13 10 0,0 0 0,-1-1 0,-5 2 0,-1 1 0,21-13 0,-223 159-81,155-107-8,2 4 1,-8 14 88,42-37-44,1 3 0,1 0 0,2 2 0,-15 28 44,27-36-14,1 0 1,1 1 0,1 1-1,2 1 1,2 0 0,-6 29 13,1 33-53,10-57 29,-2-1-1,-1 0 1,-2 0 0,-9 21 24,15-51-3,1-1 0,-1 0 0,0 0 0,-1 0 0,0-1 0,0 1 0,0-1 0,-1 0 0,1-1 0,-1 1 0,-1-1 0,-5 3 3,1-1 4,0-1-1,-1-1 1,1 0-1,-1 0 1,0-1 0,0-1-1,-12 3-3,-11-2 28,0-1 0,0-1 0,1-2-1,-1-2 1,-23-4-28,13 1 22,1-3 1,0-1-1,0-2 0,1-2 1,1-3-1,0 0 0,1-3 1,1-2-1,-18-12-22,32 15-223,0 0 0,1-1 0,1-2 0,1-1 0,1 0 0,1-2 0,1 0 0,1-1 0,1-1 0,1-1 0,2-1 0,0 0 0,-8-25 223,9 12-1462,2 0 0,1-1 1,3 0-1,1 0 0,2-1 1,1 0-1,3 1 0,2-6 1462,5-80-4219</inkml:trace>
  <inkml:trace contextRef="#ctx0" brushRef="#br0" timeOffset="10940.03">9844 3801 10922,'0'0'3727,"20"4"-1,4 31-256,8 18-3085,4 9-128,11 11-257,5 13-642,-5-5-1543,5 6-1284,1 0 128,-7-2-257,-4-2-129</inkml:trace>
  <inkml:trace contextRef="#ctx0" brushRef="#br0" timeOffset="11834.394">8593 4854 10794,'2'1'551,"0"0"1,0 1-1,0-1 1,0 0-1,0 1 1,0-1 0,0 1-1,0 0 1,0-1-1,-1 1 1,1 0-1,-1 0 1,1 0-1,-1 0 1,0 1-1,0-1 1,0 0-1,1 3-551,-1 0 326,0 0 1,0 0-1,0 0 0,-1 0 0,0 0 0,0 0 0,0 0 0,-1 0 1,0 3-327,-2 6 144,0 0 0,-1 0 0,-1 0 0,0-1 1,-1 1-1,-5 7-144,4-9 99,-1 1 0,-1-1 1,0-1-1,0 0 0,-1 0 1,-1-1-1,0 0 0,0-1 1,-9 5-100,15-10 42,0-2 1,0 1-1,0 0 1,0-1-1,-1 0 1,1 0-1,-1-1 1,1 1-1,-1-1 1,0-1-1,-5 1-42,7-1 11,0 0 0,0-1 1,0 0-1,0 1 0,0-1 0,1-1 1,-1 1-1,0-1 0,1 1 0,-1-1 0,1 0 1,-1 0-1,1 0 0,0-1 0,0 1 1,0-1-1,0 0 0,-1-1-11,-1-3-4,0 0 0,0-1-1,0 0 1,1 1 0,0-1-1,0-1 1,1 1 0,0 0 0,1-1-1,0 0 1,0 1 0,1-1-1,0 0 1,0 0 0,1-4 4,0 2-6,1 1 1,-1-1 0,2 0-1,0 1 1,0 0 0,1-1-1,0 1 1,0 0 0,1 0-1,1 1 1,0-1 0,5-7 5,-7 13 0,0 0 0,0 0 0,1 0 0,-1 1 0,1-1 0,0 1 0,0 0 0,0 0 0,0 0 0,1 1 0,-1 0 0,1 0 0,0 0 0,-1 0 0,1 1 0,1-1 0,2 1 0,-1 0 0,1 0 0,0 1 0,0 0 0,-1 0 0,1 1 0,0 0 0,0 0 0,-1 1 0,2 0 0,5 3 0,1 0 0,-1 0 0,0 2 0,-1 0 0,0 0 0,0 1 0,-1 1 0,1 0 0,-2 1 0,8 8 0,-12-11 0,-1 0-1,0 1 1,0 0 0,-1 1 0,0-1 0,0 1 0,-1 0 0,0 0 0,0 1 0,-1-1 0,0 1 0,-1-1 0,0 2 0,-1 3 14,0 0 1,0 0 0,-2 0 0,1 0 0,-2 0-1,0-1 1,-1 1 0,-3 10-15,-6 12 48,-2-1 0,-1-1 1,-2-1-1,-1 0 0,-2-1 1,-12 14-49,-18 21 87,25-35-38,2 2 1,0 0-1,-2 10-49,22-38 2,0 0 0,1 1 0,0 0 0,0-1 0,1 1 0,-1 0-1,1 0 1,1 0 0,-1 0 0,1 0 0,1 0 0,-1-1 0,1 1 0,0 0 0,1 0 0,0 0 0,0-1-1,0 1 1,1-1 0,0 1 0,0-1 0,0 0 0,1 0 0,2 2-2,12 16-36,1-1-1,2-1 1,0-1 0,1-1-1,4 2 37,-8-6 8,14 12-21,-1 2 0,-1 1 0,-2 1 0,-1 2 0,-2 1 0,-1 0 0,15 33 13,-29-50 5,-2 0 1,0 1-1,-2 0 0,0 0 1,-1 1-1,0 0 0,-2 0 1,0 0-1,-2 0 0,0 0 1,-1 0-1,-1 1 0,-1-1 1,-1 0-1,-1 0 0,0-1 1,-5 12-6,0-8-64,-1-1 0,-1 0 0,-1-1 0,-1-1 0,0 0 1,-2 0-1,0-1 0,-2-1 0,1-1 0,-2 0 0,-1-2 1,0 0-1,0 0 0,-2-2 0,0-1 0,0 0 1,-1-2-1,0 0 0,-24 6 64,19-8-702,-1 0-1,0-2 1,0-1-1,-1-1 1,0-2 0,1-1-1,-29-2 703,33-1-1163,-1-1 0,1-1 0,0-2 0,0 0 0,0-1-1,1-2 1,0 0 0,0-1 0,-7-6 1163,-61-46-4091</inkml:trace>
  <inkml:trace contextRef="#ctx0" brushRef="#br0" timeOffset="12192.954">7906 4410 12336,'16'-17'3983,"-16"17"-256,0 0 128,0 0-3855,-42 5 128,7 19-128,-11 4-257,0 17-514,-23-7-1799,4 13-1156,-7-4-1,5 7 1,-3-5-129</inkml:trace>
  <inkml:trace contextRef="#ctx0" brushRef="#br0" timeOffset="12616.342">7430 5474 10408,'1'11'1014,"-1"1"-1,0-1 1,-1 1-1,0-1 1,-1 1 0,0-1-1,-1 0 1,0 0-1,-1 0 1,0 0-1,-3 4-1013,5-10 135,-1 0-1,0 0 1,0 0-1,-1 0 1,1 0-1,-1-1 1,0 0-1,0 0 0,0 0 1,-1 0-1,1 0 1,-1-1-1,0 0 1,0 0-1,0 0 1,0-1-1,-1 1 1,1-1-1,-1-1 1,1 1-1,-1-1 1,0 0-1,-1 0-134,4-1 32,-1 1 0,1-1 0,0 0 0,-1-1-1,1 1 1,0 0 0,0-1 0,-1 0 0,1 0 0,0 0-1,0 0 1,0 0 0,0-1 0,0 1 0,0-1 0,1 0-1,-1 0 1,0 0 0,1 0 0,0 0 0,-1-1 0,1 1-1,0-1 1,0 0 0,0 1 0,0-1 0,1 0 0,-1 0 0,1 0-1,0 0 1,0 0 0,0 0 0,0-1 0,0 1 0,1 0-1,0-2-31,-2-4 14,1 0-1,1-1 0,0 1 1,0 0-1,1-1 0,0 1 1,1 0-1,0-1 1,0 1-1,1 0 0,0 1 1,3-5-14,0 1 22,1 0 0,1 0 1,0 1-1,0 0 0,1 0 1,1 1-1,-1 1 0,2-1 1,-1 1-1,1 1 0,1 0 0,-1 1 1,1 0-1,1 1 0,-1 0 1,2 0-23,-4 3 31,-1-1 1,1 2-1,0-1 1,0 1-1,0 1 1,1 0-1,-1 0 1,0 1-1,0 1 0,0-1 1,1 2-1,-1-1 1,0 1-1,0 1 1,-1 0-1,1 0 1,0 1-1,-1 0 1,0 1-1,0 0 1,0 0-1,0 1-31,2 4 48,0 0-1,0 0 1,-1 1 0,0 0-1,-1 0 1,0 1 0,-1 1-1,0 0 1,-1 0 0,-1 0 0,0 1-1,0-1 1,-2 2 0,0-1-1,0 0 1,-1 1 0,-1-1-1,-1 1 1,0 0 0,0 0-48,-1 7-8,-1 1 1,0-1-1,-2 0 1,-1 0-1,0 0 1,-2-1-1,0 1 1,-1-1 0,-2 0-1,0-1 1,-1 0-1,-1-1 1,-2 3 7,-4 3-429,-2-2 1,0 0 0,-1 0-1,-2-2 1,0-1 0,-1-1-1,-1 0 429,-2-4-1679,-1 0-1,0-2 0,-1-1 1,0-1-1,-1-2 0,0 0 1,-4-2 1679,-43 9-4241</inkml:trace>
  <inkml:trace contextRef="#ctx0" brushRef="#br0" timeOffset="13055.984">6355 5679 11693,'-18'-17'3620,"14"14"63,8 1-599,2 1-2985,-1 0 0,1 1-1,0-1 1,-1 1-1,1 0 1,0 0 0,-1 1-1,1 0 1,0 0 0,-1 0-1,1 0 1,-1 1 0,0 0-1,1 0 1,-1 1 0,0 0-99,18 8 116,0 2 0,-1 0 1,0 3-117,0-1 17,-1 1 0,0 1 0,-2 1 0,0 1 0,-1 1 0,-1 0 0,-1 2 0,-1-1 0,-1 2 0,10 21-17,-17-30 14,-1 1 0,0 0 1,-1 1-1,-1-1 0,0 1 1,-1 0-1,-1 0 0,0 0 1,-1 0-1,-1 0 1,-1 0-1,0 0 0,-1 0 1,-1 0-1,0 0 0,-1-1 1,-1 1-1,-3 5-14,0-1 61,-1-1 0,-2-1 1,1 1-1,-2-2 0,-1 0 0,0 0 0,-1-1 0,0-1 1,-2 0-1,1-1 0,-2 0 0,0-2 0,-1 0 0,0-1 1,0-1-1,-1 0 0,-4 0-61,5-3 52,1-1 1,-1-1-1,-1 0 0,1-1 1,0-2-1,-1 1 0,0-2 1,0-1-1,1 0 0,-1-1 1,0-1-1,1-1 1,-1 0-1,1-2 0,0 0 1,0-1-1,1-1 0,0 0 1,-8-6-53,6 3 3,1-1 1,0 0 0,1-2-1,1 0 1,0-1 0,0 0 0,2-2-1,0 0 1,0 0 0,2-1 0,0-1-1,1 0 1,1 0 0,0-1-1,2-1 1,0 1 0,1-1 0,1-1-1,1 1 1,1-1 0,0 0 0,2 0-1,0-16-3,2 24-270,1 0-1,1 0 1,0 0-1,1 1 1,0-1-1,1 0 0,0 1 1,1 0-1,1-2 271,0 3-810,-1 0 0,1 1 0,1 0 1,0 0-1,1 1 0,0 0 0,0 0 0,1 0 0,0 1 0,0 1 0,1 0 0,0 0 0,0 1 0,1 0 0,9-4 810,41-7-4134</inkml:trace>
  <inkml:trace contextRef="#ctx0" brushRef="#br0" timeOffset="14102.545">6764 6786 9123,'33'17'4112,"3"-3"-128,6 4 128,-3-14-1285,7 12-2570,0 1-386,-5-9-513,7 14-1800,-16-12-1541,-11 2 128,-21-12-129,6 19 1</inkml:trace>
  <inkml:trace contextRef="#ctx0" brushRef="#br0" timeOffset="14459.974">5676 6912 11950,'-2'31'4112,"30"-5"0,8 0-128,21 11-3342,5 5-385,21 15 0,1 4-257,3 8-257,2 12-257,-12-6-642,11 33-772,-25-19-2441,1 8 386,-19-6-258,-7-1 129</inkml:trace>
  <inkml:trace contextRef="#ctx0" brushRef="#br0" timeOffset="16470.795">3762 5626 9637,'-14'-16'1483,"-19"-26"7465,26 31-8456,3 7-85,11 7 64,29 23-64,0 1-1,-2 2 1,-1 1 0,-1 2 0,-1 2-407,55 53 300,-34-39-203,140 133 485,50 72-582,-187-191 222,-4 3 1,-2 2-1,-3 2 1,-4 2-1,-2 2 0,9 30-222,-33-64 98,-2 1-1,-1 1 1,-2 0-1,4 38-97,-12-60 1,-1-1 1,-1 1-1,0 0 1,-2 0-1,0-1 1,-1 1-1,-1 0 0,-1-1 1,-1 1-1,0-1 1,-1-1-1,-2 4-1,4-13-5,-1 1-1,1-1 1,-2 0-1,1 0 1,-1-1-1,0 1 0,-1-1 1,0-1-1,0 1 1,0-1-1,-1-1 1,1 1-1,-2-1 1,0 1 5,-2-1 7,0-1 0,-1 0 1,1 0-1,-1-1 0,1 0 1,-1-1-1,0-1 0,0 1 0,0-2 1,-7 0-8,-2-2 23,-1 0 1,1-1-1,0-2 1,0 0 0,0-1-1,1-1 1,0-1-1,0-1 1,1 0-1,0-2 1,0 0 0,-6-6-24,0-3 67,0-2 0,2 0 1,0-2-1,2 0 1,0-1-1,2-1 1,1-1-1,1-1 0,-6-14-67,10 16 30,1-1-1,2 0 0,0 0 0,2-1 1,1 0-1,1-1 0,2 0 1,1 0-1,1 0 0,1-19-29,2 38 0,0 0 0,0 1 0,1-1 0,0 1 0,1 0 0,0 0 0,3-7 0,-5 14 0,0 0 0,0 0 0,-1 0 0,2 0 0,-1 0 0,0 0 0,0 1 0,0-1 0,1 0 0,-1 1 0,1-1 0,-1 1 0,1 0 0,0-1 0,0 1 0,-1 0 0,1 0 0,0 0 0,0 0 0,0 0 0,0 1 0,0-1 0,0 1 0,0-1 0,1 1 0,-1 0 0,0 0 0,0-1 0,0 2 0,0-1 0,0 0 0,0 0 0,1 1 0,-1-1 0,0 1 0,0-1 0,0 1 0,7 4 0,0-1 0,-1 1 0,1 0 0,-1 1 0,0 0 0,-1 0 0,0 1 0,3 2 0,53 64 0,-42-46 0,20 22-14,93 120-167,-114-141 143,-1 2 0,-1 0 0,-2 1 0,-1 1 0,-1 3 38,-10-24-33,0 1 0,-1 0 0,0 0 1,-1 0-1,0 0 0,-1 0 0,-1 1 1,0-1-1,0 0 0,-1 1 0,-1-1 0,0 1 34,0-6-8,0 0 1,0 0 0,-1 0 0,0 0 0,0 0 0,-1-1 0,1 0 0,-1 1 0,-1-2 0,1 1 0,-1 0 0,0-1 0,-1 0 0,1 0 0,-1 0 0,0-1 0,0 0 0,0 0 0,0 0 0,-6 1 6,-5 2-3,0-1 1,-1-1-1,1-1 1,-1 0 0,0-1-1,0-1 1,0-1 0,0 0-1,-1-2 1,1 0-1,0-1 1,0 0 0,0-2-1,1 0 1,-6-3 2,-2-1 14,1-1 0,1-1 1,0-1-1,0-1 0,1-1 1,1-1-1,0 0 0,1-2 0,0-1 1,-10-11-15,-3-8 187,2-1 0,1-1 1,2-2-1,-13-25-187,37 60 34,2 6-22,5 14-42,11 22-178,15 19-182,24 33 390,-26-46-202,-1 2 1,17 44 201,-40-84 0,-1 1 0,0-1 0,-1 1 0,1 0 0,-1-1 0,0 1 0,-1 0 0,1 0 0,-1 0 0,0-1 0,0 1 0,-1 0 0,0 0 0,0 0 0,-1-1 0,1 1 0,-1-1 0,0-1 0,0-1 0,0 0 0,0 0 0,0 0 0,-1 0 0,1 0 0,-1-1 0,1 1 0,-1-1 0,0 1 0,0-1 0,0 0 0,-1 0 0,1-1 0,0 1 0,-1-1 0,1 1 0,-1-1 0,0 0 0,1 0 0,-1-1 0,0 1 0,1-1 0,-1 0 0,0 0 0,-3 0 0,-6-1 19,-1-1 0,1 0-1,0-1 1,-1 0 0,1-1 0,1 0-1,-1-1 1,1-1 0,0 0-1,-12-7-18,-14-12 110,1-1 0,-19-19-110,7 4 107,28 24-128,41 62-108,-14-32 114,0 0 1,0 1-1,-1 0 0,-1 0 0,-1 0 0,1 0 1,-2 1-1,0 4 15,-1-15 1,-1 0 0,0 1 0,0-1 0,0 0 0,0 0 0,0 0 0,-1 0 0,0 0 0,0-1 0,0 1 0,0 0 0,-1 0 0,0 0 0,1-1 0,-1 1 0,-1-1 0,1 0 0,0 1 0,-1-1 0,1 0 0,-1 0 0,0-1 0,0 1 0,0 0 0,-1-1 0,1 0 0,-1 0 0,1 0 0,-1 0 0,1-1 0,-1 1 1,-1-1-2,0 0 5,0 0 1,-1-1 0,1 0 0,-1 0 0,1 0 0,-1 0 0,1-1 0,-1 0 0,1 0 0,0-1 0,0 0 0,0 1 0,0-2 0,0 1 0,0 0 0,0-1 0,0 0 0,-3-3-6,-11-8 35,0-2 1,1 0 0,-9-9-36,20 19 11,5 4-19,-1 0 0,1 0 0,0-1 0,0 1 0,0-1-1,0 1 1,1-1 0,-1 0 0,1 1 0,-1-1 0,1 0 0,0-1 8,-5-10-21,22 26-1,-2 1 21,-2 1 0,1 1 0,-2 0 1,0 0-1,-1 2 0,6 10 1,-13-19 2,1 0 0,-1-1 0,-1 1 1,1 0-1,-1 1 0,-1-1 0,0 0 0,0 1-2,-1-5 1,0 0-1,0 1 1,0-1 0,-1 0-1,1 1 1,-1-1 0,0 0-1,-1 0 1,1 0-1,-1 0 1,1 0 0,-1 0-1,-1 0 1,1 0 0,-1 1-1,-1-1 5,1-1 0,-1 1 0,0-1 0,0 0 0,0 0 0,-1 0 1,1 0-1,-1-1 0,1 1 0,-1-1 0,0-1 0,0 1 0,0-1 0,0 1 1,0-1-1,0-1 0,0 1 0,0-1 0,0 0 0,0 0 0,-1 0 0,1-1 1,0 0-1,-2 0-5,-11-3 26,0 0-1,1-1 1,0-1 0,0-1 0,1 0 0,-9-6-26,2-1 92,0-1 0,-20-17-92,8 4 159,15 11-138,12 4-21,11 9 0,10 6 0,-13-2 0,-1 0 0,11 4-9,-1 0 1,0 1-1,-1 1 1,1-1-1,-1 1 0,0 1 1,0 0 8,53 54-68,-56-57 68,18 20 4,-1 1 0,-1 1 0,-1 1 1,-1 0-1,-2 1 0,-1 1 0,5 13-4,-16-31-1,-1 0-1,0 1 1,0 0 0,-1-1-1,-1 1 1,0 0-1,-1 1 1,0-1 0,0 0-1,-2 0 1,1 0-1,-2 0 1,1 1-1,-2-1 1,1-1 0,-2 1-1,0 0 1,0-1-1,-1 0 1,0 0 0,-5 7 1,1-5-7,-1 0 0,0-1 0,-1-1 0,0 1 0,-1-2 0,0 0 0,0 0 0,-1-1 0,-1-1 0,1 0 1,-1 0-1,-1-2 0,1 0 0,-1 0 0,0-2 0,-16 4 7,7-3-2,1-1 0,-1-1 1,0-2-1,0 0 0,-1-1 0,1-2 0,0 0 1,1-1-1,-1-2 0,-20-6 2,25 4 10,0 0 0,1-1 0,-1 0 1,2-2-1,-1 0 0,2-1 0,-1-1 0,1 0 0,1-2 0,1 1 1,-3-5-11,-1-3 31,1 0 0,1-1 1,1-1-1,2-1 0,0 0 1,1 0-1,-7-24-31,3-2-49,2 0-1,3-2 1,2 1 0,2-1-1,2 0 1,3-1-1,1 1 1,5-22 49,5-3-2838,3 0 1,15-50 2837,-14 83-3979,1 2 1,6-9 3978,-17 43-546,26-53-3716</inkml:trace>
  <inkml:trace contextRef="#ctx0" brushRef="#br0" timeOffset="16839.823">3441 6127 13364,'0'0'4369,"11"17"-386,-11-17-256,0 0-4113,8 30-899,-8-30-2570,-6 24-257,6-24 129,0 27-258</inkml:trace>
  <inkml:trace contextRef="#ctx0" brushRef="#br0" timeOffset="17328.516">4167 7981 11179,'0'6'1117,"2"0"0,-1-1 1,0 1-1,1-1 0,0 1 0,0-1 0,1 0 0,0 0 0,1 3-1117,2 1 591,0-1-1,1 0 1,0-1-1,0 1 1,4 2-591,2 1 60,1-1-1,0 0 1,1-1-1,0 0 1,1-1-1,8 3-59,-11-6 20,1 0 0,0-1 0,-1-1 0,2 0 1,-1-1-1,0 0 0,0-1 0,7-1-20,-16 0 3,0 0 1,0 0 0,-1-1 0,1 0-1,0 0 1,0 0 0,0 0-1,-1-1 1,1 0 0,-1 0 0,1 0-1,-1 0 1,0-1 0,0 0-1,0 0 1,0 0 0,0 0-1,-1-1 1,1 1 0,-1-1 0,0 0-1,0 0 1,0 0 0,-1 0-1,0-1 1,1 1-4,2-12-2,0-1 1,0 1-1,1-15 2,-4 16 6,2 0 1,0 0 0,0 0 0,2 0-7,-6 15 7,0-1 1,1 0 0,-1 1 0,1-1 0,0 0 0,-1 1 0,1-1 0,-1 0 0,1 1 0,0-1 0,-1 1 0,1-1 0,0 1 0,0 0 0,-1-1 0,1 1 0,0 0 0,0-1 0,0 1 0,0 0-1,-1 0 1,1 0 0,0 0 0,0 0 0,0 0 0,0 0 0,-1 0 0,1 0 0,0 0 0,0 0-8,22 8 104,43 36 76,-1 0-1279,-15-21-2843,-30-16 2030,47 15-4550,-18-13 2114</inkml:trace>
  <inkml:trace contextRef="#ctx0" brushRef="#br0" timeOffset="18449.775">13199 6492 8095,'-97'40'7913,"-51"12"-7913,-102 22 3380,84-26-2979,-788 230 948,-630 197 536,1091-313-1184,-949 298 996,1407-449-1688,-118 34 4,-43 2-13,192-46-3,0 0 1,-1 0-1,1-1 1,0 1 0,0-1-1,-1 0 1,1 0 0,0 0-1,-2-1 3,6 1-1,0 0 0,-1 0 0,1 0 0,0-1 0,0 1 0,0 0 0,0 0 0,0 0 0,0-1 0,0 1 0,0 0 0,0 0 0,0 0 0,0-1 0,0 1-1,0 0 1,0 0 0,0-1 0,0 1 0,0 0 0,0 0 0,0 0 0,0-1 0,0 1 0,0 0 0,0 0 0,1 0 0,-1-1 0,0 1 0,0 0 0,0 0 0,0 0 0,0 0 0,1 0 0,-1-1 0,0 1 0,0 0-1,0 0 1,0 0 0,1 0 0,-1 0 1,17-12-42,18-4 29,1 1 1,19-5 12,1 0-18,386-132-99,121-10 117,468-73 10,-555 151 54,3 21 0,226 8-64,-596 49-7,0 6 0,1 4 0,49 11 7,-140-12-20,1 0 0,-1 2 0,0 0 0,-1 1 0,1 1 1,11 7 19,-25-12-6,-1 0 1,0 1-1,0 0 0,0 0 1,0 0-1,-1 1 1,1-1-1,-1 1 1,0 0-1,0 0 1,0 0-1,2 3 6,-4-3-4,0-1 0,1 1 0,-1-1 0,-1 1 0,1 0 0,0-1 0,-1 1 0,0 0 0,0-1 0,0 1 0,0 0 0,-1 0 0,1-1 1,-1 1-1,0 0 0,0-1 0,0 1 0,-2 1 4,-2 7-3,-1-1 0,0 1 0,-1-1 1,-1 0-1,0-1 0,0 0 0,-1 0 0,0-1 1,0 0-1,-3 1 3,-26 20 25,-1-2 0,-6 2-25,43-29-1,-92 55-11,-2-3 0,-3-5 0,-78 26 12,-322 95-47,384-133 44,-391 111-140,335-99 51,-207 48-1912,-3-24-6358,247-52 4143,21-9-21</inkml:trace>
  <inkml:trace contextRef="#ctx0" brushRef="#br0" timeOffset="18954.457">8644 8756 11436,'2'4'4326,"0"2"-3408,-2-5-790,0-1 0,0 0 0,0 0 0,0 0 0,0 1 0,0-1 0,0 0 0,0 0 0,1 1 1,-1-1-1,0 0 0,0 0 0,0 0 0,0 1 0,0-1 0,0 0 0,1 0 0,-1 0 0,0 1 0,0-1 0,0 0 0,0 0 0,1 0 0,-1 0 0,0 0 0,0 0 0,0 1 1,1-1-1,-1 0 0,0 0 0,0 0 0,1 0 0,-1 0 0,0 0 0,0 0 0,1 0 0,-1 0 0,0 0 0,0 0 0,1 0-128,33-9 2441,-17 2-2688,-19-2-1,-1 4 229,2 2-430,1 3-858,0 0-1734,0 0-792,0 0-322,0 0 21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03T15:57:01.300"/>
    </inkml:context>
    <inkml:brush xml:id="br0">
      <inkml:brushProperty name="width" value="0.025" units="cm"/>
      <inkml:brushProperty name="height" value="0.025" units="cm"/>
      <inkml:brushProperty name="ignorePressure" value="1"/>
    </inkml:brush>
  </inkml:definitions>
  <inkml:trace contextRef="#ctx0" brushRef="#br0">254 0,'0'0,"0"0,0 0,0 0,0 0,0 0,0 0,-41 30,-13 11,-7 4,6-6,13-8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9:40.731"/>
    </inkml:context>
    <inkml:brush xml:id="br0">
      <inkml:brushProperty name="width" value="0.1" units="cm"/>
      <inkml:brushProperty name="height" value="0.1" units="cm"/>
      <inkml:brushProperty name="color" value="#E71224"/>
    </inkml:brush>
  </inkml:definitions>
  <inkml:trace contextRef="#ctx0" brushRef="#br0">1 57 1285,'8'-2'1927,"37"-13"578,-19 6-1536,0 0 1,1 2-1,0 1 1,19-1-970,-1 6 386,1 2 1,-1 1 0,0 3 0,0 2 0,0 2 0,19 7-387,72 25 3268,52 27-3268,-49-12 658,-2 6 0,-3 7 0,-3 5-1,-4 5 1,-3 6 0,-4 6 0,6 14-658,-60-47 189,-2 3 1,-3 4-190,-39-41 41,-2 1-1,-1 1 1,-1 1 0,-1 1-1,-1 0 1,-2 1 0,1 4-41,-9-16 72,-1 0-1,-1 0 1,0 0 0,-1 0 0,-1 0 0,-1 1 0,0-1 0,-1 1 0,-1-1 0,-1 0 0,0 1 0,-1-1 0,-5 12-72,0-2 169,-2-1 1,0-1-1,-2 0 1,-1 0 0,-1-1-1,-1-1 1,-1 0-1,-4 4-169,4-9 107,-3-2-64,15-13 64,4-3 22,0 0-1,0 0 22,0 0 64,0 0-64,0 0 0,0 0 64,0 0-64,0 0-21,-3-2-1,0 0-122,0-1 0,0 1 0,0-1 0,0 0 0,0 0 0,1 0 1,-1 0-1,1 0 0,0 0 0,0 0 0,0-1 0,1 1 0,-2-4-6,-3-7-79,-21-43-411,3-2-1,-14-50 491,29 80-25,-1-7-18,9 32-64,4 8 0,0-1 105,0 0 0,0 0-1,-1 1 1,1-1 0,-1 1 0,1 0 0,-1-1 0,-1 1 0,1 0 0,0 0 0,-1 1 0,1 2 2,2 8 3,0 0 96,0 1-1,-1 0 1,0 1-1,-1-1 1,-1 0-1,-1 1 1,0-1-1,-1 0 1,-1 1-1,-1 0-98,-1 4 43,-4 7-43,2-3 0,6-23 0,0-1 0,0 0 0,0 1 0,0-1 0,0 0 0,0 1 0,0-1 0,1 0 0,-1 1 0,1-1 0,-1 0 0,0 1 0,1-1 0,0 0 0,0 1 0,3 1 9,0 1-1,0-1 1,1 0-1,0 0 1,-1 0 0,1-1-1,0 1 1,0-1-1,1-1 1,-1 1-1,0-1 1,1 1-1,-1-1 1,0-1 0,2 1-9,72 8 12,155 23-24,-230-31-367,1 1 1,-1 0-1,0 0 1,-1 0-1,1 0 1,0 0-1,-1 1 1,1 0-1,-1 0 1,2 2 378,-3-4-770,-1 0 0,0 0 0,0 1 0,0-1 0,0 0 1,0 1-1,0-1 0,0 1 0,0-1 0,0 1 0,-1 0 0,1-1 0,0 1 1,-1 1 769,0-3-4070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9:48.085"/>
    </inkml:context>
    <inkml:brush xml:id="br0">
      <inkml:brushProperty name="width" value="0.1" units="cm"/>
      <inkml:brushProperty name="height" value="0.1" units="cm"/>
      <inkml:brushProperty name="color" value="#E71224"/>
    </inkml:brush>
  </inkml:definitions>
  <inkml:trace contextRef="#ctx0" brushRef="#br0">0 86 1285,'7'0'1221,"6"0"-759,124 0 4515,83-13-4977,-42-3 774,55-7-91,-115 9 221,0 5 0,32 6-904,237 13 726,-17 1-348,683 29 8,-525-25-207,-264-11-58,-148-6 128,62-10-249,-73 3 243,104 5-243,-35 4 658,162-21-658,12-1 370,339 19 16,-585 5-352,13 0 77,0 5 1,2 6-112,-5 0 57,1-4 1,16-5-58,227-10 228,93 2-57,563 76-43,-849-60-100,1-8 1,-1-8-1,21-8-28,485-69 61,-574 68-78,-30 3 14,-7 1-139,1 2 0,0 2 0,8 4 142,-17 8-4840,-44-2 1069,-4 6 1739,-1-8-1031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9:50.571"/>
    </inkml:context>
    <inkml:brush xml:id="br0">
      <inkml:brushProperty name="width" value="0.1" units="cm"/>
      <inkml:brushProperty name="height" value="0.1" units="cm"/>
      <inkml:brushProperty name="color" value="#E71224"/>
    </inkml:brush>
  </inkml:definitions>
  <inkml:trace contextRef="#ctx0" brushRef="#br0">0 85 2698,'5'8'780,"0"0"0,0-1 0,0 1 0,1-1 0,1 0-1,-1 0 1,2 1-780,-2-3 115,1-1 0,-1 1 0,1-1 0,0 0 0,0-1 0,0 0 0,0 0-1,0 0 1,1-1 0,-1 0 0,1-1 0,0 1 0,-1-1 0,2-1-115,28 1 192,0-2 1,9-2-193,-13 1 43,-1 1 0,0 1 0,15 3-43,58 13 2,-61-7 24,0-3 0,0-1 1,0-3-1,5-1-26,90-12 457,134-27-457,132-47 614,-357 75-544,0 3 0,0 2 0,1 2 1,0 2-1,10 2-70,65 9-116,51 14 116,-145-21 12,0-1-1,0-1 1,0-2-1,0-1 1,9-2-12,151-32 125,-103 18-51,-39 9-52,43-9 170,17 2-192,-85 17-1841,-19 0-537,-4-1-299,0 0 22,0 0 170</inkml:trace>
  <inkml:trace contextRef="#ctx0" brushRef="#br0" timeOffset="1263.273">6949 37 128,'1'4'1050,"-1"-2"-838,1 0 1,-1 0 0,1 1-1,0-1 1,0 0-1,0 0 1,0 0 0,0 0-1,0 0 1,0 0-1,1-1 1,-1 1-1,1 0 1,-1-1 0,1 1-1,-1-1 1,2 1-213,3 2 281,0 1 0,0-2 1,1 1-1,-1-1 0,8 3-281,4 0 212,0 0 0,0-1 0,1-1 0,7 0-212,17 0 174,0-2 0,1-1 0,12-4-174,133-16 463,-77 6-270,-12 2 25,189-14 34,-219 23-159,1 2 0,0 4 0,5 3-93,285 37 150,53-12-150,-316-26-50,0 5 0,0 4 0,20 10 50,-43-11 169,1-3 0,-1-3 0,2-4 0,-1-2 0,0-5 0,0-2 0,0-4 0,-1-3 0,11-6-169,-21 4-5204,-62 12 2955,-3 2-150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9:54.419"/>
    </inkml:context>
    <inkml:brush xml:id="br0">
      <inkml:brushProperty name="width" value="0.1" units="cm"/>
      <inkml:brushProperty name="height" value="0.1" units="cm"/>
      <inkml:brushProperty name="color" value="#E71224"/>
    </inkml:brush>
  </inkml:definitions>
  <inkml:trace contextRef="#ctx0" brushRef="#br0">0 92 257,'5'1'985,"56"8"591,-1-2-1,55-2-1575,130-11 135,-178 4-16,92-7 11,60-1-45,-210 10-171,10 3 43,-14-3-64,-2 3-22,-2-2 89,1 0-1,-1 0 0,0 0 0,0 0 0,0 0 0,0 1 0,0-1 0,0 0 0,0 0 1,0 1-1,0 0 41,-1-2-686,0 0-534,0 0-108,0 0 642</inkml:trace>
  <inkml:trace contextRef="#ctx0" brushRef="#br0" timeOffset="718.534">4258 83 1670,'245'-3'3716,"1"-11"0,190-36-3716,-420 48-47,108-12-1962,-100 18-2060,-24-4 1991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39:59.339"/>
    </inkml:context>
    <inkml:brush xml:id="br0">
      <inkml:brushProperty name="width" value="0.1" units="cm"/>
      <inkml:brushProperty name="height" value="0.1" units="cm"/>
      <inkml:brushProperty name="color" value="#E71224"/>
    </inkml:brush>
  </inkml:definitions>
  <inkml:trace contextRef="#ctx0" brushRef="#br0">0 313 3084,'8'4'689,"0"0"-1,0 0 1,1-1 0,-1-1-1,1 1 1,-1-1-1,1-1 1,3 1-689,79 2 2578,-58-3-2805,297 0 4371,160-26-4144,330-58 2287,-371 34-1694,-368 41-526,731-67 521,-436 55-86,63 17-502,-358 6 271,1 3 0,-1 4 1,27 9-272,-105-18 235,-3-1 44,16 2 1091,-35-14-1158,0 0-1,-1 2 0,0 1 1,-1 0-1,-21-5-211,-26-5 210,-17 0-210,22 6 190,41 8-62,25 6-44,36 6-61,124-3-23,-66-3 0,22 6 0,-108-6-27,0 1 1,0 0-1,0 0 0,6 3 27,-15-4-2,0 0 0,-1-1 1,1 1-1,-1 0 0,1 0 0,-1 0 1,1 0-1,-1 0 0,1 0 0,-1 1 0,0-1 1,1 2 1,0 0-3,0 1 0,0-1 1,-1 1-1,1 0 0,-1-1 1,0 1-1,0 0 1,-1 0-1,1 0 0,-1 0 1,0 0-1,0-1 0,0 1 1,0 0-1,-1 0 0,1 0 1,-1 0-1,0 0 1,-1-1-1,1 1 0,0 0 1,-1-1-1,0 1 0,0-1 3,-8 16-21,-1 0-1,-1-1 0,-13 15 22,24-31 0,-15 19-75,-2-1 0,0 0 0,-2-1 0,0-2 0,0 0 0,-15 9 75,-5 1-611,-26 16-3379,56-37 2229,1-1 0,-1 0 0,-1-1 0,1 0 0,-9 1 1761,15-4-3620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0:00.706"/>
    </inkml:context>
    <inkml:brush xml:id="br0">
      <inkml:brushProperty name="width" value="0.1" units="cm"/>
      <inkml:brushProperty name="height" value="0.1" units="cm"/>
      <inkml:brushProperty name="color" value="#E71224"/>
    </inkml:brush>
  </inkml:definitions>
  <inkml:trace contextRef="#ctx0" brushRef="#br0">2806 503 7324,'-28'-30'8785,"22"22"-7375,3 5 453,-1-1-493,-7-9-574,22 25 159,30 34 186,-28-31-1277,-1 1 0,0 0 1,-2 1-1,0 0 0,0 1 1,-2 0-1,0 1 1,-1-1-1,0 5 136,-7-2-317,-1-16 291,-2 1-38,-14 2 150,10-7-1,-1 0 0,1-1 0,0 0 0,-1 0 0,1-1 0,0 0 0,0 0 0,0 0 0,-1-1 0,1 0 0,-3-2-85,-79-35 1214,74 31-1008,-37-19 747,1-3 1,-6-8-954,51 34 85,49 38-107,-17-15-48,-1 0 1,-1 2 0,-1 1-1,14 18 70,-30-31-2,0 0 1,-1 0-1,-1 0 0,0 1 0,0-1 0,-1 1 0,0 0 0,0 1 0,-1-1 0,-1 1 1,0-1-1,0 1 0,-1 0 0,0 0 0,-1 0 0,0-1 0,-1 1 0,0 0 0,-1 0 1,0-1-1,-1 1 0,0-1 0,0 1 0,-1-1 0,-1 0 0,0-1 0,0 1 0,-1-1 1,0 0-1,0 0 0,-1-1 0,0 1 0,-1-2 0,-4 5 2,-10 6-318,-2-1-1,1 0 0,-2-2 1,0-1-1,-1-1 1,0-1-1,-1-1 1,0-2-1,-1 0 0,0-2 1,0-1-1,0-2 1,-1 0-1,0-2 1,0-1-1,-16-2 319,34 1-748,1-1 0,-1 0-1,0-1 1,1 0 0,-1 0 0,1-1-1,0 0 1,-1-1 0,2 0 0,-1-1-1,0 0 1,1 0 0,0-1 0,0-1 0,1 1-1,-2-3 749,-27-34-4005</inkml:trace>
  <inkml:trace contextRef="#ctx0" brushRef="#br0" timeOffset="374.229">2785 2 6296,'0'0'3213,"-32"-2"128,12 10-129,-6 6-1670,-9-8-385,3 10-386,-2-3-771,-4-1-900,13-6-2055,1 12-258,-4-10-128,6 8 0</inkml:trace>
  <inkml:trace contextRef="#ctx0" brushRef="#br0" timeOffset="731.586">1963 121 6553,'-25'-8'3213,"25"8"-129,0 0 128,0 0-2055,11 19-515,-11-19-1156,20 38-2313,-20-38-128,0 37-129,0-37-129</inkml:trace>
  <inkml:trace contextRef="#ctx0" brushRef="#br0" timeOffset="1075.091">1336 162 6039,'0'0'3084,"22"-4"257,6 20-385,10 13-1286,-3-3-256,19 21-386,-8-5-257,11 11-257,-5 4-129,1 6-385,-9 1 0,-12-11-899,-1 6-1671,-9-10-1028,-16-9 128,-4-5-128</inkml:trace>
  <inkml:trace contextRef="#ctx0" brushRef="#br0" timeOffset="1415.428">1277 740 9509,'-26'10'5414,"0"-1"0,-11 1-5414,14-5 1814,0-1 0,-19 1-1814,33-3 231,6-2-182,1 1 1,0-1-1,0 0 1,0 0-1,0 0 0,-1 0 1,1 0-1,0 0 1,0 0-1,0-1 0,0 1 1,-1-1-1,1 0 1,0 1-1,0-1 0,0 0 1,-1-1-50,-11-13 150,13 13-144,1 1 0,-1 0-1,1-1 1,-1 1 0,1 0 0,0-1 0,0 1 0,0-1 0,0 1 0,0 0 0,0-1 0,0 1 0,1-1 0,-1 1 0,0 0 0,1-1 0,-1 1 0,1-1-6,0-2 1,1 0 0,0 1 0,0-1 0,0 0 1,1 1-1,-1 0 0,1-1 0,0 1 0,0 0 0,0 0 1,0 1-1,0-1 0,1 1 0,-1 0 0,1-1 1,1 1-2,2-1 0,-1 0 1,1 1 0,0 0-1,1 0 1,-1 1 0,0 0-1,0 0 1,1 0 0,2 1-1,3 1-3,0-1 1,0 2-1,1 0 1,-1 1-1,0 0 1,-1 0-1,1 2 1,-1 0-1,1 0 1,5 4 2,-13-6-7,1 0 1,-1 1-1,0 0 1,0 0 0,0 0-1,-1 0 1,1 1-1,-1 0 1,0 0-1,0 0 1,-1 0 0,0 0-1,0 1 1,0 0-1,0-1 1,-1 1-1,0 0 1,0 0 0,-1 1-1,1 2 7,-1-1-23,-1-1 1,0 0-1,-1 0 0,0 0 1,0 0-1,0 1 0,-1-1 1,0-1-1,-1 1 0,1 0 1,-1 0-1,-1-1 0,1 0 1,-1 1-1,0-2 0,0 1 1,-5 5 22,-5 4-576,0 0 1,-1 0 0,-1-1 0,-5 2 575,2-3-1716,0 0 1,-1-2 0,-1 0 0,0-1-1,0-1 1,-2-1 1715,-29 9-3962</inkml:trace>
  <inkml:trace contextRef="#ctx0" brushRef="#br0" timeOffset="1965.911">251 916 8738,'0'0'3833,"0"0"-106,4-1-408,-1 1-3003,10-4 1968,-13 3-2169,0 0 0,0 0 0,0-1 0,0 1 0,0 0-1,0 0 1,0 0 0,-1 0 0,1 0 0,0-1 0,-1 1-1,1 0 1,-1 0 0,1 0 0,-1 0 0,0 0-1,1 0 1,-1 0 0,0 0 0,0 1 0,0-2-115,-33-40 867,-32-32-867,36 43 254,2-1 1,1-2-1,1-1 0,1-2-254,23 33-3,0 1 0,0-1 0,0 1 0,1-1-1,-1 0 1,1 0 0,0 0 0,0 0 0,0 0-1,1 0 1,0 0 0,-1 0 0,1 0-1,1 0 1,-1 0 0,0 0 0,1 0 0,0 0-1,0 0 1,1-2 3,5 0-85,8-2 74,1 1 1,0 1 0,0 0-1,0 1 1,1 1 0,0 1-1,0 0 1,0 1 0,0 1 0,0 0-1,16 3 11,0 0-29,0 1 1,0 2-1,0 2 0,-1 1 1,30 11 28,-50-15 8,0 1 0,1 1 0,-2 0 0,1 1 0,-1 0 0,0 0 0,0 1 0,-1 1 0,5 5-8,-10-9-7,0 1 1,-1 0-1,1 0 0,-1 0 0,0 1 0,-1-1 1,0 1-1,0 0 0,0 0 0,-1 0 0,0 1 1,0-1-1,-1 0 0,0 1 0,0-1 0,-1 1 1,0 3 6,-3 20-17,-2-1 0,-2 0 1,0 0-1,-2-1 0,-1 0 0,-11 21 17,-5 19-6,-11 37 133,-7 46-127,35-113 5,1 1-1,2 0 1,2 0-1,2 0 1,2 29-5,1-56 15,0 0 0,1 1 1,1-1-1,0 0 1,0 0-1,2-1 1,-1 1-1,2-1 1,6 11-16,-10-18 8,1-1-1,-1 0 1,1-1 0,0 1 0,0 0-1,1-1 1,-1 0 0,1 0 0,0 0-1,-1 0 1,1 0 0,1-1 0,-1 0-1,0 0 1,0 0 0,1 0 0,-1-1-1,1 1 1,0-1 0,-1-1 0,1 1-1,0 0 1,-1-1 0,1 0 0,0 0-1,0-1 1,-1 1 0,1-1 0,1 0-8,4-2-8,-1 0 0,1 0 0,-1-1 0,1 0 0,-1-1 0,0 0 0,-1 0 0,5-3 8,7-8-333,0-1 1,12-14 332,-26 25-453,0-1-1,-1 0 0,0 0 1,0 0-1,-1 0 0,0-1 0,0 0 1,-1 0-1,1-1 454,-1-1-1589,0 0 0,-1 0 0,0-1 0,0 1 1,-1-1-1,0 1 0,-1-8 1589,-3-12-4112</inkml:trace>
  <inkml:trace contextRef="#ctx0" brushRef="#br0" timeOffset="2322.052">714 1277 7324,'0'0'3341,"0"0"0,0 0-128,0 0-2057,11 25-256,-11-25-643,0 0-771,0 0-1928,16 24-770,-16-24-129,0 0 0,0 0 0</inkml:trace>
  <inkml:trace contextRef="#ctx0" brushRef="#br0" timeOffset="3169.035">4659 1567 4883,'3'-1'703,"-1"0"0,0 0 1,0 0-1,1 1 0,-1-1 1,0 1-1,0 0 0,1 0 0,-1-1 1,1 2-1,-1-1 0,0 0 1,1 0-1,-1 1 0,0-1 0,0 1 1,1 0-1,-1 0-703,13 9 1990,-15-10-1955,0 0 0,0 0 0,1 0 0,-1 0 1,0 0-1,0 1 0,0-1 0,0 0 0,1 0 1,-1 0-1,0 0 0,0 1 0,0-1 0,0 0 0,0 0 1,0 0-1,0 1 0,0-1 0,0 0 0,0 0 1,0 1-1,0-1 0,0 0 0,0 0 0,0 0 0,0 1 1,0-1-1,0 0 0,0 0 0,0 1 0,0-1 1,0 0-1,0 0 0,0 0 0,0 1 0,-1-1 1,1 0-1,0 0 0,0 0 0,0 0 0,0 1 0,0-1-35,-4 7 267,-1 0-1,0 0 0,1 0 1,-2 0-1,1-1 0,-1 0 1,0 0-1,-1 0 0,1-1 0,-3 1-266,-4 4 205,0-2-1,0 0 0,-1-1 0,0 0 0,-9 2-204,21-8 17,-1 0 0,1 0-1,0-1 1,-1 0 0,1 1 0,-1-1-1,1 0 1,-1 0 0,1 0 0,-1-1-1,1 1 1,-1 0 0,1-1 0,0 0-1,-1 1 1,1-1 0,0 0 0,0 0 0,-1-1-1,1 1 1,0 0 0,0-1 0,0 1-17,2 0 2,0 1 0,-1 0 1,1 0-1,0 0 1,0 0-1,-1 0 1,1-1-1,0 1 1,0 0-1,0 0 0,0 0 1,0-1-1,-1 1 1,1 0-1,0 0 1,0-1-1,0 1 1,0 0-1,0 0 0,0-1 1,0 1-1,0 0 1,0 0-1,0-1 1,0 1-1,0 0 1,0 0-1,0-1 1,0 1-1,0 0 0,0 0 1,0-1-1,0 1 1,0 0-1,0 0-2,3-10 26,0 0 0,0 0 0,1 0-1,0 0 1,0 1 0,1 0 0,1 0 0,-1 0-1,1 1 1,1 0 0,4-5-26,-6 8 17,-1 1 1,0 0-1,1 0 1,0 0-1,0 1 0,0 0 1,0 0-1,0 0 1,1 1-1,2-2-17,-5 3 4,0 1 0,1-1 0,-1 0 0,0 1 0,0 0 0,0 0 1,1 0-1,-1 0 0,0 0 0,0 1 0,1-1 0,-1 1 0,0 0 0,0 0 0,0 0 0,0 0 0,0 1 1,0-1-1,1 2-4,0 0 1,1 0 0,-1 1 0,0 0 0,-1 0 1,1 0-1,0 0 0,-1 0 0,0 1 1,0 0-1,-1-1 0,1 1 0,-1 0 0,0 0 1,0 1-1,-1-1 0,1 0 0,-1 1 0,0-1 1,-1 1-1,1-1 0,-1 0 0,-1 6-1,1 5 0,-2 0-1,0 0 0,0 0 0,-2 0 1,0 0-1,-1-1 0,-2 4 1,1-3-292,-2 0 0,0-1 0,0 0 0,-1 0 0,-1-1 0,-1-1 0,0 1 0,-5 3 292,0-1-1738,-1-1 0,-1-1 0,0-1 0,-1 0 0,0-1 0,-3 0 1738,-21 10-4091</inkml:trace>
  <inkml:trace contextRef="#ctx0" brushRef="#br0" timeOffset="4694.02">3832 1746 7710,'1'-10'2985,"-1"8"5757,-1 13-2823,1-1-7953,3 18 2661,1 0 0,2 0 0,5 18-627,-8-36 57,1 0 0,0 0 0,0 0-1,1 0 1,0 0 0,1-1 0,0 0 0,0 0-1,1-1 1,0 0 0,2 1-57,-5-6 1,0 0-1,0-1 0,0 1 1,1-1-1,-1 0 1,1 0-1,0 0 0,0-1 1,-1 0-1,1 0 1,0 0-1,0 0 0,0-1 1,0 0-1,0 0 1,0 0-1,0-1 1,0 1-1,0-1 0,0 0 1,0-1-1,-1 1 1,1-1-1,0 0 0,-1 0 1,0-1-1,1 1 1,-1-1-1,0 0 1,4-3-1,-4 3-25,0 0 0,0 0 0,0 0 1,-1-1-1,1 1 0,-1-1 1,1 0-1,-1 0 0,0 0 1,-1 0-1,1-1 0,-1 1 1,0-1-1,0 0 0,0 1 1,-1-1-1,0 0 0,0 0 0,0 0 1,0 0-1,-1 0 0,0 0 1,0 0-1,0 0 0,0 0 1,-1 0-1,0 0 0,0 0 1,0 0-1,-2-2 25,-1-1-20,-1 0 1,0 1-1,0 0 0,0 0 1,-1 1-1,0-1 0,0 1 0,-1 0 1,0 1-1,0 0 0,0 0 1,-1 0-1,0 1 0,1 0 1,-1 1-1,-1-1 0,1 2 1,0-1-1,-1 1 0,0 0 1,-1 1 19,3 0 9,0 0 1,1 0 0,-1 1 0,0 0-1,1 0 1,-1 1 0,0 0 0,1 0-1,-1 0 1,1 1 0,-1 0 0,1 0-1,0 1 1,0 0 0,0 0 0,0 0-1,0 1 1,1 0 0,0 0 0,0 0 0,0 1-1,0-1 1,0 1 0,1 0 0,0 1-1,0-1 1,-2 6-10,-3 8 72,1 1 1,2-1-1,-1 2 1,2-1-1,0 8-72,2-10 22,-2 1-1,0-1 1,0 0 0,-2 0 0,0 0 0,-7 9-22,12-24 17,0 1 1,0-1 0,-1 0-1,1 0 1,-1 0 0,0 0-1,0-1 1,0 1 0,-1-1-1,1 0 1,0 0 0,-1 0-1,1 0 1,-1 0 0,0-1-1,0 0 1,1 0 0,-1 0-1,0 0 1,0 0-1,0-1 1,0 0 0,0 0-1,0 0 1,0 0 0,0 0-1,-1-1-17,-8-2 98,-1 0-1,1-1 0,0 0 0,1-1 0,-1 0 0,1-1 0,-5-3-97,-4-2 129,-3 1-22,24 10-107,-1 0 0,0 0 0,0 0 0,1 0 0,-1 0 0,0 0 0,0 0 0,0 1 0,1-1 0,-1 0 0,0 0 0,0 1 0,1-1 0,-1 0 0,0 1 0,1-1 0,-1 1 0,0-1 0,1 0 0,-1 1 0,1 0 0,-1-1 0,1 1 0,-1 0 0,-2 5-16,1 0 1,0 0-1,0 0 1,0 0-1,1 0 0,0 1 1,0-1-1,1 1 1,0-1-1,0 0 1,0 1 15,-2 31-65,-8 5-42,0-21 86,-10 3 21,18-23 0,0-1 0,1 1 0,-1-1 0,0 0 0,0 1 0,-1-1 0,1 0 0,0 0 0,0-1 0,0 1 0,-2 0 0,-1-1 0,0 1 0,1-2 0,-1 1 0,0 0 0,0-1 0,1 0 0,-1 0 0,0 0 0,1-1 0,-1 1 0,1-1 0,-1 0 0,1 0 0,0-1 0,0 0 0,0 1 0,0-1 0,1 0 0,-2-2 0,-13-11 0,1-1 0,1-1 0,-5-7 0,14 16 0,-61-80-128,5-3 0,-7-19 128,-1-3 20,35 67 216,120 174 31,-47-75-179,-3 1 1,-2 1-1,-2 2 1,18 50-89,-44-96-3,-1 1 1,0 0-1,-1 0 1,0 0-1,0 0 1,-2 0-1,1 0 1,-1 1 0,-1-1-1,0 0 1,-1 0-1,0 1 3,1-7 7,0 0 0,-1-1 1,0 1-1,0 0 0,0-1 0,0 0 0,-1 1 1,1-1-1,-1 0 0,0 0 0,0-1 0,-1 1 0,1 0 1,-1-1-1,0 0 0,0 0 0,0 0 0,0-1 0,-1 1 1,1-1-1,0 0 0,-1 0 0,0 0 0,1-1 0,-1 0 1,0 0-1,0 0 0,-2 0-7,-7-1 31,0 0 0,-1-1 0,1 0-1,0-2 1,0 1 0,0-2 0,0 0 0,0 0 0,1-1 0,-8-5-31,0 2 25,-1 0 1,0 2-1,-11-3-25,31 9 1,0 0 0,0 0 0,0 0-1,0 0 1,0 0 0,0 1 0,0-1-1,0 0 1,0 1 0,0 0 0,0-1-1,0 1 1,0 0 0,1 0 0,-1 0-1,0 0 1,1 0 0,-1 0 0,1 1-1,-1-1 1,1 0 0,-1 1 0,1-1-1,0 1 1,0 0 0,0-1 0,0 1-1,0 0 1,0 0 0,0 0 0,1-1-1,-1 3 0,-3 8-14,0 1 0,1 0-1,0 0 1,0 9 14,0-2 12,-7 42-3,7-36 8,-1 0 0,-1-1 0,-1 0 0,-2 0 0,0-1 0,-1 0 1,-5 7-18,13-29 17,0 0 0,0 0 1,0 0-1,0 0 1,-1 0-1,1-1 0,0 1 1,-1 0-1,0-1 1,1 1-1,-1-1 0,0 1 1,0-1-1,0 0 1,0 1-1,0-1 0,0 0 1,0-1-1,0 1 0,0 0 1,0 0-1,-1-1 1,1 0-1,0 1 0,0-1 1,-1 0-1,1 0 1,0 0-1,0 0 0,-1-1 1,1 1-1,0 0 1,0-1-1,-1 0 0,1 1 1,0-1-1,0 0 1,0 0-1,0 0 0,0-1 1,0 1-1,-1-2-17,-7-5 93,-1 0-1,2-1 0,-1-1 1,1 0-1,1 0 1,-5-8-93,-82-118 173,26 35 39,-5 2-212,-6 6-407,-4 3 0,-49-37 407,89 81-1356,13 5-4034,31 41 5300,0 0 0,0 0-1,-1-1 1,1 1 0,0 0 0,0 0 0,0-1-1,0 1 1,0 0 0,-1 0 0,1-1-1,0 1 1,0 0 0,0 0 0,0-1 0,0 1-1,0 0 1,0 0 0,0-1 0,0 1-1,0 0 1,0 0 0,0-1 0,0 1 0,0 0-1,0 0 1,0-1 0,0 1 0,0 0-1,0 0 1,1-1 0,-1 1 0,0 0 0,0 0-1,0-1 1,0 1 0,1 0 0,-1 0-1,0 0 1,0-1 0,0 1 0,1 0 0,-1 0-1,0 0 1,0 0 0,0 0 0,1 0 90,25-23-4262,10 7 21</inkml:trace>
  <inkml:trace contextRef="#ctx0" brushRef="#br0" timeOffset="5095.081">3437 1817 9766,'0'0'3833,"-1"-3"-63,-15-26 533,-10-18-1729,25 44-2523,0 0 0,0 0 1,1 0-1,-1 0 0,0 0 0,1 0 0,0 0 1,0-1-1,0 1 0,0 0 0,0 0 1,1 0-1,0 0 0,-1-1 0,2 0-51,0-1 6,1 1-1,-1 0 0,1 1 1,0-1-1,1 0 0,-1 1 1,1 0-1,-1 0 0,1 0 1,0 0-1,0 0 1,1 0-6,1 0-67,1 0-1,-1 0 1,1 0 0,-1 1 0,1 0 0,0 0 0,0 1 0,0 0 0,0 0 0,0 1 0,0 0 0,0 0 0,0 0 0,7 2 67,-6-1-725,1 1 0,-1 0-1,1 0 1,-1 1 0,0 0 0,2 2 725,1 3-3727,-7-4 2697,-2-2 638,0 0 1,-1 0-1,1 0 0,0 0 1,-1 0-1,1 1 0,-1-1 1,1 0-1,-1 1 0,0-1 1,0 1-1,0-1 0,-1 1 1,1-1-1,0 1 0,-1 0 1,0 0 391,-2 20-3748</inkml:trace>
  <inkml:trace contextRef="#ctx0" brushRef="#br0" timeOffset="5467.689">2596 2024 9380,'0'0'3727,"0"0"-1,0 0-256,20-2-2314,0 10-385,-20-8-899,22 10-2057,-22-10-1413,18 14 0,-18-14-128,-2 20 128</inkml:trace>
  <inkml:trace contextRef="#ctx0" brushRef="#br0" timeOffset="5934.775">1912 2906 9509,'0'0'4090,"2"3"-63,4 8 1707,-14-13-3357,-27-21-2101,22 14 439,-22-14-262,1-1 0,1-2 0,-29-28-453,52 43 35,-1 1-1,2-2 1,-1 1 0,2-1 0,0-1 0,0 1 0,1-1 0,0-1 0,1 1-1,1-1 1,0 0 0,-1-9-35,5 18-3,0 0-1,1 0 0,-1 0 1,1 0-1,0-1 1,1 1-1,-1 0 1,1 0-1,0 0 0,0 0 1,0 1-1,1-1 1,0 0-1,0 0 1,0 1-1,1-1 0,-1 1 1,1 0-1,0 0 1,0 0-1,0 0 1,1 0-1,0 1 0,-1-1 1,1 1-1,0 0 1,1 0-1,-1 1 1,0-1-1,1 1 0,0 0 1,3-1 3,5-2-25,1 1 1,0 0-1,0 1 0,0 0 1,0 1-1,0 1 0,1 0 1,-1 1-1,1 1 0,-1 0 1,2 1 24,1 1-30,0 1 0,0 0 0,-1 2 0,1 0 1,-1 0-1,-1 2 0,1 0 0,-1 1 0,-1 0 1,1 1-1,-2 1 0,1 0 0,2 5 30,-10-10-20,0 0 1,0 1-1,-1 0 0,1 0 0,-2 0 1,1 1-1,-1-1 0,0 1 0,-1 0 1,0 0-1,0 1 0,-1-1 0,0 1 1,0-1-1,-1 1 0,0-1 0,-1 1 1,0 0-1,0 0 0,-1-1 0,0 1 1,0 0-1,-1-1 0,0 0 0,-1 1 1,0-1-1,0 1 20,-3 5-395,-1-1 0,-1 0 0,0 0 1,0-1-1,-1 0 0,-1 0 0,0-1 1,0 0-1,-3 0 395,1 0-1705,-2 0 1,0-1 0,0-1-1,-1 0 1,0-1-1,0-1 1,-15 5 1704,-13 4-4134</inkml:trace>
  <inkml:trace contextRef="#ctx0" brushRef="#br0" timeOffset="7199.003">807 2646 7581,'9'-18'2577,"-4"11"-1100,-2 0 0,1 0 0,-1-1 0,0 1 0,0-1 0,-1 0 0,0 1 0,0-1 0,-1-1-1477,-2 17 210,0 0-1,-1 0 1,0 0-1,0-1 1,-1 1 0,0 0-210,-11 38 220,11-32-182,0 0 1,1 0 0,1 1 0,0-1 0,1 0 0,1 1-1,0 0-38,0-12-4,-1 0 0,0-1 0,1 1 0,0-1 0,0 1 0,-1-1 0,1 1 0,1-1 0,-1 0 0,0 1 0,1-1 0,-1 0 0,1 0 0,-1 0 0,1 0 0,0 0 0,0 0 0,0-1 0,0 1 0,0-1 0,0 1 0,1-1 0,-1 0 0,0 0 0,1 0 0,-1 0 0,1 0 0,-1 0 0,1-1 0,0 1 0,-1-1 0,1 0 0,-1 0 0,1 0 0,0 0 0,-1 0 0,1 0 0,-1-1 0,1 0 0,0 1 0,1-2 4,17-5-159,0 0 1,-1-2-1,0 0 0,0-1 1,-1-1-1,-1-1 1,3-3 158,8-4-411,-54 55 133,-11 3 263,-2-1 1,-2-2 0,-1-1 0,-1-3-1,-2-1 1,-11 3 14,48-30 53,-1 0 1,1-1-1,-1 0 0,0 0 1,0-1-1,0 0 0,0 0 1,-1-1-1,1 0 0,0 0 1,-1-1-1,1 0 0,-1-1 1,-1 0-54,-2-1 98,1-1 0,-1 0-1,0-1 1,1-1 0,0 0 0,0 0 0,0-1 0,1 0 0,-5-5-98,-17-12 158,2-2 1,1-1-1,1-2 1,1 0-1,-12-18-158,-23-36 514,-24-45-514,45 60 321,2-1 1,-18-47-322,55 107 107,2 8-107,0-1 0,0 1 1,0 0-1,0-1 1,0 1-1,0 0 1,0-1 0,0 1-1,0 0 1,0-1-1,1 1 1,-1 0-1,0-1 1,0 1-1,0 0 1,0-1-1,0 1 1,1 0 0,-1 0-1,0-1 1,0 1-1,1 0 1,-1 0-1,0-1 1,0 1-1,1 0 1,-1 0-1,0 0 1,0-1 0,1 1-1,-1 0 1,0 0-1,1 0 1,-1 0-1,0 0 1,1 0-1,-1 0 1,0 0 0,1 0-1,-1 0 0,6 2-3,0 0-1,0 1 1,0 0-1,0 0 1,0 0 0,-1 1-1,0 0 1,0 0-1,0 0 1,0 1 0,3 4 3,56 62-70,-47-50 65,0 0 1,-2 1-1,0 0 0,-2 2 1,0-1-1,-1 2 0,7 22 5,-16-36 6,0 0-1,-1 1 0,0-1 1,-1 0-1,0 0 1,-1 1-1,0-1 0,0 1 1,-2-1-1,1 0 0,-1 0 1,-1 0-1,0 0 1,-1 0-1,0 0 0,0-1 1,-1 0-1,0 0 1,-1 0-1,-1 0 0,1-1 1,-2 1-6,-5 5 43,13-15-42,0 0 1,0 0-1,0 0 1,0 0-1,1 0 1,-1 0-1,0 0 1,0 0 0,0 0-1,0 0 1,0 0-1,0 0 1,0 0-1,0 0 1,1 0-1,-1 0 1,0 0 0,0 1-1,0-1 1,0 0-1,0 0 1,0 0-1,0 0 1,0 0-1,0 0 1,0 0 0,0 0-1,0 0 1,1 0-1,-1 0 1,0 0-1,0 1 1,0-1-1,0 0 1,0 0 0,0 0-1,0 0 1,0 0-1,0 0 1,0 0-1,0 0 1,0 1 0,0-1-1,0 0 1,0 0-1,0 0 1,0 0-1,0 0 1,0 0-1,0 0 1,0 0 0,-1 0-1,1 1 1,0-1-1,0 0-1,22 2-46,0 2-1,0 1 1,-1 0-1,1 2 1,-1 0-1,-1 1 1,0 2-1,3 1 47,-16-7-21,0 0 0,-1 1 0,1 0 0,-1 0 0,0 0 0,0 1-1,-1 0 1,0 0 0,0 1 0,0-1 0,-1 1 0,0 0 0,0 0 0,-1 0 0,1 1 0,-2-1 0,1 1 0,-1 0 0,0 0-1,-1 0 1,0 0 0,0 0 0,-1 0 0,0 5 21,-1-2 21,0-1 0,-1 1 0,0-1 0,0 1 0,-1-1 0,-1 0-1,0 0 1,0 0 0,-1-1 0,0 0 0,-1 0 0,0 0 0,0 0 0,-1-1 0,0 0 0,-1-1 0,1 1-1,-1-1 1,-1-1 0,1 0 0,-1 0 0,0 0 0,-1-1 0,1-1 0,-1 1 0,0-2 0,0 1-1,0-1 1,-1-1 0,1 0 0,-1-1 0,1 0 0,-1 0 0,0-1 0,1 0 0,-1-1 0,0 0 0,1-1-1,0 0 1,-1-1 0,1 0 0,-8-4-21,-4-3-21,1-2 0,1-1 0,0 0 0,1-2-1,0 0 1,-9-11 21,-22-26-5827,50 52 5758,0-1-1,0 1 0,-1 0 0,1 0 0,0 0 1,0 0-1,0 0 0,0 0 0,0 0 1,-1 0-1,1 0 0,0 0 0,0-1 0,0 1 1,0 0-1,0 0 0,0 0 0,0 0 0,0 0 1,-1 0-1,1-1 0,0 1 0,0 0 1,0 0-1,0 0 0,0 0 0,0 0 0,0-1 1,0 1-1,0 0 0,0 0 0,0 0 0,0 0 1,0-1-1,0 1 0,0 0 0,0 0 1,0 0-1,0 0 0,0 0 0,1-1 0,-1 1 1,0 0-1,0 0 0,0 0 0,0 0 0,0 0 1,0 0-1,0-1 0,0 1 0,1 0 1,-1 0-1,0 0 0,0 0 0,0 0 0,0 0 1,0 0-1,1 0 70,16-10-4134,8 10-85</inkml:trace>
  <inkml:trace contextRef="#ctx0" brushRef="#br0" timeOffset="8319.002">5310 2958 10280,'4'-6'4069,"10"-16"-150,-8 11 56,-6-3-2787,0 11 1038,-2 44-1461,1-21-493,1 0 0,2 18-272,-1-31 25,0 1 1,0-1-1,1 0 1,0 0-1,1-1 0,-1 1 1,1 0-1,1-1 1,-1 0-1,2 2-25,12 15 22,2-4-22,-16-18-9,-1 1 0,0-1 0,0 0 0,1 0 0,-1 0 0,0 0 0,1 0 0,-1 0 0,1-1 0,0 1 0,-1-1 0,1 0 0,-1 1 0,1-1 0,0-1 0,-1 1 0,1 0 0,-1 0 0,1-1 0,-1 0 0,1 1 0,-1-1 0,1 0 0,-1 0 0,1-1 0,-1 1 0,0 0 0,0-1 0,0 1 0,0-1 0,1-1 9,2-2-17,-1 0 1,0 0-1,0-1 0,0 0 0,-1 0 0,0 0 1,0 0-1,0 0 0,-1-1 0,0 1 0,0-1 0,0 0 1,-1 0-1,0 1 0,-1-1 0,0 0 0,0 0 1,0 0-1,-1 0 0,1 1 0,-2-1 17,1 1-1,0 0-1,0 0 0,-1 0 1,0 0-1,0 1 0,-1-1 1,1 1-1,-1 0 0,0 0 1,-1 0-1,-1-2 2,3 4 7,0 1-1,-1-1 0,0 1 1,0-1-1,0 1 0,0 0 1,0 0-1,0 0 0,0 1 1,-1-1-1,1 1 0,-1 0 1,1-1-1,-1 2 0,1-1 1,-1 0-1,0 1 0,-1-1-6,-1 2 2,0 0 0,0 0 0,0 0-1,0 0 1,0 1 0,1 0 0,-1 1-1,0-1 1,1 1 0,0 0 0,-1 0 0,1 1-1,1-1 1,-1 1 0,0 1-2,-17 14-3,2 1 1,-11 14 2,24-26 0,-4 4 13,-13 15 329,-1 0 1,-1-2-1,-27 19-342,47-38 56,-1-1-1,0-1 0,-1 1 0,1-1 1,-1 0-1,0-1 0,0 0 0,0 0 0,0-1 1,0 0-1,-1 0 0,1-1 0,-1 0 0,1 0 1,-1-1-1,1 0 0,-1-1 0,-6-1-55,13 2 20,1 0 1,-1-1-1,1 1 0,-1-1 1,1 1-1,-1-1 0,1 1 1,-1-1-1,1 0 0,0 0 0,-1 0 1,1 1-1,0-1 0,0-1 1,-1 1-1,1 0-20,-10-9 211,-8-9-83,18 17-119,0 0 0,0 0 0,0 0 0,0 0 0,0 0 0,0 0 0,1 0-1,-1 0 1,1 0 0,-1 0 0,1 0 0,0-1-9,0 2 5,0 0 0,1 0-1,-1-1 1,1 1 0,-1 0 0,1 0 0,-1 0-1,1 0 1,0 0 0,0 0 0,-1 0 0,1 0-1,0 0 1,0 0 0,0 0 0,0 0 0,0 1-1,0-1 1,0 0 0,0 1 0,0-1-1,1 1 1,-1-1 0,0 1 0,0-1 0,0 1-1,1 0 1,-1 0 0,0 0 0,0-1 0,1 1-1,-1 1 1,0-1 0,0 0 0,1 0-1,-1 0 1,1 1-5,0-1-6,6 0 13,0 1-1,0 1 0,0-1 1,0 2-1,-1-1 0,1 1 1,-1 0-1,1 0 0,-1 1 1,0-1-1,0 2-6,11 7 13,0 1-1,-1 0 1,5 7-13,-15-14-7,0 0 0,-1 1 0,0 0 0,0 0 0,-1 1 0,0-1 0,0 1 0,-1 0 1,0 1-1,0-1 0,-1 1 0,0-1 0,0 1 0,0 6 7,-2-8-9,-1 1-1,1-1 1,-1 1-1,-1 0 1,0-1-1,0 1 1,0-1 0,-1 0-1,0 1 1,0-1-1,-1 0 1,0 0-1,0 0 1,0-1-1,-1 1 1,0-1 0,-5 5 9,-3 4-153,-1-2 1,0 0 0,-1 0-1,0-2 1,-1 1 0,-1-2-1,0 0 1,0-1 0,-5 2 152,11-7-560,-1 1 0,1-1 0,-1-1 0,1 0 1,-1 0-1,0-1 0,-2 0 560,0-1-1466,0-1 0,0 0 0,-1 0 0,1-2 1,0 1-1,0-2 0,0 0 0,0 0 0,-6-4 1466,-24-11-4262</inkml:trace>
  <inkml:trace contextRef="#ctx0" brushRef="#br0" timeOffset="9191.99">4221 3129 9894,'0'0'371,"0"-1"-1,0 1 1,0-1-1,0 1 0,0-1 1,0 0-1,0 1 1,0-1-1,1 1 1,-1-1-1,0 1 0,0-1 1,0 1-1,1 0 1,-1-1-1,0 1 0,1-1 1,-1 1-1,0-1 1,1 1-1,-1 0 1,1-1-1,-1 1 0,0 0 1,1-1-1,-1 1 1,1 0-1,-1 0 1,1 0-1,-1-1 0,1 1 1,-1 0-1,1 0-370,9 14 2823,3 32-2600,5 47 955,-17-89-1049,-6-1-22,-20 10-81,0-1 1,-1-2-1,0 0 1,0-2-1,-10 1-26,-21 8 18,-17 7 50,-152 43 608,180-56-495,0-2-1,0-3 0,-47 2-180,87-7 35,-1-1 0,0 0 0,0-1 0,0 1 0,0-1 0,1 0 0,-1-1 0,0 0 0,1 0 0,-1 0 0,-1-2-35,7 3 6,-1 0 0,0 0 0,1 0 0,-1 0 0,1 0 0,-1 0 0,1 0 0,0-1 0,-1 1 0,1-1 0,0 1 1,0-1-1,0 0 0,0 1 0,0-1 0,0 0 0,1 1 0,-1-1 0,0 0 0,1 0 0,0 0 0,-1 0 0,1 0 0,0 1 0,0-1 0,0 0 0,0 0 0,0 0 0,1 0 0,-1 0 0,0 0 0,1 0 0,0 1 0,-1-1 0,1 0 0,0 0 0,0 1 0,0-1 1,0 0-1,0 1 0,1-1-6,5-9 18,0 1 1,1 0 0,1 1 0,0 0-1,5-4-18,-14 13 2,22-19-11,0 1 1,2 1-1,0 1 0,1 1 1,0 1-1,1 2 1,0 0-1,1 2 1,1 0-1,17-2 9,-38 11 0,0-1 0,-1 2 0,1-1 0,0 1 0,0 0 0,0 0 0,11 7 0,-16-5-1,-1 0 0,1 0 0,-1 1 0,0-1 0,1 0 0,-1 1 0,0-1 0,0 1 1,0-1-1,-1 1 0,1-1 0,-1 1 0,1 0 0,-1-1 0,0 1 0,0 0 0,0-1 0,0 1 0,-1-1 0,1 1 0,-1 0 1,-15 63-101,11-50 94,1 0 6,-23 76-65,-12 89 66,34-151-8,2-1 0,1 1 0,1 0 1,2 0-1,1 0 0,1-1 1,1 1-1,5 10 8,-7-30 7,1 0 0,1 0 0,0 0 1,0 0-1,1-1 0,0 0 0,0 0 0,1 0 0,5 5-7,-8-10 3,0-1 0,1 0 0,-1 0-1,1 0 1,0 0 0,0-1 0,0 1 0,0-1-1,0 0 1,0 0 0,0-1 0,1 1 0,-1-1-1,1 0 1,-1 0 0,1 0 0,0-1 0,-1 0-1,1 0 1,-1 0 0,1 0 0,0-1 0,0 1-3,6-3-2,-1 1 1,0-2-1,0 1 1,0-1-1,0-1 1,0 0 0,-1 0-1,0-1 1,0 0-1,7-6 2,9-11-352,0-1 0,14-18 352,-22 23-374,-11 13-457,-1 0-1,0-1 0,0 1 1,0-1-1,-1 0 0,0 0 1,0-1-1,-1 1 0,0-1 1,-1 0-1,1 0 0,0-5 832,3-23-4347,-1 8-22</inkml:trace>
  <inkml:trace contextRef="#ctx0" brushRef="#br0" timeOffset="9547.488">4227 3526 10280,'0'0'3341,"28"23"-257,-28-23-900,0 0-5268,0 0 0,10 20-257,-10-20 0</inkml:trace>
  <inkml:trace contextRef="#ctx0" brushRef="#br0" timeOffset="10154.989">2816 3541 7710,'5'5'3212,"-2"-2"-2747,0 1-1,0-1 1,0 1-1,0 0 1,-1 0-1,0 0 1,0 0-1,0 0 1,0 1-1,-1-1 0,1 1 1,-1-1-1,0 1 1,0-1-1,-1 1 1,0 4-465,5 22 544,-3 1 0,0-1 1,-2 1-1,-3 21-544,2-39 142,-1-1-1,-1 1 1,0-1-1,0 0 1,-1 0 0,-1 0-1,0-1 1,-1 0-1,-1 0 1,1 0 0,-2-1-1,-2 4-141,5-11 186,0 0 0,0 0 0,0-1 0,0 1 0,-1-1 0,0 0 0,-5 1-186,7-2 5,4-1 15,-1-1 1,1 0-1,-1 0 1,1 1-1,-1-1 1,1 0-1,-1 0 1,1 0-1,-1 0 1,1 0-1,-1 1 1,1-1-1,-1 0 1,1 0-1,-1 0 1,1 0-1,-1 0 1,1-1 0,-1 1-1,1 0 1,-1 0-1,1 0 1,-1 0-1,1 0-20,-25-7 514,12-1 0,-29-35-10,3-2-1,1-2 1,3-2 0,-5-10-504,25 36 63,-108-172 280,67 102-1018,-4 2 0,-30-31 675,71 106-2319,18 15 2213,1 1 0,-1 0 0,1 0 0,-1 0-1,1-1 1,-1 1 0,0 0 0,1 0 0,-1 0 0,1 0 0,-1 0-1,1 0 1,-1 0 0,0 0 0,1 0 0,-1 0 0,1 1 0,-1-1 0,1 0-1,-1 0 1,1 0 0,-1 1 0,0-1 106,0 1-363,0 0 0,1 1 1,-1-1-1,0 0 0,0 1 0,1-1 0,-1 1 1,0-1-1,1 0 0,0 1 0,-1-1 0,1 1 1,0-1-1,-1 1 0,1 0 0,0-1 0,0 1 1,1-1-1,-1 1 0,0-1 0,0 1 363,8 31-4112,0 7 0</inkml:trace>
  <inkml:trace contextRef="#ctx0" brushRef="#br0" timeOffset="11040.644">2154 4096 10665,'-23'-27'5049,"-19"-24"2139,3-3-4176,36 50-2712,3 4-65,0 0-85,4 3-43,29 21-155,-2 0-1,1 4 49,-23-20-20,0 1 0,0 1 0,-1-1 0,0 1 0,-1 1 0,0-1 0,0 1 0,4 12 20,-8 0-107,-3-21 97,-1 0 1,1 1-1,-1-1 0,0 1 0,0-1 1,0 0-1,0 1 0,0-1 0,0 0 1,0 0-1,-1 1 10,-2 1 4,1-1-1,0 0 1,-1 0-1,0 1 1,0-2-1,0 1 1,0 0-1,0-1 1,0 0-1,-1 0 1,1 0-1,-1-1 1,1 1-1,-1-1 1,0 0 0,0-1-1,1 1 1,-1-1-1,0 0 1,0 0-1,0 0 1,1-1-1,-1 1 1,0-1-1,-4-2-3,-7-1 58,1-1 0,0-1 0,0 0-1,0-1 1,1 0 0,0-1 0,-3-3-58,-20-14 150,33 22-86,5 8-107,21 56 28,-21-57 13,1 0 0,0 0 0,-1 0 0,0 0-1,0 0 1,0 0 0,0 0 0,-1 1 0,0-1 0,1 0-1,-2 0 1,1 0 0,0 1 2,-7 17 0,-17 4 22,18-22-2,1-1 0,0 1 1,-1-1-1,1-1 1,-1 1-1,0-1 1,0 0-1,0 0 0,0-1 1,0 0-1,0 0 1,-1 0-1,1-1 1,0 0-1,-1 0 1,1 0-1,0-1 0,0 0 1,-5-1-21,-2-2 48,0 0 0,1-1-1,-1 0 1,1 0 0,1-2 0,-1 1 0,1-2 0,-9-7-49,-3-4 87,-16-20-71,37 34-30,4 9 0,1 2 0,-1-1 1,0 0-1,-1 0 0,1 1 0,-1-1 0,0 0 0,0 1 0,-1 0 15,5 56-101,-5-48 108,-1-1 1,0 0-1,-1 1 1,0-1 0,-1 0-1,-1 0 1,0-1-1,0 1 1,-7 10-8,2-5 26,-1 0 0,-1-1 0,-1-1 0,0 0 0,-1 0 0,-7 4-26,-5 4 42,-1-1-1,-1-2 0,-1 0 1,-1-2-1,0-1 0,-2-2 1,-19 8-42,38-19 52,1-1 0,-2 1 0,1-2 0,0 0 0,-1 0 0,0-2 1,1 1-1,-1-1 0,-12-1-52,19-1 15,1 1-1,-1-1 1,0 0 0,1-1-1,-1 1 1,1-1 0,-1 0-1,1-1 1,0 1 0,0-1-1,0 0 1,0 0 0,0-1-1,1 1 1,-1-1 0,1 0 0,0 0-1,0-1 1,1 1 0,-1-1-1,1 0 1,-2-3-15,0-3-16,0 1 0,1-1 0,0 0 1,0-1-1,1 1 0,1-1 0,0 1 0,1-1 0,0 0 0,1 0 1,0 1-1,1-4 16,1-9-279,2-1 0,1 1 0,1-1 0,1 1 0,4-8 279,-5 15-632,2 0 1,0 1-1,1 0 0,1-2 632,2 1-1332,0 0-1,1 1 1,1 0-1,1 1 0,0 1 1,0 0-1,2 1 1,-1 1-1,17-9 1333,38-16-4476</inkml:trace>
  <inkml:trace contextRef="#ctx0" brushRef="#br0" timeOffset="11378.991">3027 4486 12464,'16'26'4112,"-16"-26"-128,0 0-129,19 24-3598,-19-24-386,0 0-1156,0 0-2570,0 0 0,0 0-257,-19 2 129</inkml:trace>
  <inkml:trace contextRef="#ctx0" brushRef="#br0" timeOffset="11739.973">1747 3768 7967,'0'0'3855,"0"0"257,-14-19-129,14 19-1413,0 0-1156,22 13-386,-22-13-514,20 14-257,-20-14-514,22 16-900,-2-2-2826,-20-14-1,11 29-128,-11-29 0</inkml:trace>
  <inkml:trace contextRef="#ctx0" brushRef="#br0" timeOffset="12110.664">2203 4741 13749,'-17'24'4369,"-1"11"-257,-20-9 129,-2 5-3984,-1-3-129,-1-4-385,8 5-642,-15-21-1800,15 10-1541,-8-16 128,7 0-129,-9-10 1</inkml:trace>
  <inkml:trace contextRef="#ctx0" brushRef="#br0" timeOffset="12468.984">1122 3859 12336,'0'0'4240,"-32"24"-128,13 11 0,-25 3-3598,8 13-257,1 2-642,-13-13-2442,14 5-1157,-3-5-256,7-7 128,4-7-257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0:22.690"/>
    </inkml:context>
    <inkml:brush xml:id="br0">
      <inkml:brushProperty name="width" value="0.1" units="cm"/>
      <inkml:brushProperty name="height" value="0.1" units="cm"/>
      <inkml:brushProperty name="color" value="#E71224"/>
    </inkml:brush>
  </inkml:definitions>
  <inkml:trace contextRef="#ctx0" brushRef="#br0">2390 287 2570,'2'-2'133,"-1"1"1,0-1-1,0 1 0,0-1 1,0 1-1,0-1 1,0 0-1,0 1 0,-1-1 1,1 0-1,-1 1 0,1-1 1,-1 0-1,0 0 0,1 0 1,-1 0-1,0 1 1,0-1-1,0 0 0,-1 0 1,1 0-1,0 0 0,-1 1 1,1-1-1,-1 0 0,1 0 1,-1 1-1,0-1 1,0 1-1,0-1 0,0 0 1,0 1-1,0-1 0,0 1 1,-1 0-1,1-1 0,0 1 1,-1 0-1,1 0 1,-1 0-1,1 0 0,-1 0 1,0 0-1,-1 0-133,-34-18 705,0 2-1,-1 2 0,-1 1 1,-1 1-1,-23-2-704,6 0 483,-67-17 211,-2 5-1,0 6 1,-93-2-694,119 18 98,0 5 0,0 4-1,1 4 1,0 4 0,-7 7-98,2 4-36,2 5 0,0 4 1,-23 15 35,38-11-13,-13 11 13,72-33-23,0 2 0,1 1 0,1 2-1,1 0 1,-10 11 23,27-22 0,0 0 0,0 0 0,1 1 0,0 1 0,1-1 0,0 1 0,1 0 0,-3 6 0,6-10 0,-1 0 0,1 1 0,1 0 0,-1-1 0,1 1 0,0 0 0,0 0 0,1-1 0,0 1 0,1 0 0,-1 0 0,1 0 0,0-1 0,2 6 0,4 7 0,0-1 0,1 0 0,1-1-1,1 0 1,1-1 0,0 0 0,1 0 0,0-1-1,1 0 1,1-2 0,0 1 0,1-2 0,1 0-1,0-1 1,3 1 0,31 19 28,1-4-1,2-1 1,0-3-1,29 7-27,10 1 95,2-5 1,7-2-96,195 30 162,4 3-108,163 41 75,-395-84-91,1-4 1,0-2-1,0-4 1,1-2 0,-1-4-1,1-3 1,-1-2-1,0-4 1,-1-3-1,55-18-38,-96 23 28,-1-1 1,0-1-1,0-1 0,-1-1 0,11-9-28,-22 13 35,-1-1 0,-1 0 0,0 0 1,0-2-1,-1 1 0,-1-1 0,0-1 0,0 0 1,-1-1-1,2-5-35,-1-1 64,-1-1 0,-1 0 1,-1 0-1,-1-1 0,-1 0 0,0 0 1,-2 0-1,-1 0 0,0-1 0,-2 1 1,0-1-1,-2 1 0,-1-1 0,0 1 1,-2 0-1,0 0 0,-1 1 0,-2-1 1,0 2-1,-1-1 0,-1 1 0,-1 0 1,-1 1-1,-14-17-64,-1 1 23,-2 2 1,-1 1 0,-2 1-1,-1 2 1,-1 1-1,-34-20-23,41 31-130,-1 2 1,-1 0-1,0 2 0,-1 2 0,0 0 0,-1 2 0,0 1 0,-1 2 0,-27-2 130,7 5-1398,-1 3 1,1 2 0,0 3-1,0 1 1,1 3-1,0 3 1,0 1-1,-12 7 1398,-54 22-3448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0:18.365"/>
    </inkml:context>
    <inkml:brush xml:id="br0">
      <inkml:brushProperty name="width" value="0.1" units="cm"/>
      <inkml:brushProperty name="height" value="0.1" units="cm"/>
      <inkml:brushProperty name="color" value="#E71224"/>
    </inkml:brush>
  </inkml:definitions>
  <inkml:trace contextRef="#ctx0" brushRef="#br0">2601 150 642,'0'0'1243,"-4"-2"-173,-17-5-119,1 1 0,-1 0-1,-1 2 1,1 0-1,-1 1 1,0 1-951,-59-1 1601,0 3-1601,-10-1 941,-22-1-90,-543-27 1489,441-1-2047,113 14-194,-43 1-99,109 13-1,0 2-1,0 1 1,0 2 0,0 1-1,-34 10 2,-39 20 0,1 4 0,3 5 0,-18 13 0,93-42 0,9-4-4,-2-1-17,0 1 0,1 2 1,0 0-1,1 1 0,0 2 1,-13 11 20,18-7-22,-4 9-63,17-22 78,1 0 1,-1 1 0,1-1 0,1 0 0,-1 1-1,1 0 1,0-1 0,0 1 0,1 0 0,0-1-1,0 1 1,1 0 0,0-1 0,0 1 0,0 0-1,1-1 1,0 1 0,0-1 0,1 0 0,0 0 6,6 14 20,1-2 1,0 1-1,1-1 1,1-1-1,11 12-20,-8-13 31,0 0-1,1-1 1,0 0-1,2-2 0,12 9-30,29 14 223,10 3-223,46 27 246,-52-25 320,15 4-566,-54-33 144,1-1 0,-1-1 0,2-1-1,-1-1 1,6 0-144,25 5 107,0-3 0,1-2 1,1-3-1,33-1-107,105-3-215,0 8 1,31 13 214,564 38 150,-663-53-98,175 4 175,-282-12-152,1 0 0,-1-2 0,0 0-1,0-2 1,-1 0 0,1-1 0,-1-1 0,0-1 0,-1-1 0,0-1 0,0 0 0,-1-1 0,-1-1 0,2-2-75,-14 10 6,0-1 0,0 0-1,0 0 1,0 0 0,-1-1 0,0 1 0,0-1-1,-1 0 1,0 0 0,0 0 0,0 0 0,2-7-6,-2 2 10,-1 0 0,0 0-1,0 0 1,-1 0 0,-1 0 0,0 0 0,-1-9-10,-2-5 13,-1-1-1,-1 1 1,-2 0-1,0 0 1,-2 1-1,-6-13-12,-14-26 0,-2 2 0,-3 1 0,-14-17 0,25 45 0,0 2 0,-2 0 0,-1 2 0,-1 0 0,-2 2 0,-22-15 0,-19-9 43,-3 2 0,-1 5 0,-3 1-43,60 34-255,0 1 1,0 0 0,0 1-1,-16-3 255,25 8-186,0 0-1,0 0 1,0 0-1,0 1 1,0 0-1,0 1 1,0-1-1,0 2 1,0-1-1,0 1 1,0 0-1,-3 2 187,-127 56-9230,94-40 5910</inkml:trace>
  <inkml:trace contextRef="#ctx0" brushRef="#br0" timeOffset="2411.018">6719 294 1285,'-104'-43'3928,"49"24"-2796,0 3 0,-1 2 0,-31-2-1132,-84-17 2162,-31-4-726,103 26-1165,-1 4 0,0 5-1,-24 5-270,-79 12 452,-14 11-452,122-9 30,1 4 0,1 4 0,1 4 0,1 4 0,-4 6-30,66-26-16,1 0 0,1 2 0,1 1 0,0 1-1,1 1 1,0 1 0,2 1 0,-9 11 16,17-9 0,6 9 0,8-26 3,1-1 0,0 0 0,0 0 1,1 1-1,-1-1 0,1 0 0,0 2-3,3 5 30,0 0 1,0 0-1,1-1 1,1 1 0,0-1-1,0 0 1,6 5-31,7 9 85,1 0 1,9 6-86,-14-16 57,0-2 0,1 1 1,1-2-1,-1 0 0,2-1 0,0-1 0,0 0 0,10 2-57,32 10 248,1-4 0,3-1-248,43 12 182,-24-7-75,1-3-1,1-4 1,36 0-107,258 5 648,-196-14-74,169 28-574,-185-2-133,-57-9-141,73 2 274,-49-15 375,114-8-375,-187-4 264,0-3-1,-1-3 0,0-2 1,0-3-1,12-6-263,-65 18 82,0-1 1,0 0-1,-1 0 0,0 0 0,1-1 1,-1 1-1,0-2-82,-4 4 19,0-1 0,0 0 0,-1 0 0,1 1 0,0-1 0,-1 0 0,1 0 0,-1-1 0,0 1 0,0 0 0,0 0 1,0-1-1,0 1 0,0-1 0,0 1 0,-1 0 0,1-3-19,-1 1 10,0-1 0,-1 1 1,1-1-1,-1 1 0,0 0 1,0-1-1,0 1 0,-1 0 1,0 0-1,1 0 1,-1 0-1,-1-1-10,-2-6 26,-10-19-22,-1 1 0,-1 1 0,-1 1 0,-17-18-4,-92-99-52,48 57 66,73 80-12,-50-57-13,-2 2 0,-26-18 11,63 62-26,-1 1-1,-1 1 1,0 1 0,-1 1-1,0 1 1,-1 1 0,0 1 0,-1 2-1,-10-3 27,-10 2-413,0 2-1,0 2 0,0 1 1,-1 3-1,-28 3 414,-72 9-6494,-16 8 6494,74-7-2125,-49 4-1194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0:24.213"/>
    </inkml:context>
    <inkml:brush xml:id="br0">
      <inkml:brushProperty name="width" value="0.1" units="cm"/>
      <inkml:brushProperty name="height" value="0.1" units="cm"/>
      <inkml:brushProperty name="color" value="#E71224"/>
    </inkml:brush>
  </inkml:definitions>
  <inkml:trace contextRef="#ctx0" brushRef="#br0">2498 443 1927,'12'-38'5654,"-11"37"-5583,-1 0-1,0 1 1,0-1-1,0 0 1,1 0-1,-1 0 1,0 0-1,0 0 0,0 0 1,-1 0-1,1 0 1,0 0-1,0 0 1,-1 0-1,1 1 1,0-1-1,-1 0 0,1 0 1,0 0-1,-1 0 1,0 1-1,1-1 1,-1 0-71,1 0 136,-7-5 270,-80-27 607,-38-8-1013,-24-7 1086,-46-28 589,45 17 719,-52-8-2394,151 52 154,-2 3 0,1 2 1,-2 3-1,1 2 0,-53 1-154,25 8-32,0 3 0,0 3 0,1 4 0,1 4 0,0 3 0,2 3-1,1 4 1,1 3 0,1 3 0,-60 39 32,103-53 12,0 2 1,1 1-1,2 2 0,0 1 0,2 1 1,1 1-1,-6 9-12,22-24 12,0 0 0,1 0 0,1 1 0,0 0 0,0 0 1,2 1-1,0 0 0,0 0 0,1 0 0,1 0 0,0 8-12,1-1-5,2-1 0,0 1 0,1-1 0,1 0 1,1 1-1,1-1 0,7 19 5,4 5-11,3 0 0,1-1-1,3-1 1,1-1 0,2-1 0,2-1 0,6 4 11,20 25 69,3-3 0,3-2 1,3-3-1,27 20-69,-39-42 79,1-1-1,1-3 1,3-2 0,0-3 0,2-2 0,23 7-79,26 3 214,2-4-1,1-4 1,1-6 0,33 1-214,-47-13 137,1-4 1,0-5-1,0-3 0,0-5 1,14-6-138,-45 1 151,0-2 1,0-4 0,28-11-152,-61 15 79,0 0-1,-1-2 1,0-2 0,-1-1 0,-1-1-1,-1-2 1,13-12-79,-27 19 29,-1-1 0,-1-1 0,-1 0-1,0-1 1,0 0 0,-2-1 0,0 0-1,-1-1 1,-1 0 0,-1 0 0,0-1 0,-1 0-1,-1 0 1,-1-1 0,1-12-29,1-25 85,-3 0 0,-2 0-1,-2 0 1,-9-48-85,1 35 22,-3 0-1,-3 1 1,-4 0-1,-2 2 0,-3 0 1,-3 2-1,-36-62-21,49 103-555,-1 1 0,-1 1 0,-1 0 0,0 1 0,-2 1 0,-1 1 0,-1 0 555,-12-8-1695,-2 2 0,0 1 0,-2 1 0,-5 0 1695,-74-35-3727</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0:26.803"/>
    </inkml:context>
    <inkml:brush xml:id="br0">
      <inkml:brushProperty name="width" value="0.1" units="cm"/>
      <inkml:brushProperty name="height" value="0.1" units="cm"/>
      <inkml:brushProperty name="color" value="#E71224"/>
    </inkml:brush>
  </inkml:definitions>
  <inkml:trace contextRef="#ctx0" brushRef="#br0">87 245 2056,'-6'-3'437,"-15"-8"4003,-1-1-1,-13-9-4439,32 18 835,3 3-107,2 0-654,0 0-1,0 0 1,0-1-1,-1 1 0,1-1 1,0 1-1,0-1 1,0 0-1,-1 1 0,1-1 1,0-1-74,9-3 135,7 2-3,-1 1 0,1 0 1,-1 1-1,1 1 0,0 1 1,6 2-133,26-1 234,770 46 867,-358-13-1174,57-21 73,-425-16 4,4-1-137,82 10 133,-158-5 22,-18-2 85,-4 0 21,0 0 22,3 0 86,-2 1-135,5 2-196,-5-4 188,-1-1-1,1 1 1,-1 0-1,0-1 1,0 1-1,1 0 0,-1-1 1,0 1-1,0 0 1,0-1-1,-1 1 1,1 0-1,0-1 0,0 1 1,-1 0-1,1-1 1,-1 1-1,0-1-92,1-3 42,-7-18 173,4 14-190,-1 1 0,0-1 0,-1 1 1,1 0-1,-2 1 0,1-1 0,-1 1 0,0 0 0,-4-3-25,-9-9 31,2 1-65,-1 1-1,0 1 0,-2 0 1,-1 0 34,-26-19-12,27 22 34,20 13-22,0 0 0,0 0 0,0 0 0,0-1 0,0 1 0,-1 0 0,1 0 1,0 0-1,0 0 0,0 0 0,0 0 0,0 0 0,0 0 0,-1 0 0,1 0 0,0 0 0,0 0 1,0 0-1,0 0 0,0 0 0,0 0 0,-1 0 0,1 0 0,0 0 0,0 0 0,0 0 1,0 0-1,0 0 0,0 0 0,-1 1 0,1-1 0,0 0 0,0 0 0,0 0 0,0 0 0,0 0 1,0 0-1,0 0 0,0 0 0,0 1 0,-1-1 0,1 0 0,0 0 0,0 0 0,0 0 0,0 0 1,0 0-1,0 1 0,0-1 0,0 0 0,0 0 0,0 0 0,3 10-5,4-3 41,-1 0 0,1 0 0,0-1 1,0 1-1,1-2 0,0 1 1,0-1-1,0 0 0,7 2-36,1 3 59,9 3 9,0 0 0,1-1-1,1-2 1,0 0-1,0-2 1,4 0-68,42 6-127,53 3 127,-111-16-23,18 4-83,-22 2 63,-11-6 40,1 0-1,-1-1 1,0 1 0,0 0-1,0-1 1,0 1-1,0 0 1,0 0-1,0-1 1,0 1 0,0 0-1,0-1 1,-1 1-1,1 0 1,0-1-1,0 1 1,-1 0 0,1-1-1,0 1 1,-1 0-1,1-1 1,-1 1 0,1-1-1,0 1 1,-1-1 3,-20 24-23,-1 0 1,0-2-1,-2-1 1,-15 10 22,-25 23-17,24-17-2018,1 2 0,-13 19 2035,40-44-637,1 0-1,1 1 0,0 1 1,1 0-1,1 0 0,1 0 0,0 1 1,1 1-1,0 2 638,1 10-3363,6-6-85</inkml:trace>
  <inkml:trace contextRef="#ctx0" brushRef="#br0" timeOffset="941.714">3075 769 514,'37'-2'402,"1"0"-1,-1 3 1,24 3-402,16 0 230,98 3 898,-33 0 549,54-8-1677,-123 1 212,0 3 0,-1 3 0,14 6-212,119 9 135,168 17 18,-31-2 101,-247-34 1,8-4-255,78 1-426,-170 2-9,-1-1-1,1 2 1,-1-1-1,0 2 1,0-1-1,1 1 1,-2 1-1,1 0 1,4 2 435,18 13-1714</inkml:trace>
  <inkml:trace contextRef="#ctx0" brushRef="#br0" timeOffset="2892.074">2391 107 1028,'0'0'1349,"0"0"-278,0 0-214,0 0-322,0 0-256,0 0-130,0 0-20,-3 3-22,-10 15-86,10-7 38,1-1 0,0 1 0,1 0-1,0 0 1,1 10-59,-1 8 220,-2-16-484,1 10 2087,9-20-748,9-10-496,-12 2-492,37-18 211,-22 14-276,-20 12 130,1-2-142,0 0-1,0 0 1,0 0 0,0 0-1,0 0 1,0 0-1,0 0 1,0 0 0,-1 0-1,1 0 1,0 0 0,-1-1-1,1 1 1,-1 0-1,1 0 1,-1 0 0,1 0-1,-1-1 1,1 1 0,-1 0-1,0 0 1,0 0-10,-30 32 128,24-27-83,-2 1 39,-1-1-99,9-5 36,3-3 123,24-15 734,-16 10-887,-5 4-3,-1 0 0,1 0-1,0 0 1,0 1 0,0-1-1,0 1 1,0 0 0,3 0 12,-8 2 0,1 0 0,0-1 0,0 1 0,0 0 0,1-1 0,-1 1 0,0 0 0,0 0 0,1 0 0,-1 0 0,0 0 0,0 0 0,1 0 0,-1 1 0,1-1 0,-2 1 3,0-1 1,1 1-1,-1-1 1,1 1-1,-1-1 0,0 1 1,1 0-1,-1-1 1,0 1-1,0 0 1,0-1-1,1 1 1,-1-1-1,0 1 1,0 0-1,0-1 0,0 1 1,0 0-1,0 0 1,0-1-1,0 1 1,0-1-1,-1 1 1,1 0-1,0-1 1,0 1-1,-1 0 0,1-1 1,0 1-1,-1-1 1,1 1-4,-5 6 40,-1 0 0,0-1 0,0 0 0,0 0 0,-1 0 0,-5 3-40,4-3 17,-31 24 136,-1-3-71,33-21-63,-26 11 241,30-16-132,5-5-102,1 0-1,-1 0 0,1 0 1,0 0-1,0 1 0,0-1 1,0 1-1,0 0 0,1 0 1,0 0-1,0-1-25,-4 4 0,10-8 85,16-13-63,3 2-22,-11 8-22,-18 11 21,0 0 0,0 0-1,0 0 1,0 0 0,0 0-1,0 0 1,0 0 0,0 1-1,0-1 1,0 0-1,0 0 1,0 0 0,0 0-1,0 0 1,0 0 0,0 0-1,0 0 1,0 0 0,0 0-1,0 0 1,1 1-1,-1-1 1,0 0 0,0 0-1,0 0 1,0 0 0,0 0-1,0 0 1,0 0 0,0 0-1,0 0 1,0 0 0,0 0-1,0 0 1,1 0-1,-1 0 1,0 0 0,0 0-1,0 0 1,0 0 0,0 0-1,0 0 1,0 0 0,0 0-1,0 0 1,0 0 0,1 0-1,-1 0 1,0 0-1,0 0 1,0 0 0,0 0-1,0 0 1,0 0 0,0 0-1,0 0 1,0 0 0,0 0-1,0-1 1,0 1-1,1 0 1,-1 0 0,0 0 1,-2 18 0,-12 11 69,-30 23-31,5-9 112,36-40-43,3-3 21,3-3 1,21-21-74,2 1 0,0 1 0,1 2 0,1 0 0,1 2 0,1 1 0,24-9-55,-35 19 0,-18 7 0,0 0 0,-1-1 0,1 1 0,-1 0 0,1 0 0,0 0 0,-1 0 0,1 0 0,0 0 0,-1 0 0,1 1 0,0-1 0,-1 0 0,1 0 0,0 0 0,-1 1 0,1-1 0,-1 0 0,1 0 0,-1 1 0,1-1 0,-1 1 0,1-1 0,-1 1 0,0 0 0,1 0 0,-1 1 0,0-1 0,0 0 0,-1 0 0,1 0 0,0 0 0,0 0 0,0 0 0,-1 0 0,1 0 0,-1 0 0,1 0 0,-1 0 0,1 0 0,-1 0 0,1 0 0,-1 0 0,0-1 0,1 1 0,-1 0 0,0 0 0,-24 24 0,20-20 0,-262 245 150,263-247-43,7-6 0,19-24-75,1 1 1,2 1-1,1 1 0,0 1 0,2 2 0,1 1 0,0 1 0,16-7-32,-20 16-85,-24 9 83,0 1 1,0-1 0,0 1-1,0 0 1,1-1 0,-1 1-1,0 0 1,0 0 0,1 0-1,-1 0 1,0 0 0,0 0-1,0 0 1,1 0 0,-1 1-1,1-1 2,-2 1 0,0 0 0,0 0 0,0 1 0,0-1 0,0 0 0,0 0 0,0 0 0,0 0 0,-1 0 0,1 0 0,0 0 0,0 0 0,-1 0 0,1 0 0,-1 0 0,1 0 0,-1 0 0,0 0 0,1 0 0,-1 0 0,0 0 0,1 0 0,-1-1 0,0 1 0,0 0 0,-1 0 0,-27 27 0,20-20 11,-31 27 177,-2-1-1,-35 21-187,70-52 128,-6 4 1,13-8-53,0 0-81,-1 0 0,1 1 0,0-1 1,0 0-1,0 0 0,0 1 0,0-1 1,0 0-1,0 0 0,0 0 0,0 1 1,0-1-1,0 0 0,0 0 0,1 1 1,-1-1-1,0 0 0,1 0 0,-1 1 1,0-1-1,1 0 0,-1 1 0,1-1 1,-1 1-1,1-1 5,18-13-86,-12 12-1563,0-1 0,0 1 0,1 1 0,-1-1 0,1 1 0,4 0 1649,-7 1-2956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0:37.441"/>
    </inkml:context>
    <inkml:brush xml:id="br0">
      <inkml:brushProperty name="width" value="0.1" units="cm"/>
      <inkml:brushProperty name="height" value="0.1" units="cm"/>
      <inkml:brushProperty name="color" value="#E71224"/>
    </inkml:brush>
  </inkml:definitions>
  <inkml:trace contextRef="#ctx0" brushRef="#br0">6 0 642,'-5'15'664,"4"-12"65,2 0-87,3 2-368,0 1 1,0-1-1,0 0 0,0 0 0,1-1 0,-1 1 1,1-1-1,1 0 0,-1 0 0,0 0 1,1-1-1,2 1-274,11 6 666,0-1 1,0-1-1,11 3-666,44 7 1163,1-2-1,0-4 1,0-3 0,25-3-1163,-8 2 339,877 117 2301,-787-98-2153,54 21 42,-157-28-249,0-4 1,2-4-1,63 2-280,-65-15 175,0-4 0,55-10-175,155-37 400,-79 13-207,-110 24-134,0 4-1,1 5 1,1 4 0,71 9-59,135 1 181,-133-7-105,-106 0-77,329 17 131,-211-8 163,36-8-293,-139-2 71,-68 0-92,359 10 963,298 22-557,-635-30-385,0 2 0,0 1 0,-1 2 0,11 5 0,5 0 0,32 2 0,-15-10 0,-1-3 0,1-4 0,0-2 0,15-6 0,58-4 0,74-6 48,92-5 33,-11 1 26,-291 24-319,-1 1 0,1 1 0,-1-1 0,0 1 0,1 0 0,-1 1 0,0-1 0,0 1 0,0 0 0,2 2 212,-7-4-80,-1 0 1,0 0-1,1 0 1,-1 0-1,0 0 1,0 0-1,1 0 1,-1 1-1,0-1 1,0 0-1,1 0 1,-1 0-1,0 0 1,0 1 0,1-1-1,-1 0 1,0 0-1,0 0 1,0 1-1,0-1 1,1 0-1,-1 0 1,0 1-1,0-1 1,0 0-1,0 0 1,0 1-1,0-1 1,0 0 0,0 1-1,0-1 1,0 0-1,0 0 1,0 1-1,0-1 1,0 0-1,0 1 1,0-1 79,0 7-868,0-1 1,0 1 0,-1 0-1,0-1 1,0 1 0,-1-1-1,1 1 1,-2 0 867,-10 26-3577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0:54.115"/>
    </inkml:context>
    <inkml:brush xml:id="br0">
      <inkml:brushProperty name="width" value="0.1" units="cm"/>
      <inkml:brushProperty name="height" value="0.1" units="cm"/>
      <inkml:brushProperty name="color" value="#E71224"/>
    </inkml:brush>
  </inkml:definitions>
  <inkml:trace contextRef="#ctx0" brushRef="#br0">1524 1 7196,'-10'8'1183,"0"2"1,0-1-1,1 1 1,0 1-1,1 0-1183,-28 30 2649,-117 130-598,21-22-846,-756 772 808,690-731-5011,141-138-2999,54-49 2485,3-3 128</inkml:trace>
  <inkml:trace contextRef="#ctx0" brushRef="#br0" timeOffset="355.445">1619 644 6682,'-17'11'1645,"1"1"1,0 1-1,1 1 1,-6 6-1646,-27 24 2391,-8 8-1074,3 2 0,-14 21-1317,27-29 493,-147 167 1237,-72 78-824,140-167-1293,-39 25 387,135-128-213,-89 73-878,92-79-366,0-2 0,0 0 0,-2-2 0,-20 9 1457,39-18-398,-1-1-1,1 1 0,-1-1 1,1 0-1,-1 0 1,1 0-1,-1-1 1,0 1-1,0-1 0,1 0 1,-1 0-1,0 0 1,0-1-1,1 1 0,-1-1 1,0 0-1,1 0 1,-1 0 398,-16-15-3513</inkml:trace>
  <inkml:trace contextRef="#ctx0" brushRef="#br0" timeOffset="714.479">397 119 9380,'-9'-14'9016,"12"21"-5956,20 36-4230,-13-24 2215,74 131-685,6-3 1,7-5-1,6-4 1,5-4-1,7-5 1,114 98-361,43 6-3127,-269-230 2923,5 3-1130,0 1 0,0 0 0,-1 1-1,0 0 1,3 5 1334,-9-13-62,-1 0 0,0 0 0,0 0 0,0 0 0,0 0 0,0 0 0,0 1-1,0-1 1,0 0 0,0 0 0,1 0 0,-1 0 0,0 0 0,0 0 0,0 0 0,0 0-1,0 0 1,0 1 0,0-1 0,0 0 0,0 0 0,0 0 0,0 0 0,0 0 0,0 0-1,0 1 1,0-1 0,0 0 0,0 0 0,0 0 0,0 0 0,0 0 0,0 0 0,0 0 0,0 1-1,0-1 1,0 0 0,0 0 0,0 0 0,0 0 0,0 0 0,0 0 0,0 0 0,-1 0-1,1 1 1,0-1 0,0 0 0,0 0 0,0 0 0,0 0 0,0 0 0,0 0 0,0 0-1,0 0 1,-1 0 0,1 0 0,0 0 0,0 0 0,0 0 0,0 0 62,-15 9-3727</inkml:trace>
  <inkml:trace contextRef="#ctx0" brushRef="#br0" timeOffset="1069.533">153 656 8481,'0'27'3598,"14"9"0,8 15 128,16 14-3083,15 28 128,5 4 0,17 17 0,3 2-257,9 5-129,2-9-385,4-9-385,1-5-386,-19-23-900,6 0-1927,-17-9-385,-13-9-1,-9-8 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1:41.219"/>
    </inkml:context>
    <inkml:brush xml:id="br0">
      <inkml:brushProperty name="width" value="0.1" units="cm"/>
      <inkml:brushProperty name="height" value="0.1" units="cm"/>
      <inkml:brushProperty name="color" value="#E71224"/>
    </inkml:brush>
  </inkml:definitions>
  <inkml:trace contextRef="#ctx0" brushRef="#br0">1 1 1927,'33'17'3903,"2"0"0,18 5-3903,41 19 932,22 21-257,-2 6 0,-4 4-1,-2 6 1,-5 4-1,-2 4 1,-5 5 0,-4 4-1,25 38-674,-48-46 314,-5 2 1,-4 3-1,-4 3 0,-4 2 0,-4 2 0,26 82-314,-42-87 138,-4 1 0,-4 1-1,-4 2 1,-5 0-1,-4 1 1,-4 0 0,-5 64-138,-5-82 57,-3 0 1,-4 0 0,-4-1-1,-3 0 1,-3-1 0,-4-1-1,-3-1 1,-4-2 0,-3-1-1,-3-1 1,-3-2 0,-3-2-1,-11 8-57,-17 13 88,-3-4 0,-55 48-88,-178 145-2948,290-264 2551,-53 45-2382,-2-4 0,-3-3 0,-2-3 1,-3-3 2778,32-23-3834,-21 6 3834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1:42.670"/>
    </inkml:context>
    <inkml:brush xml:id="br0">
      <inkml:brushProperty name="width" value="0.1" units="cm"/>
      <inkml:brushProperty name="height" value="0.1" units="cm"/>
      <inkml:brushProperty name="color" value="#E71224"/>
    </inkml:brush>
  </inkml:definitions>
  <inkml:trace contextRef="#ctx0" brushRef="#br0">882 1 1413,'-4'8'779,"-1"0"-1,-1-1 0,1 0 0,-1 0 0,-2 2-778,-16 19 1978,3-2-1060,14-18-811,0 1 1,1 0 0,0 0-1,0 0 1,-2 7-108,-43 110 1375,-3 31-1375,16-45 938,-173 536 3211,83-248-2152,71-207-1090,8 3 0,1 49-907,-46 402 1362,91-621-1304,-14 122 547,7 0 0,8 121-605,7-173 153,4-1-1,4 0 1,4-1 0,27 82-153,-28-125 68,3-1 0,2-1 0,1 0 0,3-2 0,2-1 0,2-1 1,2-1-1,2-2 0,2-1 0,1-2 0,4 1-68,-29-30 82,11 10-1181,1 0 0,6 2 1099,-21-16-1560,0-1 0,1-1 0,-1 0 0,1 0 0,4 1 1560,-13-5-106,0 0-1,0 1 1,1-1-1,-1 0 1,0 0-1,0 0 1,0 0-1,1 0 1,-1 0 0,0 0-1,0 0 1,1 0-1,-1 0 1,0 0-1,0 0 1,0 0-1,1 0 1,-1 0-1,0 0 1,0 0-1,1 0 1,-1 0-1,0 0 1,0-1-1,0 1 1,1 0-1,-1 0 1,0 0-1,0 0 1,0 0-1,0 0 1,1-1-1,-1 1 1,0 0-1,0 0 1,0 0 106,17-15-3855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1:53.297"/>
    </inkml:context>
    <inkml:brush xml:id="br0">
      <inkml:brushProperty name="width" value="0.1" units="cm"/>
      <inkml:brushProperty name="height" value="0.1" units="cm"/>
      <inkml:brushProperty name="color" value="#E71224"/>
    </inkml:brush>
  </inkml:definitions>
  <inkml:trace contextRef="#ctx0" brushRef="#br0">1443 136 1670,'0'0'2613,"0"0"150,-3 2-150,-31 7 3681,5-1-3015,26-8-3126,0 1 1,0-1-1,0 0 0,0 0 1,0 0-1,0-1 0,0 1 0,0-1 1,0 0-1,-1 0-153,-4-1 287,-26-2 444,1-1 0,-1-2-1,1-2 1,-23-9-731,-4-1 568,40 13-416,-1 0 0,1 1 0,-1 0 0,0 2 0,0 1 0,0 1 1,0 0-1,0 2 0,0 0 0,-14 3-152,-19 6 92,1 2 1,1 2 0,-41 17-93,49-14 8,-24 9 52,0 3 1,-44 27-61,58-27 0,34-20 0,1 2 0,0 0 0,0 1 0,1 0 0,1 2 0,1 0 0,-7 8 0,14-13-1,0 1 0,0 0 0,1 0 0,0 1 0,1 0 0,0 0 0,1 1 0,0 0 1,1 0-1,1 0 0,0 1 0,-1 5 1,3-10 7,0 1 0,1 0 1,1 0-1,-1 0 0,1 0 1,1 0-1,0 0 0,0-1 1,1 1-1,0 0 0,0 0 1,1-1-1,0 0 0,0 1 1,1-1-1,0-1 0,1 1 1,0 0-1,0-1-7,13 15 17,2 0-1,0-2 0,1 0 1,1-1-1,0-1 1,2-1-1,4 1-16,50 28 292,49 20-292,211 88 621,-258-121-527,2-3 1,0-4-1,2-4 0,0-3 0,49 3-94,-89-18 65,0-2 0,0-2 0,0-2-1,0-1 1,16-5-65,-28 2 21,0-2 0,-1-1 0,-1-1 0,1-1 0,-2-2 0,0-1 0,21-14-21,-23 11-36,0-1 0,-1-1 0,-1-1 0,15-16 36,-30 25-16,-1 1 0,0-2 0,0 1 0,-2-1 0,1 0-1,-1 0 1,-1-1 0,0 0 0,-1 0 0,-1-1 0,3-12 16,-2-4 27,-2 0 0,0-1 1,-3 1-1,0-1 0,-2 1 0,-1 0 0,-2-1 0,-1 2 0,-1-1 0,-1 1 1,-2 0-1,-1 0 0,-1 1 0,-1 1 0,-10-15-27,9 22 79,0 0 1,-1 0-1,-1 1 1,-1 1-1,-1 1 0,-7-5-79,-15-10 201,-2 2 0,-23-12-201,-19-13 40,52 33-133,-1 0-1,0 2 0,-2 2 1,0 1-1,-24-7 94,47 21-936,0 1 0,0 1 0,0-1 0,0 2 1,-1 0-1,1 0 0,0 1 0,-4 1 936,-101 20-10075,57-4 5342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1:55.511"/>
    </inkml:context>
    <inkml:brush xml:id="br0">
      <inkml:brushProperty name="width" value="0.1" units="cm"/>
      <inkml:brushProperty name="height" value="0.1" units="cm"/>
      <inkml:brushProperty name="color" value="#E71224"/>
    </inkml:brush>
  </inkml:definitions>
  <inkml:trace contextRef="#ctx0" brushRef="#br0">1497 119 514,'-4'1'2484,"-9"1"-367,-32 6 5169,17-12-5338,22 3-1452,0-1 0,0 1 0,0 0 1,0 0-1,-1 1 0,1 0 0,-3 0-496,2 0 146,-98-16 1913,63 8-1411,-1 2 1,0 2 0,-41 1-649,59 4 134,-159 11 367,148-7-435,1 1 0,0 2 1,0 1-1,-5 4-66,-58 25 524,2 5 1,-78 47-525,148-74 57,-1 1 1,2 1-1,0 1 0,2 1 1,0 1-1,-16 19-57,31-31 30,-1 2 0,1-1 0,0 1 1,1 0-1,0 0 0,1 1 0,0 0 0,1 0 0,1 1 1,0-1-1,0 1 0,1 0 0,1 0 0,0 0 0,1 0 1,0 1-1,1-1-30,2 2 32,1-1 1,1 0-1,0 0 1,0 0 0,2 0-1,-1-1 1,2 1-1,0-2 1,0 1-1,1-1 1,1 0 0,0 0-1,1-1 1,0-1-1,0 0 1,3 2-33,25 20 175,1-2 0,1-1 0,2-3-1,6 2-174,95 48 79,3-6-1,2-7 1,110 30-79,-231-85 54,0 0-1,1-2 1,0-1-1,0-1 1,0-1-1,0-2 1,0 0-1,1-2 1,-1-2-1,0 0 1,0-2 0,0-1-1,-1-1 1,20-8-54,28-14 364,17-11-364,-59 25 100,-2-3 0,0 0 0,-1-2 0,6-6-100,-23 15 10,0 0 0,-1-1 0,0 0-1,-1 0 1,-1-1 0,0-1 0,0 0-1,-1 0 1,3-9-10,-7 12-44,-1-1 0,0 0 0,0 0 0,-2 0-1,1 0 1,-1-1 0,-1 1 0,0 0 0,-1-1 0,-1 1-1,1-1 1,-2 1 0,-2-11 44,-5-12 70,-2 1 1,-1 0-1,-2 0 0,-2 2 1,0 0-1,-2 0 1,-21-26-71,20 33 47,0 1 0,-1 1 0,-2 1 0,-21-17-47,-4-4 176,-39-47-176,64 65 21,-33-34-21,50 53-164,-38-38 512,-47-38-348,73 69-1069,0 1 1,-1 1-1,-5-3 1069,13 9-1813,-1 0 0,1 1 0,-1 0 1,0 1-1,0 0 0,-4 0 1813,-5 3-4583,1 2 64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1:57.527"/>
    </inkml:context>
    <inkml:brush xml:id="br0">
      <inkml:brushProperty name="width" value="0.1" units="cm"/>
      <inkml:brushProperty name="height" value="0.1" units="cm"/>
      <inkml:brushProperty name="color" value="#E71224"/>
    </inkml:brush>
  </inkml:definitions>
  <inkml:trace contextRef="#ctx0" brushRef="#br0">1650 142 2313,'0'0'3105,"0"0"-21,-2-4-514,0 0-2081,0 1-1,0 0 1,0-1-1,0 1 1,-1 0 0,0 0-1,1 1 1,-1-1-1,0 0 1,0 1-1,-1 0 1,1 0 0,0 0-1,-1 0 1,1 0-1,-3 0-488,-35-15 493,0 3-1,-2 1 1,1 2 0,-1 2-1,-1 1 1,-1 3-493,-72-5 2570,-82 5-2570,52 6 0,-26 9 0,115-4 0,1 3 0,0 2 0,1 2 0,-28 13 0,51-15-13,2 2 0,0 1 0,0 1 0,1 2 0,-3 4 13,19-11-5,0 0-1,1 1 0,0 1 0,1 0 0,0 0 0,1 1 0,1 1 1,0 0-1,1 0 0,0 1 0,-1 4 6,6-10 0,0 0 0,0 1 0,1 0 0,1-1 0,-1 1 0,2 0 0,-1 1 0,1-1 0,1 0 0,0 0 0,0 0 0,1 0 0,0 1 0,1-1 0,0 0 0,1-1 0,0 1 0,3 7 0,10 25 139,2-1 1,1 0-1,2-1 0,2-2 0,2 0 0,1-2 1,2-1-1,26 27-139,-27-37 67,1-1 1,1-1-1,1-2 1,1-1-1,0-1 1,2-2 0,13 5-68,65 24 187,69 17-187,-162-57 47,44 14 31,0-3 1,2-2-1,-1-4 1,2-2-1,-1-3 1,60-2-79,-76-6 90,0-2 1,0-3-1,0-1 0,-1-3 1,0-2-1,-1-2 1,-1-1-1,0-3 1,18-12-91,-21 10 63,-5 4 14,-2-2 0,0-1 0,-1-2-1,10-10-76,-35 25-23,-1 0 0,0 0 1,0-1-1,-1 0 0,0-1 0,0 0 0,-1 0 0,-1 0 0,1-1 0,-1 1 0,-1-1 0,0-1 0,0 1 0,-1-1 0,-1 1 0,1-1 0,-2 0 0,1-2 23,0-10-9,-1-1 1,-1 1 0,0 0 0,-2-1-1,-1 1 1,-1 0 0,-1 0 0,-1 0 0,-1 0-1,-1 1 1,0 0 0,-2 1 0,-1-1 8,-4-5 67,-12-22 168,-2 1 1,-22-28-236,39 61-3,0 1 1,-2 0-1,1 0 0,-2 1 0,0 1 1,0 0-1,-1 1 0,0 1 1,-10-4 2,20 11-89,-5-3-60,-1 1-1,0 0 1,0 0 0,-5 0 149,-36-2-3898,10 4-3201,0-1-1,-32-9 7100,15-2-4990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2:01.857"/>
    </inkml:context>
    <inkml:brush xml:id="br0">
      <inkml:brushProperty name="width" value="0.1" units="cm"/>
      <inkml:brushProperty name="height" value="0.1" units="cm"/>
      <inkml:brushProperty name="color" value="#E71224"/>
    </inkml:brush>
  </inkml:definitions>
  <inkml:trace contextRef="#ctx0" brushRef="#br0">1 22 4369,'3'-3'3170,"9"-12"-108,-9 12 65,-3 3-728,0 0-943,4 6-343,5 13-669,-2 1 0,1-1 0,-2 1 0,-1 0-1,0 5-443,3 8 261,1-1 0,6 10-261,-12-33 5,1 0 0,1 0 0,0 0-1,0 0 1,0-1 0,1 0 0,1 0 0,-1-1 0,8 7-5,-10-10 16,1-1 0,0 1 0,1-1 0,-1 0 1,0 0-1,1-1 0,0 1 0,-1-1 0,1 0 1,0-1-1,0 1 0,0-1 0,0-1 0,0 1 1,1-1-1,-1 0 0,0 0 0,0-1 0,0 0 1,0 0-1,0 0 0,0-1 0,0 0 0,-1 0 1,5-2-17,15-8 108,0-1 0,-1-2 0,0 0 1,-1-1-1,2-4-108,10-6 167,-33 24-165,8-5 53,0 0 1,0 1-1,1 0 0,-1 0 1,2 1-56,8 3 128,-18 3-117,0-1 0,1 1-1,-1 0 1,0 0 0,0 1-1,0-1 1,0 0 0,0 1 0,0-1-1,0 1-10,32 38 60,-30-34-53,0 0 0,0 0 0,1-1 0,0 0-1,0 1 1,0-2 0,1 1 0,0-1 0,-1 1 0,1-2 0,1 1 0,-1-1 0,5 2-7,1-2 10,0 0 0,0-2 0,0 1 0,0-1 0,0-1 0,0 0 0,0-1 1,0 0-1,0-1 0,7-2-10,27-8 70,-1-1 1,5-5-71,-6 3 15,-16 5-4,-16 5 2,1 0 0,-1 1 0,1 1 0,0 0 1,0 0-1,0 2 0,0-1 0,1 2 0,5 0-13,4 8 0,-15-3-1,-1 1 0,0 0 1,-1 1-1,1-1 1,-1 1-1,0 0 1,-1 1-1,2 3 1,0-1 1,0-1-1,0 0 1,0 0-1,9 6 0,-12-12 2,0 0 0,0 0-1,0 0 1,0-1 0,1 0 0,-1 0-1,1 0 1,-1 0 0,1-1-1,0 0 1,-1 0 0,1 0-1,0-1 1,1 1-2,12-1 37,0 0-1,0-1 1,0-1 0,0-1-1,0 0 1,0-2 0,1 0-37,36-14 174,30-16-174,-49 19 20,0 2 1,2 1 0,-1 2 0,17-3-21,-49 14 13,1-1 1,-1 0-1,1 1 1,-1 0-1,0 0 0,1 1 1,-1-1-1,2 1-13,12 10 0,-13-6 5,0 1 0,-1 1 0,0-1 0,0 1 0,-1 0 0,1 0 1,-2 0-1,2 4-5,0-2 11,-1-1 1,1 1-1,1-1 1,-1 0 0,5 4-12,-7-9 2,0 0-1,0-1 1,0 1 0,0-1 0,0 0 0,1 0 0,-1 0 0,1 0 0,-1-1-1,1 1 1,0-1 0,0 0 0,0 0 0,-1 0 0,1-1 0,3 1-2,5-1 4,0 0 1,0-1-1,-1-1 1,1 1-1,0-2 1,-1 0-1,1 0 1,-1-1-1,2-1-4,27-12 68,34-22-68,-2 2 20,-20 12-20,-27 15 22,-16 9 42,5 2-107,-7 2 107,8 7-42,-14-9-22,1-1 0,-1 0 0,0 0 0,1 0 0,-1 1 0,0-1 0,1 0 0,-1-1 0,0 1 0,1 0 0,-1 0 0,1-1 0,-1 1 0,0 0 0,27-13 0,21-17 14,76-40 84,-104 59-91,1 2 1,0 0-1,1 1 1,0 2 0,1 0-8,-20 5 0,1 0 0,0 1 0,-1-1 0,1 1 0,0 0 0,0 1 0,0-1 0,-1 1 0,1 0 0,0 0 0,-1 0 0,1 1 0,-1-1 0,2 2 0,14 9 107,9 14 0,25 27-1799,-50-48-1521,-10-2-1697,-5 7 3386,7-6 248,-14 5-2793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2:37.028"/>
    </inkml:context>
    <inkml:brush xml:id="br0">
      <inkml:brushProperty name="width" value="0.1" units="cm"/>
      <inkml:brushProperty name="height" value="0.1" units="cm"/>
      <inkml:brushProperty name="color" value="#E71224"/>
    </inkml:brush>
  </inkml:definitions>
  <inkml:trace contextRef="#ctx0" brushRef="#br0">0 0 6296,'5'3'3191,"3"1"-2291,-1-1-1,1 0 1,0 0-1,0-1 1,0 0-1,2 0-899,23 3 950,1-1 0,0-2-950,21 2 563,-5 2-261,-1 1-1,0 3 1,-1 2-1,0 1 1,38 18-302,-65-22 62,-1 1 0,1 2 0,-2 0 0,1 0-1,-2 2 1,0 1 0,-1 0 0,0 1 0,-1 1 0,-1 0 0,0 1 0,-2 1 0,8 13-62,7 19 161,-3 1 1,-2 1-1,-3 1 0,13 51-161,42 231 620,-73-329-600,44 268 1002,-11 2 1,-13 1-1,-12 2-1022,-14 221 2052,-31 116-2052,4-229 233,-26 352 143,27 2-86,-4 848 631,26-1316-498,17 132-423,1-283 82,5-1-1,5 0 1,5-1 0,24 58-82,41 75 192,10-4 1,16 4-193,-55-124 16,-7 3 0,-5 2 0,29 128-16,-64-200 2,-3 0 0,-2 1 0,-3 0-1,-3 0 1,-3 1 0,-3-1 0,-2 0 0,-3 0-1,-16 57-1,7-57-272,-4-1 0,-2-1 0,-3-1-1,-2-1 1,-3-2 0,-3-1-1,-2-1 273,2-8-511,-1-2 0,-3-2-1,-2-1 1,-1-2 0,-2-2-1,-2-2 1,-1-2 0,-8 3 511,26-22-1496,0 0 1,-2-1-1,1-2 1,-1-2-1,-1 0 0,-32 6 1496,12-8-4604,-30 0 4604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2:40.158"/>
    </inkml:context>
    <inkml:brush xml:id="br0">
      <inkml:brushProperty name="width" value="0.1" units="cm"/>
      <inkml:brushProperty name="height" value="0.1" units="cm"/>
      <inkml:brushProperty name="color" value="#E71224"/>
    </inkml:brush>
  </inkml:definitions>
  <inkml:trace contextRef="#ctx0" brushRef="#br0">3431 366 6296,'0'0'3256,"-1"-3"170,-8-15 1435,-4-3-1806,-12-20 1494,30 49-4524,1-1 1,-1 0 0,1 0 0,0-1 0,5 5-26,13 13-1,-11-9 13,58 73-53,-62-75 25,0 1 1,0 0-1,-2 1 1,1-1-1,2 13 16,-6-3-21,-4-21 21,0-1 0,0 1 0,0 0 0,-1 0 0,1-1 0,-1 1 0,0 0 0,0-1 0,0 2 0,-1-2 6,0 1 0,0 0 0,0-1 0,0 0 0,-1 1 0,1-1 0,-1 0-1,1 0 1,-1 0 0,0-1 0,0 1 0,0-1 0,0 1 0,0-1 0,0 0 0,0 0 0,0 0 0,0-1 0,0 1 0,-1-1 0,1 0 0,0 0 0,0 0 0,-1 0 0,1 0 0,0-1 0,0 1 0,-2-2-6,-7 0 28,1 0 0,0-1 0,0-1 0,0 0 1,0 0-1,1-1 0,-7-5-28,9 7 17,-25-23 116,21 16-87,-18-18 35,22 14 27,-1 5-86,9 11-82,10 22-124,-2-7 171,-2-3 12,4 18-105,-7-4 84,-6 2 22,3-27 5,-1-2 0,1 0 0,0 1-1,-1-1 1,1 0 0,-1 0 0,1 0 0,-1 0 0,1 0 0,-1 0 0,0 0-1,0 0 1,1 0 0,-1 0 0,0 0 0,0 0 0,0 0 0,0 0 0,0-1-1,0 1 1,0 0 0,-1-1-5,-17 7 43,-7-9 43,-7-7-65,-1-6-21,3 0-21,11 6-86,19 10 97,1 0 1,-1 1 0,1-1 0,-1 0 0,1 1 0,0-1-1,0 0 1,-1 1 0,1-1 0,0 0 0,0 1 0,0-1-1,1 0 1,-1 2 9,0-3 0,4 21-14,-2-16 13,-1 0 0,0 0 0,0 0 0,-1 0 1,1 0-1,-1 0 0,0 0 0,-1 0 1,0 4 0,-6 16 21,6-23 4,-1 0-1,1 1 1,-1-1 0,0 0-1,0 0 1,0 0 0,0 0-1,0 0 1,0-1-1,0 1 1,-1-1 0,1 1-1,-1-1 1,1 0 0,-1 0-1,1 0 1,-1 0-1,0 0 1,1 0 0,-1-1-1,0 0 1,0 1 0,1-1-1,-1 0 1,0 0-1,0-1 1,0 1 0,1-1-1,-1 1 1,-2-2-25,-7-1 115,0 0-1,0-1 1,0 0 0,0-1 0,1 0-1,0-1 1,-3-3-115,-30-19 386,40 26-258,4 2-42,4 6-129,28 47 125,-2 2 0,-2 1 0,17 49-82,-37-81 28,0 0 1,-2 1-1,0-1 0,-2 1 0,-1 1 1,-1-1-1,-1 1 0,-1-1 0,-1 0 0,-1 1 1,-2 2-29,1-14-30,-1 1 0,-1 0 0,0-1-1,-1 0 1,0 0 0,-2 0 0,1-1 0,-1 0 0,-1-1 0,-1 1 0,1-2 0,-2 1 0,0-2 0,0 1 0,-1-1 0,0-1 0,0 0 0,-1-1-1,0-1 1,-11 5 30,7-4-577,0-1 0,-1-1 0,0-1-1,0 0 1,0-1 0,-1-1-1,-15 1 578,16-4-1162,0 0-1,1 0 1,-1-2 0,0 0-1,1-1 1,0-1-1,-1-1 1,-5-2 1162,-50-26-4284,0-11-63</inkml:trace>
  <inkml:trace contextRef="#ctx0" brushRef="#br0" timeOffset="450.95">2661 244 9252,'-2'1'405,"0"-1"0,0 1-1,0 0 1,0-1 0,0 0 0,0 1 0,0-1 0,0 0-1,-1 0 1,1 0 0,0 0 0,0-1 0,0 1 0,0 0-1,0-1 1,0 0 0,0 1 0,0-1 0,0 0 0,0 0-1,0 0 1,0 0 0,0 0 0,1-1 0,-1 1 0,0 0-1,1-1 1,-1 0 0,1 1 0,0-1 0,-1 0-405,-2-2 135,0 0-1,0 0 1,1-1 0,0 1 0,0-1-1,0 0 1,0 1 0,1-1 0,-1 0-1,1-1 1,1 1 0,-1 0 0,1-1-1,0 1 1,0 0 0,0-1-1,1 1 1,0-1 0,0 1 0,0-1-1,1 0 1,0 1 0,0 0 0,0-2-135,2 1 10,0 0 0,0 0 0,1 1 1,-1-1-1,1 1 0,0-1 0,1 1 0,-1 0 1,1 1-1,0-1 0,0 1 0,1 0 1,-1 0-1,1 1 0,0 0 0,0 0 0,0 0 1,0 1-1,0-1 0,5 0-10,-3 1-84,0 1 0,-1 0 1,1 0-1,0 0 0,0 1 0,-1 0 0,1 0 0,0 1 1,0 0-1,-1 1 0,1 0 0,-1 0 0,1 0 0,-1 1 1,0 0-1,0 1 0,6 3 84,-3-1-523,-1 1-1,0 0 1,-1 1-1,3 2 524,-5-3-870,1 0-1,-2 0 0,1 1 0,-1 0 0,0 0 1,0 1-1,-1-1 0,0 1 0,-1 0 0,0 0 1,0 0-1,-1 0 0,0 1 0,0 2 871,-1 35-3748</inkml:trace>
  <inkml:trace contextRef="#ctx0" brushRef="#br0" timeOffset="916.698">2344 753 9509,'-4'5'3876,"-3"4"-2642,-1-1 0,0 0 1,0 0-1,0-1 0,-1 0 0,0-1 0,0 0 0,-5 2-1234,-24 9 2923,-37 11-2923,65-24 119,1-1 0,-1-1 0,0 0 0,0 0 0,0-1-1,-1 0 1,1-1 0,0 0 0,0-1 0,-9-1-119,11-2 129,6 2-118,0 1 1,0-1 0,0 1 0,0-1 0,1 0 0,-1 1 0,1-1 0,-1 0 0,0-2-12,1 1-2,0 1 1,1-1 0,-1 0-1,1 0 1,-1 1 0,1-1-1,0 0 1,0 0 0,1 1-1,-1-1 1,0 0 0,1 1-1,0-1 1,0 0 0,0 1-1,0-1 1,0 1 0,0-1-1,0 1 1,1 0 0,-1-1-1,1 1 1,0 0 0,0 0-1,0 0 1,0 0 0,0 0-1,1 0 2,4-4-10,0-1 0,1 2 0,0-1 0,0 1 0,0 0 1,1 1-1,7-3 10,-9 4 1,0 1 0,1 0 0,-1 1 0,1 0 0,-1 0 1,1 1-1,0-1 0,-1 2 0,1-1 0,-1 1 0,1 0 1,-1 1-1,1-1 0,-1 2 0,0-1 0,0 1 0,0 0 1,0 0-1,0 1 0,-1 0 0,1 0 0,-1 1 0,5 4-1,-4-2 0,0-1 0,-1 1 0,0 0-1,0 0 1,-1 1 0,0-1-1,0 1 1,-1 1 0,0-1 0,0 0-1,-1 1 1,0 0 0,-1 0-1,0 0 1,0 0 0,-1 0 0,0 0-1,-1 0 1,0 7 0,-2 1-174,0 0-1,-2-1 1,0 1-1,-1-1 1,0 1-1,-2-1 1,0-1-1,0 0 1,-2 0-1,0 0 1,0-1-1,-1 0 1,-1-1-1,-4 4 175,-6 5-1835,-1-1-1,0-1 1,-2-1-1,0-1 1,-1-1-1,-1-1 1,-20 8 1835,-21 8-4134</inkml:trace>
  <inkml:trace contextRef="#ctx0" brushRef="#br0" timeOffset="1501.043">1126 1556 8995,'1'3'4240,"0"-2"-3902,-1-1 0,1 0 0,-1 1 0,0-1 0,1 0 0,-1 1 0,0-1 0,0 0 0,1 1 0,-1-1 0,0 1 0,0-1 0,0 1-1,0-1 1,1 1 0,-1-1 0,0 1 0,0-1 0,0 1 0,0-1 0,0 1 0,0-1 0,0 0 0,0 1 0,0-1 0,-1 1 0,1-1 0,0 1 0,0-1 0,0 1 0,0-1-1,-1 1-337,-12-12 3091,-19-27-2154,-5-14-796,-22-29 467,-4-15-608,48 70 69,0-1-1,2-1 1,1 0-1,1-1 1,-6-25-69,16 47 0,-1 0 0,1 0 0,0-1 0,0 1 0,1 0 0,0-1 0,0 1 0,1 0 0,0-1 0,0 1 0,0 0 0,1 0 0,1-2 0,-1 4 0,1 0 0,0 1 0,-1-1 0,1 1 0,1-1 0,-1 1 0,0 0 0,1 1 0,0-1 0,0 1 0,0-1 0,1 1 0,-1 0 0,1 1 0,-1-1 0,1 1 0,0 0 0,4-1 0,15-4-26,0 1 1,1 2-1,0 0 0,0 2 1,-1 0-1,1 2 0,0 1 0,0 1 1,0 1-1,0 1 0,-1 1 1,0 1-1,0 2 0,0 0 1,-1 1 25,-17-6 0,-1-1 0,0 1 0,1 0 0,-1 0 0,0 1 0,0-1 0,-1 1 0,1 0 0,-1 1 0,0-1 0,0 1 0,0-1 0,1 5 0,-3-6 0,0 1 0,-1 0 0,1 0 0,-1 0 0,0 0 0,0 0 0,-1 0 0,1 0 0,-1 0 0,0 0 0,0 0 0,0 0 0,-1 0 0,1 0 0,-1 0 0,0 0 0,0 0 0,0 0 0,-1 0 0,-1 2 0,-6 14-4,-2-1 0,0 0 0,-1 0-1,-1-1 1,-1-1 0,0 0 0,-1-1 0,-7 5 4,-23 20-48,-3-3 0,-22 13 48,-18 6-707,-3-3 1,-21 4 706,91-48-749,1-1 0,-1 0 1,-1-2-1,-1 0 749,12-4-976,1-1 0,-1 0 0,1-1 0,-1 0 0,0-1 0,0 0 0,1 0 0,-1-1 0,-2-1 976,9 1-464,1 0 0,0 0 0,-1 0 0,1 0-1,0-1 1,0 1 0,0-1 0,0 0 0,0 0 464,-24-23-4219</inkml:trace>
  <inkml:trace contextRef="#ctx0" brushRef="#br0" timeOffset="1865.389">1 407 8995,'0'0'3726,"0"0"1,38-2 128,-13 14-2442,23 22-256,-2 1-386,19 17-129,-1-1-256,3 4-515,1 6-256,-15-7-900,15 5-2313,-19-6-257,-1-2 0,-13-3-129</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2:46.535"/>
    </inkml:context>
    <inkml:brush xml:id="br0">
      <inkml:brushProperty name="width" value="0.1" units="cm"/>
      <inkml:brushProperty name="height" value="0.1" units="cm"/>
      <inkml:brushProperty name="color" value="#E71224"/>
    </inkml:brush>
  </inkml:definitions>
  <inkml:trace contextRef="#ctx0" brushRef="#br0">5077 217 8995,'0'0'3705,"0"0"-107,0 0-429,-4 0-1370,1 0-1671,1 1-1,-1 0 0,1-1 0,-1 1 0,1 0 0,-1 0 0,1 0 0,0 1 0,0-1 1,-1 1-1,1-1 0,0 1 0,0 0 0,1-1 0,-1 1 0,-1 1-127,-2 3 157,1 1-1,-1-1 1,1 1-1,0 0 1,0 0 0,0 3-157,0-2 87,1 1 1,0 0 0,0 0 0,1 0 0,0 1 0,1-1 0,0 0 0,0 1 0,1-1 0,1 0 0,-1 4-88,2-9 55,0 0 1,-1 1-1,1-1 1,1 0-1,-1-1 0,0 1 1,1 0-1,0-1 1,0 1-56,-2-4-6,8 5 134,-3-4-95,0-1 0,1 0 0,-1 0 1,1-1-1,-1 0 0,0 0 0,1-1 0,-1 1 0,0-1 0,0 0 0,5-3-33,9-6 22,6-14-22,-23 21-1,0-1 0,0 0 0,-1 0 0,1 0 0,-1-1 0,0 1 0,-1 0 0,1-1 0,-1 1 0,0-1 0,0 0 0,-1 1 0,0-1 0,0 0 0,0 1 0,0-1 0,-1 0 0,0 1 0,-1-1 0,1 1 0,-1-1 0,-1-1 1,-7-13-85,-14-9 63,14 19-1,-1 0 0,-1 0 0,0 2 1,-1-1 22,2 1-16,-12-7-5,21 14 21,0 0 0,-1 1 0,1-1 0,0 0 0,0 0 0,0 1 0,-1 0 0,1-1 0,0 1 0,-1 0 0,1 0 0,0 0-2,1 0 1,-1 1 0,1-1 0,-1 0-1,1 1 1,0-1 0,-1 1 0,1 0-1,0-1 1,-1 1 0,1 0-1,0 0 1,0 0 0,0 0 0,0 0-1,0 0 1,-1 1 1,-8 13 4,0 0-1,1 1 1,1 0-1,-3 9-3,-16 30 8,11-25 25,-1 0 1,-2-2 0,-1 0-1,-1-2 1,-1 0 0,-1-1-1,-2-1-33,6-10 22,18-14-22,0 0 0,0 1 0,1-1 0,-1 0 0,0 1 0,0-1 0,1 0 0,-1 0 0,0 0 0,0 0 0,0 0 0,1 0 0,-1 0 0,0 0 0,0 0 0,0 0 0,0 0 0,1 0 0,-1-1 0,0 1 0,0 0 0,0-1 0,-1-2 0,1 0 1,-1 0-1,1 0 1,0-1-1,0 1 1,0-1-1,0 1 1,1 0-1,-1-1 1,1 1-1,0-1 1,0 1-1,1-4 0,-1 1-19,-1-1 0,1 1 0,-1 0 0,0 0 0,0-1 1,-2-4 18,2 9-2,0 0 0,0 1 0,0-1 0,-1 0 0,1 1 0,0-1 0,-1 1 0,1-1 0,-1 1 0,1 0 0,-1-1 2,-5-2 2,0 0 0,0 0 0,-1 1 0,1 0 0,-1 0 0,1 1 0,-1 0 0,0 0 0,0 1 0,0 0 0,-5 0-2,-24 0 24,1 2 0,-5 1-24,-35 1 37,52-3 13,1-2 0,0 0 0,-12-4-50,10-4 22,23 9-17,0-1 0,0 1 0,0-1 0,1 0 0,-1 0 0,0 0 0,1 0 0,-1 0 0,1-1 0,0 1 0,0 0 0,0-1 0,0 1 0,0-1 0,0 1 0,1-1 0,-1 1 0,1-1 0,0 1 0,0-1 0,0-2-5,0 1 0,1-1 0,0 0 0,0 1 0,0-1 0,0 1 1,1 0-1,0-1 0,0 1 0,0 0 0,0 0 0,1 0 1,2-3-1,2-2 0,0 1 0,0-1 0,1 1 0,1 1 1,-1 0-1,1 0 0,0 0 0,1 1 0,-1 1 0,4-2 0,-8 5-1,0 0 0,0 0 0,0 0 0,0 1 0,0 0-1,1 0 1,-1 0 0,1 0 0,-1 1 0,1 0 0,-1 0 0,0 1-1,1-1 1,-1 1 0,1 0 0,-1 1 0,0-1 0,0 1-1,0 0 1,4 2 1,-1 5-85,-4-1 83,0 0 0,0 1 1,-1 0-1,0-1 1,0 1-1,-1 0 1,0 0-1,-1 1 1,0-1-1,0 0 1,-1 0-1,0 0 1,-1 1-1,0 0 2,-4 11 32,0 0 0,-1-1 0,-1 0 1,-1-1-1,0 0 0,-2 0 0,-10 15-32,4-9 58,-1-1 0,-1 0-1,-1-2 1,-1 0 0,-8 5-58,23-22 60,0-1 0,0 0-1,0 0 1,0 0 0,-1-1 0,0 0 0,0 0 0,1 0-1,-2-1 1,1 0 0,0 0 0,-5 0-60,7-1 27,0-1 0,0 0 0,0 0 0,0 0 0,0-1 0,0 0 0,0 0 0,0 0 0,0 0 0,0 0 0,1-1 0,-1 1 0,1-1 0,-1 0 0,1 0 0,-1-1 0,1 1 0,0-1 0,0 1 0,0-1 0,0-1-27,-31-37 97,1-1-1,3-2 0,2-1 1,-13-28-97,-8-11 107,-41-62-1628,-11-1 1521,90 139-1585,-16-7-1499,12 10-2463,4 7 3982,8-1 346,-5 2-3107,-12 10 64</inkml:trace>
  <inkml:trace contextRef="#ctx0" brushRef="#br0" timeOffset="383.202">3478 631 9123,'0'0'3877,"4"1"63,8 1-2857,0-1-1,0 0 0,-1-1 1,1 0-1,0-1 0,1 0-1082,38-1 1066,-37 2-871,0 2 0,0 0 0,-1 1 0,1 0 0,-1 1-1,0 0 1,0 1 0,0 1 0,1 1-195,-10-5 31,1 1 0,-1-1 0,0 1-1,0 0 1,-1 1 0,1-1 0,-1 1 0,1-1 0,-1 1-1,0 0 1,-1 0 0,1 2-31,-1-3 12,-1 0-1,0 0 1,0 1 0,0-1 0,0 1-1,0-1 1,-1 1 0,0-1-1,0 1 1,0-1 0,0 1-1,0-1 1,-1 1 0,1-1 0,-1 1-1,0-1 1,0 0 0,-1 2-12,-3 6-127,0 0 0,-1 0 0,0-1 0,-1 1 0,0-1 1,0-1-1,-1 1 0,-1-1 0,1-1 0,-2 0 0,1 0 0,-1-1 1,-6 4 126,-20 8-5140,-2-2 0,-26 8 5140,24-13-4134,-2-6-85</inkml:trace>
  <inkml:trace contextRef="#ctx0" brushRef="#br0" timeOffset="979.102">2629 321 7581,'-44'-87'12899,"37"72"-11770,5 11-272,2 4-236,0 0-214,4 3-129,91 83 343,-3 4 0,-4 5-621,-56-59 76,-1 2 0,-2 1 0,-2 1 0,4 10-76,-23-36 28,-1 0-1,0 0 0,-1 1 0,0 0 1,-1 0-1,-1 0 0,0 1 0,-1-1 0,-1 1 1,-1 0-1,0 0 0,-1-1 0,0 1 1,-3 11-28,2-20 14,-1 1 0,0 0 1,-1-1-1,0 0 1,0 0-1,0 0 1,-1 0-1,0 0 0,0-1 1,-1 1-1,0-1 1,0 0-1,0-1 0,-1 1 1,0-1-1,0 0 1,0 0-1,0-1 0,-1 0 1,0 0-1,0-1 1,0 0-1,0 0 1,-1 0-1,1-1 0,-4 1-14,1-1 17,0 0-1,-1-1 0,1 0 1,-1-1-1,1 0 0,-1-1 1,1 0-1,0 0 0,-1-1 1,1-1-1,0 1 1,0-2-1,0 1 0,0-1 1,1-1-1,0 0 0,0 0 1,0-1-1,-2-2-16,-18-17 29,1-2-1,2-1 1,-2-3-29,8 7 30,-1 1 0,-1 2 0,0 0 0,-2 1 0,-6-2-30,27 19 11,-1 1 0,1 0 0,-1 0 0,0 1 1,1-1-1,-1 1 0,0 0 0,0 0 1,0 0-1,0 0 0,0 1 0,0 0 0,0 0 1,0 0-1,-1 0 0,1 0 0,0 1 1,0 0-1,0 0 0,-2 1-11,0 0 11,1 0 0,0 1 0,-1 0 0,1 0 0,0 1 0,0 0 0,1-1 0,-1 1 0,1 1 0,0-1 0,0 1 0,0 0 0,-1 2-11,1-1 14,0 1 0,0 0 0,1 1 0,-1-1 0,2 1 1,-1-1-1,1 1 0,0 0 0,0 0 0,1 3-14,0-6 14,1 0-1,0 0 1,0 0 0,0 0 0,1 0-1,0 0 1,0 0 0,0 0 0,0 0-1,1-1 1,0 1 0,0 0-1,0-1 1,0 0 0,1 1 0,0 0-14,0-2-2,1 0 1,-1 0-1,1 0 1,-1-1 0,1 0-1,0 1 1,0-1-1,0 0 1,0-1 0,0 1-1,1-1 1,-1 0-1,0 0 1,1 0 0,-1 0-1,1-1 1,-1 0-1,1 0 1,3 0 1,10-1-213,-1-1 0,0 0 0,0-2 1,7-1 212,85-26-6179,-42 12-1285,-45 11 3117</inkml:trace>
  <inkml:trace contextRef="#ctx0" brushRef="#br0" timeOffset="1631.597">2290 475 9380,'0'0'3470,"-34"26"-1,-3-3 1,-5 3-2956,-10 2-257,-1-5-900,11 7-1927,-1 3-771,5-7 0,10 2-257,2-9 129</inkml:trace>
  <inkml:trace contextRef="#ctx0" brushRef="#br0" timeOffset="2754.888">1389 1746 9380,'0'0'4112,"0"0"22,0 0-237,4-2-1391,-4 1-2428,1 1 0,0-1 0,-1 1 0,1-1 0,0 0 0,-1 1 0,1-1-1,-1 1 1,1-1 0,-1 0 0,1 0 0,-1 1 0,0-1 0,1 0 0,-1 0 0,0 1 0,0-1 0,1 0 0,-1 0-1,0 0 1,0 1 0,0-1 0,0 0 0,0 0 0,0 0 0,0 0 0,0 1 0,0-1 0,-1 0-78,-10-30 1255,5 17-1172,-7-11 45,0 1 1,-1 0-1,-2 1 0,0 1 1,-16-16-129,-27-39 108,47 59-117,0 1 1,2-1-1,0-1 1,1 0-1,1-1 1,-2-7 8,8 23-17,1 0 1,0-1-1,0 1 1,0-1-1,1 1 1,-1-1-1,1 1 1,0-1-1,1 1 1,-1-1 0,1 1-1,0-1 1,0 1-1,0 0 1,0-1-1,1 1 1,0 0-1,0 0 1,0 0-1,0 0 1,1 0-1,-1 1 1,1-1-1,0 1 1,0-1-1,0 1 1,1 0-1,-1 0 1,1 0-1,0 1 1,-1 0-1,3-1 17,7-4-23,1 1 0,0 1 0,1 0-1,-1 1 1,1 1 0,0 0 0,0 1-1,0 0 1,0 1 0,0 1 0,0 1-1,15 2 24,18 3 36,1 3 0,-1 2 0,12 6-36,-42-12 58,-1 0-1,1 2 0,-2 0 1,1 1-1,3 3-57,-16-9 14,-1 0 0,1 1 0,-1-1 0,0 1 0,0 0 0,0 0-1,0 0 1,0 1 0,-1-1 0,1 1 0,0 2-14,-2-4 11,0 1-1,0-1 1,0 0 0,-1 1-1,0-1 1,1 0 0,-1 1-1,0-1 1,0 1 0,0-1-1,0 1 1,0-1 0,-1 0-1,1 1 1,-1-1 0,0 0-1,1 1 1,-1-1 0,0 0-1,-1 0 1,1 1-11,-6 7-1,0 0 1,0 0-1,-1-1 0,0 0 1,-1-1-1,1 0 1,-2 0-1,1-1 0,-1 0 1,-4 2 0,-26 14 3,-43 19-3,81-41 3,-16 8 24,-36 16 130,-41 14-157,77-33 29,0-1 0,0-1 0,0 0-1,0-1 1,-1-1 0,1-1-1,-14-1-28,28 0 8,1 0 0,-1-1 0,1 1 0,-1-1 0,1 0 0,-1 0 0,1 0 0,0 0 0,-1-1 0,1 1-1,0-1 1,0 0 0,0 0 0,0 0 0,0 0 0,-1-2-8,2 2 3,1 0 1,0 1-1,0-1 1,0 0 0,1 0-1,-1 1 1,0-1-1,1 0 1,-1 0-1,1 0 1,0 0-1,-1 0 1,1 0-1,0 0 1,0 0-1,0 0 1,1 0-1,-1 0 1,0 0-1,1 0 1,-1 0-1,1 0 1,0 1-1,-1-1 1,1 0-1,0 0 1,0 1-1,0-1 1,1 0 0,-1 1-1,1-1-3,5-8-17,1 2-1,0-1 1,0 1 0,1 0 0,0 1-1,0 0 1,0 0 0,1 1-1,1 1 1,-1-1 0,9-2 17,-2 1-28,0 2 0,0-1 0,1 2 0,0 0 0,-1 1 0,1 1 1,5 1 27,7 3-108,-29-2 105,1 1 0,-1-1 0,1 1 0,-1-1 0,1 1 0,-1 0 0,1-1 0,-1 1 0,0 0 0,1 0 0,-1 0 0,0 0 0,0 0 0,2 1 3,-2 0-5,0-1 0,0 1 0,0 0 0,0-1 0,0 1 0,-1 0 0,1 0 0,0-1 0,-1 1 0,1 0 0,-1 0 0,0 0 0,1 0 0,-1 0 0,0-1 0,0 1 0,0 0 0,-1 0 0,1 1 5,-1 1-2,0 0-1,0 0 0,-1 0 1,0 0-1,1 0 0,-1 0 1,-1 0-1,-1 2 3,-7 8 26,-1 0 1,0-1-1,-1 0 1,-1-1-27,11-9 10,-36 32 57,0-2 1,-2-2 0,-2-2 0,-1-2 0,0-1 0,-3-2-68,40-22 35,0 1 1,0-1 0,0 0 0,-1 0 0,1-1-1,0 0 1,-1 0 0,1-1 0,-1 0 0,1 0-1,-1-1 1,1 0 0,-1 0 0,1-1 0,0 0-1,-1 0 1,1-1 0,0 1 0,1-2 0,-1 1-1,0-1 1,1 0 0,-6-5-36,-13-11 82,1-1-1,1-1 1,2-1 0,0-1-1,-2-4-81,6 6 54,-77-98-22,-2-16-32,-62-81-2602,157 215 2276,1 1 1,-2-1 0,1 1 0,0 0-1,0-1 1,0 1 0,0 0 0,-1 0 0,1 0-1,-1 0 1,1 0 0,-1 0 0,1 0-1,-2 0 326,-4-2-5105,8 8 779,4 18 64</inkml:trace>
  <inkml:trace contextRef="#ctx0" brushRef="#br0" timeOffset="3120.848">362 1832 9766,'0'0'3769,"4"-1"150,45-3 1457,-39 2-5048,1 1 0,-1 0 0,0 0 0,1 1 0,-1 0 0,0 1 0,0 0 0,1 1 0,-1 0 0,0 1 0,0 0 0,1 0-328,-8-1 32,0-1-1,0 0 1,0 1-1,0-1 0,0 1 1,0 0-1,-1 0 1,1 0-1,0 0 0,-1 1 1,0-1-1,0 1 1,1-1-1,-1 1 1,-1 0-1,1 0 0,0 0 1,-1 0-1,1 0 1,-1 0-1,0 0 0,0 1 1,0-1-1,-1 0 1,1 1-1,-1-1 0,0 0 1,0 1-1,0-1 1,0 1-1,-1-1 0,1 0 1,-1 1-1,0-1 1,0 0-1,0 0 0,0 0 1,0 0-1,-2 2-31,-3 8-36,0 0 0,-1 0 0,-1-1 0,0 0 0,-1-1 0,-6 7 36,-64 62-3205,60-62 994,10-11 433,0 0 1,1-1-1,-2 0 0,1 0 1,-1-1-1,0-1 1,-4 2 1777,10-5-4134</inkml:trace>
  <inkml:trace contextRef="#ctx0" brushRef="#br0" timeOffset="3649.823">1 2134 6939,'0'0'3277,"0"0"149,0 0-470,0 0-643,0 0-600,0 0-407,0 0-278,0 0-235,0 0-151,0 0-106,0 0-44,0 0-85,0 0-43,0 0-85,0 0-22,0 0 0,0 0-22,0 0-85,0 0-21,0 0-1,0 0 1,0 0-1,0 0 1,0 0-44,0 0-170,0 0-65,0 0-150,0 0-407,0 0-1006,0 0-1864,0 0-535,3 2-107,12 8-21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2:53.764"/>
    </inkml:context>
    <inkml:brush xml:id="br0">
      <inkml:brushProperty name="width" value="0.1" units="cm"/>
      <inkml:brushProperty name="height" value="0.1" units="cm"/>
      <inkml:brushProperty name="color" value="#E71224"/>
    </inkml:brush>
  </inkml:definitions>
  <inkml:trace contextRef="#ctx0" brushRef="#br0">4182 689 5140,'0'0'2934,"0"0"-107,-2-3-193,2 2-2280,0 1-1,-1-1 1,1 0 0,0 1-1,-1-1 1,1 1-1,0-1 1,0 1 0,0-1-1,0 0 1,-1 1-1,1-1 1,0 0 0,0 1-1,0-1 1,0 1 0,0-1-1,1 0 1,-1 1-1,0-1 1,0 0 0,0 1-1,0-1 1,1 1-1,-1-1-353,13 0 2371,24 15-2353,-35-13 361,16 8-130,-1 1 0,0 1 0,0 1 0,-1 0 0,-1 1 0,13 13-249,-18-16 48,-1 1 1,0 0-1,0 0 0,-1 1 0,-1 0 0,0 1 0,0 0 0,-1 0 0,3 12-48,-7-18-16,-1 0-1,1 0 0,-1 1 1,0-1-1,-1 1 1,0-1-1,0 0 0,-1 1 1,0-1-1,0 1 1,-1-1-1,1 0 0,-2 0 1,-1 4 16,-3 6-245,-2 0 0,0 0 0,-1-1 1,-1 0-1,-2 0 245,5-5-748,-1-1-1,0 0 1,-1-1 0,0 0 0,-1-1 0,0 0-1,-6 3 749,0 0-2711,-1-2-1,0 0 1,-1-2-1,-17 6 2712,0-5-4005</inkml:trace>
  <inkml:trace contextRef="#ctx0" brushRef="#br0" timeOffset="713.534">3662 590 6810,'2'-3'3363,"17"-26"4859,-14 17-7556,5-66 3332,-10 71-3787,1 1-1,-1-1 1,-1 1-1,1-1 1,-1 1-1,-1-1 1,1 1-1,-1 0 1,0-1-1,-3-4-210,4 9 12,1 1 0,-1 0 0,0 0-1,0 0 1,-1 0 0,1 0 0,0 0-1,0 0 1,0 0 0,-1 0 0,1 1 0,0-1-1,-1 0 1,1 1 0,-1-1 0,1 1-1,0 0 1,-1-1 0,1 1 0,-1 0 0,1 0-1,-1 0 1,1 0 0,-1 0 0,1 0-1,-1 1 1,1-1 0,-1 0 0,1 1 0,-1-1-1,1 1 1,0-1 0,-1 1 0,1 0-1,-1 0-11,-5 2 51,0 1-1,0 0 0,1 0 1,-1 1-1,-4 4-50,-5 5 0,1 1 0,1 1 0,0 0 0,-6 10 0,15-19 0,0 1 0,1-1 0,-1 1 0,2 0 0,-1 0 0,1 0 0,0 0 0,1 0 0,0 1 0,0-1 0,1 1 0,0 4 0,1-9 5,1-1 0,-1 1-1,1-1 1,0 0 0,0 1 0,0-1-1,1 0 1,-1 1 0,1-1 0,0 0 0,0 0-1,0 0 1,0-1 0,0 1 0,0 0-1,1-1 1,0 1 0,-1-1 0,2 1-5,10 7 46,1 0 1,0-1 0,9 4-47,5 4 26,-8-5 40,-1 1 0,-1 2 0,0 0 0,-1 0 0,0 2 0,11 15-66,-25-28 15,-1 1-1,1-1 0,-1 0 1,0 1-1,-1 0 1,1 0-1,-1 0 0,0 0 1,0 0-1,-1 0 1,1 1-1,-1-1 0,0 0 1,-1 1-1,1-1 1,-1 1-1,0-1 0,-1 1 1,1-1-1,-1 1 0,0-1 1,0 0-1,-1 1 1,1-1-1,-1 0 0,-1 0 1,1 0-1,-1 0 1,1-1-1,-1 1 0,-1-1 1,-1 3-15,2-3 18,-1 0 0,1 0 0,-1 0 0,0 0 0,-1-1 1,1 1-1,0-1 0,-1 0 0,0 0 0,0-1 0,0 0 0,0 0 0,0 0 1,0 0-1,0-1 0,-1 0 0,0 1-18,-2-2 19,0 0 1,0 0-1,0 0 1,0-1-1,0 0 1,0 0-1,0-1 1,1 0-1,-1-1 1,0 1-1,1-1-19,-10-5-134,0-1 0,1 0 0,1-1-1,-1-1 1,2 0 0,-1-1 0,2-1 0,-1 0-1,-5-8 135,-3-9-1244,15 19-1373,0 1-1,0-2 0,2 1 1,-2-5 2617,4 11-4027,3 5-63</inkml:trace>
  <inkml:trace contextRef="#ctx0" brushRef="#br0" timeOffset="1088.081">3840 1351 13364,'-6'22'4240,"-15"-4"1,1 11-129,-14-5-3598,4 12-129,-3 1-513,-3-7-515,16 17-1413,-10-23-1927,10 9-129,-1-11-129,11 2 1</inkml:trace>
  <inkml:trace contextRef="#ctx0" brushRef="#br0" timeOffset="3882.409">9381 440 7453,'22'-12'3619,"-18"10"65,0 7-300,14 15-1029,-18-20-2311,0 0-1,0 0 1,1 1-1,-1-1 0,0 0 1,0 0-1,0 0 0,1 1 1,-1-1-1,0 0 0,0 0 1,0 1-1,0-1 0,0 0 1,1 0-1,-1 1 0,0-1 1,0 0-1,0 1 1,0-1-1,0 0 0,0 0 1,0 1-1,0-1 0,0 0 1,0 1-1,0-1 0,0 0 1,0 0-1,0 1 0,0-1 1,0 0-1,-1 1 0,1-1 1,0 0-1,0 0 1,0 1-1,0-1 0,-1 0 1,1 0-1,0 1-43,-7 9 255,0 0-1,0 0 1,-1-1-1,0 0 1,-1 0 0,0-1-1,0 0 1,-1-1 0,0 0-1,0 0 1,-1-1-1,0 0 1,0-1 0,0-1-1,-1 1 1,1-2-1,-1 0 1,-6 1-255,-11-5 129,27 1-119,0 0 1,0-1 0,0 1-1,0-1 1,0 1 0,0-1 0,0 0-1,0 0 1,1 0 0,-1 0-1,0 0 1,0 0-11,0-1 6,1 1-1,-1-1 1,1 1-1,-1-1 1,1 0-1,0 0 1,-1 0-1,1 1 1,0-1-1,0 0 1,0 0-1,0-1 0,1 1 1,-1 0-1,1 0 1,-1 0-1,1 0 1,0-1-1,-1 1 1,1 0-1,1 0 1,-1-2-6,1-1 2,0-1 0,0 1 0,1-1 0,0 1 0,0 0 1,0 0-1,1 0 0,0 0 0,2-3-2,4-5-2,1 0 0,0 1 0,1 0 0,1 1 0,0 0 1,9-5 1,-17 12 9,1 1 1,-1 0 0,1 0 0,0 1 0,0-1 0,1 1-1,-1 0 1,0 1 0,1-1 0,4 0-10,-8 2 1,0 0 0,0 0 0,0 0-1,0 1 1,0-1 0,0 0 0,0 1 0,-1-1 0,1 1 0,0 0 0,0-1 0,0 1 0,-1 0 0,1 0 0,-1 0-1,1 1 1,0-1 0,-1 0 0,0 0 0,1 1 0,-1-1 0,0 1 0,0-1 0,0 1 0,0 0 0,0-1 0,0 1 0,0 0-1,0 0 1,-1 0 0,1-1 0,-1 1 0,1 0-1,2 13 0,0 0 0,0 0 0,-2-1 0,0 1 0,0 0 0,-2 0 0,0 0 0,-1 8 0,-5 18 0,-1-1 0,-8 20 0,5-21-300,-2-1 0,-1-1 1,-2 0-1,-17 27 300,16-36-1919,-1-1 0,-1-1 0,-1 0 0,-2-2 0,-1 0 1919,-15 9-4112,-2-12 0</inkml:trace>
  <inkml:trace contextRef="#ctx0" brushRef="#br0" timeOffset="4655.521">8336 233 7324,'-6'-29'2886,"-15"-58"5791,5 41-5655,13 39-2455,0 0-1,1 0 1,0 0 0,0-1 0,0-7-567,-2-1 678,3 12-314,3 9-171,25 70 310,3-1 1,32 54-504,-4-25 236,-24-45-136,-2 3-1,-2 0 1,10 37-100,-37-87 29,0 0 1,0 0-1,-1 1 1,0-1 0,-1 1-1,-1-1 1,0 1-1,0-1 1,-1 1-1,0 0 1,-1-1-1,-1 0 1,0 1-1,0-1 1,-1 0-1,0-1 1,-3 4-30,1-3 52,-1 1 1,0-1 0,-1 0 0,0-1 0,-1 0 0,0 0 0,0-1 0,-1 0 0,-1-1 0,1 0-1,-1-1 1,-1 0 0,1 0 0,-12 4-53,11-6 5,0-1-1,0 0 1,0 0-1,0-2 1,-1 1-1,-10 0-4,19-3-5,1 0 0,-1 1 0,1-1 0,-1 0 0,1-1 0,0 1 1,-1-1-1,1 1 0,-1-1 0,1 0 0,0 0 0,0 0 0,0-1 0,0 1 0,0-1 0,0 0 0,0 0 0,0 0 0,0 0 0,1 0 0,-1-1 0,1 1 0,0-1 0,0 1 0,0-1 0,0 0 0,0-1 5,-2-5-13,1 0 0,0 0 0,0 0 0,1 0 0,0-1 0,1 1-1,0-1 1,1 0 0,0 1 0,0-1 0,1 1 0,0-1 0,1 1 0,0-1 0,0 1 0,1 0 0,1 0-1,1-3 14,3 3 108,-3 5-87,0 1 0,0-1 1,1 1-1,-1 0 1,1 0-1,-1 1 0,1 0 1,0 0-1,0 0 1,0 1-1,1 0 1,-1 0-1,0 1 0,0-1 1,0 1-1,1 1 1,-1-1-1,0 1 0,0 0 1,0 0-1,0 1 1,0 0-1,4 1-21,-1 2 21,1 0 0,-1 1 0,0 0-1,-1 1 1,1-1 0,-1 2 0,-1-1 0,1 1 0,-1 0-1,-1 1 1,1 0 0,-1 0 0,-1 0 0,0 0 0,0 1-1,-1 0 1,0 0 0,-1 0 0,2 7-21,-1 0 9,0 0-1,-1 1 1,-1-1 0,-1 0 0,0 1 0,-1-1-1,-1 1 1,-1-1 0,0 1 0,-1-1 0,-5 14-9,2-13-419,-1-1 0,-1 1 1,0-1-1,-1-1 0,-1 1 1,-1-2-1,0 1 419,-1-1-1723,0-2 0,-1 1 0,0-2 0,-1 0 0,0 0 0,-1-1 0,-5 2 1723,-24 8-4497</inkml:trace>
  <inkml:trace contextRef="#ctx0" brushRef="#br0" timeOffset="5774.114">7516 1223 4369,'-5'-15'2428,"-15"-17"8855,13 24-10431,6 8-750,0 0-1,1 0 1,-1 0 0,0 0-1,0-1 1,1 1 0,-1 0-1,0 1 1,0-1 0,1 0-1,-1 0 1,0 0 0,1 0-1,-1 0 1,0 1 0,0-1-1,1 0 1,-1 1 0,0-1-1,1 1 1,-1-1 0,1 0-1,-1 1 1,1-1 0,-1 1-1,1-1 1,-1 1 0,1 0-1,-1 0-101,1-1 29,-6 9 252,1 0-1,0 0 1,1 0 0,0 1 0,0 0-1,1 0 1,0 0 0,1 0 0,0 0-1,1 1 1,-1 3-281,0 12 170,2 0 1,0 0-1,2 0 0,1 3-170,-1-9 36,1 0 0,1-1 0,1 1 0,1-1 0,1 0 0,1 0 0,1 1-36,-7-15 8,1-1 1,0 0-1,0 1 1,0-1-1,0 0 0,1-1 1,-1 1-1,1 0 1,0-1-1,0 0 1,0 0-1,1 0 1,1 0-9,-2-1 2,0-1 0,0 0 1,-1 0-1,1 0 1,0-1-1,0 1 0,0-1 1,0 0-1,0 0 1,0 0-1,0-1 0,0 1 1,0-1-1,0 0 1,0 0-1,0-1 0,0 1 1,-1-1-1,1 0-2,5-2 8,-1-1 0,0-1-1,0 1 1,-1-1 0,0 0-1,0-1 1,0 0 0,-1 0 0,0 0-1,0-1 1,-1 0 0,0 0-1,0-1 1,-1 1 0,0-1-1,-1 0 1,0 0 0,0 0 0,-1 0-1,0 0 1,0-1 0,-1 1-1,-1-1 1,1 1 0,-2-1-8,1 1 10,0 1 0,-1-1 0,0 1 1,-1 0-1,0-1 0,0 1 0,-1 0 0,0 0 1,0 0-1,-1 1 0,0-1 0,0 1 0,-1 0-10,1 1 4,-1 1-1,0 0 1,1 0 0,-1 0-1,-1 1 1,1 0-1,-1 0 1,0 0-1,1 1 1,-2 0-1,1 0 1,0 0-1,-1 1 1,1 0 0,-1 0-1,1 1 1,-3-1-4,2 1-7,0 0 0,0 1 0,0-1 0,0 1 0,0 1 0,1-1 0,-1 1 0,0 1 0,0-1 0,0 1 0,1 0 0,-1 1 0,1-1 0,-5 4 7,3-1-4,-1 1 1,1 0 0,1 0 0,-1 1 0,1 0-1,0 0 1,1 0 0,0 1 0,-4 5 3,-7 18-5,0 0 1,2 1 0,1 1-1,1 0 1,1 8 4,11-38-1,-29 95-86,21-61 165,-2 0-1,-2 0 0,-1-2 0,-2 1 1,-20 32-78,35-66 41,-1 0 0,1 1 0,0-1 0,-1 0 0,0 0 0,1 0 1,-1 0-1,0 0 0,0 0 0,0-1 0,0 1 0,-1-1 1,1 1-1,0-1 0,-1 0 0,1 0 0,-1 0 0,1 0 1,-1 0-1,1 0 0,-1-1 0,1 1 0,-1-1 0,0 0 1,1 0-1,-1 0 0,0 0 0,1 0 0,-1-1 0,0 1 0,1-1 1,-1 0-1,1 0 0,-1 0 0,1 0 0,-1 0 0,1 0 1,0 0-1,-1-1 0,1 0 0,0 1-41,-9-9 86,-1 1 1,2-1-1,0-1 0,0 0 1,1-1-1,0 0 0,1 0-86,-84-131 374,-2-21-374,34 57-284,-4 2 1,-76-93 283,128 184-492,-1-1-1,0 2 1,-2-1-1,1 2 0,-2-1 493,14 12-328,1 0-1,-1-1 1,0 1-1,0 0 1,0 0-1,0 0 0,0 0 1,0 0-1,0 0 1,0 0-1,0 1 1,-1-1-1,1 1 0,0 0 1,0-1-1,-1 1 1,1 0-1,0 0 1,0 1-1,-1-1 0,1 0 1,0 1-1,0-1 1,0 1-1,0 0 1,0 0-1,0 0 0,0 0 1,0 0-1,0 0 1,0 0-1,0 1 1,0-1-1,1 1 0,-1-1 1,1 1-1,-1 0 1,0 1 328,-19 22-4391</inkml:trace>
  <inkml:trace contextRef="#ctx0" brushRef="#br0" timeOffset="6535.562">6052 1529 8738,'5'-2'3748,"12"-8"85,-13 8-320,-2 9-1415,-2-1-1897,0 1 0,0-1 0,-1 1-1,1-1 1,-2 0 0,1 0 0,-1 1 0,1-1-1,-2 0 1,1-1 0,-1 1 0,0 0-1,0-1 1,0 1 0,-1-1 0,-3 4-201,-21 29 323,-1-2 1,-2-2-1,-2-1 0,-33 27-323,1-8-250,-3-2-1,-21 9 251,48-33-317,-22 14-4099,-4-2 4416,52-30-1338,-11 5-3850,1 1-1,-6 6 5189,27-18-4090</inkml:trace>
  <inkml:trace contextRef="#ctx0" brushRef="#br0" timeOffset="7141.507">5727 1898 8609,'0'0'3641,"0"0"150,4 0-407,1 1-2834,0 0 1,-1 0 0,1 1-1,0-1 1,0 1-1,-1 0 1,2 1-551,56 35 1104,-23-12-687,-12-11-342,-1 1-1,-1 2 1,0 0-1,-1 2 0,-1 0 1,6 9-75,-23-23 13,0 1-1,-1 0 1,0 0-1,0 0 1,-1 1 0,0-1-1,0 1 1,-1 0-1,0 0 1,0 0 0,-1 1-1,0-1 1,0 0 0,-1 1-1,0 0 1,-1-1-1,0 1 1,0-1 0,-1 1-1,0 0 1,-1-1-1,1 1 1,-1-1 0,-4 7-13,-1 3 41,-1 0 0,-2-1 0,1 0 0,-2-1 0,0 0 0,-1-1 0,-1 0 0,0-1 1,-3 2-42,-16 13 90,-1-1 1,-2-2 0,-22 13-91,46-32 58,0 0-1,-1-1 0,1 0 1,-2-1-1,1 0 1,0-1-1,-1 0 0,-13 1-57,17-4 84,0 0-1,0-1 0,-1 0 1,1-1-1,0 0 0,0 0 0,0-1 1,0 0-1,0-1 0,0 0 1,0-1-1,1 1 0,-2-2-83,-42-26 262,1-1 1,2-3-1,1-2 0,-15-18-262,59 53 1,-174-163-2480,-78-97 2479,174 175-862,66 72-3693,4 9 2885,6 3 313,6 2 1278,-1 1 0,1 0 0,0 0 1,0 0-1,0 0 0,0-1 0,0 1 0,0 0 0,0 0 0,0 0 0,0 0 0,-1 0 0,1 0 0,0-1 0,0 1 0,0 0 1,0 0-1,-1 0 0,1 0 0,0 0 0,0 0 0,0 0 0,0 0 0,-1 0 0,1 0 0,0 0 0,0 0 0,0 0 0,0 0 1,-1 0-1,1 0 0,0 0 0,0 0 0,0 0 0,0 0 0,-1 0 0,1 0 0,0 0 0,0 0 0,0 0 0,0 0 0,-1 0 1,1 0-1,0 0 0,0 1 0,0-1 0,0 0 0,0 0 0,0 0 0,-1 0 0,1 0 0,0 1 0,0-1 0,0 0 79,-10 15-4347</inkml:trace>
  <inkml:trace contextRef="#ctx0" brushRef="#br0" timeOffset="7561.503">4894 2721 8609,'6'2'4112,"20"6"-12,-16-6-2714,-1 1 0,1 0 0,-1 0 0,0 1 0,2 1-1386,5 6 247,0 0 0,-1 1-1,0 1 1,-1 0 0,0 1 0,-1 0 0,-1 1 0,-1 1 0,0 0 0,0 0 0,5 14-247,-11-19 34,0 0 0,-1-1 0,0 2 0,0-1 0,-1 0 0,-1 1 0,0 0 0,0-1 0,-1 1 0,-1 0 0,0 0 0,0 0 0,-1-1 0,-1 1 0,0 0 0,-1-1 0,0 1 0,-1-1 0,-2 6-34,1-7 72,-1-1 0,0 1 0,-1-1 1,0-1-1,0 1 0,-1-1 0,0 0 0,0-1 0,-1 0 0,0 0 1,0-1-1,-1 0 0,0-1 0,0 0 0,0 0 0,0-1 0,-2 0-72,1 0 56,-1-1-1,1 0 0,-1 0 1,1-1-1,-1-1 0,0 0 1,0-1-1,0 0 0,0-1 1,1 0-1,-1 0 0,0-2 0,1 1 1,-1-1-1,-10-5-55,6 0 38,1 0 0,0-1 1,0-1-1,1 0 0,0-1 0,1-1 0,0 0 1,1-1-1,0 0 0,0-2-38,3 3-455,1 0 1,1 0-1,0-1 0,0 0 0,-3-10 455,7 13-1293,0 0 0,0 0 0,1 0 0,0-1 0,1 1-1,0-1 1,1-9 1293,4-11-4476,-5-6-21</inkml:trace>
  <inkml:trace contextRef="#ctx0" brushRef="#br0" timeOffset="7931.513">4414 2437 11565,'0'0'4112,"10"-20"128,-10 20-256,0 0-2956,31 4-129,-31-4-385,0 0-642,28 16-515,-28-16-1927,0 0-1542,0 0 129,14 17-258,-14-17 129</inkml:trace>
  <inkml:trace contextRef="#ctx0" brushRef="#br0" timeOffset="8571.864">9284 2515 12464,'-2'-31'4241,"2"31"-1,0 0 1,26 18-3085,-16 7-128,18 25-385,-7 5-258,15 18 1,0 4-258,2 4-128,3 1-257,-9-7-257,6 2-385,-23-29-1286,13 3-1927,-22-21-257,-4-3 0,-2-27 0</inkml:trace>
  <inkml:trace contextRef="#ctx0" brushRef="#br0" timeOffset="9914.762">8739 2391 8866,'-86'-176'14306,"76"161"-13211,10 15-1069,-1 0-1,1 0 1,0 0-1,0 0 1,0 0 0,0 0-1,0 0 1,0 0-1,-1 0 1,1 0-1,0 0 1,0 0-1,0 0 1,0 0-1,0 0 1,0 0-1,0 0 1,-1 0 0,1 0-1,0 0 1,0 0-1,0 1 1,0-1-1,0 0 1,0 0-1,0 0 1,0 0-1,0 0 1,0 0-1,0 0 1,0 1-1,-1-1 1,1 0 0,0 0-1,0 0 1,0 0-1,0 0 1,0 0-1,0 1 1,0-1-1,0 0 1,0 0-1,0 0 1,0 0-1,0 0 1,0 0 0,1 1-1,-1-1 1,0 0-1,0 0 1,0 0-1,0 0 1,0 0-1,0 0 1,0 0-1,0 1-25,1 4 133,0 0-1,0 0 1,1 0-1,0 0 1,0 0-1,1 3-132,51 88 466,18 21-466,31 54-123,-66-104 37,-3 1 0,-2 2 1,-4 1-1,12 52 86,-36-110-1,-2 0-1,0 0 1,0 0 0,-1 0-1,-1 0 1,0 0 0,0 0 0,-2 0-1,-1 11 2,2-20 11,0 0 0,0-1-1,-1 1 1,1-1 0,-1 1 0,1-1-1,-1 0 1,0 0 0,0 0 0,0 0-1,-1 0 1,1 0 0,-1 0 0,0-1-1,0 1 1,0-1 0,0 0 0,0 0-1,0 0 1,0 0 0,-1-1-1,1 1 1,-1-1 0,1 0 0,-1 0-1,1 0 1,-1 0 0,0-1 0,1 1-1,-1-1 1,0 0 0,0 0 0,1-1-1,-1 1 1,-3-1-11,-3-2 55,1 1 0,-1-1 0,1-1-1,-1 1 1,1-2 0,0 1 0,1-1 0,-1 0 0,1-1 0,0 0-1,0-1 1,1 1 0,0-1 0,-4-5-55,-14-17 251,2 0 0,0-2 0,-1-5-251,-4-5 257,21 32-190,11 22-66,19 36-100,-14-29 44,-1-4 1,-1 1 0,-1-1 0,0 1 1,-1 1-1,2 15 54,-7-28-7,1 0 0,-1 0 0,0 0 0,0-1 0,0 1 0,-1 0 0,0 0 0,0 0 1,0-1-1,0 1 0,-1 0 0,0-1 0,1 1 0,-2-1 0,1 0 0,-1 0 0,1 0 0,-1 0 0,0 0 0,-1 0 1,1-1-1,0 0 0,-5 3 7,4-2 2,0 0 0,0-1 0,-1 0-1,0 0 1,0 0 0,1-1 0,-1 1 0,-1-1 0,1-1 0,0 1 0,0-1 0,-1 1 0,1-2 0,-1 1 0,1 0 0,-1-1 0,1 0 0,-1-1 0,1 1 0,-1-1 0,1 0-1,-5-1-1,-11-10 108,-8-14-1,19 18-90,5 4-2,0-1 1,1 1 0,0-1 0,0 0 0,1 0 0,-1-1 0,-2-4-16,15 24-43,-2 0 0,1 0 1,-2 1-1,0 0 0,2 12 43,-2 6-23,-8-23 25,0-3-2,2-5 0,0 0 0,-1 0 0,1-1 0,-1 1 0,1 0 0,-1-1 0,0 1 0,1 0 0,-1-1 0,0 1 0,0-1 0,0 1 0,-2 1 0,0 1 0,0 0 1,0-1-1,0 0 1,-1 1-1,1-1 1,-1-1-1,0 1 1,0 0-1,0-1 0,0 0 1,0 0-1,0 0 1,-1-1-1,1 1 1,-1-1-1,1 0 1,-1 0-1,1-1 0,-1 1 1,-4-1-1,-2-1-24,1-1 0,0 0 0,-1 0 0,1-1 0,0-1 0,0 0 0,1 0 0,-1-1 0,1 0 0,0 0 0,0-1 0,-4-4 24,14 12-16,1 1-1,-1 0 1,1 0-1,-1 0 1,0 0-1,0 0 1,0 0-1,0 0 1,-1 0 0,1 1-1,-1-1 1,0 3 16,1 1 18,-1-1 1,1 1 0,-2 0-1,1 0 1,-1-1-1,-1 7-18,0-8 27,0 1-1,-1-1 0,0 1 1,0-1-1,0 0 0,-1 0 1,0 0-1,0-1 0,0 1 1,0-1-1,-1 0 0,1 0 1,-1 0-1,0-1 0,0 0 1,-1 0-1,1 0 0,-1-1 0,1 1 1,-1-1-1,-5 1-26,2-1 42,0 0-1,0-1 1,0 1 0,0-2-1,0 1 1,0-1-1,0-1 1,0 0 0,0 0-1,0 0 1,0-1-1,0-1 1,1 1 0,-5-3-42,-43-26 171,52 28-85,24 11 42,-7 2-102,-1 0-1,0 0 1,-1 1 0,0 1 0,-1 0-1,0 1 1,-1-1 0,-1 2-1,0-1 1,5 13-26,-7-13-16,-1-1 1,-1 1-1,0 0 1,-1 0-1,0 1 0,-1-1 1,-1 1-1,0-1 0,-1 1 1,0-1-1,-2 10 16,-1-3 41,0-1 0,-2 0-1,0 0 1,-2 0 0,0 0 0,0-1 0,-10 14-41,3-7-227,-1-1 1,-2-1 0,0 0 0,-2-1-1,-4 4 227,4-7-884,-2 0-1,0-2 1,0 0 0,-2-1-1,-1-1 885,8-5-1451,0 0-1,-1-1 1,0-1-1,-1-1 1,1-1-1,-2 0 0,1-1 1,0-1-1,-14 1 1452,-29-6-4497</inkml:trace>
  <inkml:trace contextRef="#ctx0" brushRef="#br0" timeOffset="10429.611">7251 4123 12978,'0'0'4262,"0"0"64,-4-5-621,-13-24-2288,2 0 0,-1-6-1417,-14-38 318,3-1 0,-3-28-318,18 60-102,2 0 0,2 0 0,-2-39 102,9 68-18,0 1 0,1-1-1,1 0 1,0 1 0,0-1 0,2 1 0,-1-1 0,2 1-1,-1 0 1,2 0 0,0 1 0,0-1 0,1 1 0,0 0-1,4-4 19,-5 9 5,0 1-1,0 0 0,1 0 1,0 0-1,0 1 0,0 0 0,0 0 1,1 0-1,0 1 0,-1 0 1,1 0-1,0 1 0,1 0 0,-1 0 1,0 1-1,0-1 0,1 2 1,-1-1-1,1 1 0,-1 0 0,0 1 1,1 0-1,-1 0 0,0 0 1,3 2-5,-1-2 5,-1 2 0,0-1 0,1 1 0,-1 0 0,0 1 0,-1 0 0,1 0 0,-1 1 0,1 0 1,-2 0-1,1 0 0,0 1 0,-1 0 0,0 1 0,0-1 0,-1 1 0,0 0 0,0 1 0,-1-1 1,0 1-1,1 2-5,-2 1 17,-1 0 1,0 0-1,0 0 1,-1 0-1,-1 0 1,0 1-1,0-1 1,-1 0-1,-1 0 1,1 0-1,-2 0 1,0 0-1,0 0 1,-1-1-1,-2 4-17,-9 21 77,-1-1-1,-3-1 1,-18 27-77,9-19-364,-1-1 0,-3-1 0,0-2 0,-30 24 364,17-25-1542,36-27 334,-1-1-1,0 0 1,0 0-1,-1-1 1,-3 2 1208,10-7-551,1-1 0,-1 1 1,0-1-1,0 1 0,0-1 0,0-1 1,0 1-1,0 0 0,0-1 1,0 0-1,-1 0 0,1 0 0,0-1 1,0 1-1,0-1 0,0 0 0,0 0 1,-2-1 550,-20-11-4262</inkml:trace>
  <inkml:trace contextRef="#ctx0" brushRef="#br0" timeOffset="10784.519">6570 3180 10280,'2'-31'4112,"4"3"0,20 16 0,-26 12-2570,65 14-129,-23 10-642,16 17-257,-7 7-128,7 9-129,-1 2-129,-7 0-256,-1 2-515,-17-23-1541,8 5-1800,-14-17-128,3-6 0,-11-19-128</inkml:trace>
  <inkml:trace contextRef="#ctx0" brushRef="#br0" timeOffset="11143.484">7947 2928 11436,'0'0'3984,"0"0"-1,-6-2-535,-9-2-2954,0 0 0,1-1 0,0-1 0,0 0 0,1-1 0,-13-8-494,22 12 26,1 1 0,-1-1 0,0 0 0,1 0 0,0 0 0,0-1 0,0 1 1,0-1-1,0 1 0,1-1 0,-1 0 0,1 0 0,0 0 0,0 0 0,1-1 0,-1 1 0,1-1 0,0 1 0,0 0 0,0-1 0,1 0 0,0 1 0,0-1 0,0 1 0,0-1 0,1-1-26,1-1 6,0 1 1,0 0-1,0 0 1,1 0-1,0 0 0,0 0 1,1 1-1,0 0 1,0-1-1,0 1 0,0 1 1,1-1-1,0 1 1,0-1-1,0 1 0,0 1 1,1-1-1,-1 1 1,1 0-1,0 0 0,0 1 1,2-1-7,1-1-23,1 1 1,-1 0 0,1 1 0,0 0-1,-1 0 1,1 1 0,0 0-1,0 1 1,0 0 0,0 1 0,0 0-1,0 0 1,-1 1 0,6 1 22,-6 1-300,0-1 0,0 1 0,-1 0 0,1 1 0,-1 0 0,0 0 0,-1 1 0,1 0 0,-1 1 0,1 0 300,-2 1-894,0-1 1,0 1-1,0 1 0,-1-1 1,-1 1-1,1 0 0,-1 0 1,-1 0-1,0 0 0,0 1 1,0-1-1,-2 1 0,1 0 0,-1 0 1,0 3 893,1 41-4005</inkml:trace>
  <inkml:trace contextRef="#ctx0" brushRef="#br0" timeOffset="12097.024">6106 3989 11822,'-18'-26'4112,"18"25"-3965,-1 1-1,1 0 1,0-1 0,0 1 0,0 0 0,-1-1 0,1 1 0,0 0-1,0 0 1,-1-1 0,1 1 0,0 0 0,-1 0 0,1-1 0,0 1-1,-1 0 1,1 0 0,0 0 0,-1-1 0,1 1 0,0 0 0,-1 0-1,1 0 1,-1 0 0,1 0 0,0 0 0,-1 0 0,1 0-147,-2 0 265,0 0 0,0 0 1,1 0-1,-1 0 1,0 0-1,1 0 0,-1 1 1,0-1-1,1 1 1,-1-1-1,0 1 0,1-1 1,-1 1-1,1 0 1,-1 0-1,1 0 0,-1 0-265,-1 2 246,-1 0 0,1 1 0,0-1-1,0 1 1,0-1 0,1 1 0,-3 3-246,-1 7 88,0 0 0,1 0 0,0 0 1,1 1-1,1-1 0,0 1 0,1 0 0,1 0 1,0 0-1,1 0 0,0 0 0,1 0 0,1 0 0,1 0 1,0 0-1,1-1 0,0 1-88,-2-10 5,0 0-1,0 0 1,0-1-1,1 1 1,-1-1-1,1 1 1,0-1-1,0 0 1,1 0-1,-1-1 1,1 1 0,0-1-1,0 0 1,0 0-1,0 0 1,1 0-1,-1 0 1,1-1-1,-1 0 1,1 0 0,0-1-1,0 1 1,0-1-1,0 0 1,0 0-1,1 0-4,4-1-2,1 0-1,-1-1 0,0 0 0,1 0 1,-1-1-1,0 0 0,0-1 1,0 0-1,0-1 0,-1 0 0,0 0 1,7-4 2,-7 2-11,1 0 1,0 0 0,-1-1-1,0-1 1,-1 1 0,0-1-1,0-1 1,0 1-1,-1-1 1,-1-1 0,2-2 10,-5 8-4,-1 0-1,0 0 1,-1 0 0,1-1 0,-1 1 0,1 0-1,-1-1 1,-1 1 0,1-1 0,-1 1 0,1-1-1,-1 1 1,0-1 0,-1 1 0,1-1 0,-1 1-1,0 0 1,0-1 0,-1 1 0,1 0 0,-1-1-1,0 1 1,0 0 0,0 0 0,0 1 0,-1-1-1,0 0 1,0 1 0,-2-3 4,-4-3-10,-1 0-1,-1 1 1,0 0-1,0 0 1,0 1-1,-1 1 1,0 0-1,0 1 1,0 0-1,-10-2 11,-1 0-34,0 1-1,0 2 0,-1 0 0,0 1 1,-12 1 34,26 2-14,0 0 1,0 1-1,0 0 1,0 0-1,0 1 1,0 0-1,0 1 1,1 0-1,-1 1 1,1 0-1,-9 5 14,11-5-14,0 1 1,1 0-1,-1 1 0,1 0 0,0 0 0,1 0 0,-1 0 0,1 1 0,1 0 1,-1 0-1,1 1 0,0-1 0,1 1 0,-1 2 14,-14 43-12,2 1-1,2 0 13,-2 8 0,-7 14 0,16-56 22,-2 0 0,0 0 0,-1-1 1,-1 0-1,-8 11-22,10-19 25,-1 1-1,0-1 1,0 0 0,-1-1 0,-1-1 0,0 1 0,0-2 0,-1 0-1,0 0 1,0-1 0,0-1 0,-1 0 0,0-1 0,-3 0-25,9-3 11,1 0 1,-1 0 0,0-1-1,0 0 1,0-1 0,0 0 0,0 0-1,0 0 1,0-1 0,1-1-1,-1 1 1,0-1 0,1 0-1,-1-1 1,1 0 0,-1 0 0,1-1-1,0 1 1,1-2 0,-1 1-1,1-1 1,0 0 0,0 0-1,0 0 1,0-1 0,1 0 0,-2-3-12,3 3 3,0 1 1,0-1 0,1 0 0,0 0-1,0-1 1,0 1 0,1 0 0,0-1 0,0 0-1,1 1 1,0-1 0,0 0 0,0 0-1,1 0 1,0 0 0,0 1 0,2-6-4,-2 7 2,2 1 1,-1-1 0,1 0-1,-1 1 1,1 0-1,0-1 1,1 1-1,-1 0 1,1 0 0,0 0-1,0 0 1,0 0-1,0 1 1,1 0-1,-1-1 1,1 1 0,0 0-1,0 1 1,0-1-1,1 1 1,-1 0-1,0 0 1,1 0 0,-1 0-1,3 1-2,7-3 6,1 1 1,0 1-1,0 1 1,0 0-1,0 1 1,0 0-1,0 1 0,0 1 1,0 0-1,-1 1 1,1 1-1,-1 0 1,0 1-1,0 1 0,6 3-6,-10-4 10,1 0-1,-1 2 1,0-1-1,-1 1 0,0 1 1,0 0-1,0 0 0,-1 0 1,2 4-10,-5-5 6,0-1 0,-1 1-1,0 1 1,0-1 0,-1 0 0,0 1 0,0 0 0,0 0 0,-1 0-1,0 0 1,-1 0 0,0 0 0,0 5-6,-1 1 35,-1 1-1,-1-1 1,0 0 0,-1 1-1,0-1 1,-1 0-1,-1-1 1,0 1 0,-1-1-1,0 0 1,-1 0-1,-2 2-34,-4 5-360,0-1-1,-1-1 1,-4 3 360,1-2-2280,-1-2 0,-14 11 2280,22-21-1202,0-1 0,0-1-1,-1 0 1,1 0 0,-1-1-1,0 0 1,-1-1 1202,-36 6-4348</inkml:trace>
  <inkml:trace contextRef="#ctx0" brushRef="#br0" timeOffset="13000.097">4570 5003 10280,'-12'12'2174,"10"-10"-978,-1-1 0,0 1 1,1 0-1,-1-1 0,0 1 1,0-1-1,0 0 0,0 0 1,-3 0-1197,-12-1 1493,14 0-657,1-4-215,0 1-526,0 1-46,1-1 1,0 1-1,0 0 0,0-1 0,0 1 0,0-1 1,0 0-1,1 0 0,0 0 0,-1 0 0,1 0 1,0 0-1,0 0 0,1 0 0,-1 0 0,1 0 1,-1 0-1,1 0 0,0-1 0,0 1 0,0 0 1,1-3-50,5-26 150,-3 25-159,0 0 1,1 1 0,0-1 0,0 1 0,1 0 0,0 0 0,0 0 0,0 1 0,1 0-1,-1 0 1,1 0 0,1 0 0,4-2 8,15-8-159,1 0 1,22-7 158,-36 16-49,11-5 7,1 0-1,1 2 0,0 1 0,0 1 0,25-3 43,-49 9 4,0 1-1,0 0 0,-1-1 1,1 1-1,0 0 0,0 0 1,0 0-1,0 0 1,0 1-1,0-1 0,0 0 1,0 1-1,0-1 0,0 1 1,-1 0-1,1-1 1,0 1-1,0 0 0,-1 0 1,1 0-1,-1 1 0,1-1 1,-1 0-1,1 0 1,-1 1-1,0-1 0,1 1 1,-1-1-1,0 1 0,0 0 1,0-1-1,0 1 1,-1 0-1,1 0 0,0 0 1,-1 0-1,1-1 0,-1 1 1,0 0-1,1 1-3,-1 4 35,0 0-1,-1 1 1,0-1-1,0 0 0,0 0 1,-1 0-1,0 0 1,0 0-1,-1-1 1,0 1-1,0 0-34,-42 76 263,-21 27-263,-8 12 37,17-18 66,29-48 5,-3-1 0,-2-2 0,-2-1 0,-18 17-108,48-63 27,-1 0-1,0 0 0,0 0 0,-1-1 0,0 0 0,0 0 0,0-1 0,0 0 0,-1 0 0,1 0 0,-1-1 0,0-1 0,0 1 0,0-1 0,0 0 0,-2-1-26,4-1 17,0 1 0,0-2 0,0 1 0,-1-1 0,1 0-1,0 0 1,0 0 0,0-1 0,0 0 0,1 0 0,-1-1 0,0 0 0,1 0-1,0 0 1,-1 0 0,1-1 0,1 0 0,-1 0 0,0 0 0,1-1-1,-3-4-16,-1-1 12,1 0-1,0 0 0,1-1 0,0 0 0,1 0 0,0 0 1,1-1-1,0 1 0,1-1 0,0 0 0,1-1 0,-1-6-11,3 14 4,-1 0-1,1 1 0,0-1 0,0 0 0,0 0 0,1 0 1,0 0-1,0 1 0,0-1 0,1 0 0,-1 1 0,1-1 1,0 1-1,0-1 0,1 1 0,-1 0 0,1 0 1,0 0-1,0 0 0,0 1 0,1-1 0,-1 1 0,1 0 1,0 0-1,0 0 0,0 0 0,0 1 0,1 0 1,-1 0-1,1 0 0,-1 0 0,5-1-3,2 1 3,0 0 1,0 0-1,0 1 1,0 1-1,0 0 0,1 0 1,-1 1-1,0 1 0,0-1 1,0 2-1,-1 0 1,1 0-1,-1 1 0,1 0 1,-1 1-1,0 0 1,-1 0-1,1 1 0,2 2-3,-2 0 4,0-1 0,-1 1 0,0 1-1,0-1 1,0 2 0,-1-1 0,-1 1 0,0 0-1,0 1 1,-1-1 0,0 2 0,-1-1-1,0 0 1,-1 1 0,0 0 0,-1 0 0,0 2-4,-1 3 4,-1-1 1,0 1-1,-2-1 1,0 0-1,-1 1 1,0-1-1,-2 0 1,1 0-1,-2 0 1,-1 0-5,-1 4-453,-2 0-1,0 0 1,-1 0 0,-2-1 0,0-1 0,0 0 0,-4 3 453,10-15-1003,0 0 0,0 1 0,-1-2 0,1 1 0,-1-1 0,-1 0 0,1-1 0,-1 1 0,1-1 0,-1-1 0,0 0 0,-2 1 1003,-19 4-4241</inkml:trace>
  <inkml:trace contextRef="#ctx0" brushRef="#br0" timeOffset="13466.516">3640 6039 9252,'-3'-3'3855,"0"1"-3388,1 0 1,-1 0 0,1-1-1,0 1 1,-1-1 0,1 1-1,1-1 1,-1 0-1,0 0 1,1 0 0,-1 0-1,1 0 1,0 0 0,0 0-1,0 0 1,0 0-1,1-1 1,-1 1 0,1 0-1,0-1 1,0 1 0,0-3-468,1 1 224,1 1 1,-1-1-1,1 1 1,0-1-1,0 1 1,1-1-1,-1 1 1,1 0-1,0 0 1,0 0-1,0 1 1,1-1 0,-1 1-1,3-2-224,5-4 89,0 1 1,0 0-1,1 0 0,1 1 0,-1 1 1,1 0-1,0 1 0,1 0 0,-1 1 1,1 1-1,3-1-89,-6 3 60,-1 0 0,1 1 0,0 0 0,0 0 0,0 1 0,0 0 0,0 1 0,0 1 0,-1 0 0,1 0 0,-1 1 0,0 0 0,0 0 0,5 5-60,-8-5 29,0 1 0,0 0 0,-1 0 0,0 1 0,0 0 0,0 0 0,-1 0 0,0 1 0,0 0 0,-1 0 0,0 0 1,0 0-1,0 1 0,-1-1 0,0 1 0,-1 0 0,0 0 0,0 0 0,0 5-29,0-2 28,-2 0-1,1 0 1,-1 0 0,-1 1-1,0-2 1,-1 1-1,0 0 1,-1 0 0,0 0-1,-2 5-27,-8 14-506,-1-1-1,-15 25 507,25-47-162,-1 2-912,4-7 973,0 0-1,0 0 1,0 0 0,-1 0 0,1 0-1,0 0 1,-1-1 0,1 1 0,-1-1-1,0 2 102,-6 0-3996,-2-1-3928,10-2 3555</inkml:trace>
  <inkml:trace contextRef="#ctx0" brushRef="#br0" timeOffset="13819.462">5072 5386 13878,'24'12'4112,"-24"-12"0,34 18-386,-34-18-3726,0 0-2827,22 25-1028,-22-25-257,0 0 0,-14 24-128</inkml:trace>
  <inkml:trace contextRef="#ctx0" brushRef="#br0" timeOffset="15586.988">9411 5098 7453,'2'-3'3769,"8"-11"172,-8 11-236,-2 0-1178,0-9-621,0 9-471,0 3-386,-1-4-278,-3-10-442,-1 1-1,0 0 0,-1 1 1,0-1-1,-1 1 1,-1 0-329,6 9 128,2 3-42,4 5-151,16 25-37,-1 1-1,-2 0 0,13 33 103,-24-50-35,-1 1 1,0-1 0,-1 1 0,-1 0-1,0 0 1,-1 0 0,0 0 0,-1 0 0,-1 0-1,-1 1 1,0-1 34,0-8-11,-1 0-1,0-1 1,0 1-1,0-1 1,-1 0-1,0 0 1,0 0-1,-1 0 1,1 0-1,-1-1 1,-1 1-1,1-1 1,-1 0-1,0 0 1,0-1-1,0 0 1,0 0-1,-1 0 12,2-2 11,1 0 0,0 0 0,-1 0 1,1-1-1,-1 0 0,1 1 0,-1-1 0,0-1 0,1 1 1,-1 0-1,0-1 0,0 0 0,1 0 0,-1 0 0,0 0 1,0-1-1,1 0 0,-1 1 0,0-1 0,1-1 0,-1 1 0,1 0 1,-1-1-1,1 0 0,0 0 0,-1 0 0,1 0 0,0 0 1,0 0-1,1-1 0,-1 0 0,-1-1-11,-8-9 66,2 0-1,-1-1 1,2 0 0,0 0 0,-5-12-66,-33-54 185,37 69-197,8 19-31,9 25-46,-6-27 83,2 6-2,-1 0 1,-1 1-1,0-1 0,-1 1 0,0 0 1,-1-1-1,0 1 0,-1-1 1,-2 7 7,2-13-2,0 0 0,-1 0 0,1 0 0,-1 0 0,0-1 0,0 0 0,-1 1 0,0-1 0,0 0 0,0 0 0,-1-1 0,1 0 0,-1 1 0,0-1 0,0-1 0,0 1 0,-1-1 0,0 0 0,-5 2 2,6-2 7,-1-1-1,1 0 1,-1 0-1,0 0 1,0-1 0,0 0-1,1 0 1,-1-1-1,0 1 1,0-1 0,0 0-1,0-1 1,0 0-1,0 0 1,0 0 0,0 0-1,0-1 1,1 0-1,-1-1 1,1 1-1,0-1 1,-1 0 0,1 0-1,0 0 1,1-1-1,-1 0 1,1 0 0,-1 0-1,1 0 1,0-1-1,1 0 1,-1 0 0,1 0-1,0 0 1,0 0-1,1 0 1,-1-1-1,1 0 1,-1-3-7,-3-10 5,0 0 1,1 0-1,1-1 0,0-3-5,3 39-32,0 0 0,-1 0 0,-1 0-1,0-1 1,-1 2 32,-8 27 12,-10 24-12,9-35 7,-2-1 1,-1-1 0,-1 0 0,-2-1 0,-1 0 0,-1-2 0,-7 5-8,9-12 8,-1 0 0,0-2 0,-2-1 0,0 0 1,-1-2-1,-1 0 0,0-2 0,-1-1 0,-7 3-8,23-12-4,0-1 0,0 0 1,0-1-1,-1 0 0,1 0 0,0-1 0,-1 0 1,1-1-1,-8 0 4,14 0-3,0 0 1,0-1-1,-1 1 1,1-1-1,0 0 1,0 0-1,0 0 1,0 0-1,0 0 1,0-1-1,0 0 1,0 1-1,1-1 1,-1 0-1,0 0 1,1 0-1,0-1 1,0 1-1,-1-1 1,1 1-1,0-1 1,1 0-1,-1 0 1,1 1-1,-1-1 1,1 0-1,0-1 0,0 1 1,0 0 2,-2-8 15,2-1 1,-1 1-1,1-1 0,1 1 0,0-1 1,1 1-1,0 0 0,1-1 1,0 1-1,0 0 0,4-7-15,-5 12 17,1 0-1,1 0 1,-1 0-1,1 0 1,0 0-1,0 0 1,1 1-1,0 0 0,0 0 1,0 0-1,0 0 1,1 0-1,0 1 1,0 0-1,0 0 1,0 0-1,1 1 1,0-1-1,-1 2 1,1-1-1,1 0-16,-2 2 9,0 0 0,0 1-1,0-1 1,1 1 0,-1 0 0,0 1 0,0-1-1,0 1 1,0 0 0,0 0 0,0 0 0,0 1-1,0 0 1,0 0 0,-1 0 0,1 1 0,-1-1-1,0 1 1,1 0 0,-1 0 0,0 1 0,-1-1 0,1 1-1,1 3-8,7 6 26,-1 0-1,0 2 1,-1-1-1,-1 1 1,0 1-1,3 9-25,-4-6 43,-1 0-1,-1 0 0,-1 1 1,0-1-1,-2 1 1,0 0-1,-1 0 0,-1 1 1,-1-1-1,-1 0 1,-1 0-1,0 0 1,-2 0-1,-1 3-42,-1-1-41,0-1 1,-2 1-1,0-1 1,-2 0-1,0-1 1,-1 0-1,-1-1 0,-1 0 1,-1-1-1,0 0 1,-1-1-1,-8 6 41,10-10-756,-1-1-1,0-1 1,0 0-1,-1-1 1,-14 8 756,25-16-466,-1 0 1,1-1-1,0 1 1,0-1-1,-1 0 1,1 0-1,-1 0 1,1 0-1,-1-1 1,1 0-1,-1 0 1,1 0-1,-1 0 1,0-1-1,1 0 1,0 0-1,-1 0 1,1 0-1,0-1 1,-1 1-1,1-1 1,0-1-1,0 1 1,0 0-1,-1-2 466,-23-24-4476</inkml:trace>
  <inkml:trace contextRef="#ctx0" brushRef="#br0" timeOffset="16022.304">8616 4778 10023,'-14'20'3855,"6"-15"21,3-3-2782,3-1-849,1-1-1,-1 1 0,0-1 0,1 1 1,-1-1-1,0 0 0,1 1 1,-1-1-1,0 0 0,0 0 0,1 0 1,-1 0-1,0-1 0,1 1 1,-1 0-1,0-1 0,-1 0-244,-25-5 1199,16-1-406,8 3-743,1 1-1,-1-1 1,1 0 0,0 0-1,0 0 1,1 0 0,-1-1-1,1 1 1,0-1 0,0 0-1,0 1 1,1-1 0,0 0-1,0 0 1,0 0 0,0 0 0,1 0-1,0 0 1,0 0 0,0 0-1,0 0 1,1 0 0,0 0-1,0 0 1,1-1-50,0 1-3,0 0 1,1 0-1,-1 0 0,1 0 1,0 0-1,1 1 1,-1 0-1,1-1 0,0 1 1,0 0-1,0 1 0,0-1 1,1 1-1,0 0 0,-1 0 1,1 0-1,0 1 0,1-1 3,3 0-15,-1 1-1,1 0 1,0 0-1,-1 1 1,1 0-1,0 1 1,0-1-1,0 2 0,0-1 1,-1 1-1,2 1 16,8 1-496,0 1 0,-1 1-1,1 1 1,-1 0-1,5 4 497,-5-2-1745,-1 1 1,1 0-1,-2 1 0,8 6 1745,17 20-3962,-7 2-22</inkml:trace>
  <inkml:trace contextRef="#ctx0" brushRef="#br0" timeOffset="17125.446">7302 6069 11051,'-5'-5'729,"-19"-15"4378,23 19-4335,-1 0 0,1-1 0,0 1-1,0 0 1,0-1 0,-1 1 0,1-1-1,0 1 1,1-1 0,-1 1 0,0-1 0,0 0-1,1 0-771,5 1 557,-2 1-504,1-1 1,0 1-1,-1 0 0,1 0 1,0 1-1,-1-1 0,1 1 1,0 0-1,-1-1 0,1 2 0,-1-1 1,1 0-1,-1 1 0,0-1 1,3 3-54,0 0 62,1 1 0,-1 0 1,0 0-1,0 1 0,0 0 1,-1 0-1,4 5-62,-3-2 26,0 0-1,0 0 1,-1 0-1,-1 0 1,1 1-1,-1 0 1,-1 0-1,0 0 1,0 0-1,-1 1 1,-1-1-1,1 6-25,-3-4 8,0 0 1,0 1-1,-1-1 0,-1-1 1,0 1-1,-1 0 0,0-1 0,-1 1 1,0-1-1,-1 0-8,-12 21-127,-2-1 0,-16 19 127,26-37-335,-1-1 1,0-1-1,-9 7 335,0 1-1052,5-3-818,-5 3-1436,-6-9-3554,-3-4 2512</inkml:trace>
  <inkml:trace contextRef="#ctx0" brushRef="#br0" timeOffset="17495.682">7637 6497 13364,'26'9'4112,"-6"-5"-129,0 4-256,-20-8-3984,12 20-3084,-12-20-514,-14 20-129,-4-8-128</inkml:trace>
  <inkml:trace contextRef="#ctx0" brushRef="#br0" timeOffset="18597.976">6903 7329 14520,'0'0'4605,"-4"0"-65,-11-3-535,14 3-3974,1 0 1,0 0-1,0 0 1,0 0-1,-1 0 1,1 0-1,0 0 1,0 0-1,0 0 1,0 0-1,-1-1 1,1 1-1,0 0 0,0 0 1,0 0-1,0 0 1,-1 0-1,1 0 1,0-1-1,0 1 1,0 0-1,0 0 1,0 0-1,0 0 1,-1 0-1,1-1 1,0 1-1,0 0 1,0 0-1,0 0 0,0-1 1,0 1-1,0 0 1,0 0-1,0 0 1,0 0-1,0-1 1,0 1-1,0 0 1,0 0-1,0 0 1,0-1-1,0 1 1,0 0-1,0 0 1,0 0-1,0-1 0,0 1 1,1 0-32,-3-20 208,0 0 0,-1 0 1,-1 1-1,-1-1 0,0 1 1,-2 0-1,0 0 0,-5-8-208,-24-44-248,-24-34 248,46 81 81,-71-120-81,-129-225 0,209 359 0,-1 0 0,1 0 0,1-1 0,0 1 0,1-1 0,0 0 0,-2-11 0,5 21 0,0 0 0,0 0 0,0 0 0,0 0 0,0 0 0,0 0 0,0 0 0,0 0 0,0 0 0,1 0 0,-1 0 0,1 0 0,-1 0 0,0 0 0,1 0 0,0 0 0,-1 0 0,1 0 0,2-2-1,1-1-1,0 1 1,0 0 0,0 1 0,0-1-1,0 1 1,0 0 0,1 0-1,-1 0 1,1 1 0,0-1 0,-1 1-1,1 0 1,0 0 0,4 0 1,17-1-50,1 1 1,12 1 49,-15 1-10,-5-1-10,166 5-197,-157-3 140,0 2 0,0 1 0,0 1 0,-1 1 0,13 6 77,-36-12-7,-1 1 0,1-1 0,0 1 0,0 0 0,-1 0 0,1 0 0,-1 1 0,1 0 0,-1-1 0,0 1 0,0 0 0,-1 0 0,1 0-1,0 1 1,-1-1 0,0 1 0,0-1 0,0 1 0,0 0 0,-1 0 0,1 0 0,-1 0 0,1 4 7,-2 0-11,1 1 1,-1-1-1,0 1 1,-1-1-1,0 0 1,-1 1-1,1-1 1,-2 0-1,1 0 1,-1 0-1,-2 4 11,-10 21 0,-2-1 0,-1-1 0,-2-1 0,-1 0 0,-1-2 0,-2 0 0,0-1 0,-2-2 0,-1-1 0,-1-1 0,-2 0 0,9-8 0,-1 0-1,-1-2 1,0 0 0,-1-2-1,-20 7 1,32-13 2,0-2 0,-1 0 0,1 0 0,-1-1 0,0-1 0,1 0 0,-1-1 0,0 0 0,0-1 0,1-1 0,-1 0-1,-10-3-1,7 1 18,0-1 0,0-1 0,0-1 0,1 0 0,0-1 0,-14-10-18,0-6-11,24 15-16,7 10 22,0-1 1,0 0-1,0 1 1,0-1-1,0 1 0,0 0 1,-1 0-1,1-1 0,0 1 1,-1 0-1,1 1 0,0-1 1,-1 0-1,1 0 0,-1 1 5,6 2-14,0 0 8,22 28 5,-24-26 2,0 0 0,-1 1 0,1-1 0,-1 1 0,-1 0 0,1 0 0,-1 0 0,0 0 0,0 3-1,-2-6-6,0 1 0,0-1 0,-1 0 0,0 0 0,0 1 0,0-1 0,0 0-1,-1 0 1,1 1 0,-1-1 0,0 0 0,0 0 0,-1 0 0,1 0-1,-1 0 1,0 0 0,0 0 0,0-1 0,-1 2 6,-15 15-21,13-15 25,0 0 0,0 0 0,-1 0 1,0-1-1,0 0 0,0 0 1,0-1-1,-1 0 0,1 0 0,-1 0 1,0-1-1,0 0 0,0 0 1,0-1-1,0 0 0,0 0 0,0-1 1,-1 0-1,1 0 0,0 0 0,0-1 1,0 0-1,0-1 0,0 1 1,-1-2-5,0 2 14,1 0-8,-19-16-5,7 2-22,16 12-22,6 4 0,15 11 22,-14-8 19,-1 0 0,1 0 0,-1 0 0,0 0 1,0 0-1,-1 1 0,1-1 0,-1 1 1,0 0-1,0 0 0,-1 0 0,1 0 1,-1 0-1,0 0 0,-1 0 0,1 0 0,-1 0 1,0 0-1,0 1 0,0-1 0,-1 0 1,0 0-1,0 0 0,0 0 0,-1 0 1,0 0-1,0 0 0,0-1 0,0 1 0,-1-1 1,1 1-1,-1-1 0,-1 1 2,0 1 11,0-1 0,0 1 0,0-1 0,-1 0 0,0 0 0,0-1-1,0 0 1,0 0 0,-1 0 0,0 0 0,1-1 0,-1 0 0,-1 0 0,1 0 0,0-1 0,-1 0-1,1 0 1,-1-1 0,1 0 0,-1 0 0,0 0 0,0-1 0,1 0 0,-1 0 0,-6-2-11,1 0-28,6 1 17,0 0-1,0-1 1,0 0 0,1 0-1,-1 0 1,0-1 0,1 0 11,-4-2-39,18 6 61,21 6 37,-13 0-36,0 1-1,-1 0 0,0 1 0,0 1 1,0 0-1,-2 1 0,1 1 0,-1 0 1,-1 1-1,-1 1 0,2 2-22,-5-5 1,-1 1 0,0 0 0,-1 0 0,0 1 0,-1 0-1,0 0 1,-1 1 0,-1 0 0,0-1 0,-1 2 0,0-1 0,-1 0 0,-1 0-1,0 9 0,-3 8-37,-1-1 0,-2 0-1,-1 0 1,-1 0-1,-2-1 1,-1 0-1,-1 0 1,-1-1-1,-2-1 1,-1 0-1,0-1 1,-11 12 37,0 2-723,19-28-534,0 0 1,-1-1 0,-10 10 1256,15-17-882,0-1 1,-1 0-1,1 0 1,-1-1 0,0 1-1,0-1 1,0 1-1,-2 0 882,-10-2-4476,12-1-21</inkml:trace>
  <inkml:trace contextRef="#ctx0" brushRef="#br0" timeOffset="18955.432">6713 7789 13749,'-20'25'4241,"-10"15"-258,-11-3-256,-9 3-4113,16 3-2698,-11-7-771,5-5-128,-2-11-129,7-4 0</inkml:trace>
  <inkml:trace contextRef="#ctx0" brushRef="#br0" timeOffset="19641.681">4781 7321 9252,'0'-14'1756,"1"-1"0,-2 1 0,0-1 0,-1 1 1,0-1-1,-1 1 0,-3-7-1756,-1 8 1006,-1 5-795,0 0 0,-1 0 0,0 0 0,0 1 0,0 0 0,-1 1-1,0 0 1,0 0 0,-1 1 0,1 1 0,-1 0 0,0 0 0,-1 1-211,5 1 53,1 1 0,-1 0 0,0 1 0,1 0 0,-1 0 0,1 0 0,-1 1 0,0-1 0,1 2 0,-1-1 0,1 1 0,0 0 0,0 0 0,-1 1 0,1 0 0,1 0 0,-1 0 0,0 1 0,1 0 0,-5 4-53,4-2 70,-1 1-1,2 0 1,-1 1-1,1 0 1,0-1 0,1 2-1,0-1 1,0 0-1,0 1 1,1 0-1,1 0 1,0 0 0,0 0-1,-1 8-69,2 4 81,0 0-1,1 1 1,2-1 0,0 0-1,1 0 1,1 0 0,1 0-1,1-1 1,0 0-1,2 0 1,0 0 0,1-1-1,2-1 1,-1 1-1,2-2 1,1 1 0,4 3-81,-7-9 24,1 0 0,0-2 0,0 1 0,1-1 0,1-1 0,-1 0 0,2-1 0,-1 0 0,1-1 0,0-1 0,3 1-24,-5-3 5,0-1 0,0 0 1,0-1-1,0-1 0,0 1 0,0-2 1,1 0-1,-1 0 0,0-1 0,0-1 1,0 0-1,0-1 0,0 0 0,0 0 1,0-2-6,10-4-1,-1 0 1,0-2 0,-1-1-1,0 0 1,-1-2 0,1-1 0,24-22 23,31-34-23,-66 64 86,15-5-65,-23 12-21,1 0 0,-1 0 0,1 0 0,-1 0 0,1 1 0,-1-1 0,1 0 0,-1 1 0,0-1 0,1 1 0,-1-1 0,1 1 0,-1-1 0,0 1 0,0 0 0,1 0 0,-1 0 0,0 0 0,1 0 0,24 24-131,-1 1 1,-1 1-1,-1 2 0,-2 0 0,0 2 131,19 24-652,-38-52-345,-1 0 1,1-1-1,-1 1 1,1 0-1,-1 0 1,0 0-1,0 0 1,0 0-1,-1 0 1,1 0-1,-1 0 1,1 3 996,-2 14-3320,1-20 3328,-6 24-4506</inkml:trace>
  <inkml:trace contextRef="#ctx0" brushRef="#br0" timeOffset="20046.421">5330 8278 14006,'4'-1'4498,"23"-1"5396,-6 6-6353,11 4-4790,-28-7 1120,-4-1-235,0 0-1071,0 0-2334,0 0-793,-4 1-85,-12 2-86</inkml:trace>
  <inkml:trace contextRef="#ctx0" brushRef="#br0" timeOffset="21594.304">4455 8688 9380,'0'0'3748,"0"0"64,-4 3-514,-2 2-2739,-1 1-1,1 1 0,-1-1 1,2 1-1,-1 0 0,-3 6-558,-19 22 698,-30 27-222,-2-3 1,-3-3-1,-3-3 0,-49 31-476,25-27 86,-2-3 0,-3-5 0,-52 19-86,76-41 15,-1-2 0,-2-4 0,0-3 0,-1-3 0,0-4 0,-1-3 0,0-3 0,-1-4 0,1-2 0,-65-11-15,99 5 2,-1-2-1,2-1 1,-1-2-1,1-2 1,1-1-1,1-3 1,0-1-1,2-2 1,0-1-1,1-2 1,1-2-1,2-1 1,0-1 0,-11-15-2,-3-4 59,3-1 1,1-2 0,3-3-1,2 0 1,1-6-60,23 34 27,0 0-1,2 0 0,1-1 1,2-1-1,0 0 1,1 0-1,2 0 1,1-1-1,1 0 1,2 0-1,0 0 1,2-1-1,1-1-26,4-9 67,1 1-1,2-1 1,2 2-1,11-29-66,65-141 128,-63 155-51,-3-4-34,-13 24 67,-10 25-109,1 4 17,2 2-16,0 1 0,0 0 0,0 0 0,0 0 0,0-1 0,-1 1 0,1 0 0,0 0 0,0 0 0,0-1 0,0 1 0,0 0 0,0 0 0,0 0 0,0 0 0,-1-1 0,1 1 0,0 0 0,0 0 0,0 0 0,0 0 0,-1 0 0,1-1 0,0 1 0,0 0 1,0 0-1,0 0 0,-1 0 0,1 0 0,0 0 0,0 0 0,0 0 0,-1 0 0,1 0 0,0 0 0,0 0 0,-1 0 0,1 0 0,0 0 0,0 0 0,0 0 0,-1 0-2,-7 0 3,-1-1 0,1 2 0,-1-1 0,1 1 0,-1 1 0,1-1 0,0 1-1,-5 2-2,-71 29-3,35-12 5,-69 23 48,-2-6 0,-2-4-1,-2-6-49,85-20 65,25-4-33,-1-1 0,0 0 0,1-1 0,-1-1 0,0 0 0,-3-1-32,-1-4 86,18 3-84,-1 0-1,1 1 1,0-1 0,0 0-1,0 0 1,0 1 0,0-1-1,0 0 1,0 0 0,0 0-1,0 0 1,0-1 0,0 0-2,-1-1 0,1-1 0,1 1 0,-1-1 0,0 0 0,1 1 0,0-1 0,0 1 0,0-1 0,0 0 0,1 1 0,-1-1 0,1 1 0,0-1 0,0 1 0,0-1 0,2-1 0,27-61 0,-24 54 0,8-17 17,2 0 0,0 2 0,2 0 0,2 1 0,21-23-17,-42 49 0,1 0-1,0 0 0,0 0 1,0 0-1,0 0 0,0 1 1,0-1-1,0 0 1,0 0-1,0 0 0,0 0 1,0 0-1,0 0 0,0 0 1,0 0-1,0 1 1,0-1-1,0 0 0,0 0 1,0 0-1,0 0 0,0 0 1,0 0-1,0 0 1,0 0-1,0 1 0,0-1 1,0 0-1,0 0 0,0 0 1,0 0-1,0 0 0,0 0 1,0 0-1,0 0 1,0 0-1,0 1 0,1-1 1,-1 0-1,0 0 0,0 0 1,0 0-1,0 0 1,0 0-1,0 0 0,0 0 1,0 0-1,0 0 0,1 0 1,-1 0-1,0 0 1,0 0-1,0 0 0,0 0 1,0 0-1,0 0 0,0 0 1,1 0-1,-1 0 0,0 0 1,0 0-1,0 0 1,0 0-1,0 0 0,0 0 1,0 0-1,0 0 0,1 0 1,-2 9-42,-7 7 42,1 0 0,-2-1 0,0 0 0,0-1 0,-2 0 0,-3 4 0,-9 12 0,-54 80 0,65-88 0,1 7 0,11-27 0,0 0 0,-1 0 0,1 0 0,0 0 0,1 0 0,-1 0 0,0 0 0,1 0 0,-1 0 0,1 0 0,-1 0 0,1 0 0,1 2 0,3 4 25,0 0 0,1 1 0,0-2 0,0 1 0,1-1 1,0 0-1,0 0 0,1-1 0,2 1-25,80 53 346,-70-48-297,78 41 260,-33-20-1282,-62-32-1340,-3-1-1585,0 0-621,0 0-43,0 0-149</inkml:trace>
  <inkml:trace contextRef="#ctx0" brushRef="#br0" timeOffset="23775.402">9211 9156 11308,'0'0'286,"0"1"0,0-1 0,0 0 1,0 0-1,0 1 0,0-1 0,0 0 1,0 0-1,0 1 0,0-1 0,0 0 0,0 0 1,0 1-1,0-1 0,0 0 0,0 0 0,0 1 1,0-1-1,-1 0 0,1 0 0,0 1 0,0-1 1,0 0-1,0 0 0,0 0 0,-1 1 1,1-1-1,0 0 0,0 0 0,0 0 0,-1 0 1,1 0-1,0 1 0,0-1 0,-1 0 0,1 0 1,0 0-1,-1 0-286,-7-10 4728,-14-39-5033,2 7 683,-27-41-298,23 43-19,1-2 0,1-1 0,3-1 0,2 0 0,1-3-61,16 46 0,-1-1 0,0 1 0,1-1 0,0 0 0,-1 1 0,1-1 0,0 0 0,0 1 0,0-1 0,0 0 0,0 1 0,1-1 0,-1 0 0,0 1-1,1 0 0,0 0 0,-1 1 0,1-1 0,0 0 0,-1 1 1,1-1-1,0 0 0,0 1 0,0-1 0,-1 1 0,1-1 0,0 1 0,0-1 0,0 1 0,0 0 0,0-1 0,0 1 0,0 0 0,0 0 1,0 0-1,0 0 0,1 0 1,7-1-14,0 2-1,0 0 1,0 0 0,0 0 0,0 1 0,0 1 0,0 0 0,-1 0 0,5 2 14,15 8-55,0 1 1,5 4 54,-21-11 1,-1 1 0,1 0 0,-2 0 0,1 1 0,-1 1 0,0 0 0,-1 0-1,0 1 1,-1 0 0,6 10-1,-11-17 12,-1 0 0,0 1 0,0-1-1,0 1 1,-1-1 0,1 1 0,-1-1-1,0 1 1,0 0 0,-1 0 0,0 0-1,0-1 1,0 1 0,0 0 0,0 0-1,-1-1 1,0 1 0,0 0 0,-1-1-1,1 1 1,-1-1 0,0 1 0,0-1 0,0 0-1,-1 0 1,1 0 0,-1 0 0,0 0-1,0 0 1,-1-1 0,1 1 0,-3 0-12,-7 8 67,-2-1 0,0-1 0,0 0 0,0-1 0,-1-1 0,-1 0 0,0-2 0,0 1 1,0-2-1,0 0 0,-1-1 0,0-1 0,0-1 0,0 0 0,-12-2-67,23 0 22,5 1-16,0-1 0,0 0 0,-1 0 0,1-1 0,0 1-1,0 0 1,-1-1 0,1 1 0,0-1 0,0 0 0,0 1 0,0-1 0,0 0 0,0 0 0,0-1 0,0 1 0,0 0 0,-1-1-6,-11-17 21,7-10-21,8 6 0,12-7 0,9 4-21,-2 13-65,-18 13 84,0-1 0,1 1 0,-1 0-1,0-1 1,0 1 0,0 0 0,1 0 0,-1 1 0,0-1 0,2 0 2,-3 1-4,1 0 1,0-1 0,0 1-1,0 0 1,-1 0 0,1 0 0,0 0-1,-1 0 1,1 0 0,-1 0-1,1 0 1,-1 1 0,0-1-1,1 1 1,-1-1 0,0 1 0,0-1-1,0 1 1,0 0 0,0 0-1,-1-1 1,1 1 0,0 0-1,-1 0 1,1 0 0,-1 0 0,0 0-1,0-1 1,0 1 0,0 0-1,0 0 1,0 0 0,0 0 0,0 0-1,-1 0 1,1 0 0,-1 0-1,0-1 1,0 2 3,-4 8 4,0-1 1,-1 0-1,0 0 0,-1 0 0,0-1 1,0 0-1,-1 0 0,0-1 1,-1 0-1,0 0 0,0-1 0,-1 0 1,0-1-1,0 0 0,-5 2-4,-4 2 9,-1-1 1,0-1-1,0 0 0,-1-2 0,0 0 0,0-2 1,-21 3-10,41-7-1,-9 2 14,-1-1 1,1 0 0,-1-1 0,1 0-1,0-1 1,-1 0 0,1 0-1,-1-1 1,1 0 0,0-1-1,-5-3-13,-5-4 86,-5-12-43,20 16-32,-13-22-22,6 5-10,12 22 20,-1 0 0,1 1 0,0-1 0,-1 0 0,1 0 0,0 0 0,0 1 0,-1-1 0,1 0 0,0 0 0,0 0 0,0 1 0,0-1 0,0 0 0,0 0 0,0 0 0,0 1 0,1-1 0,-1 0 0,0 0 0,0 0 0,1 1 1,-1-1-3,1 1 1,-1 0-1,1 0 0,-1 0 1,1 0-1,-1 0 0,1 0 0,-1 0 1,1 0-1,0 0 0,-1 0 0,1 0 1,-1 1-1,1-1 0,-1 0 1,1 0-1,-1 0 0,1 1 0,-1-1 1,0 0-1,1 1 0,-1-1 0,1 0 1,-1 1-1,0-1 0,1 0 1,-1 1-1,0-1 0,1 1 0,-1 0 3,13 22-26,1 28 27,-13-42-4,0 0 0,0-1-1,-1 1 1,0 0 0,-1 0 0,0 0 0,0-1 0,-1 1-1,0 0 1,0-1 0,-2 3 3,-3 4-173,0 1 0,-1-1 0,-1-1 0,-1 1 1,-4 4 172,6-10-733,0 0 1,0-1-1,-1 0 1,0 0 0,0-1-1,-1 0 1,0-1 0,0 0-1,-1 0 733,-13 6-3350,-2-1 1,0-1-1,-13 2 3350,-14-3-4305</inkml:trace>
  <inkml:trace contextRef="#ctx0" brushRef="#br0" timeOffset="24175.421">7737 9387 9509,'-8'6'1458,"0"0"0,0 0 0,-1-1 0,1 0 0,-1 0 1,0-1-1,-1 0 0,-7 1-1458,-16 5 4689,-30 3-4689,60-12-78,-1 0 166,3-1-71,0 0 1,0 1 0,0-1 0,0 0 0,0 0 0,0 0 0,0 0 0,0 0 0,0 0 0,0 0 0,0 0 0,0 0 0,-1 0 0,1-1 0,0 1 0,0 0 0,0-1 0,0 1 0,0-1-18,-11-9 107,12 8-106,0 1 0,0 0 0,0 0 0,0-1 1,0 1-1,0 0 0,1-1 0,-1 1 0,0 0 1,1 0-1,-1 0 0,1-1 0,-1 1 0,1 0 1,-1 0-1,1 0 0,0 0 0,0 0-1,5-7-7,0 0 0,1 0 0,0 1 0,0 0-1,0 0 1,1 1 0,0 0 0,1 0 0,3-1 7,-7 3-4,0 1 0,1 0 0,-1 1 0,1-1 0,0 1 0,0 0 0,0 1 0,0-1 0,0 1 0,0 1 0,0-1 0,0 1 0,1 0 0,-1 0 0,0 1 0,3 0 4,-7-1 1,-1 1 0,1-1 1,-1 0-1,1 1 0,-1 0 1,1-1-1,-1 1 0,0 0 1,1 0-1,-1 0 0,0 0 1,0 0-1,0 0 0,0 0 1,0 0-1,0 0 0,0 0 1,0 1-1,0-1 0,0 0 1,0 1-1,-1-1 1,1 0-1,-1 1 0,1-1 1,-1 1-2,1 2 9,-1-1 0,0 1 0,0-1 0,-1 1 0,1-1 0,-1 1 0,0-1 0,1 1 0,-1-1 0,-1 0 1,0 3-10,-6 11 56,-1-1-1,0-1 1,-1 0 0,-5 4-56,14-17 6,-28 35-525,-2-1 0,-1-2 0,-2-1 1,-18 11 518,-9 4-6983,-3-2 0,-20 8 6983,30-27-4241</inkml:trace>
  <inkml:trace contextRef="#ctx0" brushRef="#br0" timeOffset="24802.416">6600 8779 8481,'-4'-3'3062,"-10"-10"-63,10 9-237,4 4-1220,0 0-514,-1 5-257,1 0-621,1 1 0,-1-1 0,1 1-1,0-1 1,0 0 0,0 1 0,1-1 0,0 0-1,0 0 1,0 0 0,2 2-150,38 68 1282,-16-30-699,-4-1-251,-1 1 0,-3 1 1,-2 1-1,-1 0 0,-3 1 1,0 13-333,-8-38 85,-2 0 1,-1 0-1,0 0 1,-2 0-1,0 0 1,-2 1-1,0-1 1,-2-1-1,-1 1 1,0-1-1,-2 0 1,0 0-1,-2-1 1,-4 7-86,-2-1 54,-2-1 0,-1-1 0,-1-1 0,-1 0 1,-1-2-1,-1 0 0,-1-1 0,-1-2 0,-1 0 0,0-2 1,-1-1-1,-1-1 0,-1-2 0,0 0 0,0-2 0,-1-1 1,-21 3-55,40-11 28,-1 0 1,0-1 0,0 0 0,0-1 0,0 0-1,0-1 1,0 0 0,0-1-29,8 1 15,1 0 0,-1 0 0,1 0 0,-1 0 0,1 0 0,-1-1 0,1 0 0,0 0 0,-1 0 0,1 0 0,0 0 0,0-1 0,1 1 0,-1-1 0,1 0 0,-1 0 0,1 0 0,0 0 0,0 0 0,0 0 1,0-1-1,1 1 0,-1 0 0,1-1 0,0 0 0,-1-3-15,1-1-11,0 0 0,0-1 0,1 1 0,1-1 0,-1 1 0,1 0 0,0-1 0,1 1 0,0 0 1,0 0-1,1 0 0,0 0 0,1 0 0,-1 1 0,2-2 11,7-10-554,0 0 0,1 1 0,1 0 0,1 1 0,1-1 554,10-8-3047,1 1 1,1 1-1,1 1 1,26-15 3046,13 3-4262</inkml:trace>
  <inkml:trace contextRef="#ctx0" brushRef="#br0" timeOffset="25627.959">5374 9805 8995,'0'0'4112,"0"0"0,0 0 0,16 20-1414,-12-2-1670,16 21-642,-5 2-129,7 15-257,2 9-129,-6 2-385,4 22-899,-22-20-2442,6 14-129,-12-16-128,4 4 0</inkml:trace>
  <inkml:trace contextRef="#ctx0" brushRef="#br0" timeOffset="27878.757">4809 9549 8095,'-45'-83'10661,"12"31"-6566,31 49-3602,2 3-215,1 4-149,8 24-59,1-1 0,1-1 1,2 0-1,0-1 1,15 21-71,-3-3 162,11 19-176,-3 2 1,-3 1 0,20 66 13,-42-105-33,-2 0 1,0 1 0,-2 0-1,-1 0 1,-1 15 32,-2-25 8,-1 0 0,0 1 0,-2-1 1,0 0-1,-1 0 0,0 0 0,-2 0 0,0-1 0,-1 1-8,4-10 30,-1 1 0,0-1 0,-1 0 0,1 0 0,-5 4-30,7-9 11,1-1 0,0 0-1,-1 0 1,1 1 0,0-1-1,-1 0 1,0 0 0,1 0 0,-1-1-1,0 1 1,1 0 0,-1-1-11,-1 1 16,0 0 1,0-1-1,0 0 1,0 0-1,0 0 1,-1 0 0,1 0-1,0 0 1,0-1-1,0 0 1,0 1-1,0-1 1,0 0 0,1 0-1,-1-1 1,0 1-1,0-1 1,1 1-1,-1-1 1,1 0 0,-1 0-1,1 0 1,0 0-1,-1-2-16,-9-9 61,1-1 0,0 1 0,2-2 0,-3-3-61,-8-13 108,-2 0-70,1 0-1,1-1 1,2-1-1,1-2-37,8 15-21,16 35-29,-1 1 1,0 0 0,-1 0-1,-1 0 1,3 16 49,-6-24-8,0 1 0,-1 0 0,0 0 0,0 0 0,-1 0 0,0 0 0,-1 0 0,0-1 0,0 1 0,-1-1 0,0 1 0,-3 5 8,2-7-3,0 0 0,0 0 1,-1-1-1,0 1 0,0-1 0,0 0 0,-1 0 1,0 0-1,-1 0 3,4-4 1,0 1 0,0-1 1,0 0-1,-1 0 0,1-1 0,0 1 1,-1-1-1,1 1 0,-1-1 0,0 0 1,1-1-1,-1 1 0,0 0 0,1-1 1,-1 0-1,0 0 0,0 0 1,1 0-1,-1-1 0,-1 0-1,-16-7 86,10 2-72,1-1 0,0 0 0,1 0 0,0-1 0,0 0 1,1-1-1,-6-7-14,-2-4-19,2 0 0,0-1 1,-3-6 18,13 20 64,-6-7-150,14 20 81,0 0-1,-1 1 0,1-1 1,-1 1-1,0 0 1,-1 0-1,0 1 0,0-1 1,0 0-1,-1 1 1,0-1-1,0 1 0,-1-1 1,0 1-1,-1-1 1,1 1-1,-1-1 1,-1 0-1,0 1 0,0-1 1,0 0-1,-1 0 1,-2 4 5,-10 9 0,11-15 5,-1-1 0,0 1 1,-1-1-1,1 0 0,0-1 1,-1 0-1,-1 1-5,4-3 3,1 0 0,0 0 0,-1 0 0,1 0 0,-1 0 0,1-1-1,-1 1 1,1-1 0,-1 0 0,0 0 0,1 0 0,-1 0 0,1 0 0,-1 0 0,1-1 0,-1 0-1,1 1 1,-1-1 0,1 0 0,-1 0 0,1 0 0,0 0 0,-1-1 0,-1 0-3,-21-19 21,16 14-21,0-2 0,-11-27 0,8 12-21,12 24 19,0 0 0,0 0 0,0 0 0,0 0 0,0 0 0,0 0 1,0 0-1,-1 0 0,1 1 0,0-1 0,0 0 0,0 0 0,0 0 0,0 0 1,0 0-1,0 0 0,-1 0 0,1 0 0,0 0 0,0 0 0,0 0 0,0 0 0,0 0 1,0 0-1,0 0 0,-1 0 0,1 0 0,0 0 0,0 0 0,0 0 0,0 0 1,0 0-1,-1 0 0,1 0 0,0 0 0,0 0 0,0 0 0,0 0 0,0 0 1,0 0-1,0 0 0,-1 0 0,1 0 0,0 0 0,0 0 0,0-1 0,0 1 1,0 0-1,0 0 0,0 0 0,0 0 0,0 0 0,0 0 0,0 0 0,-1-1 0,1 1 1,0 0 1,-22 40-125,12-20 138,-1-1-1,-1 0 1,-1 0 0,-1-1-13,10-13 6,0-1 0,-1 1 0,1-1 0,-1 0 0,0 0-1,0 0 1,0-1 0,-1 0 0,1 0 0,-1 0 0,0-1 0,0 1 0,0-2 0,0 1 0,0 0 0,-4-1-6,2-4 86,0-5-77,1 1-1,0-1 1,0-1 0,1 0 0,0 0 0,0 0 0,-1-4-9,2 2-6,-2 0 0,1 1 0,-1 0 1,-1 0-1,0 1 0,0 0 0,-8-7 6,6 9 0,0 0 0,-1 1 0,0 0 0,0 0 0,-1 1 0,1 1 0,-1 0 0,0 0 0,-4 1 0,-19-3 0,1 2 0,-22 0 0,32 3 0,-1-1 0,1 0 0,0-2 0,0-1 0,0-1 0,-13-5 0,34 10 4,0 0 0,0-1-1,0 1 1,0-1 0,0 1 0,0-1 0,1 0-1,-1 0 1,1-1 0,-1 1 0,1 0-1,0-1 1,0 1 0,0-1 0,0 0-1,0 0 1,0 1 0,1-1 0,-1-1 0,1 1-1,0 0 1,0 0 0,0 0 0,1 0-1,-1-1 1,1 1 0,0 0 0,-1-1 0,2 1-1,-1 0 1,0-1 0,1 1 0,-1 0-1,1 0 1,0-1 0,0 1 0,1-3-4,2-4-1,1 0 0,0 0 0,0 0 0,1 1 0,0 0 0,0 0 0,1 0 0,1 1 0,-1 0 0,1 1 0,1-1 1,1 0-5,-1 1 0,1 1 0,0 0 0,1 0 0,-1 1 0,1 0 0,0 1 0,0 0 0,1 1 0,10-2 5,-18 5-6,0-1 1,0 1-1,0 0 0,0-1 1,0 2-1,0-1 1,-1 0-1,1 1 0,0 0 1,0 0-1,0 0 0,0 0 1,0 1-1,-1 0 0,1-1 1,-1 1-1,1 1 1,-1-1-1,0 0 0,0 1 1,0 0-1,0-1 0,0 1 1,-1 0-1,1 0 1,-1 1-1,0-1 0,0 1 1,0-1-1,0 1 0,0-1 1,-1 1-1,1 1 6,1 7 0,-1-1-1,1 0 0,-2 1 1,0 0-1,0-1 1,-1 1-1,0 0 1,-1-1-1,0 1 1,-3 7 0,-4 21 13,-3 1 0,-5 10-13,6-20 19,-2-2 1,0 1-1,-2-2 0,-2 0 0,0 0 0,-2-2 0,0 0 0,-2-1 0,-4 2-19,13-16 13,0 0 0,-1-1 0,0-1 0,0 0 0,-1-1 0,0 0 0,-1-1 0,0 0 1,-3 0-14,6-3 4,0-1 0,0 0 1,-1-1-1,1 0 1,-1-1-1,1 0 1,-1-1-1,1 0 1,-1-1-1,1 0 1,-1-1-1,-10-3-4,-2-2 7,1-1-1,0-2 1,1 0-1,0-1 1,1-1-1,0-1 1,1-1-1,0-1 1,-6-7-7,-29-29 46,1-2-1,-16-26-45,26 29 36,3-3-1,1-1 1,3-2 0,3-1-1,2-2 1,0-7-36,27 57 24,-5-32-26,10 41 2,-1-1 0,1 0 0,0 0 0,0 1 0,-1-1 0,1 0 0,0 1 0,0-1 0,0 0 0,0 0 0,0 1 0,0-1 0,0 0 0,0 0 0,0 1 0,1-1 0,-1 0 0,0 1 0,0-1 0,1 0 0,-1 0 0,1 1 0,0 0 0,0 0 0,0 0 0,0 0 0,0 0 0,0 0 0,0 0 0,0 0 0,0 0 0,0 0 0,0 1 0,0-1 0,0 0 0,0 1 0,0-1 0,0 1 0,-1-1 0,1 1 0,0 0 0,0-1 0,0 1 0,16 12 0,0 0 0,-1 1 0,0 1 0,-1 1 0,-1 0 0,0 1 0,-2 0 0,7 11 0,-4-2 0,-1 2 0,-1-1 0,-1 1 0,-2 1 0,6 25 0,-6-7 0,-1 0 0,-3 1 0,-2 0 0,-2-1 0,-2 1 0,-2 0 0,-6 36 0,-6 24 128,15-90 1,0-18-122,0-1 1,0 1-1,0-1 1,0 1-1,0-1 1,0 0 0,0 1-1,0-1 1,0 0-1,0 0 1,0 0-1,-1 1 1,1-1-1,0 0 1,-1 0 0,1 0-1,0-1-7,50-73 135,-44 64-140,-1 0 1,-1-1-1,0 1 0,0-1 1,-1 0-1,1-8 5,-4 18-4,-1 0-1,0-1 1,0 1-1,0-1 1,0 1-1,0 0 1,0-1-1,-1 1 1,1 0-1,-1-1 1,1 1-1,-1 0 1,0-1-1,0 1 1,0 0-1,0 0 1,-1 0-1,1 0 1,-1 0-1,1 0 1,-1 1 0,1-1-1,-1 0 1,0 1-1,0-1 1,0 1-1,0 0 1,0-1-1,0 1 1,0 0-1,0 0 1,-2 0 4,-9-4-14,0 1 0,0 1 1,-1 0-1,1 1 0,-7 0 14,4 0-2,-63-9 74,-7 0-55,0-4 0,-20-10-17,77 17 16,2-1 0,-1-1 0,1-2 1,1-1-1,0-1 0,1-1 0,0-1 1,-15-14-17,21 13 22,1 0 0,0 0 1,2-2-1,0 0 0,1-1 1,-4-8-24,12 16-44,0 0 0,0-1 0,2 1 0,-1-1 0,2 0 0,0-1 0,0 1 0,1-1 0,1 0 0,0 1 0,1-1 0,1-2 45,0 10-260,0-1 0,1 1 0,1-1 0,-1 1 0,1-1 0,0 1 0,0 0 0,1 0 0,-1 0 0,1 0 0,1 0 0,-1 1 0,1-1 0,0 1 0,0 0 0,5-4 260,1 0-1159,0 0 1,1 1-1,0 0 1,0 1-1,1 0 1,0 1-1,1 0 1,0 1 1158,46-11-3898</inkml:trace>
  <inkml:trace contextRef="#ctx0" brushRef="#br0" timeOffset="28368.369">4005 9724 11051,'0'0'3748,"-3"2"64,0-2-3450,0 1 0,0-1 0,0 0 0,0 0 0,0 0-1,0 0 1,-1 0 0,1-1 0,0 1 0,0-1 0,0 0 0,0 0 0,0 0 0,1 0 0,-1 0 0,0-1 0,0 1 0,1-1 0,-2-1-362,-43-32 348,45 33-227,1 1-115,0 1 1,0-1-1,0 0 1,0 0-1,0 0 1,0 0-1,0 0 1,0-1-1,0 1 1,1 0-1,-1 0 1,0-1 0,1 1-1,-1 0 1,1 0-1,0-1 1,-1 1-1,1-1 1,0 1-1,0-1-6,-1-2 20,1 3-16,-1 0 1,1 0-1,-1 0 1,1-1-1,0 1 1,-1 0-1,1 0 1,0-1-1,0 1 1,0 0-1,0-1 1,0 1-1,0 0 1,1 0-1,-1-1 1,0 1-1,0 0 1,1 0-1,-1 0 1,1-1-5,0-1-5,5-7-80,-2 7 39,1-1 0,0 0 0,0 1 1,0 0-1,1 0 0,-1 0 1,1 1-1,0 0 0,-1 0 1,1 0-1,0 1 0,0 0 1,0 0-1,0 0 0,5 1 46,-4 0-327,1-1 54,0 1-1,-1 1 1,1 0-1,0 0 1,6 2 273,-11-2-523,0-1 0,-1 2 1,1-1-1,0 0 0,-1 1 1,1-1-1,-1 1 0,1 0 0,-1-1 1,0 1-1,1 1 0,-1-1 523,15 18-3748,-17-20 3637,1 0 0,-1 0-1,0 0 1,0 1 0,1-1-1,-1 0 1,0 0 0,0 0-1,0 1 1,1-1-1,-1 0 1,0 0 0,0 1-1,0-1 1,0 0 0,0 1-1,0-1 1,1 0 0,-1 1-1,0-1 1,0 0-1,0 0 1,0 1 0,0-1-1,0 0 1,0 1 0,0-1-1,0 0 1,0 1 0,-1-1-1,1 0 1,0 0-1,0 1 1,0-1 0,0 1 111,-9 23-3770</inkml:trace>
  <inkml:trace contextRef="#ctx0" brushRef="#br0" timeOffset="28729.622">3348 9714 9380,'0'0'3727,"0"0"-258,0 0 129,0 0-2184,0 0-515,0 0-1027,0 0-3085,26 14-128,-26-14-385,18 18-1</inkml:trace>
  <inkml:trace contextRef="#ctx0" brushRef="#br0" timeOffset="29440.054">1851 10419 7838,'-5'-2'1472,"1"-1"0,0 1 0,-1-1 0,2 0 0,-1 0 0,0 0-1,0-1 1,1 1 0,0-1 0,0 0-1472,0 1-113,8 9 235,14 14 91,-2 1 0,0 0 0,-1 1 0,-2 0 0,3 7-213,-14-23 8,0 1-1,0-1 1,0 1-1,-1 0 0,0 0 1,0 0-1,-1 0 0,0 0 1,0 1-1,-1-1 1,0 0-1,0 0 0,-1 1 1,0-1-1,0 0 0,0 0 1,-1 0-1,0 0 0,-1 0 1,1 0-1,-1-1 1,-2 3-8,-3 3 7,0 1-1,-1-2 1,-1 1 0,0-1 0,-1-1 0,1 0 0,-2 0 0,0-1 0,0-1 0,-8 4-7,-15 9 13,-2-3-1,-1-1 1,-8 1-13,-18 2 25,0-3 0,-1-3 0,0-3 0,-33 0-25,79-8 7,-119 10 53,-1-5 0,0-6 0,0-6 0,0-7 0,-57-14-60,158 20 10,0-3 1,1 0 0,-1-3-1,2-1 1,-1-2 0,-30-16-11,61 26-2,-1 0 0,0 0 1,1 0-1,0-1 0,0 0 1,1-1-1,-1 1 0,1-1 1,0 0-1,0-1 2,3 4-4,0 0 0,1 0 0,-1 0-1,1-1 1,0 1 0,0 0 0,0-1 0,0 1 0,1 0 0,-1-1 0,1 1 0,0-1 0,0 1 0,0-1-1,1 1 1,-1-1 0,1 1 0,0 0 0,0-1 0,0 1 0,0 0 0,2-3 4,2-5-127,0 1 1,2 0-1,-1 0 1,1 1-1,1 0 1,-1 0-1,1 1 0,1-1 1,3-1 126,16-11-1653,1 1-1,13-7 1654,-34 22-352,85-49-7315,9 0 7667,-3 2-3962</inkml:trace>
  <inkml:trace contextRef="#ctx0" brushRef="#br0" timeOffset="30027.561">819 10008 8866,'-5'-14'1553,"-8"-21"8095,11 31-7699,1 5-1805,0 1 0,1-1-1,-1 1 1,0-1 0,0 1 0,1 0 0,-1-1-1,1 1 1,0-1 0,-1 1 0,1 0 0,0 0-1,0-1 1,0 2-144,14 41 279,0-21-172,-12-20-107,0 0 0,1 0 0,0 0 0,0 0 0,0 0 0,0-1 0,0 0 0,0 1 0,1-1 0,-1 0 0,1-1 0,0 1 0,-1 0 0,1-1 0,0 0 0,0 0 0,0 0 0,0-1 0,0 1 0,0-1 0,0 0 0,0 0 0,0 0 0,0-1 0,0 1 0,0-1 0,3-1 0,14-10-22,-12 6-15,16-15-8,15-35-108,-23 29 46,-4 8 64,-7 15-43,16 8 43,-13-1-41,-1 2 1,0-1-1,0 1 0,0 1 0,4 3 84,31 21-2022,-28-21-124,-1 1 0,0 0 0,-1 1 0,0 0 0,7 9 2146,1 5-3769</inkml:trace>
  <inkml:trace contextRef="#ctx0" brushRef="#br0" timeOffset="31230.084">9352 10042 7710,'-2'-20'3084,"2"20"257,0 0-257,0 0-1671,2 32-385,-2-1-257,11 17-128,-5 7-129,10 12 0,-2 6-386,2 2-256,4 4-258,-10-12-385,16 4-642,-17-18-1928,3-11-257,0-13 128,-6-9 1</inkml:trace>
  <inkml:trace contextRef="#ctx0" brushRef="#br0" timeOffset="31985.043">8850 10042 5268,'-89'-148'14478,"86"144"-13943,14 24 1,24 36-372,-6-11 138,-2 2 1,5 14-303,-26-47 105,0 0 0,-1 0 0,-1 0 0,0 0 0,-1 1 1,0 0-1,-1-1 0,-1 1 0,0 0 0,-1 6-105,-1-16 71,1 1 0,-1-1 1,0 1-1,0-1 0,-1 0 0,0 1 0,0-1 1,0 0-1,0 0 0,-1 0 0,0 0 0,0-1 1,0 1-1,0-1 0,-1 0 0,0 0 0,0 0 1,0 0-1,0-1 0,0 0 0,-1 1 0,0-1 1,0-1-1,1 1 0,-1-1 0,-1 0 0,1 0 0,0-1 1,0 1-1,-1-1 0,1 0 0,-1-1 0,1 1 1,-5-1-72,2 0 62,0 0 0,0 0 1,0-1-1,0 0 0,0 0 1,0-1-1,1 0 1,-1 0-1,0-1 0,1 0 1,-1-1-1,1 1 0,0-1 1,0-1-1,1 1 0,-1-1 1,1 0-1,0-1 1,1 1-1,-1-1 0,1-1 1,0 1-1,-2-4-62,5 3 64,2 6-67,0 1-1,0-1 1,0 0 0,0 0-1,0 0 1,0 1 0,1-1-1,-1 0 1,0 0-1,0 1 1,1-1 0,-1 0-1,0 0 1,1 1 0,-1-1-1,0 0 1,1 1-1,-1-1 1,1 0 3,1 1-1,-1 0-1,1-1 1,0 1-1,0 0 1,-1 0-1,1 0 1,0 0-1,0 1 1,-1-1-1,1 0 1,0 1-1,-1-1 1,1 1-1,0-1 1,-1 1 0,1 0-1,-1 0 1,1 0-1,-1 0 1,1 0-1,-1 0 1,0 0-1,0 0 2,39 33-85,-38-33 76,23 24-74,-1 0 1,-1 1 0,-1 1 0,9 17 82,-22-32-31,-2 1 1,1 0-1,-2 0 1,0 1-1,0 0 1,-1 0-1,-1 0 1,-1 1 0,0-1-1,0 1 1,-1 14 30,-2-23 1,0 1 0,0-1 0,-1 0 0,0 1 0,0-1 0,-1 0 0,0 0 0,0 0 0,0 0 0,-1 0 0,0-1 0,0 1 0,0-1 0,-1 0 0,1 0 0,-1 0 0,-1 0 0,1-1 0,-1 1 0,1-1 0,-1 0 0,0-1 0,-1 1 0,1-1 0,-1 0 1,1 0-1,-1-1 0,0 1 0,0-1 0,0-1 0,-1 1-1,-10 2 8,1-1 1,-1-1 0,1-1 0,-1 0 0,1-1-1,-1 0 1,0-2 0,1 0 0,-1-1-1,1 0 1,-5-3-9,3 0-724,0 0-1,0-2 0,1 0 1,0-1-1,1-1 1,0 0-1,1-1 0,0-1 1,-13-13 724,22 19-355,0 1 0,0-1 1,1-1-1,0 1 0,1-1 1,-1 1-1,1-2 0,0 1 0,1 0 1,0-1-1,0 1 0,1-1 1,-1 0-1,2 0 0,-1 0 1,1 0-1,0 0 0,1 0 0,0 0 1,0 0-1,1 0 0,0 0 1,1 0-1,0-2 355,5-21-3984</inkml:trace>
  <inkml:trace contextRef="#ctx0" brushRef="#br0" timeOffset="32326.207">9020 11074 11950,'-24'15'4241,"-11"-9"-386,-5 4 128,-10 0-3597,-1 0-772,9 12-2441,-11-13-899,11 3-258,-4-8 1,17 6-129</inkml:trace>
  <inkml:trace contextRef="#ctx0" brushRef="#br0" timeOffset="33361.718">7437 10748 9766,'-16'-35'8031,"13"32"-3775,11 22-2408,13 30-1850,-9-23 0,-1 1 1,7 23 1,-16-43 2,-1 0 0,1 1 1,-1-1-1,0 1 0,-1 0 0,0-1 0,0 1 0,0 0 1,-1-1-1,0 1 0,-1-1 0,-1 5-2,3-11 12,-1 1 1,0-1-1,1 1 0,-1-1 0,0 1 1,0-1-1,0 1 0,0-1 0,0 0 1,0 0-1,0 0 0,0 1 0,-1-1 1,1 0-1,0-1 0,-1 1 0,0 1-12,-2 0 49,-6 4 187,5-4-195,1-1 1,-1 0 0,1 0 0,-1-1 0,1 1 0,-1-1-1,0 0 1,1 0 0,-1-1 0,1 0 0,-1 1-1,1-1 1,-1-1 0,1 1 0,0-1 0,-1 1-1,1-1 1,0-1 0,0 1 0,0 0 0,-1-2-42,-52-36 535,-32-31-535,75 60-34,6 5 15,0 0 0,1 0 0,0 0 0,0-1 1,-2-4 18,-9-8-22,60 78-63,-30-39 170,-3 4-63,-9-23-22,0 1 0,0-1 0,0 0 0,-1 0 0,1 0 0,0 1 0,-1-1 0,1 0 0,0 0 0,-1 0 0,1 0 0,-1 0 0,0 0 0,1 0 0,-1 0 0,0 0 0,0 0 0,1 0 0,-1 0 0,0 0 0,0 0 0,0-1 0,0 1 0,0 0 0,-1 0 0,-2 1 0,1-1 0,-1 1 0,1-1 0,-1 0 0,0 0 0,0 0 0,1 0 0,-3-1 0,-4 1 15,0 0 1,1-1-1,-1 0 1,0-1-1,1 0 1,-1 0 0,0-1-1,1 0 1,-1-1-1,1 0 1,-2-2-16,-3-2 21,1 0 1,1-2-1,-1 1 1,1-1-1,1-1 0,0 0 1,0-1-1,-3-4-21,8 8-64,-2-5 21,7 10 0,3 4 1,19 28 72,-18-18 5,-2-3-15,1-3 5,-1 1 0,0-1 0,-1 1 0,1 0 0,-1-1 0,-1 1 0,1-1 0,-1 1 0,0-1 0,-1 1-1,1-1 1,-1 0 0,-1 1 0,1-1 0,-1 0 0,0 0 0,0-1 0,-1 1 0,0-1 0,0 1 0,0-1 0,0-1 0,-1 1 0,0 0 0,0-1 0,0 0-1,-1 0 1,1-1-25,-12 8 42,-1-1-1,1 0 0,-1-2 0,-1 0 1,0-1-1,0 0 0,0-2 0,-12 2-41,-84 16-1670,99-22 940,-12-1-6093,16 0 3432,8 0-935,4 0-43</inkml:trace>
  <inkml:trace contextRef="#ctx0" brushRef="#br0" timeOffset="33731.897">7280 11202 10151,'20'8'3727,"-20"-8"-386,28 10 128,-28-10-3469,18 15-899,-18-15-2185,0 0-386,0 0 129,0 0-385</inkml:trace>
  <inkml:trace contextRef="#ctx0" brushRef="#br0" timeOffset="34075.35">6786 10612 8866,'-41'-8'3855,"-7"6"-128,-15 6-129,5 10-2699,-17 2-513,5 5-643,9 7-2699,-3-2-513,15-1-1,7-1-256</inkml:trace>
  <inkml:trace contextRef="#ctx0" brushRef="#br0" timeOffset="34989.305">6217 11423 10151,'26'4'9473,"-26"-4"-9244,1 0 1,-1 0 0,1 0-1,-1 0 1,1 0 0,-1 0 0,1-1-1,-1 1 1,1 0 0,-1 0-1,1 0 1,-1-1 0,1 1-1,-1 0 1,0-1 0,1 1 0,-1 0-1,1-1 1,-1 1 0,0 0-1,1-1 1,-1 1 0,0-1-1,0 1 1,1 0-230,-1-2 226,0 0 0,0 0 0,0 0 0,0 0 0,-1 0 0,1 0 0,0 0 0,-1 0 0,0 0 0,1 0 0,-1 1 0,0-1 0,0 0 0,0 0 0,0 1 0,-1-2-226,-10-15-501,-1 0-1,-14-13 502,26 30 398,-18-20-407,1 0 0,1-1 0,1-1 1,1-1-1,1 0 0,-10-23 9,21 40-17,0 0 0,0-1 0,1 1 1,0-1-1,1 1 0,-1-1 0,1 0 0,1 0 0,0 1 0,0-1 0,0 0 0,1 0 0,0 0 0,0 1 0,1-1 0,0 1 0,1-1 1,-1 1-1,1 0 0,1 0 0,-1 0 0,1 0 0,1 0 0,-1 1 0,1 0 0,3-3 17,-2 3-23,1 1-1,-1 0 1,1 0 0,0 1-1,1 0 1,-1 0-1,1 1 1,0 0 0,-1 0-1,1 1 1,1 0 0,-1 0-1,0 1 1,0 0 0,3 0 23,13 0-106,0 0 1,1 2 0,-1 1 0,17 3 105,-21-2-106,1 2 0,-1 0-1,0 1 1,9 4 106,-20-6-32,0 0-1,-1 1 1,1-1-1,-1 2 1,-1-1-1,1 1 1,-1 0-1,0 1 1,0-1 0,5 8 32,-11-12-1,1 0 1,-1 0 0,0 1 0,1-1 0,-1 0 0,0 1-1,-1-1 1,1 1 0,0-1 0,-1 1 0,1 0 0,-1-1-1,0 1 1,0-1 0,0 1 0,0 0 0,0-1 0,0 1 0,-1-1-1,1 1 1,-1 0 0,0-1 0,0 1 0,0-1 0,0 0-1,0 1 1,-1-1 0,1 0 0,-1 0 0,1 0 0,-1 0-1,0 0 1,0 0 0,0 1 0,-7 5 5,0 0-1,-1 0 1,0-1-1,0 0 0,-1 0 1,-9 4-5,-53 21-38,-2-3 1,-1-4-1,-1-3 1,-70 11 37,77-17-56,-1-4 1,0-3-1,0-2 0,-1-4 1,-21-4 55,79 0 5,7 1 9,0-1-1,-1 1 1,1-1-1,0-1 1,0 0-1,-6-2-13,4 0 24,0 0 1,1-1-1,0-1 0,0 1 1,0-1-1,0-1 1,-5-6-25,-10-11 0,5 1 21,15 19 43,1 1-128,-1-4 39,6 6 32,12 11-117,-12-8 92,-2-1 11,0 0-1,0 0 1,1-1-1,-1 1 1,0 0 0,-1 0-1,1 0 1,0 0-1,0 0 1,0 1 0,-1-1-1,1 0 1,0 0-1,-1 0 1,1 1 7,7 21-21,-8-22 21,0 1 0,0 0 0,0-1 0,0 1 0,-1-1 0,1 1 0,0-1 0,-1 0 0,1 1 0,-1-1 0,1 1 0,-1-1 0,0 0 0,1 1 0,-1-1 0,-1 1 0,-2 2 3,0 0 0,0 0 0,0-1 0,-1 1 1,1-1-1,-1 0 0,0 0 0,0-1 1,0 0-1,0 0 0,0 0 0,-1 0 0,1-1 1,-1 0-1,1 0 0,-1 0 0,1-1 0,-1 0 1,1 0-1,-2 0-3,-13-1 13,0-1 0,0-1-1,1 0 1,-1-1 0,-1-2-13,-21-5 0,7 3 4,29 9-6,1 1-21,-2 0-63,-7 11 65,3 14-1,11-18 15,0 1-1,0-1 1,1 1-1,1-1 1,-1 1 0,1-1-1,1 0 1,0 0-1,0 0 1,1 0 0,0 0-1,1 0 8,16 48-18,-19-51 20,0 1 0,-1-1 1,0 0-1,-1 0 0,1 0 0,-1 1 1,0-1-1,-1 0 0,1 0 0,-1 1 0,0-1 1,-1 0-1,0 0 0,0 0 0,0 0 0,0-1 1,-4 6-3,-2 0 10,0 0-1,0 0 1,-2-1 0,1 0 0,-1-1 0,-1 0 0,-8 6-10,12-10 6,-8 7-147,-1 0 1,0-1-1,-1 0 0,-15 5 141,2 1-962,2-1-2342,0-11-4080,8-4 3143,15 0-106</inkml:trace>
  <inkml:trace contextRef="#ctx0" brushRef="#br0" timeOffset="35345.336">5723 11592 12464,'0'0'4369,"0"0"-257,-34-1-385,-7 14-3599,-1 29-1798,-19-13-2185,1 3-129,-9-4-256,9 3-258</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2:34.911"/>
    </inkml:context>
    <inkml:brush xml:id="br0">
      <inkml:brushProperty name="width" value="0.1" units="cm"/>
      <inkml:brushProperty name="height" value="0.1" units="cm"/>
      <inkml:brushProperty name="color" value="#E71224"/>
    </inkml:brush>
  </inkml:definitions>
  <inkml:trace contextRef="#ctx0" brushRef="#br0">7357 858 2056,'0'0'2827,"0"0"0,0 0-214,5 0-900,15 0-407,-20 0-1268,0 0-1,1 0 0,-1 0 0,0 0 0,1 0 0,-1 0 0,0 0 0,1 0 0,-1 1 1,0-1-1,1 0 0,-1 0 0,0 0 0,0 0 0,1 0 0,-1 0 0,0 1 1,1-1-1,-1 0 0,0 0 0,0 0 0,1 1 0,-1-1 0,0 0 0,0 0 1,0 1-1,1-1 0,-1 0 0,0 1 0,0-1-37,12 15 675,0-1 0,0 0 1,1-1-1,1 0 0,13 8-675,-22-17 61,0-1-1,-1 0 1,1 0 0,1-1-1,-1 1 1,0-1 0,0 0 0,1-1-1,-1 1 1,1-1 0,0 0-1,-1-1 1,1 1 0,0-1 0,-1 0-1,1-1 1,0 1 0,-1-1-1,1 0 1,0-1 0,-1 1 0,4-2-61,10-7 145,0 0 0,-1-1 1,0-1-1,-1-1 0,15-14-145,-13 11 136,1 0 1,1 1-1,2 1-136,-13 12 128,13 8 22,-14 0-26,0 1-1,0 0 0,-1 0 1,5 5-124,-10-9-1,-2-2 21,1 1 0,-1-1 0,1 1 1,0-1-1,-1 0 0,1 1 0,0-1 1,0 0-1,0-1 0,0 1 0,0 0 1,0 0-1,0-1 0,0 1 0,1-1-20,4 2 61,-3-1-21,1 0 1,-1 0 0,0-1-1,1 1 1,-1-1-1,1 0 1,-1 0 0,1-1-1,-1 1 1,0-1-1,1 0 1,1-1-41,51-20 258,-23 7-189,-17 9-40,-1 1 1,1 1 0,0 1 0,0 0 0,0 1 0,16 0-30,-23 2 5,0 0-1,0 2 1,0-1 0,0 1-1,-1 0 1,1 1 0,-1 0-1,1 1 1,-1 0 0,0 0-1,-1 1 1,7 4-5,-3-2 11,-1 0 0,1 0-1,0-1 1,1-1 0,0 0-1,-1-1 1,1 0 0,1-1 0,-1-1-1,0 0 1,1-1 0,4 0-11,19 4 146,34 7-146,-44-6 60,-1-1 0,1-1-1,0-2 1,17-1-60,3-2 7,1 3 0,-1 1 1,32 7-8,-15-2-75,1-2 0,51-4 75,128-12-18,57 0 293,-277 11-572,0 0 1,0 2 0,-1 0 0,1 2-1,-1 1 1,9 3 296,-28-7-3491,-4-2-535,0 0-150,0 0 42</inkml:trace>
  <inkml:trace contextRef="#ctx0" brushRef="#br0" timeOffset="-6678.91">4865 1306 3084,'3'1'3641,"-3"0"-3217,1-1 0,-1 0 0,1 0 0,-1 1 0,1-1 0,-1 0 0,1 0 0,-1 0 0,1 1 0,-1-1 0,1 0 0,-1 0 0,1 0 0,-1 0 0,1 0 0,-1 0 0,1 0 1,-1 0-1,1 0 0,-1 0 0,1-1 0,-1 1 0,1 0 0,-1 0 0,1 0 0,-1 0 0,1-1-424,-8-9 3233,-21-14-2196,-54-22 83,-7-4-753,79 43-353,1 0 0,0 0 0,0-1 0,1 0 0,0 0 0,0-1 0,-2-4-14,8 11 0,1 1 0,0-1 0,0 0 0,0 0 0,0 0-1,0 0 1,0 0 0,1 0 0,-1 0 0,1 0 0,-1 0 0,1 0 0,0 0-1,0-1 1,0 1 0,0 0 0,0 0 0,1 0 0,-1 0 0,0 0 0,2-2 0,-1 0-4,1 0 1,0 1 0,0-1-1,1 1 1,-1-1 0,1 1-1,-1 0 1,1 0 0,0 0-1,1 0 1,-1 0 3,13-8-71,0 0 1,0 1 0,1 1-1,12-5 71,-23 11-43,52-24-231,1 3 0,7 1 274,-41 15-44,0 1-1,1 1 1,-1 2 0,1 0-1,0 2 1,15 1 44,-36 1 2,-1 0 0,1 0 0,-1 1 0,1 0-1,-1 0 1,0 0 0,1 0 0,-1 1 0,0-1 0,0 1-1,0 0 1,0 0 0,0 1 0,-1-1 0,1 1 0,2 2-2,-4-2 11,1 0 0,-1 0 1,0 0-1,0 0 1,-1 0-1,1 0 0,-1 1 1,0-1-1,1 0 0,-1 1 1,-1-1-1,1 1 1,0-1-1,-1 1 0,0-1 1,0 1-1,0-1 0,0 1 1,-1 0-1,0 2-11,-3 13 23,-1 0 0,-1 0 0,-1-1-1,0 0 1,-1-1 0,-1 1 0,-11 15-23,-16 20 12,-33 36-12,-6 1 113,-4-4 0,-29 23-113,63-69 57,0-2 1,-3-2 0,-1-2-1,-1-2 1,-28 12-58,62-36 48,-1-1-1,0-1 1,-14 5-48,26-10 17,0 0-1,0 0 0,0 0 0,0 0 0,0-1 0,0 0 0,0 0 0,0 0 0,0-1 1,0 0-1,0 0 0,0 0 0,0 0 0,0-1 0,0 0-16,-3-6 86,3 1-74,1 0 1,0 0-1,0-1 1,0 1-1,1-1 1,0 0-1,1 0 1,0 0-1,0 0 1,1 0-1,0-1 1,0-1-13,0-17-13,2-1 0,0 1 0,2-1 0,1 1 0,5-15 13,-5 25-7,1 1 0,1-1 0,0 1 0,1 1 0,0-1 0,2 1-1,0 0 1,0 1 0,7-7 7,-13 17-3,1 0 1,0 1-1,0-1 0,0 1 1,0 0-1,0 0 0,0 0 1,1 1-1,0-1 0,-1 1 1,1 0-1,0 0 0,0 1 1,5-1 2,-8 1-3,1 1 1,0 0 0,-1 0 0,1 0-1,-1 0 1,1 1 0,-1-1 0,1 1-1,-1 0 1,1-1 0,-1 1 0,0 0-1,1 0 1,-1 1 0,0-1 0,0 0-1,0 1 1,0-1 0,0 1 0,0 0-1,0 0 1,0-1 0,-1 1 0,1 0 0,-1 1-1,1-1 1,-1 0 0,0 0 0,0 1-1,0-1 1,0 1 2,3 7-2,-1 1 0,-1-1 0,1 1 0,-2 0-1,1 0 1,-2 0 0,1 0 0,-2 0 0,1 0 0,-1 0 0,-1 0 2,-2 15 0,-2 0 1,0 0-1,-2-1 1,-2 3-1,-16 34 91,-2-1 0,-4-1 0,-2-2 1,-2-1-1,-40 46-91,-53 51 850,-51 41-850,170-184 41,-120 121 303,99-104-265,0-1-1,-2-2 1,-17 9-79,43-29 32,0-1 0,0 0 0,-1 0 0,1-1 0,-1 0 0,0-1 0,0 1 0,0-2 0,0 1 0,-1-1 0,-5 0-32,10-1 12,0 0-1,1-1 1,-1 1 0,1-1-1,-1 0 1,1 0-1,-1 0 1,1-1-1,0 1 1,0-1-1,-1 0 1,1 0-1,0 0 1,1 0-1,-1 0 1,0-1 0,1 1-1,-1-1 1,1 0-1,0 1 1,-1-1-1,2 0 1,-1-1-1,0 1 1,1 0-1,-1 0 1,0-3-12,-2-8-4,-1 0 0,2-1 0,0 1 0,1-1 0,0 0 0,1 1-1,1-1 1,0 0 0,1 0 0,1 0 0,0 0 0,1 1 0,1-3 4,5-15-118,1 0 0,1 1 0,2 0 0,1 1 1,9-11 117,-6 11-96,2 2 1,0 0 0,2 2 0,7-7 95,-17 21-16,0 1 1,0 1-1,2-1 1,-1 2-1,1 0 1,0 0 0,1 1-1,0 1 1,0 0-1,4 0 16,10 2-21,-26 5 17,-1 0 1,0 1-1,1-1 0,-1 0 1,1 0-1,-1 1 1,0-1-1,1 1 1,-1-1-1,0 1 0,1-1 1,-1 1-1,0 0 1,0 0-1,0 0 1,0 0-1,0 0 0,1 0 4,0 2 13,1 1 0,-1 0-1,1 0 1,-1 0 0,0 0-1,-1 1 1,1-1-1,-1 0 1,0 1 0,0-1-1,0 1 1,0-1-1,-1 1 1,0-1 0,0 1-1,0-1 1,0 1-1,-1 2-12,-3 17 80,-1 0-1,0 0 0,-3 2-79,7-21 7,-22 69 186,-3-1 0,-4-1 0,-9 12-193,-28 43-344,-26 31 344,79-135-118,-26 41-1419,-2-1 1,-9 6 1536,40-57-1470,0 0 0,-1-1 0,-8 6 1470,17-14-546,-1 0 0,1 0 0,-1-1-1,0 0 1,0 0 0,0 0 0,0 0-1,0 0 1,0-1 0,0 0 0,0 0-1,-1 0 1,1 0 0,-3 0 546,-16-7-4134</inkml:trace>
  <inkml:trace contextRef="#ctx0" brushRef="#br0" timeOffset="-6322.706">2703 1922 5782,'-3'-5'3384,"-6"-16"107,9 20-3429,0 1 0,0 0 0,0 0 0,-1 0 0,1 0 0,0 0 0,0-1 0,0 1 0,0 0 0,0 0 0,0 0 0,0-1 0,0 1 0,-1 0 0,1 0 0,0 0 0,0 0 0,0-1 0,0 1 0,0 0 0,0 0 0,0 0 0,0-1 1,0 1-1,0 0 0,0 0 0,1 0 0,-1-1 0,0 1 0,0 0 0,0 0 0,0 0 0,0-1 0,0 1 0,0 0 0,0 0 0,1 0 0,-1 0 0,0 0 0,0-1 0,0 1 0,0 0 0,0 0 0,1 0 0,-1 0 0,0 0 0,0 0 0,0 0-62,4-2 260,0 0 0,0 0-1,-1 1 1,1-1 0,0 1 0,0 0 0,0 0 0,0 1 0,0-1-1,1 1 1,-1 0 0,0 0 0,0 0 0,0 1 0,0 0 0,0-1-1,0 1 1,0 1 0,0-1 0,0 0 0,0 1 0,3 2-260,16 7 472,-1 2 0,0 0 0,10 9-472,-13-9 256,48 35 571,-1 4-827,11 13-3119,-64-56-1553,-2-8 3263,-9-2 337,-2 1 1003,0 0 0,0 0 1,1 1-1,-1-1 0,0 0 0,0 0 1,0 0-1,0 0 0,0 0 0,0 0 1,0 0-1,1 0 0,-1 0 0,0 0 1,0 0-1,0 0 0,0 0 0,0 0 1,0 0-1,1 0 0,-1 0 0,0 0 1,0 0-1,0 0 0,0 0 0,0 0 1,0 0-1,1-1 0,-1 1 0,0 0 0,0 0 1,0 0-1,0 0 0,0 0 0,0 0 1,0 0-1,0 0 0,0 0 0,0-1 1,1 1-1,-1 0 0,0 0 0,0 0 1,0 0-1,0 0 0,0 0 0,0 0 1,0-1-1,0 1 0,0 0 0,0 0 1,0 0-1,0 0 0,0 0 0,0 0 1,0-1-1,0 1 69,3-18-3877</inkml:trace>
  <inkml:trace contextRef="#ctx0" brushRef="#br0" timeOffset="-5963.706">3076 1559 6810,'0'0'3727,"0"0"128,12-26-257,5 38-1928,-17-12-385,24 14-385,-24-14-386,24 22-129,-24-22-385,22 21-514,-4 3-642,-18-24-2571,0 0-128,18-12 0,-18 12-128</inkml:trace>
  <inkml:trace contextRef="#ctx0" brushRef="#br0" timeOffset="-5591.708">3506 1002 7453,'26'-7'3598,"-26"7"-386,20-4 129,-20 4-3341,24 11-1670,-24-11-1414,0 0-257,19 24 0,-19-24-129</inkml:trace>
  <inkml:trace contextRef="#ctx0" brushRef="#br0" timeOffset="-5236.732">5849 1291 3855,'-150'146'10258,"72"-75"-8180,-1 19-386,-233 226 1511,298-301-3108,-6 5 18,-508 514 2238,30 26-1431,295-294-2966,173-226-299,18-29 819,7-9-49,4-4-3205,23-37 582</inkml:trace>
  <inkml:trace contextRef="#ctx0" brushRef="#br0" timeOffset="-4864.643">5877 1657 4240,'2'3'3256,"-2"-2"-3079,1 0 1,-1 0 0,1 0-1,-1 0 1,0 0 0,1 0-1,-1 0 1,0 0 0,0 0-1,0 0 1,0 0 0,1 0-1,-1 0 1,-1 0 0,1 0-1,0 0 1,0 0 0,0-1-1,0 1 1,-1 0 0,1 0-1,0 0 1,-1 0 0,1 0-1,-1 0 1,1 0-1,-1 0 1,0-1 0,1 1-1,-1 0 1,0 0-178,-30 25 2073,9-9-1579,-564 565 6573,170-111-3897,-18 68-3170,425-526-32,-50 63-819,-2-3-1,-54 49 852,113-120-420,0 1 0,0-1 0,0 0 0,-1 0 0,1 0 0,-1 0 0,1 0 0,-1 0 0,0-1 0,1 1 0,-1-1 0,0 1 0,0-1 0,0 0 0,0-1 0,0 1 0,-1 0 0,0-1 420,4 0-130,-1 0-1,1 0 1,0 0-1,-1 0 1,1 0-1,-1 0 1,1 0-1,-1-1 1,1 1 0,0 0-1,-1 0 1,1 0-1,-1-1 1,1 1-1,0 0 1,-1 0-1,1-1 1,0 1 0,-1 0-1,1-1 1,0 1-1,0 0 1,-1-1-1,1 1 1,0-1-1,0 1 1,-1 0 0,1-1-1,0 1 1,0-1-1,0 1 1,0-1-1,0 1 131,-28-48-4369</inkml:trace>
  <inkml:trace contextRef="#ctx0" brushRef="#br0" timeOffset="-4186.871">3498 953 4369,'0'0'3084,"0"0"-129,18-2-513,-18 2-515,18 8-385,-18-8-257,22 16-257,-22-16-128,26 20-258,-26-20-128,31 21-257,-31-21-128,28 20-258,-8-8-513,-20-12-2185,30 10-900,-30-10 129,31 4-257</inkml:trace>
  <inkml:trace contextRef="#ctx0" brushRef="#br0" timeOffset="-2850.864">2552 3214 7324,'0'0'191,"0"-1"-1,0 1 0,-1-1 1,1 1-1,0 0 0,0-1 1,0 1-1,0-1 0,-1 1 1,1 0-1,0-1 0,0 1 1,-1 0-1,1-1 0,0 1 0,-1 0 1,1 0-1,0-1 0,-1 1 1,1 0-1,-1 0 0,1-1 1,0 1-1,-1 0 0,1 0 1,-1 0-1,1 0 0,0 0 1,-1 0-1,1 0 0,-1 0 1,1 0-1,-1 0 0,1 0 1,0 0-1,-1 0 0,1 0 0,-1 0 1,1 0-1,-1 0 0,1 0 1,-1 1-191,-11 19 3065,7-8-2404,2 1 1,0-1-1,-2 12-661,4-9 307,0 0 1,1 0 0,1 0-1,0 1 1,1-1-1,3 11-307,-3-18 73,0-1 0,0 1 1,0 0-1,1-1 0,1 0 0,-1 1 0,1-1 1,0 0-1,1-1 0,-1 1 0,1-1 0,1 0 1,-1 0-1,1-1-73,-3-3 11,0 0 0,-1 0 1,1 0-1,1 0 1,-1-1-1,0 1 0,0-1 1,0 0-1,1 0 0,-1 0 1,0-1-1,1 1 1,-1-1-1,1 0 0,-1 0 1,1 0-1,0 0-11,1-1 15,1 0 0,0-1 1,-1 1-1,1-1 0,-1 0 0,1-1 0,-1 1 1,0-1-1,4-3-15,3-3 7,-1 1 0,-1-2 0,0 1 0,0-1-1,-1-1 1,0 0 0,-1 0 0,2-4-7,-4 6-20,-1 0 1,-1 0-1,1-1 0,-2 1 0,1-1 0,-1 0 1,-1 0-1,0 0 0,0-1 0,-1 1 20,-1 7-5,1-1-1,-1 1 1,-1-1 0,1 1-1,0-1 1,-1 1 0,0 0-1,1-1 1,-2 1 0,1 0-1,0 0 1,0 0 0,-1-1-1,0 1 1,0 1-1,0-1 1,0 0 0,0 0-1,0 1 1,-1-1 0,1 1-1,-1 0 1,0 0 0,1 0-1,-1 0 1,0 0 0,0 1-1,0-1 1,-1 1 0,1 0-1,-2-1 6,-1 1-2,0-1 1,0 1-1,0 1 0,0-1 0,0 1 0,1 0 1,-1 0-1,0 1 0,0 0 0,0 0 1,0 0-1,0 1 0,1 0 0,-1 0 0,0 0 1,1 1-1,0 0 0,0 0 0,0 0 0,0 0 1,0 1-1,1 0 0,-1 0 0,0 2 2,-11 10-8,0 2-1,1 0 1,1 1-1,1 0 0,-7 13 9,-50 100 44,32-57 63,-7 4-107,31-57 17,-1-1 0,-1 0 0,0-1 0,-1-1 0,-14 11-17,25-24 16,0-1 1,-1 0-1,0-1 0,0 1 1,0-1-1,0-1 0,-1 1 1,1-1-1,-1 0 0,0-1 1,0 0-1,-1 0-16,5-1 8,-1-1-1,1 0 1,-1 0 0,1 0-1,-1 0 1,1-1-1,-1 0 1,1 0 0,0 0-1,-1 0 1,1-1 0,0 0-1,0 0 1,0 0 0,0 0-1,0 0 1,0-1 0,1 0-1,-1 0 1,1 0 0,0 0-1,-2-2-7,-2-4 8,0-1 0,1 0-1,0 0 1,1 0 0,0-1 0,0 1-1,1-1 1,1 0 0,0-1 0,0 1-1,1 0 1,1-1 0,0 0 0,0-7-8,1 1-1,0 0 1,2 0 0,0-1 0,0 2 0,2-1 0,1 0 0,0 1-1,1 0 1,1-2 0,-5 15 0,0 0-1,0-1 1,0 1-1,1 1 1,-1-1 0,1 0-1,0 1 1,0-1-1,0 1 1,1 0-1,-1 0 1,1 0 0,-2 2 1,0 0 0,0 0 0,0 0 0,0 0 0,0 1 0,0-1 0,0 1 0,0-1 0,0 1 0,0 0 0,0 0 0,1 0 0,-1 0 0,0 0 0,0 0 0,0 1 0,0-1 0,0 1 0,0-1 0,0 1 0,0 0 1,0 0-1,0 0 0,0 0 0,0 0 0,1 1-1,4 3 0,0 1 0,0 0 0,0 0 0,-1 1 0,0-1 0,0 2 0,-1-1 0,4 7 0,38 71 0,-32-55 0,14 26 0,32 60 0,-52-102 0,0 0 0,1-1 0,0 0 0,1 0 0,1-1 0,6 5 0,-15-14 0,0-1 0,0 1 0,1-1 0,-1 0 0,0 0 0,1 0 0,-1 0 0,1-1 0,0 1 0,0-1 0,0 0 0,-1 0 0,1 0 0,0-1 0,0 0 0,0 1 0,0-1 0,0 0 0,4-1 0,-3-1 0,-1 1 0,1-1 0,0 0 0,-1 0 0,0 0 0,1-1 0,-1 1 0,0-1 0,0 0 0,-1-1 0,1 1 0,-1 0 0,1-1 0,0-1 0,5-8 0,0 0 0,-1 0 0,0 0 0,-1-1 0,-1-1 0,0 1 0,-1-1 0,-1 0 0,2-9 0,-4 11 11,0 0 1,-1 0-1,-1-1 1,0 1 0,-1 0-1,-2-7-11,3 16 3,-1 1 1,0-1-1,0 1 0,0-1 0,0 1 1,-1 0-1,1-1 0,-1 1 0,0 0 1,0 0-1,0 0 0,-1-1-3,2 3 0,0 0 0,-1 0 0,1 0 0,-1 0 0,1 0 0,-1 0 0,1 1 0,-1-1 0,1 0 0,-1 1-1,0-1 1,1 1 0,-1 0 0,0-1 0,0 1 0,1 0 0,-1 0 0,0 0 0,1 0 0,-1 1 0,0-1 0,1 0 0,-1 1 0,0-1 0,-1 1 0,-4 2-6,1 0 0,-1 1 0,1-1 0,0 1-1,0 1 1,0-1 0,0 1 0,1 0 0,0 0 0,0 0 0,-4 7 6,-10 12-20,2 1 0,-3 9 20,15-26 0,-46 86 117,-8 28-117,27-53 89,-3-2 1,-2-1-1,-27 34-89,61-95 40,-1 0 0,0-1 1,0 1-1,-1-1 0,1 1 0,-1-1 0,0 0 0,0-1 0,0 1 0,0-1 1,-1 0-1,1-1 0,-1 1 0,0-1 0,-4 1-40,6-2 35,-1-1 1,0 0-1,0 0 0,0 0 0,1 0 0,-1-1 1,0 0-1,1 0 0,-1 0 0,0 0 1,1-1-1,-1 0 0,1 0 0,0 0 0,0 0 1,0-1-1,0 0 0,0 1 0,0-1 1,0-1-36,-20-19 127,1 0 1,1-2-1,1 0 1,-3-8-128,10 13 14,0 0 0,-2 1-1,0 1 1,-2 1 0,1 0 0,-2 1 0,0 1 0,-4-1-14,21 14 0,0 1 0,0 0-1,0-1 1,0 1 0,0 0 0,-1 0 0,1 0 0,0 1 0,-1-1 0,1 0 0,-1 1 0,1 0 0,0-1 0,-1 1 0,1 0 0,-1 0 0,1 1 0,-1-1 0,1 0 0,0 1 0,-1 0 0,1-1 0,0 1 0,-1 0 0,1 0-1,0 0 1,0 0 0,0 1 0,0-1 0,0 1 0,0-1 0,0 1 0,0 0 0,1-1 0,-1 1 0,1 0 0,-1 0 0,1 0 0,0 0 0,0 1 0,0-1 0,0 0 0,0 1 0,-5 10 4,1 1-1,1 0 1,0 1 0,1-1 0,1 1 0,-1 8-4,1 6 23,0-1 0,2 1 1,2 15-24,-1-31 4,1-1 0,0 0 0,0 0 0,1-1 0,1 1 1,0 0-1,1-1 0,0 0 0,3 5-4,-6-13-1,-1-1 1,1 1-1,0-1 0,0 1 0,0-1 1,1 0-1,-1 0 0,1 0 0,-1 0 1,1 0-1,0 0 0,-1-1 0,1 0 1,0 1-1,0-1 0,0 0 0,0 0 1,0 0-1,0-1 0,0 1 0,0-1 1,1 0-1,-1 0 0,0 0 1,0 0-1,0 0 0,0-1 0,1 1 1,-1-1-1,0 0 0,0 0 0,0 0 1,0 0-1,-1-1 0,1 1 0,0-1 1,12-6-20,-1-1-1,0 0 1,-1-1-1,0 0 1,0-1-1,3-5 21,35-45-456,-30 35 98,-12 14-498,0-1-1,-1 0 0,0 0 0,-1-1 0,0 0 0,0-3 857,1-2-2419,-4-1-1757,-4 16 21,0 4-64</inkml:trace>
  <inkml:trace contextRef="#ctx0" brushRef="#br0" timeOffset="-2450.745">1667 4287 7067,'-4'3'3363,"-4"3"-2145,1 1 1,0-1 0,0 1-1,1 1 1,-1-1 0,1 2-1219,0 0 713,0 0 1,1 0 0,0 1-1,1 0 1,-2 6-714,3-7 115,0 0 1,1 1-1,0-1 0,0 1 0,1-1 0,1 1 1,-1 0-1,2-1 0,-1 1 0,1 0 0,1-1 1,0 1-1,0-1 0,1 1 0,0-1 0,0 0 1,1 0-1,1 0 0,-1-1 0,1 0 0,4 5-115,3 1 67,1 0 0,0-1 0,0-1 0,2 0 0,0 0-1,0-2 1,1 0 0,0 0 0,0-2 0,1 0 0,10 3-67,36 10 200,0-2 1,43 6-201,-38-10 63,-21-4-64,3 0 232,19 9-231,-57-17-141,0 2 0,0 0-1,0 0 1,-1 1 0,0 1 0,0-1-1,-1 2 1,0 0 141,-7-5-1713,-3-3-1842,4 3-450,11 12-86,-12-12-21</inkml:trace>
  <inkml:trace contextRef="#ctx0" brushRef="#br0" timeOffset="-1711.56">3480 3774 7453,'2'-1'538,"-1"-1"1,0 0 0,0 0-1,1 1 1,-1-1-1,1 1 1,0-1 0,-1 1-1,1 0 1,0 0-1,0 0 1,0 0 0,0 0-1,0 0 1,0 0-1,2 0-538,-4 1 131,1 0 0,-1 0-1,0 0 1,1 0 0,-1 0-1,1 0 1,-1 1 0,1-1-1,-1 0 1,0 0-1,1 0 1,-1 0 0,0 1-1,1-1 1,-1 0 0,0 0-1,1 1 1,-1-1-1,0 0 1,1 1 0,-1-1-1,0 0 1,0 1 0,1-1-1,-1 0 1,0 1-1,0-1 1,0 1 0,1-1-131,-1 25-6,-9 16 970,-1 0-1,-6 9-963,-20 46 706,-4-1-1,-4 0-705,24-53 153,-152 296 725,-42 39-878,182-318-278,21-38-771,-1 1-1,-1-2 0,-1 0 1,-12 14 1049,12-12-3812,12-18-193,3-12-43,8-33 150</inkml:trace>
  <inkml:trace contextRef="#ctx0" brushRef="#br0" timeOffset="-1343.588">3752 4153 8738,'20'0'3983,"-20"0"-3888,0 0 0,1 0 0,-1 0 0,0 0 0,0 0-1,1 0 1,-1 0 0,0 0 0,0 0 0,1 0 0,-1 1-1,0-1 1,0 0 0,1 0 0,-1 0 0,0 0 0,0 0-1,0 0 1,1 1 0,-1-1 0,0 0 0,0 0 0,0 0 0,0 1-1,1-1 1,-1 0 0,0 0 0,0 0 0,0 1 0,0-1-1,0 0 1,0 0 0,0 1 0,0-1 0,0 0 0,0 0 0,0 1-1,0-1 1,0 0 0,0 0 0,0 1 0,0-1-95,1 7 472,0-1-1,0 1 1,-1 0 0,0-1 0,0 1 0,0 0-1,-1 0 1,0-1 0,-1 1 0,1-1 0,-1 1 0,-2 3-472,-10 29 1071,-14 23-1071,22-49 270,-47 94 648,-48 69-918,-75 98 927,93-149-780,-99 143-3103,140-204-4904,39-60 3641,3-4-21</inkml:trace>
  <inkml:trace contextRef="#ctx0" brushRef="#br0" timeOffset="56644.719">6458 0 128,'0'4'310,"-1"0"0,1 0 0,-1-1-1,0 1 1,0 0 0,-1-1 0,1 1-1,-1-1 1,0 1 0,0-1 0,0 0-1,0 1 1,0-1 0,-2 0-310,-9 17 268,-4 13 103,1 0-1,2 1 1,1 0-1,2 1 1,0 6-371,-12 66 3788,4 6-3788,-4 19 1726,0-18-670,-64 310 1165,74-367-2094,-135 622 1668,38 9 438,100-601-2000,-56 592 1240,56-479-1181,9 0 1,14 81-293,22 24 204,13-3-1,19 21-203,17 45 333,141 735 1219,-222-1084-1552,102 765 637,-87-572-345,-10 0 0,-14 154-292,-12-174 254,-8-1 0,-17 41-254,-24 52 541,-23 34-541,70-256-4,-30 99-142,-26 153 146,72-289-29,1-1-1,0 1 1,2 1 0,1 5 29,1-23-152,-1 0 0,1 0 0,0 0-1,1-1 1,0 1 0,0 0 0,1-1 0,0 0 0,0 1 0,1-1 0,-1-1 0,2 1 0,-1 0-1,1-1 1,4 5 152,-2-4-617,1-2-1,-1 1 0,1-1 1,0 0-1,0-1 0,0 1 1,0-2-1,1 1 0,0-1 0,0-1 1,0 1-1,0-1 0,0-1 1,0 0-1,1 0 0,-1-1 1,0 0-1,0-1 0,3 0 618,65-11-4133</inkml:trace>
  <inkml:trace contextRef="#ctx0" brushRef="#br0" timeOffset="57811.877">5474 7580 5525,'0'-5'3320,"2"-16"-43,-8 14 928,-8 5-3686,12 2-61,-1 1-296,0-1-1,-1 0 1,1 1 0,0 0-1,0 0 1,-1 0-1,1 0 1,0 0-1,0 1 1,0-1-1,0 1 1,1 0-1,-1 0 1,0 0-162,-39 36 1000,29-26-771,-152 160 1296,54-53-972,-172 156 1374,-194 140-1927,321-284 352,-126 99 217,280-229-564,-2 3 14,-2 1 0,1-2 1,0 1-1,-1 0 0,0-1 0,0 0 1,0-1-1,0 1 0,0-1 0,-1 0 0,1-1 1,-5 1-20,4-6 128,4-3-114,-1 0 0,1 0 1,1 0-1,-1 0 0,1 0 0,1 0 0,-1 0 0,1-1 0,1 1 1,-1-1-1,1 1 0,0-1 0,1 1 0,1-7-14,3-25 72,2 1 0,5-12-72,-11 45 1,35-115 20,-35 117-85,-2 19 58,-1 0 1,-1 0-1,0-1 0,-2 1 1,1-1-1,-3 3 6,-7 27-9,7-22 8,-25 105-41,28-108 29,1 1 0,0-1 0,2 1 1,0-1-1,2 5 13,-1-22-3,0-1-1,0 1 1,1 0-1,-1-1 1,1 1-1,0-1 1,-1 1-1,1-1 1,0 1-1,1-1 1,-1 1-1,0-1 1,1 0-1,-1 0 1,1 0 3,-1-1-10,0 0 1,1 0 0,-1 0 0,0 0-1,0 0 1,1-1 0,-1 1 0,1 0-1,-1-1 1,1 1 0,-1-1 0,1 0-1,-1 1 1,1-1 0,-1 0 0,1 0-1,-1 0 1,2 0 9,6-2-250,-1 0 1,0 0-1,0-1 1,0 0-1,0 0 0,0-1 1,5-3 249,-7 4-368,19-10-1320,23-11-7547,14-12 9235,-31 13-3983</inkml:trace>
  <inkml:trace contextRef="#ctx0" brushRef="#br0" timeOffset="58886.736">2822 9462 13364,'0'0'4197,"0"0"-170,-4-6-601,2-2-2862,1 5-466,-1 1-1,1-1 1,0 0 0,-1 0 0,1 1 0,-1-1 0,0 1 0,0-1-1,0 1 1,-1-1-98,-78-81 468,48 53-284,2-2 0,-19-27-184,27 31 28,2-2 1,1 0-1,2-1 1,1-1-1,2-1 1,-1-6-29,12 28 6,0 0-1,2 0 1,-1-1-1,2 1 1,0-1-1,0 1 1,1-1-1,0 0 1,1 0-6,1 3 1,0 1 0,0-1 0,1 1 1,0 0-1,1 0 0,-1 0 0,2 1 0,-1-1 1,1 1-1,1 0 0,-1 0 0,7-6-1,5-2-7,0 0 0,0 2 0,2 0 0,-1 0-1,2 2 1,0 0 0,0 2 0,1 0 0,1 1 0,-1 1 0,1 1-1,1 1 1,-1 1 0,1 1 0,0 1 0,0 1 0,0 1 0,11 2 7,-29-1-2,0 0 0,0 1 0,0 0 0,0 0 0,0 0 0,0 1 0,0 0 0,0 0 0,0 0 0,-1 0 0,1 1 0,-1 0 0,0 0 0,0 0 0,0 0 0,0 1 0,0-1 1,-1 1-1,0 0 0,1 0 0,-1 0 0,-1 1 0,1-1 0,-1 1 0,0-1 0,0 1 0,0 0 0,0 0 0,-1 0 0,0 0 0,0 0 0,0 0 0,-1 3 2,1 11-8,-1 0 0,-1 0 0,0 0 0,-2 0 0,0 0 0,-1-1 0,-1 1 0,-5 10 8,-2 6 16,-2 0 0,-1-1 0,-2-1 0,-8 9-16,15-25 8,-2 0 0,-1 0 0,0-1 0,-1-1 0,0 0 1,-1-1-1,-1-1 0,-9 6-8,22-16 0,0-1 0,-1 0 0,1 0 0,-1-1 0,1 1 0,-1-1 0,0 0 0,0 0 0,0 0 0,1 0 0,-1 0 0,0-1 0,0 0 0,0 0 0,-2 0 0,3-1 0,1 1 0,-1-1 0,1 0 0,0 1 0,-1-1 0,1-1 0,0 1 0,0 0 0,0 0 0,-1-1 0,2 1 0,-1-1 0,0 1 0,0-1 0,0 0 0,1 0 0,-1 0 0,1 0 0,-1 0 0,1 0 0,0 0 0,0-1 0,0 1 0,0-2 0,-4-9-10,1-1 0,1 0 0,0 0 1,0 0-1,2 0 0,0 0 0,0 0 1,2-1-1,-1 1 0,2 0 1,2-12 9,4 0-22,-8 24 22,1 0 0,0 0 0,0 0 0,0 1 0,0-1 0,0 0 0,1 1 0,-1-1 0,0 1 0,1-1 0,1 0 0,-3 2-1,1-1 1,0 1-1,-1 0 0,1-1 1,-1 1-1,1 0 0,0 0 1,-1 0-1,1 0 0,0 0 1,-1 0-1,1 0 0,0 0 1,-1 0-1,1 0 0,0 0 1,-1 0-1,1 0 0,0 0 1,-1 0-1,1 1 0,-1-1 1,1 0-1,0 1 0,-1-1 1,1 0-1,-1 1 0,1-1 1,-1 1-1,1-1 0,-1 1 1,1-1 0,3 5-8,-1 0 1,0 1 0,0-1 0,0 1 0,-1-1 0,0 1-1,0 0 1,0 0 0,-1 0 0,0 0 0,0 0-1,0 0 1,-1 1 0,0-1 0,0 0 0,0 1 7,-2 25 4,-1 0 0,-4 16-4,2-17-3,-2 0 1,-1 0 0,-2-1 0,-1 0 0,-7 13 2,12-30 12,-1 1-1,-1-1 1,0 0-1,0-1 1,-1 0 0,-1-1-1,0 1 1,-1-2-1,0 0 1,0 0 0,-1-1-1,-8 5-11,14-11 5,1 0 0,-1 0 1,1-1-1,-1 0 0,0 0 0,0 0 0,0-1 0,0 0 0,0 0 0,0 0 1,0-1-1,0 0 0,0 0 0,-1 0 0,1-1 0,0 0 0,0-1 1,0 1-1,0-1 0,1 0 0,-1 0 0,0-1 0,1 0 0,-1 0 1,-3-3-6,-11-12 0,-2-10-22,8 4-85,17 29 59,-1-1 42,0 1 1,1-1 0,-1 1-1,-1-1 1,1 1 0,-1 0-1,0 0 1,0 0 0,0 0-1,-1 0 1,1 0 0,-1 0-1,0 0 1,-1 0 0,1 0 5,-5 18-249,0 1 0,-2-1 0,0 0 0,-2-1 1,0 0-1,-2 0 0,0-1 0,-13 18 249,5-11-2407,-2-1-1,-1 0 1,-1-2-1,0 0 1,-28 20 2407,-1-11-4091</inkml:trace>
  <inkml:trace contextRef="#ctx0" brushRef="#br0" timeOffset="59331.06">1598 9825 11308,'-5'6'1261,"1"1"0,-1-1 1,0-1-1,0 1 0,-1-1 0,1 0 1,-1 0-1,0-1 0,-7 4-1261,-63 33 2741,75-41-2730,0 1-1,0-1 1,0 1 0,0-1 0,0 0-1,0 0 1,0 0 0,0 0 0,0 0 0,0 0-1,0 0 1,0 0 0,0 0 0,0 0 0,0 0-1,0-1 1,0 1 0,0 0 0,0-1-1,0 1 1,0-1 0,0 1 0,0-1 0,0 1-1,0-1-10,0 0 31,1 1-28,0 0 1,-1 0-1,1 0 0,0 0 1,0 0-1,-1 0 1,1-1-1,0 1 1,-1 0-1,1 0 1,0 0-1,0 0 1,-1-1-1,1 1 0,0 0 1,0 0-1,0 0 1,-1-1-1,1 1 1,0 0-1,0 0 1,0-1-1,0 1 1,0 0-1,-1-1 0,1 1 1,0 0-1,0-1 1,0 1-1,0 0 1,0 0-4,-3-11-14,0 0 1,1 0-1,0 0 1,1 0-1,0 0 1,1 0-1,0 0 1,2-10 13,-1 14-19,-1 0 1,2 0-1,-1 0 1,1 0-1,0 0 1,0 0-1,1 1 1,0-1-1,0 1 1,0 0-1,1 0 1,0 0-1,0 0 1,1 1-1,1-2 19,-5 5-1,0 1 0,1 0 0,-1 0 0,1 0 1,0 0-1,-1 0 0,1 0 0,0 0 0,-1 1 0,1-1 0,0 1 0,0-1 0,-1 1 0,1 0 0,0-1 0,0 1 0,0 0 1,0 0-1,0 0 0,-1 0 0,1 1 0,2-1 1,-1 2 23,1-1 0,-1 1 0,0-1 0,0 1 0,0 0 1,0 0-1,0 0 0,0 1 0,-1-1 0,1 1 0,1 2-23,4 5 90,0 0-1,-1 1 1,0 1-1,-1-1 1,0 1-1,1 4-89,0 6 32,0 0 1,-1 1-1,-1 0 0,-1 1 0,-2-1 0,0 0 1,-1 1-1,-3 22-32,-4 18-1028,-3 0-1,-12 43 1029,9-56-2629,-1-1 0,-3-1 1,-2 0-1,-16 28 2629,-11-5-3855</inkml:trace>
  <inkml:trace contextRef="#ctx0" brushRef="#br0" timeOffset="60001.65">1 9379 6296,'0'0'2742,"3"3"170,3 2-1735,1 1-256,-1-1 0,1-1 0,0 1 1,1-1-1,0 0-921,114 63 3576,-63-34-2650,157 92 1493,-154-86-1773,-1 4 1,15 17-647,-48-37 90,-1 1 0,-2 1 0,0 2 0,-2 0 0,-1 1 0,-1 2 0,-2 0 0,-1 1 0,-1 1 0,-2 0 0,-1 1 0,6 24-90,-11-26 47,-2 0-1,-1 0 1,-2 0-1,-1 1 0,-2-1 1,-1 1-1,-1-1 1,-1 1-1,-2-1 0,-2 1 1,0-2-1,-2 1 1,-2-1-1,0 0 0,-2-1 1,-1 0-1,-2-1 1,-1 0-1,0-2 0,-2 0 1,-1-1-1,-2 0 1,0-2-1,-22 20-46,13-17 77,-1-1 1,-2-2-1,0 0 0,-29 13-77,41-25 23,0-1 0,0-1-1,-1-1 1,0-1 0,0-1 0,0-1-1,-1-1 1,0-1 0,0-1-23,12-1 1,-1-1 0,1-1 0,0 0 0,-1-1 0,1 0 0,0 0 0,0-1-1,0-1 1,1 0 0,-1 0 0,1-1 0,0-1 0,0 1 0,1-2 0,-1 1 0,1-1 0,1-1 0,-7-6-1,5 3-40,1 0 1,0-1-1,1 0 1,0-1 0,1 0-1,1 0 1,0 0-1,1-1 1,0 0-1,1 0 1,0 0 0,1 0-1,1-1 1,0-6 39,1-6-360,0-1 0,2 1 0,2-1 0,0 1 0,2 0 0,1 0 0,1 0 0,1 1 0,1 0 1,3-4 359,4-5-1558,1 1 1,2 2 0,1-1 0,1 2 0,2 1 0,1 1 0,5-3 1557,-7 11-2050,1 1 1,7-4 2049,-30 24-13</inkml:trace>
  <inkml:trace contextRef="#ctx0" brushRef="#br0" timeOffset="60702.218">3905 9653 7967,'-23'-63'13929,"16"44"-11646,7 19-2258,0 0-1,0 0 0,0 0 1,0 0-1,0 0 1,0 0-1,1 0 1,-1 0-1,0 0 1,0 0-1,0 0 1,0 0-1,0 0 1,0 0-1,0 0 1,0 0-1,1 0 1,-1 0-1,0 0 1,0 0-1,0 0 1,0 0-1,0 0 0,0 0 1,0-1-1,0 1 1,0 0-1,0 0 1,0 0-1,0 0 1,1 0-1,-1 0 1,0 0-1,0 0 1,0 0-1,0 0 1,0-1-1,0 1 1,0 0-1,0 0 1,0 0-1,0 0 1,0 0-1,0 0 0,0 0 1,0 0-1,0-1 1,0 1-1,0 0-24,9 4 238,-1 0-1,1 1 1,-1 0-1,1 0 1,-2 1-1,1 0 1,4 5-238,54 56 341,-29-28-117,-37-39-224,256 258 180,-89-77-3187,-151-163 1019,0 0-1,-2 0 1,0 2 0,-1 0 0,-1 0 0,9 22 1988,-12-5-4241</inkml:trace>
  <inkml:trace contextRef="#ctx0" brushRef="#br0" timeOffset="62136.837">3461 9683 5268,'-54'-43'4505,"-1"2"0,-2 3-1,-6-1-4504,62 39 66,1-1 0,-1 1 0,1 0 0,-1-1-1,1 1 1,-1 0 0,1 0 0,-1-1 0,1 1 0,-1 0 0,1 0-1,-1 0 1,0-1 0,1 1 0,-1 0 0,1 0 0,-1 0 0,0 0-1,1 0 1,-1 0 0,1 1 0,-1-1 0,0 0 0,1 0 0,-1 0-1,1 0 1,-1 1 0,1-1 0,-1 0 0,1 1 0,-1-1 0,1 0-1,-1 1 1,1-1 0,-1 0 0,1 1 0,0-1 0,-1 1-1,1-1 1,-1 1-66,21 17 391,1-2 0,0 0-1,1-1 1,1-1 0,22 10-391,6 4 466,83 47 201,-10-6 106,6 11-773,-92-55 89,-2 3 0,0 1 0,-2 2 0,-1 1 0,10 14-89,-35-37 37,-1 0 0,0 0-1,-1 1 1,0 0 0,-1 0 0,0 1-1,-1-1 1,0 1 0,2 8-37,-5-16 8,-1 0 1,1 0-1,-1 0 0,1 0 1,-1 0-1,0 1 1,0-1-1,-1 0 1,1 0-1,-1 0 0,1 0 1,-1 0-1,0 0 1,0 0-1,0 0 1,-1 0-1,1 0 0,-1 0 1,1-1-1,-1 1 1,0-1-1,0 1 1,0-1-1,-1 0 0,1 1 1,0-1-1,-1 0 1,1-1-1,-1 1 1,0 0-1,0-1 0,1 0 1,-1 1-1,0-1 1,0 0-1,0-1 1,-1 1-9,-6 2 17,-1-1 1,1-1-1,-1 1 1,1-2 0,-1 0-1,1 0 1,-1-1-1,1 0 1,-1 0 0,1-1-1,0-1 1,-5-1-18,-23-9 109,0-2 0,-22-13-109,34 16 42,-2-1-32,-1 0-42,1-1 0,0-1 0,-3-5 32,76 49-125,34 30 125,-61-44-5,-1 0 0,-1 1 0,0 1 0,-1 1 0,9 14 5,-21-28 1,0 1 0,-1 0 0,1 0 0,-1 0 0,0 0 0,0 1-1,0-1 1,-1 0 0,0 1 0,0-1 0,0 1 0,-1-1 0,0 1 0,0-1 0,0 1 0,-1-1-1,0 1 1,0-1 0,0 1 0,0-1 0,-1 0 0,-1 3-1,1-4 10,-1 0-1,1 0 1,-1-1-1,1 1 1,-1-1-1,0 1 1,-1-1 0,1 0-1,0 0 1,-1 0-1,0-1 1,0 1-1,0-1 1,0 0 0,0 0-1,0 0 1,0-1-1,-1 0 1,1 1-1,0-1 1,-1-1 0,1 1-1,-1-1 1,1 0-1,-1 0 1,1 0-1,-4-1-8,-3 0 30,0 0 0,0-1 0,0-1 0,0 0 0,1-1 0,-1 0 0,-8-5-31,-20-12 216,-23-17-216,41 24 38,45 33-124,0 2 0,-2 0 1,20 24 85,-38-41-5,-1 0 1,1 0 0,-1 1 0,0 0-1,0-1 1,0 1 0,-1 0-1,0 0 1,0 1 0,0-1 0,0 0-1,-1 1 1,0-1 0,0 1-1,-1-1 1,1 1 0,-1 0 0,0-1-1,-1 1 1,0 3 4,-5-1 86,1-4-79,1 1 1,-1-2-1,0 1 1,-1 0-1,1-1 1,-1 0 0,1 0-1,-1-1 1,0 1-1,0-1 1,0-1-1,-1 1 1,1-1-1,0 0 1,0 0 0,-1-1-1,0 0-7,6 0 0,-17 0 16,-1-1 0,0-1 0,1-1 0,-1 0 0,1-2 1,0 0-1,0-1 0,1 0-16,2 1-107,31 12 0,15 13 64,-25-15 30,0 0 0,0 0 0,-1 1 0,0 0 0,0 0 0,0 0 0,-1 0 0,2 4 13,-4-8 5,-1 1-1,0-1 1,0 0-1,0 1 1,-1-1-1,1 1 1,0-1-1,-1 1 1,0-1-1,1 1 0,-1-1 1,0 1-1,-1-1 1,1 1-1,0 0 1,-1-1-1,1 1 1,-1-1-1,0 1 0,0-1 1,0 0-1,0 1 1,0-1-1,0 0 1,-1 0-1,1 0 1,-1 0-1,0 1-4,-5 3 19,1 0 0,-1-1-1,0 1 1,0-2 0,0 1 0,-1-1-1,0 0 1,0-1 0,0 0-1,0 0 1,0-1 0,-1 0 0,1 0-1,-1-1 1,1 0 0,-8 0-19,-5-1 50,1 0 0,-1-1 0,0-1 0,0-1 0,1-1 0,-6-3-50,17 4-65,-1-4 6,15 4 29,12 2-9,-5 3 17,-1 0 0,1 2 1,0-1-1,-1 1 0,0 1 0,0 0 0,1 1 22,10 5 3,4 1 15,0 1 0,-2 1 0,0 1-1,0 2 1,-2 0 0,0 1 0,-1 2 0,-1 0 0,5 7-18,-15-15-10,0 1 1,-1 0-1,0 0 1,-1 1-1,0 0 1,-2 0 0,1 1-1,-2 0 1,0 0-1,0 1 1,-2-1-1,0 1 1,-1 0-1,0 0 1,-1 0 0,-1 0-1,-1 1 10,-1 6-1051,-2 0 0,0 0 0,-2 0-1,0-1 1,-1 1 0,-2-2 0,0 1 0,-1-1-1,-1-1 1,-1 0 0,-1 0 0,-13 13 1051,9-13-2102,-1-1 0,-9 7 2102,27-26-15</inkml:trace>
  <inkml:trace contextRef="#ctx0" brushRef="#br0" timeOffset="62640.801">2631 11198 10408,'0'0'3727,"0"0"-22,0 4-536,-3 11-2823,-1 0-1,0 0 1,-1-1 0,0 0-1,-1 0 1,-1-1-1,0 1 1,-1-1-1,-1-1 1,0 1-1,0-2 1,-1 1-1,0-1 1,-1-1-1,-7 5-345,16-13 12,0-1 1,0 1-1,-1-1 0,1 0 0,0 1 1,-1-1-1,1 0 0,-1-1 0,0 1 1,1 0-1,-1-1 0,1 1 0,-1-1 1,-2 0-13,3 0 5,1 0 0,0-1 1,0 1-1,0 0 0,-1-1 1,1 1-1,0-1 0,0 0 1,0 1-1,0-1 0,0 0 1,0 1-1,0-1 0,0 0 1,0 0-1,0-1-5,-4-4 2,1-1-1,0 0 0,0-1 1,1 1-1,-1-1 0,2 1 1,-1-1-1,1 0 1,0 0-1,1 0 0,0 0 1,0 0-1,1-1 0,0 1 1,0 0-1,1 0 0,0-1-1,0 0 0,0-1 0,0 0 0,1 1 0,1-1 0,0 1 0,0 0 0,0 0-1,1 0 1,1 0 0,0 0 0,0 1 0,0 0 0,1 0 0,4-4 0,-7 9 6,1 0 1,0 0 0,0 1-1,-1-1 1,2 1 0,-1 0-1,0 0 1,0 0 0,1 0-1,-1 1 1,1 0 0,-1 0-1,1 0 1,0 0 0,-1 1 0,1-1-1,0 1 1,-1 1 0,1-1-1,0 1 1,-1 0 0,1 0-1,-1 0 1,1 0 0,-1 1-1,1 0 1,-1 0 0,0 0-1,0 0 1,0 1 0,0-1-7,6 5 51,1 1 0,-1 0 1,-1 0-1,0 1 0,0 0 0,0 0 1,-1 1-1,-1 0 0,0 1 0,0 0 1,0 2-52,4 12 61,-2-1 0,0 1 1,-2 1-1,0 0 1,-2 0-1,-1 0 0,-2 0 1,0 1-1,-2 24-61,-5 32-554,-3-2-1,-12 49 555,13-93-1404,-2 0 0,-4 7 1404,6-21-1731,-1-1 1,-2 0-1,0-1 0,-1 0 0,-1-1 0,-14 18 1731,-8 8-4112</inkml:trace>
  <inkml:trace contextRef="#ctx0" brushRef="#br0" timeOffset="63166.839">2205 12419 11308,'0'0'4112,"0"0"-22,-7 0-535,0 1-2875,5 0-533,0-1 0,0 1 0,-1-1 0,1 0 0,0 0 0,0 0 1,-1-1-1,1 1 0,0 0 0,0-1 0,-1 1 0,1-1 0,-2-1-147,-38-9 346,0-3 0,1-1 0,1-3 1,0-1-1,1-1 0,-21-17-346,28 14 4,1-1-1,2-1 0,0-2 1,2 0-1,1-2 0,1-1 1,2-2-1,-10-16-3,24 32 0,0 0-1,1 0 1,1 0 0,1-1 0,0-1-1,1 1 1,0-1 0,2 0-1,0 0 1,1 0 0,1 0 0,1 0-1,0 0 1,2 0 0,0 0-1,0 0 1,2 0 0,0 0 0,2-2 0,1 3 0,0-1 0,2 1 1,-1 0-1,2 1 0,0 0 1,1 0-1,1 1 1,0 1-1,1 0 0,1 1 1,0 0-1,1 1 1,0 0-1,1 1 0,-5 4-1,-1 1-1,1 0 1,0 0 0,1 1 0,-1 1-1,1 0 1,0 0 0,0 1-1,0 1 1,0 0 0,0 1 0,1 0-1,-1 1 1,1 0 0,-1 1 0,0 0-1,0 1 1,1 0 0,-1 1-1,0 1 1,11 4 1,-17-5-3,1 0 0,-1 1 0,0-1 0,0 1 0,-1 1 0,1-1 0,-1 1 0,0 0 0,0 0 0,0 0 1,-1 1-1,0-1 0,0 1 0,3 6 3,-2-2-6,-1 0 1,0 1 0,-1 0-1,0 0 1,0 0 0,-1 0 0,-1 0-1,0 0 1,0 1 5,-1 19-3,-2-1 0,-1 1 0,-1-1 0,-2 0 0,-1 0 0,-7 17 3,-17 39-414,-4-2 0,-3-1 0,-43 67 414,65-122-1555,-1-1 0,-13 15 1555,22-32-1275,-1 0 0,0 0 0,0-1 0,-1 0-1,0-1 1,-1 0 0,-7 5 1275,-13 0-4176,-7-12 42</inkml:trace>
  <inkml:trace contextRef="#ctx0" brushRef="#br0" timeOffset="63539.926">713 11388 8224,'0'0'3212,"38"-22"258,3 26-129,1-12-1414,31 30-256,-11-14-515,23 21-128,-13-11-257,11 9-128,-14-9-386,1 2-129,-7 4-513,-9-15-515,5 11-2698,-19-20-128,0 2-129,-15-18-129</inkml:trace>
  <inkml:trace contextRef="#ctx0" brushRef="#br0" timeOffset="64118.244">2869 10168 8224,'0'0'3255,"-2"4"150,-7 9-342,9-13-3018,0 0 1,-1 0-1,1 1 1,0-1-1,0 0 1,0 0-1,0 0 1,0 0-1,0 1 1,-1-1 0,1 0-1,0 0 1,0 0-1,0 0 1,0 0-1,-1 0 1,1 0-1,0 1 1,0-1-1,0 0 1,-1 0-1,1 0 1,0 0-1,0 0 1,0 0-1,-1 0 1,1 0-1,0 0 1,0 0-1,0 0 1,-1 0-1,1 0 1,0 0-1,0 0 1,-1 0-1,1 0 1,0-1-1,0 1 1,0 0-1,-1 0-45,-18-4 643,0-1-1,1 0 1,-1-2-1,1 0 1,0-1-1,1-1 1,-4-3-643,18 10 37,1 0 0,-1 0 0,0 0 0,1 0 0,-1-1 0,1 1 0,0-1 0,-1 0 1,1 0-1,1 0 0,-1 0 0,0-1-37,-4-5 69,3 4-43,1 1 0,-1-1 1,1 1-1,0-1 0,0 0 1,1 0-1,-1 0 1,1 0-1,0 0 0,0 0 1,1 0-1,0 0 0,0-1 1,0 1-1,0 0 0,1 0 1,0 0-1,0 0 0,0 0 1,1 0-1,-1 0 1,1 0-1,0 0 0,1 1 1,-1-1-1,1 0-26,3-3 52,-1 0 0,1 0-1,1 1 1,-1-1 0,1 1 0,0 1-1,1-1 1,0 1 0,0 1 0,0-1-1,1 1 1,7-3-52,-7 5-76,0-1-1,0 1 1,1 1-1,-1 0 1,1 0 0,-1 1-1,1 0 1,-1 1-1,1 0 1,0 0-1,-1 1 1,1 1 0,-1-1-1,1 1 1,-1 1-1,0 0 1,0 0-1,7 4 77,-7-2-891,-1-1-1,0 2 0,0-1 0,0 1 0,-1 0 0,1 1 0,-2 0 0,1 0 0,-1 1 0,0-1 0,0 1 0,1 4 892,9 20-3983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4:11.147"/>
    </inkml:context>
    <inkml:brush xml:id="br0">
      <inkml:brushProperty name="width" value="0.1" units="cm"/>
      <inkml:brushProperty name="height" value="0.1" units="cm"/>
      <inkml:brushProperty name="color" value="#E71224"/>
    </inkml:brush>
  </inkml:definitions>
  <inkml:trace contextRef="#ctx0" brushRef="#br0">0 261 5011,'8'1'1073,"-1"0"0,0-1 0,0 0-1,0-1 1,1 1 0,4-3-1073,15-3 810,0-1 0,7-5-810,3 0 681,235-76 2617,46-32-3298,-314 119-48,1-1-193,-1 0 1,1 0-1,0 0 0,1 1 0,-1 0 0,0 0 0,1 0 241,-2 1-2356,-3 14-1701,-2 0 2610,0-12 1246,0-1-1,1 0 1,-1 0 0,0 0-1,0 0 1,0 0 0,0 0 0,0 0-1,0 0 1,0 0 0,0 0-1,0-1 1,-1 1 0,0 0 201,2-1-9</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4:11.856"/>
    </inkml:context>
    <inkml:brush xml:id="br0">
      <inkml:brushProperty name="width" value="0.1" units="cm"/>
      <inkml:brushProperty name="height" value="0.1" units="cm"/>
      <inkml:brushProperty name="color" value="#E71224"/>
    </inkml:brush>
  </inkml:definitions>
  <inkml:trace contextRef="#ctx0" brushRef="#br0">1 190 3598,'0'0'2334,"6"-3"44,131-48 2341,33-12-3485,-127 48-1179,75-24 1063,-40 21-5032,-75 17 1387,0 6-43,12 22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4:12.665"/>
    </inkml:context>
    <inkml:brush xml:id="br0">
      <inkml:brushProperty name="width" value="0.1" units="cm"/>
      <inkml:brushProperty name="height" value="0.1" units="cm"/>
      <inkml:brushProperty name="color" value="#E71224"/>
    </inkml:brush>
  </inkml:definitions>
  <inkml:trace contextRef="#ctx0" brushRef="#br0">1 256 5268,'63'-33'6789,"296"-110"-3020,-189 72-3597,-169 70-252,25-7-1109,-10 11-2853,-18 1 1429,-3 16-64,4 7-22</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4:13.368"/>
    </inkml:context>
    <inkml:brush xml:id="br0">
      <inkml:brushProperty name="width" value="0.1" units="cm"/>
      <inkml:brushProperty name="height" value="0.1" units="cm"/>
      <inkml:brushProperty name="color" value="#E71224"/>
    </inkml:brush>
  </inkml:definitions>
  <inkml:trace contextRef="#ctx0" brushRef="#br0">0 190 1670,'2'1'252,"-1"0"-1,0 0 0,1-1 1,-1 1-1,1-1 0,-1 1 1,1-1-1,-1 0 0,1 1 1,-1-1-1,1 0 0,-1 0 0,1 0 1,-1 0-1,1 0 0,0 0 1,-1-1-1,1 1 0,-1 0 1,2-1-252,26-18 2203,-6 3-1251,25-6-65,2 2 1,0 2 0,1 3 0,49-9-888,-86 21 68,188-45-1182,-180 41-3447,-19 6 2055,-3 1 43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4:13.995"/>
    </inkml:context>
    <inkml:brush xml:id="br0">
      <inkml:brushProperty name="width" value="0.1" units="cm"/>
      <inkml:brushProperty name="height" value="0.1" units="cm"/>
      <inkml:brushProperty name="color" value="#E71224"/>
    </inkml:brush>
  </inkml:definitions>
  <inkml:trace contextRef="#ctx0" brushRef="#br0">0 165 257,'3'2'1799,"11"9"21,-14-11-1778,0 0 0,0 0 0,0 1 0,0-1-1,1 0 1,-1 0 0,0 0 0,0 0 0,0 0-1,1 0 1,-1 1 0,0-1 0,0 0 0,0 0 0,1 0-1,-1 0 1,0 0 0,0 0 0,1 0 0,-1 0-1,0 0 1,0 0 0,1 0 0,-1 0 0,0 0-1,0 0 1,0 0 0,1 0 0,-1-1 0,0 1 0,0 0-1,0 0 1,1 0 0,-1 0 0,0 0 0,0 0-1,0-1 1,1 1 0,-1 0 0,0 0 0,0 0-1,0-1-41,32-14 1241,0 1 0,0 1 0,2 2-1,-1 1 1,11-1-1241,44-13 1613,125-39-842,-207 61-892,1 1 0,-1 0-1,1 0 1,-1 1 0,1-1-1,2 2 122,-8-1-137,0 0 0,0 0 0,0 0 0,0 0 0,0 0 0,0 0 0,1-1 0,-1 1 0,0 0 0,0 0 0,0-1 0,0 1 0,0-1 0,0 1 0,-1-1 0,1 1 0,0-1 0,0 0 0,0 1 137,6-4-888,3 6-109,1 0-3231,-11-2 1636</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5:53.986"/>
    </inkml:context>
    <inkml:brush xml:id="br0">
      <inkml:brushProperty name="width" value="0.1" units="cm"/>
      <inkml:brushProperty name="height" value="0.1" units="cm"/>
      <inkml:brushProperty name="color" value="#E71224"/>
    </inkml:brush>
  </inkml:definitions>
  <inkml:trace contextRef="#ctx0" brushRef="#br0">2 942 1799,'0'1'834,"-2"8"-822,3-6 1882,3-4 4532,48-39-5457,3 3-1,0 2 1,18-6-969,-41 23 242,1329-702 4791,-1344 712-5061,-1-1-324,1 1 0,1 1-1,-1 1 1,1 0 0,1 1 0,3 0 352,-10 3-3836,-5-1 2515,-3 1 245,0 1-2372,-4 1-21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5:55.060"/>
    </inkml:context>
    <inkml:brush xml:id="br0">
      <inkml:brushProperty name="width" value="0.1" units="cm"/>
      <inkml:brushProperty name="height" value="0.1" units="cm"/>
      <inkml:brushProperty name="color" value="#E71224"/>
    </inkml:brush>
  </inkml:definitions>
  <inkml:trace contextRef="#ctx0" brushRef="#br0">0 631 7324,'1'2'425,"0"0"0,0-1-1,0 1 1,0-1-1,0 0 1,0 1 0,0-1-1,0 0 1,1 1 0,-1-1-1,0 0 1,1 0-1,-1 0 1,1 0 0,-1 0-1,2 0-424,-1 0 300,1 0 1,0-1-1,0 1 0,0-1 0,0 1 0,0-1 0,0 0 0,0 0 0,2 0-300,8-2 17,0 0-1,0-1 0,-1 0 0,7-3-16,1 0 335,83-27-225,0-3 0,1-7-110,198-97 264,-24 11 665,-53 36 806,215-56-1735,-426 146-682,0 0 0,0 1 0,-1 0 0,1 1 0,0 1 0,9 1 682,4-1-5096,-25 0 1391,-2 0 86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6:17.806"/>
    </inkml:context>
    <inkml:brush xml:id="br0">
      <inkml:brushProperty name="width" value="0.1" units="cm"/>
      <inkml:brushProperty name="height" value="0.1" units="cm"/>
      <inkml:brushProperty name="color" value="#E71224"/>
    </inkml:brush>
  </inkml:definitions>
  <inkml:trace contextRef="#ctx0" brushRef="#br0">5113 0 128,'-8'0'1714,"3"0"-1470,0 0 1,-1 1-1,1 0 1,0 0-1,0 0 1,0 0-1,0 1 1,0 0-1,0 0 1,1 0-1,-1 1 1,-2 1-245,0-1 101,0 0 1,0 0-1,0-1 0,-1 0 1,1-1-1,-1 1 1,1-1-1,-1-1-101,-47 11 538,38-5-402,-11 4 374,0-1 1,-15 1-511,29-6 161,1 0 0,0 0 0,1 1 0,-1 0 0,1 2 0,-6 3-161,-23 10 447,38-18-418,1-1-1,-1 0 1,-1 0-1,1 0 1,0 0-1,0 0 1,0-1-1,0 0 1,0 0 0,-1 1-1,1-2 1,0 1-1,0 0 1,0-1-1,-1 1 1,1-1-1,0 0 1,0 0 0,0 0-1,0-1 1,0 1-1,1-1 1,-1 1-1,-1-2-28,-4-4 52,0 0 0,1 0 0,0-1 0,0 0-1,1 0 1,-3-4-52,-19-22 203,23 31-170,1 0 0,-1 1 0,1-1-1,-1 1 1,0 0 0,1 1 0,-1-1-1,0 1 1,0 0 0,0 0 0,-1 1-1,1-1 1,0 1 0,0 0 0,0 1-1,-2 0-32,-11 1 168,0 1 0,0 1 0,-15 5-168,-25 12 319,35-11-174,-1-2 0,0-1 1,0-1-1,-4 0-145,-100 16 1306,-31 13-1306,108-22 242,-20 5 501,-12 0-743,-226 46 953,50-8-471,-213 26 182,117-29 214,-146 14 217,344-50-905,-138 3 42,55-6-185,105-4 308,-1-6 1,1-6-1,-1-6 1,2-6-1,-40-13-355,43 2 0,127 24-334,0 1 0,0 0-1,1 0 1,-1 0 0,0 1 0,0 0-1,0-1 1,0 1 0,1 0 0,-1 1-1,-1 0 335,-23 18-7909,10-2 4204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6:21.277"/>
    </inkml:context>
    <inkml:brush xml:id="br0">
      <inkml:brushProperty name="width" value="0.1" units="cm"/>
      <inkml:brushProperty name="height" value="0.1" units="cm"/>
      <inkml:brushProperty name="color" value="#E71224"/>
    </inkml:brush>
  </inkml:definitions>
  <inkml:trace contextRef="#ctx0" brushRef="#br0">17132 1663 1028,'-7'2'555,"0"0"0,0 0 0,-1-1 0,1 0 0,-1 0 0,1-1 0,-5 0-555,-38 4 2540,-393 50 4599,165-25-5819,-44 13-270,-894 94 1006,949-112-2029,-181 12 57,275-30 83,-103-11-167,-45-18 364,-158-39-364,409 47 0,-1-2 0,2-4 0,1-3 0,0-3 0,2-2 0,-17-14 0,25 13 10,-49-24 143,3-5 0,-45-37-153,121 76 22,0-1 0,2-1 0,1-1 0,1-1 0,1-2 0,1 0 0,1-1 0,1-2 0,2 0 0,-14-28-22,26 41 7,0 1 1,1-1 0,0 0 0,1 0-1,1 0 1,1 0 0,0-1-1,1 1 1,1-1 0,0 1 0,2-6-8,1 0 2,1 1 1,1 0-1,1 0 1,1 0-1,0 1 1,2 0-1,0 1 1,4-5-3,6-7 13,1 0 0,2 2 0,2 0 0,0 2 0,2 0 0,0 2 0,2 1 0,1 1 0,1 1 0,3 1-13,45-24 43,1 3-1,2 4 0,2 4 1,2 3-1,0 4 1,27-3-43,164-27 137,96-2-137,-235 39-28,193-21 75,18 14-47,332 1 104,-545 22-105,249-4 141,172-6 106,-172 0 396,237 28-642,-581-11 39,0 1-1,-1 3 1,20 6-39,-37-7 63,-1 1 0,1 1-1,-1 1 1,0 1 0,-1 1 0,16 11-63,42 33 219,47 45-219,-91-70 47,-2 1 0,-1 2 0,-2 1 0,18 27-47,-15-15 21,-2 1 0,-3 1 1,-1 1-1,-3 1 1,-2 2-1,3 15-21,-17-44 13,-2 0-1,-1 1 1,-1-1 0,0 1-1,-2 0 1,-1 0-1,-1 6-12,-1-12 5,-1 0-1,-1 0 0,0 0 0,-1 0 0,-1 0 0,0-1 0,-2 0 0,0-1 0,-1 1 0,0-1-4,-39 55-65,-2-3 1,-3-1 0,-3-3 0,-30 25 64,45-55-800,-1-1 1,-1-2 0,-1-2 0,-18 6 799,17-8-3250,13-9-605,0-1 0,-16 3 3855,-11 4-3962</inkml:trace>
  <inkml:trace contextRef="#ctx0" brushRef="#br0" timeOffset="2535.672">20 1150 1028,'-17'-18'1392,"17"18"-1370,0 0 0,0 0-1,0 0 1,0 0 0,-1-1 0,1 1 0,0 0-1,0 0 1,0 0 0,0 0 0,0 0-1,0 0 1,0 0 0,-1 0 0,1 0 0,0-1-1,0 1 1,0 0 0,0 0 0,0 0 0,0 0-1,0 0 1,0 0 0,0-1 0,0 1-1,0 0 1,0 0 0,0 0 0,0 0 0,0 0-1,0-1 1,0 1 0,0 0 0,0 0 0,0 0-1,0 0 1,0 0 0,0-1 0,0 1-1,0 0 1,0 0 0,0 0 0,0 0 0,0 0-1,0 0 1,0-1 0,1 1 0,-1 0 0,0 0-1,0 0 1,0 0 0,0 0 0,0 0-1,0 0 1,0 0 0,1 0 0,-1 0 0,0 0-22,13-11 357,0 2 0,1 0 0,1 1 1,-1 0-1,1 1 0,0 1 0,1 0 0,0 1 1,-1 1-1,2 0 0,13 0-357,35-4 1082,0 4 0,30 2-1082,-19 1 888,529 10 2970,3 0-2319,-215-24-1157,372-9 521,-296 14-712,427 7 389,-453 27-258,572 19 641,-114-73-659,-522 11-222,144-16-124,-104 6-45,6 18 87,912 62 257,-1057-27-173,609 43 453,-857-66-503,194 15 468,-222-15-352,-4-1 64,0 0-43,0 0 43,-1-4-64,-2-5-126,1 0 0,-1 0-1,0 1 1,-1-1 0,0 1-1,0 0 1,-1 0 0,0 0 0,0 1-1,-6-7-23,-3-4 20,-1-2-35,-1 1 0,0 0-1,-2 2 1,0 0 0,-1 0-1,0 2 1,-16-10 15,19 18-43,454 178 45,-282-113 18,-97-33-20,-32-6-1,-23-12-7,-3-2-5,-1-5 12,1 0-1,-1 0 0,0 0 1,0 1-1,0-1 1,0 0-1,0 0 0,1 0 1,-1 0-1,0 1 1,0-1-1,0 0 0,0 0 1,0 1-1,0-1 1,0 0-1,0 0 0,0 0 1,0 1-1,0-1 1,0 0-1,0 0 0,0 1 1,0-1-1,0 0 1,0 0-1,0 0 0,0 1 1,0-1-1,0 0 0,0 0 1,-1 1-1,1-1 1,0 0-1,0 0 0,0 0 1,0 0-1,0 1 1,-1-1-1,1 0 2,-16 24 64,7-14-55,-1-1 0,0 0 0,0 0 0,-1-1 0,0 0 1,-1-1-1,-9 5-9,-24 9 65,-26 8-65,-15 8 21,85-37-21,-7 3-184,0 1 0,1 0 0,-1 0-1,1 1 1,0-1 0,0 2 0,0-1 0,1 1 0,0 0-1,-1 1 185,-20 31-7303,25-36 3213,2-2-22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6:27.554"/>
    </inkml:context>
    <inkml:brush xml:id="br0">
      <inkml:brushProperty name="width" value="0.1" units="cm"/>
      <inkml:brushProperty name="height" value="0.1" units="cm"/>
      <inkml:brushProperty name="color" value="#E71224"/>
    </inkml:brush>
  </inkml:definitions>
  <inkml:trace contextRef="#ctx0" brushRef="#br0">179 1311 128,'96'-10'2290,"-29"1"-682,456-51 170,-225 43 7,1 13-1,0 14 1,15 13-1785,95 36 950,-60-6 306,-321-50-1129,183 20 1381,155-4-1508,-298-20 152,0-2 0,0-4 0,0-2 0,-1-4-1,0-2 1,-2-4 0,28-12-152,-34 8 454,0-4-1,47-28-453,-81 39 146,0 0 0,-1-2 0,0-1-1,-2-1 1,0-1 0,-2 0 0,4-7-146,23-35 353,-2-1 0,-4-3 1,-3-1-1,18-45-353,-52 103 80,-1 0-1,1 1 1,-2-1-1,0-1 1,0 1-1,0 0 1,-2 0 0,1 0-1,-1-1 1,0 1-1,-1 0 1,-1-1-1,1 1 1,-2 0-1,1 0 1,-1 0 0,-1 1-1,0-1 1,0 1-1,-1 0 1,-2-3-80,0 0-9,-1 0 1,-1 1-1,0 0 0,-1 1 1,0-1-1,0 2 1,-1 0-1,0 0 1,-1 1-1,0 0 0,0 1 1,-1 0-1,0 1 1,0 0-1,-3 1 9,-48-15-107,-2 4 1,-1 3-1,-38-3 107,-206-8 1,68 7 211,105 4-49,-572-68-454,274 25-266,-25 18 557,280 31-30,-1 8 0,1 8 0,0 8 0,1 7 0,-117 35 30,242-47-146,1 4-1,1 1 1,0 3-1,1 2 1,2 2 0,-7 6 146,35-16-101,1 0 1,1 1-1,0 2 0,1 0 1,0 1-1,-10 14 101,18-17-30,0 0-1,1 0 1,0 1-1,1 0 1,1 1-1,1 0 1,0 0-1,1 1 1,-2 14 30,-4 32-89,2 0 1,4 1-1,2 56 89,15 194-574,-9-285 514,6 42-2684,6-6-4556,-14-63 4109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6:30.792"/>
    </inkml:context>
    <inkml:brush xml:id="br0">
      <inkml:brushProperty name="width" value="0.1" units="cm"/>
      <inkml:brushProperty name="height" value="0.1" units="cm"/>
      <inkml:brushProperty name="color" value="#E71224"/>
    </inkml:brush>
  </inkml:definitions>
  <inkml:trace contextRef="#ctx0" brushRef="#br0">0 1652 128,'23'-8'1294,"0"0"-1,-1-1 1,18-11-1294,22-9 853,1044-373 6856,193 12-4014,-794 266-3128,316-28-567,701-19 422,5 59 206,-1090 82-467,1224-60 941,-886 67-650,1052-23 17,-1101 29-188,675-4-198,-35 59-188,-263-4 446,317 23 430,-900-15-129,384 87-642,-701-88 76,111 41-76,191 79 67,-318-99-60,11 7-18,-2 9 1,144 83 10,-290-132 8,-2 3 1,-2 1 0,35 33-9,55 41-5,-102-85 55,28 13 50,-59-32 7,-3-3 22,0 0-1,0 0 1,-4-73 82,-3 1 0,-4 0 0,-7-21-211,17 89 9,-3-15-9,0-4 0,-2 0 0,0 0 0,-2 0 0,-9-19 0,8 23-21,7 15-86,2 10 0,2 14 64,0 0 1,1-1-1,0 1 1,2-1-1,0 0 1,3 4 42,3 6-8,1-1 0,1 0 0,15 23 8,-15-32 3,1-1 1,1 0-1,4 3-3,-3-4-59,-1 1 1,13 19 58,-17-17-21,-1 3 21,-10-22 0,0 1 0,0-1 0,0 0 0,0 0 0,0 0 0,0 1 0,0-1 0,0 0 0,-1 0 0,1 0 0,0 0 0,-1 0 0,1 1 0,-1-1 0,1 0 0,-1 0 0,0 0 0,0 0 0,-2 3-5,-1-1 1,0 1-1,0-1 0,-1 0 1,1 0-1,-1 0 1,1 0-1,-1-1 1,0 0-1,0 0 0,0 0 1,0-1-1,-2 1 5,-73 12-68,73-13 67,-559 93-106,511-83-1735,50-6-2317,5 6 3002,0-6-3978,0-5 1216</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6:53.852"/>
    </inkml:context>
    <inkml:brush xml:id="br0">
      <inkml:brushProperty name="width" value="0.1" units="cm"/>
      <inkml:brushProperty name="height" value="0.1" units="cm"/>
      <inkml:brushProperty name="color" value="#E71224"/>
    </inkml:brush>
  </inkml:definitions>
  <inkml:trace contextRef="#ctx0" brushRef="#br0">2445 264 3469,'-3'-6'3577,"-2"-3"-2344,3 4-607,-1 0 0,1 1-1,-2-1 1,1 0 0,0 1 0,-1 0 0,0 0-1,0 0 1,0 0 0,0 1 0,-2-2-626,-31-21 1574,-1 2 0,-3 0-1574,-1 3 151,-2 2 0,0 2 1,-1 2-1,0 2 0,-1 2 0,-37-4-151,25 9 291,0 2 0,-1 2 0,0 3-1,1 3 1,-13 4-291,-14 6 278,1 4-1,0 4 1,1 3 0,2 4-1,1 3 1,2 4 0,-36 24-278,42-19 18,1 4 0,3 3 1,1 3-1,3 2 0,3 4 1,2 2-1,-49 63-18,71-75 12,3 1 0,1 2-1,3 1 1,2 2 0,2 0-1,3 2 1,2 1 0,3 0-1,2 2 1,2-1 0,-1 33-12,8-9 49,3 0 0,4 1 0,3-1-1,5 0 1,2 0 0,4 0 0,7 11-49,29 92 172,8-2-1,45 86-171,-43-131 218,6-4 1,5-2-1,7-3 1,4-4-1,9-1-218,-42-61 192,2-3 0,3-2 0,2-2-1,58 42-191,-68-62 22,1-2 0,1-3 0,1-1 0,2-3 0,1-2 0,1-2 0,6-1-22,-10-8 18,-1-2 1,2-3-1,-1-1 1,1-3-1,0-2 0,0-2 1,42-6-19,39-10 64,-2-5 0,48-18-64,-79 15-12,-1-5-1,-2-4 1,64-32 12,-91 32-14,-2-3 0,-2-2 0,-2-3 0,-1-3 0,18-19 14,-10-1-35,-2-3-1,-4-2 1,-2-3 0,-4-3-1,30-52 36,-12 1-48,-6-2 0,-5-3 0,10-41 48,-47 103-10,-4-1 1,-3 0-1,-2-2 0,-4 0 1,0-25 9,-10 49-2,-1 0 0,-3 0 0,-1 1 0,-3-1 0,-2 0 0,-2 1 0,-2 0 0,-11-32 2,4 36 1,-1 0 0,-3 1 1,-1 1-1,-2 1 1,-2 1-1,-1 1 0,-2 1 1,-2 2-1,-1 1 1,-6-3-2,-77-64-96,-5 4 1,-56-30 95,106 76 27,-110-75-134,-6 7-1,-5 8 1,-112-43 107,250 132-2947,-44-12 2947,-139-30-13072,170 51 8467</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7:03.673"/>
    </inkml:context>
    <inkml:brush xml:id="br0">
      <inkml:brushProperty name="width" value="0.1" units="cm"/>
      <inkml:brushProperty name="height" value="0.1" units="cm"/>
      <inkml:brushProperty name="color" value="#E71224"/>
    </inkml:brush>
  </inkml:definitions>
  <inkml:trace contextRef="#ctx0" brushRef="#br0">4211 3374 12850,'-2'4'4519,"-3"13"42,4-12-706,-7-7-3527,1 1 0,0-1 0,-1 0-1,1 0 1,0-1 0,0 0 0,0 0-1,1 0 1,-1-1 0,1 0 0,-4-4-328,6 6 35,-68-49 68,3-3 0,58 46-88</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7:41.840"/>
    </inkml:context>
    <inkml:brush xml:id="br0">
      <inkml:brushProperty name="width" value="0.1" units="cm"/>
      <inkml:brushProperty name="height" value="0.1" units="cm"/>
      <inkml:brushProperty name="color" value="#E71224"/>
    </inkml:brush>
  </inkml:definitions>
  <inkml:trace contextRef="#ctx0" brushRef="#br0">729 0 3341,'0'0'1521,"0"0"-129,0 0-279,1 3-406,1 11-193,-1-11-129,-4 0-85,-2 1-179,0 0 0,-1-1 0,0 0 0,1 0 0,-1 0 0,0 0 0,0-1 0,0 0 0,-1 0 0,1-1 0,0 0 0,-1 0 0,-1 0-121,-28 2 561,1-1-1,-2-2-560,-2 0 497,-63-1 2089,-31-7-2586,-21-1 927,122 9-1686,-2 0-1642,7-4-2620,12 1 2108</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7:48.184"/>
    </inkml:context>
    <inkml:brush xml:id="br0">
      <inkml:brushProperty name="width" value="0.1" units="cm"/>
      <inkml:brushProperty name="height" value="0.1" units="cm"/>
      <inkml:brushProperty name="color" value="#E71224"/>
    </inkml:brush>
  </inkml:definitions>
  <inkml:trace contextRef="#ctx0" brushRef="#br0">6068 1004 4754,'0'-5'3598,"-8"-82"7946,8 84-11052,0 3-192,0 0-64,0 0-86,1 3-43,13 72-247,1 28 140,-13-79-55,-1-1 0,0 1-1,-2 0 1,-1 0 0,-1-1 0,-4 16 55,5-31-22,0-2 1,0 1-1,-1 0 1,0 0 0,0-1-1,-3 5 22,-11 8-21,14-16 24,1-1 1,-1 0-1,0 0 1,-1 0 0,1 0-1,0 0 1,0-1-1,-1 0 1,1 1-1,-1-1 1,0 0 0,1-1-1,-1 1 1,1-1-1,-1 1 1,0-1-1,0 0 1,1-1 0,-1 1-1,0-1 1,1 1-1,-1-1 1,1 0-1,-1 0 1,1-1 0,-1 1-1,1-1 1,0 1-1,0-1 1,-1-1-4,-7-4 43,0 0-1,1-1 1,0-1 0,1 1-1,0-2 1,0 1 0,1-1 0,0 0-1,1-1 1,-2-4-43,0-1 107,1 0 1,1-1-1,1 0 0,1 0 0,0 0 0,1-1 1,0-2-108,-3-27 385,7 66-410,0-1 0,-1 1 0,-1-1 0,-1 1 0,-1-1 0,-3 10 25,4-20 0,-1 1 0,1-1 0,-1 0 0,-5 6 0,-5 4 22,-9-6-1,12-11 65,-45-19 192,51 15-229,-1-1 0,1 0 1,0 0-1,0 0 0,0 0 0,1-1 0,-1 0 0,1 0 0,0 0 1,1 0-1,-4-6-49,2 2 93,-1-1 0,2-1 0,-1 1 1,1-1-1,-2-10-93,3 3 21,-2 0-42,-9 40-108,6-5 25,-2 0 1,0-1-1,0 0 0,-2 0 0,0-1 0,-1-1 0,-10 9 104,20-19-5,-1-1 0,0 1 1,0-1-1,0-1 0,0 1 0,-1 0 0,1-1 0,-1 0 0,1 0 1,-1 0-1,0-1 0,0 0 0,0 1 0,0-2 0,0 1 0,0-1 0,0 1 1,0-1-1,0-1 0,0 1 0,0-1 0,0 0 0,0 0 0,0 0 0,1-1 1,-1 0-1,0 1 0,1-2 0,-1 1 0,1-1 0,-1 0 5,-5-4 14,1 0 0,0-1-1,1 0 1,0-1 0,0 0-1,0 0 1,2-1 0,-1 0-1,-2-6-13,-5-9 52,2-1 0,0 0 0,-1-11-52,-8-29 166,2-1 1,4 0-1,2-1 1,4-1-1,2 0 1,3 0 0,4 0-1,2 0 1,5-6-167,-16 213-260,7 53 260,-4 123-618,4-288 554,-1-1 0,-1 0 1,-5 13 63,8-31-5,-1 0 0,-1 0 1,1 0-1,-1 0 0,-1 0 0,1-1 1,-1 0-1,0 1 0,0-1 1,-1 0-1,0-1 0,0 1 0,0-1 1,-2 1 4,5-5 3,0 1 1,0-1-1,0 0 1,0 0 0,-1 0-1,1 0 1,0 0-1,-1-1 1,1 1 0,0 0-1,-1-1 1,1 0 0,-1 0-1,1 0 1,-1 0-1,1 0 1,0 0 0,-1-1-1,1 1 1,-1-1-4,-2 0 16,0-1 1,1 0 0,-1-1-1,1 1 1,0-1-1,0 1 1,0-1 0,0 0-1,0-1 1,0 1-17,-7-9 81,0-1 0,1 1-1,0-2 1,1 1 0,-6-15-81,-3-8 161,2-1-1,2 0 1,1-1 0,-1-13-161,11 43 44,-1-11 169,13 102-210,3 34-35,-11-102 15,-1 0 1,-1 0-1,0 1 0,-1-1 1,-1 0-1,-2 9 17,3-16 3,0-2 0,-1 1 0,1 0 0,-1 0 0,-1-1 0,1 0 0,-1 1 0,0-1 0,0-1 0,-1 1 0,0-1 0,0 1 0,0-1 0,-1-1 0,1 1 0,-1-1 0,0 0 0,0 0 0,-1-1 0,1 0 0,-1 0 0,0 0 0,0-1 0,0 0-1,0 0 1,0-1 0,0 0 0,0 0 0,0-1 0,-1 0 0,1 0 0,0 0 0,0-1 0,0 0 0,-1-1 0,-1-1-3,-6 0 25,1-2-1,1 0 0,-1 0 0,1-1 1,0-1-1,0 0 0,0-1 1,1 0-1,1-1 0,-1-1 1,-8-9-25,12 11-16,1 0 1,0 0-1,0 0 1,1-1 0,0 0-1,1 0 1,0-1 0,0 0-1,1 0 1,1 0-1,-1 0 1,2 0 0,-1-1-1,1 1 1,1-1 0,-1-7 15,3 4-453,0 0 0,1 0 0,1 0 0,0 0 0,0 1 1,1-1-1,1 1 0,1 0 0,6-12 453,7-8-3903,1 0 1,2 2-1,1 0 3903,10-5-4134</inkml:trace>
  <inkml:trace contextRef="#ctx0" brushRef="#br0" timeOffset="391.872">4229 376 7581,'1'-3'3748,"0"-2"-2694,-1 1 1,0-1-1,0 0 0,0 0 0,0 0 1,-1 0-1,0 0-1054,-1-32 2172,2 33-2106,1-1 0,0 0 0,0 1 0,0-1 0,1 1 0,-1-1 0,1 1 0,0-1 0,0 1 0,0 0 0,1 0 0,0 0 0,0 1 0,0-1 0,0 0 0,0 1 0,1 0 0,-1 0 0,1 0 0,0 0 0,0 1 0,0-1-1,0 1 1,0 0 0,1 0 0,-1 1 0,1-1 0,-1 1 0,1 0 0,-1 0 0,1 1 0,0-1 0,0 1 0,1 0-66,5 0-56,0 1 0,0 0 0,0 1-1,0 0 1,0 0 0,0 2 0,-1-1 0,1 1-1,-1 0 1,0 1 0,-1 0 0,1 1-1,-1 0 1,6 6 56,30 35-4148,3 5-4639,-19-30 4910</inkml:trace>
  <inkml:trace contextRef="#ctx0" brushRef="#br0" timeOffset="1309.985">5675 475 2827,'0'1'441,"0"0"0,-1 0 0,1 0 0,0 0 1,-1 0-1,1 0 0,-1 0 0,1 0 0,-1 0 0,1 0 0,-1 0 0,0-1 1,0 1-1,1 0 0,-1 0 0,0-1 0,0 1 0,0-1 0,0 1 0,1-1 1,-1 1-1,0-1 0,0 1 0,0-1 0,0 0 0,0 1 0,-1-1 0,1 0 0,0 0 1,-1 0-442,-16-6 2571,16 5-2401,0 0 1,0 0-1,1 0 0,-1 0 0,1 0 0,-1-1 1,1 1-1,-1-1 0,1 1 0,0-1 0,0 1 1,0-1-1,0 0 0,0 0 0,0 1 1,0-1-1,0 0 0,1 0 0,-1 0 0,1 0 1,-1 0-171,1-2 133,0 1 0,0-1 0,0 1 1,1-1-1,-1 0 0,1 1 1,0 0-1,0-1 0,0 1 1,0-1-1,2-2-133,1-1 67,0-1 1,1 1-1,-1 0 1,2 0-1,-1 1 1,1 0-1,0 0 0,0 0 1,0 0-1,1 1 1,0 0-68,1 1 17,0-1 0,1 2 1,-1-1-1,1 1 0,0 0 1,-1 1-1,1 0 0,1 0 1,-1 1-1,0 1 0,0-1 1,0 1-1,0 1 0,0 0 1,1 0-1,-1 1 0,-1 0 1,6 1-18,-2 1-108,0 1 0,0 0-1,0 0 1,-1 1 0,0 0 0,0 1 0,0 1 0,-1 0 0,0 0 0,-1 1 0,0 0-1,6 7 109,-13-14-57,27 36-3263,-23-30 1357,-1 0 0,0 0 0,0 1 0,-1-1 0,0 3 1963,-2-6-4198</inkml:trace>
  <inkml:trace contextRef="#ctx0" brushRef="#br0" timeOffset="2112.976">4665 108 3726,'3'-2'818,"-1"-1"0,0 1 0,1 0-1,-1 0 1,1 0 0,0 0-1,0 0 1,0 1 0,0-1 0,0 1-1,0-1-817,0 1 2121,-3 1-472,6 26 256,-5-24-1851,0 0 0,-1 1-1,1-1 1,0 0-1,-1 0 1,1 0-1,-1 1 1,0-1-1,0 0 1,0 0 0,0 0-1,0 1 1,-1-1-1,1 0 1,0 0-1,-1 1-53,-3 15 319,-1 0-1,-1 0 1,-1 0 0,-6 13-319,9-23 49,-1 0 1,1-1 0,-1 0-1,-1 0 1,1 0-1,-1 0 1,-1-1 0,1 0-1,-1 0 1,0-1 0,-4 3-50,-13 1 128,20-8-112,1-1 0,0 0 0,-1 0 0,1 0 0,-1 0 1,1 0-1,-1-1 0,0 1-16,2-1 9,-1 0 1,1 0 0,-1 0 0,1 0-1,0-1 1,0 1 0,-1-1 0,1 1-1,0-1 1,0 0 0,0 0-10,-41-50 40,35 40-28,-1 0 1,-1 0-1,0 1 0,-1 0 0,0 1 0,-2-1-12,10 9 2,-1-1-1,0 1 1,0 0-1,0 0 1,0 1 0,0-1-1,0 1 1,0 0-1,-1 0 1,1 0 0,0 0-1,-1 1 1,1 0-1,0 0 1,-1 0 0,1 0-1,0 1 1,-1 0-1,1 0 1,0 0-1,-1 0 1,1 1 0,-1 0-2,1 0-281,0 0 1,-1 0 0,1 0-1,0 1 1,1 0 0,-1-1-1,0 1 1,1 1 0,-1 0 280,-4 5-2072,1 1 0,0 0 1,1 0-1,-5 11 2072,-12 19-3796,8-14 155</inkml:trace>
  <inkml:trace contextRef="#ctx0" brushRef="#br0" timeOffset="2513.983">3785 692 7838,'2'-18'3984,"-2"18"128,0 0-129,27 38-2698,-31-9-385,8 25-515,-6 9 1,4 10-386,4 12-257,-6-10-514,14 23-1542,-18-19-1799,8 2 128,-10-16-128,8-4 0</inkml:trace>
  <inkml:trace contextRef="#ctx0" brushRef="#br0" timeOffset="3590.457">3457 302 3341,'-6'-60'12189,"8"6"-6817,-2 51-4815,0 3-311,0-1-159,0 0 1,0 0 0,0 0 0,0 0-1,0 0 1,1 0 0,-1 0-1,0 0 1,0 0 0,1 0 0,-1 0-1,1 0 1,-1 0 0,1 0-1,-1 0 1,1-1-88,2 5 24,0 0 1,-1-1-1,0 1 0,1 0 0,-1 0 1,0 1-1,-1-1 0,1 0 0,0 1 1,-1-1-1,0 1 0,0-1 0,0 1 0,0-1 1,0 2-25,8 64 59,-7-56-53,0 11 25,-1 1 0,-1-1 0,-2 0 1,0 0-1,-1 1 0,-1-2 1,-2 1-1,0 0 0,-2-1 1,0 0-1,-1-1 0,-2 0 1,-10 16-32,5-12 33,-1-2 0,-1 0 0,-1-2 0,-1 0 0,-2 0 0,0-2 0,0-1 0,-2-1 0,0-1 0,-2-1 1,-1 0-34,6-4 107,5 2 0,16-14-105,-1 1 1,1 0 0,0 0 0,-1-1-1,1 1 1,0 0 0,-1 0-1,1 0 1,0 0 0,0-1-1,0 1 1,0 0 0,0 0-1,0 0 1,0 0 0,0 0 0,0 0-1,0-1 1,0 1 0,1 0-1,-1 0 1,0 0 0,1 0-1,-1-1 1,0 1 0,1 0 0,-1 0-1,1-1 1,-1 1-3,20 17 67,-14-14-62,43 35-24,-7-7-85,-1 2 0,31 35 104,-61-58-15,-1 1 0,-1 0 0,0 0 0,0 1 0,-1 0 0,-1 1 0,0 0 0,-1 0 0,-1 0 0,0 1 0,-1 0 0,0 1 15,-3-11-6,-1 0 0,1 1 0,-1-1 0,0 0-1,0 1 1,0-1 0,-1 0 0,0 1 0,0-1 0,0 0 0,-1 0 0,1 0 0,-1 0 0,-1 0 0,1 0 0,-1 0 0,0-1 0,0 1 0,0-1 0,0 0 0,-1 0 0,0 0 0,1 0 0,-2-1 0,1 0 0,0 1-1,-1-2 1,1 1 0,-1 0 0,0-1 0,0 0 0,-1 0 6,-9 4 11,-1 0 0,1-2 0,-1 0-1,0-1 1,-1 0 0,1-1 0,0-1-1,-1-1 1,1 0 0,-3-2-11,0 0 39,-1-1-1,1 0 1,0-2-1,0 0 1,0-1-1,1-1 1,0-1-1,0-1 1,1 0-1,0-1 1,-4-4-39,9 5 22,-1-2-1,1 1 1,1-2 0,0 1 0,0-2-1,1 1 1,1-1 0,0-1 0,1 0-1,0 0 1,1 0 0,1-1-1,1 0 1,-1-1-22,0-5-115,0 0 0,2-1 0,0 0 0,1 0 0,2 0 0,0 0-1,1 0 1,2-14 115,-1 31-402,0-1-1,0 1 0,0-1 0,1 1 1,0 0-1,0 0 0,0-1 0,0 1 0,1 1 1,2-4 402,-4 6-367,1 0-1,-1 0 1,1 0 0,-1 1 0,1-1 0,0 1-1,0-1 1,-1 1 0,1 0 0,0 0-1,0 0 1,0 0 0,1 0 0,-1 0 0,0 0-1,0 1 1,0-1 0,1 1 0,-1 0 0,0-1-1,0 1 1,1 0 0,-1 0 0,0 0 0,0 1-1,1-1 1,-1 1 367,22 6-4262</inkml:trace>
  <inkml:trace contextRef="#ctx0" brushRef="#br0" timeOffset="4175.996">4092 1854 3084,'0'0'3469,"0"0"22,-3 0-193,-2 2-2651,0 0 0,0 0 0,0 1 0,1 0 0,-1-1 0,1 1-1,-1 1-646,-3 1 441,5-2-334,-1 0 0,1 0 0,-1 0-1,1 1 1,0-1 0,0 1 0,1 0 0,-1 0 0,1 0 0,0 0-1,0 0 1,0 0 0,0 0 0,1 1 0,-1-1 0,1 1 0,1-1-1,-1 5-106,-1 8 18,2 0-1,0-1 1,0 1-1,2 5-17,-1-21-1,-1 0-78,0 1 0,0-1 0,-1 1 1,1-1-1,0 1 0,0-1 0,-1 1 0,1-1 1,-1 1-1,1-1 0,-1 1 0,0-1 0,1 0 1,-1 1-1,0-1 0,0 0 0,0 0 0,0 0 1,0 0-1,0 0 0,-1 0 0,1 0 0,0 0 1,0 0-1,-1 0 0,1 0 0,0-1 1,-1 1-1,1-1 0,-1 1 0,0-1 79,-7 3-1654,1-1-1,-1 0 1,0-1-1,-8 1 1655,10-2-1133,-24 2-2658,-6-3 43</inkml:trace>
  <inkml:trace contextRef="#ctx0" brushRef="#br0" timeOffset="4532.969">3312 1862 9123,'-47'6'3984,"13"0"128,-13-8-257,9 6-3213,-18-2-256,9-2-515,5 6-513,-10-16-1928,21 12-1285,-5-10-129,14 6 129,-4-8-257</inkml:trace>
  <inkml:trace contextRef="#ctx0" brushRef="#br0" timeOffset="6550.216">2190 870 8352,'3'-2'961,"1"0"0,0 0 1,0 0-1,0 1 0,0-1 0,0 1 0,0 0 0,1 0-961,-2 1 3362,-7 1-1648,-16 9-1333,0 1 1,1 0 0,0 2 0,0 0 0,2 1 0,-16 16-382,24-23 42,1 1 0,0 0 0,1 0 0,0 0 0,1 1 0,-1 0 1,0 4-43,5-10 6,1 0 1,0-1 0,0 1 0,0 0 0,0 0 0,0 0-1,1 0 1,-1 0 0,1-1 0,0 1 0,0 0 0,0 0-1,0 0 1,1 0 0,-1 0 0,1 0 0,-1 0 0,1 0-1,0 0 1,0-1 0,1 1 0,-1 0 0,0-1-1,1 1 1,0-1 0,-1 1 0,1-1 0,0 0 0,1 1-7,7 6-6,1 1 1,0-2 0,0 1 0,0-2 0,1 1-1,1-2 1,-1 0 0,1 0 0,4 0 5,30 10-84,47 9 84,-56-15-19,51 16-110,-62-12 22,-26-13 102,-1-1 0,1 1 0,-1-1 0,1 1-1,0 0 1,-1-1 0,1 1 0,-1-1 0,1 1 0,-1 0 0,1 0-1,-1-1 1,0 1 0,1 0 0,-1 0 0,0-1 0,0 1 0,0 0-1,1 0 1,-1 0 0,0-1 0,0 1 0,0 0 0,0 0 0,0 0-1,-1 0 1,1-1 0,0 1 0,0 0 0,-1 0 5,0 1-7,0 0 0,0-1 0,-1 1 0,1-1 0,-1 0 0,1 1 0,-1-1 0,1 0 0,-1 0 0,0 0 0,0 0 0,1 0 0,-2 0 7,-10 4-39,-1-1 0,1 0 0,-12 1 39,25-5-2,-42 8 0,-1-3 0,1-1 0,-1-2 1,1-2-1,-24-3 2,39 0 29,-1-1 1,1 0-1,1-3 1,-1 0 0,1-1-1,0-2 1,1 0-1,0-2 1,-4-3-30,14 5 57,1-1 0,0-1 0,0 0 0,1 0 0,1-2 0,0 1 0,1-2 0,0 0 0,1 0 0,1 0 1,-6-15-58,-7-19 133,2 0 1,2-2-1,-2-19-133,8 32 61,2-1-1,2-1 1,1 0 0,3 0-1,1 0 1,1-2-61,4 22 22,-2 18 23,4 8 17,10 26-25,0 0 0,-3 1 0,0 0 1,4 28-38,1 23-128,1 41 128,-15-110-4,-1 1 0,-1-1 1,0 1-1,-1-1 0,-1 1 0,0-1 0,-3 11 4,4-23 0,0 0 1,0 1-1,0-1 0,0 0 0,0 0 0,-1 0 0,1 0 0,-1 0 1,0 0-1,0 0 0,0-1 0,0 1 0,0-1 0,-1 1 0,1-1 1,-1 0-1,1 0 0,-1 0 0,0 0 0,0-1 0,0 1 0,0-1 1,0 1-1,0-1 0,-1 0 0,1 0 0,0-1 0,0 1 0,-1-1 1,1 1-1,-1-1 0,1 0 0,0-1 0,-1 1 0,1 0 0,0-1 1,-3 0-1,-4-2 23,-1 0 0,1-1 1,0 0-1,0-1 0,0 0 1,0 0-1,1-1 1,0-1-1,0 1 0,1-1 1,-6-7-24,-3-3 64,1-1 0,1 0 0,1-2 1,-10-17-65,4 0 74,19 31-63,1 6-13,0 0 1,0 0-1,0 0 0,0 0 0,-1 0 1,1 0-1,0 1 0,0-1 0,0 0 0,0 0 1,0 0-1,0 0 0,0 0 0,0 0 1,0 0-1,0 0 0,0 0 0,-1 0 0,1 0 1,0 0-1,0 0 0,0 1 0,0-1 0,0 0 1,0 0-1,0 0 0,0 0 0,-1 0 1,1 0-1,0 0 0,0 0 0,0 0 0,0 0 1,0 0-1,0 0 0,0 0 0,-1 0 0,1-1 1,0 1-1,0 0 0,0 0 0,0 0 1,0 0-1,0 0 0,0 0 0,0 0 0,0 0 1,-1 0 1,-9 23-57,-1 1 1,-1-2 0,-1 1-1,-9 10 57,15-25-2,1 0-1,-2 0 1,1-1 0,-1 0-1,0 0 1,-1 0-1,1-2 1,-1 1-1,0-1 1,-1 0-1,1-1 1,-1 0 0,-2 1 2,-3-2 12,0 1 1,1-2 0,-1 0-1,0 0 1,0-2 0,0 0-1,0 0 1,0-1 0,0-1-1,0-1 1,0 0-1,1-1 1,0-1 0,0 0-1,0 0 1,0-2 0,1 0-1,0 0 1,0-1 0,1-1-1,0 0 1,-1-2-13,9 8 8,0-1-1,0 0 1,1 0-1,-1-1 1,1 1 0,0-1-1,1 1 1,-1-1-1,1 0 1,0 0 0,0 0-1,1 0 1,-1 0 0,1 0-1,0-1 1,0 1-1,1 0 1,0-1 0,0 1-1,0-1 1,0 1-1,1 0 1,0-1 0,0 1-1,1 0 1,-1 0-1,1 0 1,0 0 0,3-5-8,-1 2-6,0 1 1,1-1-1,0 0 1,1 1 0,0 0-1,0 1 1,0-1-1,1 1 1,0 0-1,0 1 1,1 0 0,-1 0-1,1 0 1,0 1-1,0 0 1,1 1 0,4-2 5,-10 4-3,0 0 1,-1 0 0,1 0-1,0 1 1,-1-1 0,1 1-1,0-1 1,0 1 0,0 0-1,-1 0 1,1 0 0,0 1-1,0-1 1,0 1 0,-1-1-1,1 1 1,0 0 0,-1 0-1,1 0 1,-1 0 0,1 1-1,-1-1 1,0 1 0,1 0-1,-1-1 1,0 1 0,0 0-1,0 0 1,0 0 0,-1 0-1,1 1 1,0-1 0,-1 0-1,0 1 1,1-1 0,-1 1-1,0 0 1,0 1 2,2 7-10,0 0-1,-1 1 1,-1 0 0,0-1-1,0 1 1,-2 0 0,1-1-1,-3 12 11,-8 50-166,-9 22 166,9-53-61,2 0 0,2 1 0,2 0 0,2 0 0,2 40 61,2-78-5,-1 0 0,1 0 0,0 0 0,0 0 0,0 0 0,1-1 0,0 1 0,-1 0 0,2-1-1,-1 1 1,1-1 0,-1 0 0,1 0 0,0 0 0,1 0 0,-1-1 0,1 1 0,0 0 5,-1-2-2,0 0-1,1 0 1,-1-1-1,1 1 1,-1-1-1,1 0 1,-1 0-1,1 0 1,-1 0-1,1 0 1,0-1 0,0 0-1,-1 0 1,1 0-1,0 0 1,0 0-1,-1-1 1,1 0-1,0 1 1,-1-2-1,1 1 1,-1 0 0,1-1-1,1 0 3,2-2 0,0 0 0,0-1 0,0 0 0,0 0 0,-1 0 0,0-1 0,0 0 0,0 0 0,-1-1 0,0 1 0,0-1 0,-1 0 0,1-1 0,1-5 0,-3 6 0,1 0 0,-2 0 0,1 0 0,-1-1 0,0 1 0,-1 0 0,0-1 0,0 0 0,-1 1 0,0-1 0,0 1 0,0-1 0,-1 0 0,0 1 0,-1-1 0,-1-2 0,2 6 0,-1 1 0,0-1 0,0 0 0,0 1 0,0-1 0,-1 1 0,1 0 0,-1 0 0,0 0 0,0 0 0,0 1 0,-1-1 0,1 1 0,0 0 0,-1-1 0,0 2 0,1-1 0,-1 0 0,0 1 0,0 0 0,0-1 0,0 2 0,0-1 0,0 0 0,0 1 0,0 0 0,0 0 0,-3 0 0,-12 1 0,1 0 0,-1 2 0,1 0 0,0 1 0,-15 5 0,-110 41 28,67-21 35,-1-4-63,54-18 12,-1-2 0,-1 0 0,1-2-1,-1 0 1,-9-1-12,27-2 15,1 0 1,0-1-1,-1 0 1,1 1-1,0-2 1,-1 1-1,1-1 0,0 0 1,0 0-1,0-1 1,1 0-1,-1 0 1,0 0-1,1-1 0,0 1 1,0-1-1,-3-4-15,1 1 23,1 0 0,1-1 0,-1 0 0,1-1 0,1 1 0,-1-1-1,2 0 1,-1 0 0,1 0 0,0-1 0,0-4-23,-4-28 79,1 0-1,2-1 1,2 1-1,2-1 1,2 0-1,6-37-78,-6 53 22,-2 25-22,0 1 0,0 0 0,0 0 0,0 0 0,0 0 0,0 0 0,0 0 0,-1 0 0,1 0 0,0 0 0,-1 0 0,1 0 0,-1 0 0,1 0 0,-1 0 0,1 0 0,-1 0 0,0 0 0,-1 0 0,1-1 0,-1 1 0,0 0 0,0 0 0,0 1 0,0-1 0,-1 0 0,1 1 0,0-1 0,0 1 0,0 0 0,0-1 0,-1 1 0,1 0 0,0 1 0,0-1 0,0 0 0,-1 0 0,1 1 0,0 0 0,0-1 0,0 1 0,0 0 0,0 0 0,0 0 0,-14 6 0,0 1 0,1 0 0,-2 3 0,-5 2 0,2-4 0,1 2 0,0 0 0,0 1 0,2 1 0,-1 1 0,2 0 0,-11 13 0,25-25-1,0 0-1,0 1 1,1-1 0,-1 1 0,1-1 0,0 1 0,0-1 0,0 1 0,0 0 0,0 0 0,1 0 0,-1-1 0,1 1 0,0 0-1,0 0 1,0 0 0,0 0 0,0 2 1,1-1-4,0 1 0,1-1 1,-1 0-1,1 0 0,0 1 0,0-1 0,1 0 0,-1-1 0,1 1 0,0 0 0,0 0 4,11 10-13,0 0 0,1-2 0,1 1-1,0-2 1,3 1 13,-16-9 0,136 81 0,-119-70-21,-19-13 16,0 0 0,0-1 0,0 1 1,0 0-1,-1 0 0,1 0 0,0 0 1,-1 0-1,1 0 0,0 0 0,-1 0 1,0 0-1,1 0 0,-1 0 0,0 1 1,1-1-1,-1 0 0,0 0 5,-1 1-1,1-1-1,-1 0 1,0 1 0,1-1 0,-1 0-1,0 1 1,0-1 0,0 0 0,0 0-1,-1 0 1,1 0 0,0 0-1,0 0 1,0 0 0,-1 0 0,1-1-1,-1 1 1,1 0 0,-1-1 1,-37 16 8,24-10 8,9-4-12,-12 6 13,0 0 0,1 0 0,0 2-1,-11 7-16,23-13 3,1 0-1,-1 0 0,1 0 0,0 0 0,0 1 0,0 0 0,1-1 0,-1 2 0,1-1 0,0 0 1,1 1-1,-1-1 0,1 1 0,0 0 0,0-1 0,1 1 0,0 2-2,-1 7-3,1 0 0,1 0 1,0 0-1,1 0 0,0 0 0,2 0 0,2 10 3,9 26-15,11 27 15,-4-17 14,-1 10-14,-2 0 0,-4 1 0,-3 0 0,-3 1 0,-2 24 0,-5-81-907,0 1 0,2-1 1,3 15 906,-4-26-3727,1-7-556,14-10 86,4-2-130</inkml:trace>
  <inkml:trace contextRef="#ctx0" brushRef="#br0" timeOffset="6920.119">1446 1925 9637,'29'0'4241,"-9"10"-129,-20-10 128,-31 16-3726,-15-8 129,-6 4-386,-9-5 0,-3-3-514,5 6-386,-9-24-1798,29 10-1543,1-13 1,18 1-129,4-10-129</inkml:trace>
  <inkml:trace contextRef="#ctx0" brushRef="#br0" timeOffset="7471.284">1589 10 4240,'-2'-3'3256,"1"2"-3085,1 1 0,0 0 0,0-1 0,0 1 0,0 0 1,0-1-1,0 1 0,-1 0 0,1 0 0,0-1 0,0 1 0,0 0 1,-1 0-1,1 0 0,0-1 0,0 1 0,-1 0 0,1 0 1,0 0-1,-1-1 0,1 1 0,0 0 0,0 0 0,-1 0 0,1 0 1,0 0-1,-1 0 0,1 0 0,0 0 0,-1 0 0,1 0 0,0 0 1,-1 0-1,1 0 0,0 0 0,-1 0 0,1 0 0,0 0 0,0 0 1,-1 0-1,1 1 0,0-1 0,-1 0 0,1 0 0,0 0 1,0 1-1,-1-1 0,1 0 0,0 0 0,0 0 0,-1 1 0,1-1 1,0 0-1,0 1-171,-10 25 2774,-1 41-1384,9 9-548,2 0 0,4 0 0,7 35-842,27 110-3789,-5-33-7755,-17-125 7561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8:09.561"/>
    </inkml:context>
    <inkml:brush xml:id="br0">
      <inkml:brushProperty name="width" value="0.1" units="cm"/>
      <inkml:brushProperty name="height" value="0.1" units="cm"/>
      <inkml:brushProperty name="color" value="#E71224"/>
    </inkml:brush>
  </inkml:definitions>
  <inkml:trace contextRef="#ctx0" brushRef="#br0">5955 118 4369,'0'0'3983,"6"-29"1,-6 29-1,-6-20-2184,24 48-257,-24-7-514,16 27-385,-12 5-129,6 16-129,-4 4-128,4 4-128,-2 10-643,-16-24-900,18 4-2569,-16-14-258,6-5 1,-8-17-129</inkml:trace>
  <inkml:trace contextRef="#ctx0" brushRef="#br0" timeOffset="1200.678">5219 1000 7710,'-4'0'971,"1"-1"0,-1 0 0,1-1 0,-1 1 0,1-1 0,-1 1 0,1-1 0,0 0 0,0 0 0,0 0 0,0-1 0,0 0-971,-2-2 680,0 0 0,1 0 0,0 0 0,0 0 0,1-1 0,-3-5-680,-3-10-18,0-1-1,2 0 1,-4-18 18,5 19 771,-4-18-694,2 0 0,2 0 0,1-1 0,2 1 0,1-16-77,3 26 37,1 1 0,1-1-1,1 1 1,1-1 0,2 1-1,1 1 1,9-23-37,-13 42 0,0-1 0,0 1 0,1 0 0,0 0 0,0 0 0,1 1 0,6-7 0,-10 12 0,0 1 0,0-1 0,0 0 0,0 1 0,0-1 0,0 1 0,0-1 0,0 1 0,1 0 0,-1 0 0,1 0 0,-1 0 0,1 0 0,-1 1 0,1-1 0,-1 1 0,1 0 0,-1-1 0,1 1 0,0 0 0,-1 1 0,1-1 0,-1 0 0,1 1 0,-1-1 0,1 1 0,-1 0 0,1 0 0,-1 0 0,1 0 0,4 4-10,1 1 0,-1-1 0,0 1 1,-1 0-1,1 1 0,-1 0 0,-1 0 0,1 0 0,-1 1 0,0-1 0,-1 1 1,0 1-1,0-1 10,5 12-32,-1 1-1,-1-1 1,-1 1 0,3 20 32,-5-20-13,-2 0 0,0 0 1,-2 0-1,0 0 0,-1 1 0,-1-1 0,-1-1 0,-1 1 0,-1 0 1,-4 11 12,6-24-5,0 0 0,0 1 0,-1-1 0,0 0 0,-1-1 0,1 1 0,-1-1 0,-1 0 0,1 0 0,-1-1 0,-1 1 0,1-1 0,-1-1 0,0 1 1,0-1-1,0 0 0,-1-1 0,0 0 0,0 0 0,0-1 0,0 1 0,-1-2 0,1 1 0,-1-1 0,0-1 0,-3 1 5,2-2 27,0 0 0,-1-1 0,1 0 0,0 0 0,-1-1 1,1 0-1,0-1 0,0-1 0,1 1 0,-1-1 0,1-1 0,-1 0 0,1 0 0,1-1 0,-1 0 0,1 0 0,0-1 0,-3-4-27,-8-8 87,1 0-1,2-1 1,0-1 0,1-1-1,0 0 1,-6-18-87,13 27 22,6 10-8,0 0-1,0-1 0,0 1 0,1-1 1,-1 1-1,1-1 0,0 0 0,-1-3-13,-2 30-27,-1-1 1,-2 1-1,0-1 0,-5 9 27,7-21 2,-1 0 0,0-1-1,0 0 1,-1-1 0,0 1 0,-1-1 0,0-1-1,0 1 1,0-1 0,-1-1 0,0 1 0,0-2-1,-1 1 1,0-1 0,0-1 0,0 0-1,0 0 1,-1-1 0,1 0 0,-1-1 0,-8 1-2,0-1 5,0 0 1,-1-2 0,1 0 0,0-1 0,0-1-1,0-1 1,0-1 0,1 0 0,-1-2 0,1 0-1,0-1 1,-2-2-6,13 6 2,0 0 0,1-1 0,-1 0 0,1 0 0,0 0 0,0-1 0,1 0 0,0 0 0,-1-1 0,2 1 0,-1-1-1,-3-6-1,6 9 0,1 1 0,0-1 0,0 0 0,0 0 0,1 1 0,-1-1 0,1 0 0,-1 0 0,1 0 0,0 0 0,0 0 0,0 0 0,0 0 0,1 1 0,-1-1 0,1 0 0,0 0-1,0 0 1,0 1 0,0-1 0,0 0 0,1 1 0,-1-1 0,1 1 0,-1-1 0,1 1 0,0 0 0,0 0 0,0 0 0,0 0 0,1 0 0,-1 0 0,3-1 0,1-1-8,0 0 1,0 0 0,0 0 0,1 1 0,-1 0 0,1 0 0,0 1 0,0 0-1,0 0 1,0 0 0,0 1 0,0 0 0,0 1 0,1 0 0,2 0 7,14 6-22,-23-5 22,0-1 0,0 1 0,0-1 0,0 1 0,0 0 0,0 0 0,0-1 0,-1 1 0,1 0 0,0 0 0,0 0 0,-1 0 0,1 0 0,0 0 0,-1 0 0,1 0 0,-1 0 0,0 0 0,1 1 0,-1-1 0,0 0 0,1 0 0,-1 0 0,0 1 0,0-1 0,0 0 0,0 0 0,0 0 0,0 0 0,-1 1 0,1-1 0,0 0 0,-1 0 0,1 0 0,-1 0 0,1 0 0,-1 1 0,1-1 0,-1 0 0,0 0 0,1 0 0,-1-1 0,0 1 0,0 1 0,-7 6 0,1 0 0,-1 0 0,-1-1 0,-8 7 0,2-3 0,-6 7 26,0 0 0,1 2 1,1 0-1,1 1 0,0 1 0,2 1 0,1 0 1,0 1-1,-2 10-26,5-5 45,-1-1 0,-2 0 0,0-1 1,-2 0-1,-1-1 0,0-2 0,-2 1 0,-1-2 1,-15 12-46,6-9-19,-2-1 0,0-1-1,-2-2 1,0-1 0,-2-2 0,0-1 0,-1-2 0,0-2 0,-15 3 19,37-13-274,0-2 1,0 0-1,-14 0 274,9-1-614,19-1 466,-5 1-433,-1 0 1,1-1 0,0 0 0,0 0-1,-1-1 1,1 0 0,-1 0 580,4 0-420,0-1 0,0 1 0,0 0 0,1-1 0,-1 0 0,1 1 0,-1-1 0,1 0 0,0 0 0,0-1 0,0 1 0,0 0 0,0-1 0,0 1 0,0-1 0,1 1 0,-1-1 420,-13-34-4519,13-2 21</inkml:trace>
  <inkml:trace contextRef="#ctx0" brushRef="#br0" timeOffset="1553.667">4088 83 5911,'0'0'3983,"22"4"1,-22-4-129,0 0-2056,4 22-1285,-4-22-514,8 43-1542,-12-25-2313,6 3 0,-6-3 0,0 8-129</inkml:trace>
  <inkml:trace contextRef="#ctx0" brushRef="#br0" timeOffset="2696.077">3281 574 5268,'3'-3'3770,"3"-7"48,-12 6 848,-6 6-1474,-2 2-3796,8-1 755,1 0 0,-1 1 0,1-1-1,0 1 1,0 1 0,0-1 0,1 1 0,-1-1 0,1 1 0,0 0 0,0 2-151,-6 5 203,3-3-113,0 0-1,1 1 1,0-1-1,1 1 1,0 1-1,1-1 1,0 1 0,0-1-1,1 1 1,-1 10-90,3-15 26,0 0 0,0 0-1,1 0 1,0 0 0,0 1 0,0-1 0,1 0 0,0 0 0,0 0 0,1 0 0,0 0-1,0 0 1,0 0 0,0-1 0,1 1 0,0-1 0,1 1 0,-1-1 0,1 0 0,3 3-26,0-1 20,1-1 1,0 0-1,0 0 0,1 0 1,0-1-1,-1-1 1,2 0-1,-1 0 1,0 0-1,1-1 0,0-1 1,-1 1-1,1-2 1,7 1-21,-11-1-7,-1-1 0,1 1 0,0-1 0,-1 0 0,1-1 0,-1 0 1,1 0-1,0 0 0,-1 0 0,0-1 0,1 0 0,-1 0 0,0 0 0,0-1 0,0 0 1,0 0-1,0 0 0,-1-1 0,0 1 0,1-1 0,-1 0 0,0 0 0,-1 0 0,1-1 1,-1 0-1,1-2 7,-1 0-3,0 0-1,-1 0 1,0-1 0,0 1 0,-1-1 0,0 1 0,0-1-1,-1 0 1,0 1 0,0-1 0,-1 0 0,0 1 0,0-1-1,-1 1 1,1-1 0,-2 1 0,1 0 0,-1-1 0,-1 1-1,1 1 1,-1-1 0,-2-2 3,0-2-3,-1 1 0,0 0 0,-1 0 1,0 0-1,0 1 0,-1 1 0,0-1 0,-1 1 0,0 1 0,0 0 0,-1 0 1,0 1-1,-6-3 3,10 7 1,1 1 0,-1-1 0,1 1 1,-1 0-1,1 0 0,-1 1 0,0 0 0,1 0 1,-1 1-1,0-1 0,1 2 0,-1-1 1,1 1-1,0 0 0,-1 0 0,1 0 0,0 1 1,0 0-1,0 0 0,1 1 0,-1 0 1,1 0-2,-19 14 14,1 2 0,1 0 0,0 2 0,-7 10-14,-12 12 24,32-35-15,0 0 0,0-1 1,-1 0-1,0-1 0,0 0 1,-1-1-1,0 0 0,-1 0-9,7-4 32,0 0-1,-1-1 1,1 1-1,-1-1 1,1 0 0,-1-1-1,0 1 1,1-1-1,-1 0 1,0-1-1,1 1 1,-1-1-1,0 0 1,1-1 0,-1 1-1,1-1 1,0 0-1,-3-2-31,-4-2 102,1 0 0,0-1 0,0-1 0,1 0 0,0-1 0,0 1 0,1-2 0,0 0 0,1 0 0,-3-3-102,-5-11 265,1 0-1,0-1 0,2-1 1,1-1-265,10 24 128,2 3 1,4 6-22,11 21-92,-1 1 0,-2 1 0,-1 0 0,-1 0 0,-1 1 0,-2 0 0,-1 1 0,-1-1 0,-2 1 0,-1 11-15,-2-31 0,0 0 0,-1 0 0,-1 0 0,1 0 0,-2-1 0,1 1 0,-2-1 0,1 1 0,-2-1 0,-1 3 0,4-8 0,-1-1 0,0 1 0,-1 0 0,1-1 0,-1 0 0,0 0 0,0 0 0,0 0 0,0-1 0,-1 0 0,1 1 0,-1-2 0,0 1 0,0 0 0,0-1 0,0 0 0,-1 0 0,1-1 0,0 1 0,-4-1 0,-1 1 1,0-1 1,0-1 0,0 0-1,0 0 1,0-1 0,0 0-1,0 0 1,0-2 0,0 1-1,0-1 1,1 0 0,-4-2-2,1-1 3,-1-1 1,1 0-1,0-1 1,1 0-1,-1-1 1,2 0-1,-1-1 1,-3-5-4,-1-2-11,1-1-1,1 0 1,0-1 0,2-1 0,0 0-1,1 0 1,1-1 0,1 0 0,1-1-1,-4-18 12,10 32-91,-2-1-194,1-1 0,0 1 1,1-1-1,0 1 1,1-1-1,0-7 285,13-12-3298,0-28-5568,-10 27 4261</inkml:trace>
  <inkml:trace contextRef="#ctx0" brushRef="#br0" timeOffset="3049.763">2376 77 7838,'0'0'3727,"0"0"-1,0 0 1,12 24-3342,-8-5-1541,-2-1-2314,-2-18-128,8 28-128,-8-28-129</inkml:trace>
  <inkml:trace contextRef="#ctx0" brushRef="#br0" timeOffset="3974.083">1335 1101 9637,'-24'-10'4219,"16"2"-85,4 1-2914,2 5-914,1 0 1,-1 0-1,1-1 1,0 1-1,0 0 1,0-1-1,0 1 1,0-1-1,0 1 1,0-1-1,1 1 0,0-1 1,-1-1-307,-4-38 235,1 0 1,3 0 0,1 0-1,2-1 1,2 1-1,2 1 1,1-1 0,2 1-1,2 0 1,2 1-1,11-21-235,-20 49-5,2 1 0,-1-1-1,2 2 1,-1-1 0,1 1-1,1 0 1,7-8 5,-12 15-3,-1 1 1,1 0 0,0 0-1,0 0 1,0 0-1,0 0 1,0 0 0,0 1-1,1-1 1,-1 1-1,0 0 1,1 0 0,-1 0-1,1 1 1,-1-1-1,1 1 1,0 0 0,-1 0-1,1 0 1,-1 0-1,1 1 1,-1 0 0,1-1-1,-1 1 1,1 0-1,-1 1 1,0-1 0,1 1-1,1 0 3,8 6-29,-1 0 0,1 0 0,-1 2 0,-1-1 1,0 1-1,0 1 0,-1 0 0,0 1 29,15 20-67,-1 1 1,6 13 66,-19-29 12,-2 1 0,0 1-1,-1-1 1,-1 1 0,4 16-12,-9-27 6,0 0 0,0 0 0,-1 1 0,0-1 0,0 0 0,-1 1 0,0-1 1,0 0-1,-1 1 0,-1-1 0,1 0 0,-1 0 0,0 0 0,-1 0 0,-1 2-6,0-4 18,0 0 1,0 0-1,-1-1 1,1 1-1,-1-1 1,-1 0-1,1 0 1,-1-1-1,0 0 1,0 0-1,0 0 1,0-1-1,-1 0 1,0 0-1,1 0 1,-1-1-1,0 0 1,0-1-1,0 1 0,-5-1-18,-4 1 43,1-1-1,-1 0 0,0-1 0,0-1 0,0 0 0,1-1 1,-1-1-1,-14-5-42,23 6 1,1-1 0,-1 1 0,1-1 0,0-1 0,0 1 0,1-1 0,-1 0 0,1 0 0,0-1 0,0 0 1,0 0-1,1 0 0,-1 0 0,1-1 0,1 1 0,-1-1 0,1 0 0,0 0 0,0-1 0,0-2-1,1 4 1,0 0 0,1 0 0,0 0 0,0-1-1,0 1 1,1 0 0,0-1 0,0 1 0,0-1 0,1 1 0,0 0-1,0-1 1,0 1 0,0 0 0,1 0 0,0 0 0,0 0 0,1 0-1,-1 0 1,1 0 0,0 1 0,0 0 0,0-1 0,1 1 0,3-3-1,-4 4-7,1 0 0,-1 0 0,0 1 1,1 0-1,-1-1 0,1 1 0,0 0 0,0 1 1,0-1-1,0 1 0,0 0 0,0 0 1,0 0-1,0 0 0,0 1 0,0 0 1,1-1-1,-1 1 0,0 1 0,0-1 0,0 1 1,0 0-1,1 0 0,2 1 7,-4-1-7,0 1 0,0-1 0,0 1 0,0 0 0,0 0 0,0 0 0,0 0 1,-1 1-1,1-1 0,-1 1 0,0-1 0,0 1 0,0 0 0,0 0 0,0 0 0,0 0 0,-1 1 0,1-1 0,-1 0 0,0 0 0,0 1 0,0-1 0,-1 1 0,1-1 0,-1 1 0,0-1 0,0 1 0,0-1 0,0 2 8,-2 4 5,0 1 0,0-1 1,-1 0-1,0 0 0,0 0 1,-1-1-1,0 1 0,0-1 1,-1 0-1,-1 0 0,1-1 0,-1 1 1,0-1-1,-1 0 0,-1 0-5,-8 8 31,-1 0 0,0-1 1,-1-1-1,-1-1 1,-17 9-33,6-6 56,0-1 1,-1-2-1,-18 5-56,37-14 33,0 0-1,-1 0 0,0-1 0,1 0 1,-1-1-1,0-1 0,0 0 1,1-1-1,-1 0 0,-9-2-32,17 1 31,0 0-1,0 0 1,0 0-1,1 0 1,-1-1 0,0 0-1,1 0 1,0 0-1,0-1 1,0 0-1,0 1 1,0-1-1,1 0 1,-1-1 0,1 1-1,0-1 1,1 1-1,-1-1 1,-1-4-31,-4-12 66,0-1 1,1 0 0,1 0-1,1-4-66,-1 2 31,-32-153 173,7-1-1,6-32-203,14 88-1820,6-40 1820,-5 185-5933,19 46-3147,-2-23 4582</inkml:trace>
  <inkml:trace contextRef="#ctx0" brushRef="#br0" timeOffset="4328.59">313 756 9123,'-23'-5'4027,"18"4"127,9 1-598,5 2-3209,0 0 1,0 1 0,0 0 0,0 1 0,0 0 0,-1 0 0,1 1 0,-1 0 0,0 1 0,-1-1 0,1 1 0,0 2-348,2 0 128,0 2 1,-1-1 0,0 1-1,-1 0 1,0 1-1,0 0 1,-1 0 0,5 12-129,-11-19 18,1-1 1,-1 1-1,0-1 1,0 1 0,0 0-1,0-1 1,-1 1-1,0 0 1,1 0-1,-1 0 1,-1-1 0,1 1-1,0 0 1,-1 0-1,0-1 1,0 1-1,0 0 1,0-1 0,-2 2-19,1 0 56,-2 0 0,1 0 1,0-1-1,-1 0 0,0 1 0,0-1 1,0 0-1,-1-1 0,1 1 1,-1-1-1,0 0 0,-1 0-56,-8 4-257,0 0 1,0-1-1,-1 0 0,-6 1 257,-54 10-4756,-8-7-4089,46-12 4348</inkml:trace>
  <inkml:trace contextRef="#ctx0" brushRef="#br0" timeOffset="4779.305">2176 2143 8995,'18'-8'4240,"-18"8"129,17 12-128,-23 7-3342,12 29-128,-6 3-257,2 18-257,2 4 0,2 10-385,4 10-258,-4-7-256,14 13-1286,-18-20-2312,16-6 128,-12-16-257,2-8 257</inkml:trace>
  <inkml:trace contextRef="#ctx0" brushRef="#br0" timeOffset="6275.567">1672 2133 6810,'-15'-60'9087,"7"0"-4513,6 31-3918,2 0 0,1 0 0,1 1 0,2-1 0,3-11-656,-4 16 233,-1 11-29,1 0 0,0 1 0,0-1 0,4-7-204,-7 20 2,0 0 0,1 1-1,-1-1 1,0 0 0,0 0 0,0 0 0,0 0-1,0 0 1,0 0 0,0 0 0,0 0 0,0 0-1,0 0 1,0 0 0,0 1 0,0-1-1,1 0 1,-1 0 0,0 0 0,0 0 0,0 0-1,0 0 1,0 0 0,0 0 0,0 0 0,0 0-1,1 0 1,-1 0 0,0 0 0,0 0-1,0 0 1,0 0 0,0 0 0,0 0 0,0 0-1,0 0 1,1 0 0,-1 0 0,0 0 0,0 0-1,0 0 1,0-1 0,0 1 0,0 0-1,0 0 1,0 0 0,0 0 0,0 0 0,1 0-1,-1 0 1,0 0 0,0 0 0,0 0 0,0-1-1,0 1 1,0 0 0,0 0 0,0 0-1,0 0 1,0 0-2,6 8 2,-1 1 1,-1 0-1,1 0 0,-1 0 0,-1 1 0,0-1 1,0 1-1,-1 0 0,0-1 0,-1 1 0,1 2-2,5 29-2,0-10 50,-2-1 0,-1 1 0,-1 0 0,-2 1 1,-1-1-1,-2 0 0,0 0 0,-5 15-48,3-27 28,-1-1-1,0 1 1,-1-1-1,-1 0 1,-1-1-1,0 0 1,-2 0-1,0-1 1,0 0-1,-2 0 1,0-2 0,0 1-1,-2-1 1,-6 5-28,-4 0 21,-1-1 0,-1 0 1,-1-2-1,0-2 1,-1 0-1,-12 3-21,18-9 0,42-12-28,1 2 0,0 0 0,0 1 0,0 0 0,0 2-1,-1 1 1,1 0 0,9 4 28,-1-1-48,0 2 0,-1 1 0,0 1-1,0 1 1,-1 1 0,12 9 48,-27-13-47,0 0 0,-1 1 1,0 1-1,0 0 0,-1 0 0,0 1 0,6 9 47,-13-16-15,0 1-1,-1 0 0,0-1 0,0 1 0,0 0 0,0 0 0,-1 0 0,1 1 0,-1-1 1,0 0-1,-1 0 0,1 1 16,-1-2-8,0 0 1,0 0-1,0 0 0,-1 0 1,0 0-1,1 0 0,-1 0 1,0 0-1,0-1 0,0 1 1,-1 0-1,1-1 0,-1 1 1,1-1-1,-1 1 0,0-1 1,0 0-1,0 0 0,-1 1 8,-5 4-10,0-1-1,-1 0 1,0 0 0,0-1-1,0 0 1,-1 0 0,1-1-1,-1-1 1,0 0 0,-1 0-1,1 0 1,-9 0 10,-10 0 31,0 0 0,0-2 0,0-1 0,-4-2-31,22 2 27,0-1 0,0 0 1,1-1-1,-1 0 0,0 0 0,1-2 0,-1 1 0,1-1 0,0-1 0,0 0 1,0 0-1,1-1 0,0 0 0,0 0 0,-3-4-27,-2-9 107,2-1-107,12 20-1,0 0 0,0 1-1,0-1 1,0 0 0,0 0 0,0 0-1,0 0 1,0 0 0,0 0 0,0 0-1,0 0 1,0 0 0,-1 1 0,1-1-1,0 0 1,0 0 0,0 0 0,0 0-1,0 0 1,0 0 0,0 0-1,0 0 1,-1 0 0,1 0 0,0 0-1,0 0 1,0 0 0,0 0 0,0 0-1,0 0 1,0 0 0,-1 0 0,1 0-1,0 0 1,0 0 0,0 0 0,0 0-1,0 0 1,0 0 0,-1 0 0,1 0-1,0 0 1,0 0 0,0 0 0,0 0-1,0 0 1,0-1 0,0 1-1,0 0 1,0 0 0,0 0 0,-1 0-1,1 0 1,0 0 0,0 0 0,0 0-1,0 0 1,0-1 0,0 1 0,0 0-1,0 0 1,0 0 0,0 0 0,0 0-1,0 0 1,0-1 0,0 1 0,0 0 1,-18 21-82,8-9 31,0 0 1,-1-1 0,0 0-1,-1 0 1,0-1-1,-1-1 1,1 0 0,-2-1-1,-13 6 51,12-7 10,0-2 0,-1 0 1,0-1-1,0 0 0,0-2 0,0 0 0,0 0 0,-10-2-10,20 0 21,-1 0 0,1-1-1,-1 0 1,1 0 0,-1 0-1,1-1 1,0 0 0,0 0-1,0-1 1,0 0-1,0 0 1,0 0 0,1-1-1,-1 0 1,1 0 0,0 0-1,0-1 1,1 1 0,0-1-1,-1 0 1,1 0 0,-1-4-21,-5-9 72,1-1 1,0 0 0,2-1 0,0 0 0,1 0 0,0-5-73,-8-48 315,2-10-315,3 18 126,-5-30-22,4 16-2,-4 0 1,-3 2-1,-3 0 1,-7-11-103,24 80 18,-1 1 0,1-1 1,-1 1-1,-1 0 0,1 0 1,-1 0-1,-1 0-18,-12-10 129,17 17-125,0-1 1,1 1 0,-1-1 0,0 1 0,1-1 0,-1 1 0,0 0 0,0-1-1,0 1 1,0 0 0,1 0 0,-1-1 0,0 1 0,0 0 0,0 0-1,0 0 1,0 0 0,1 0 0,-1 0 0,0 1 0,0-1 0,0 0-5,-1 2 1,1-1 0,0 1 0,-1-1 0,1 1 1,0 0-1,0 0 0,0-1 0,0 1 0,1 0 0,-1 0 1,1 0-1,-1 0 0,1 0 0,-1 0 0,1 0 0,0 0 1,0 0-1,0 0 0,0 0 0,0 0 0,1 0 0,-1 2-1,11 58 114,-7-45-18,25 109 188,10 12-284,2 10 102,-12-36-174,-5 1 1,-4 1 0,-2 40 71,-18-142 0,1 0 1,-2 0 0,1 0 0,-2-1 0,0 1 0,0 0-1,-1-1 1,0 1 0,-1-1 0,0 0 0,-2 3-1,-1-2 13,-1 1 0,0-1 1,-1-1-1,0 0 0,0 0 0,-1 0 1,-1-2-1,0 1 0,-1 0-13,-32 21 104,-2-3-1,0-1 1,-2-2-1,-1-2 1,0-3-1,-9 1-103,31-11 90,1-2 0,-2-1 0,1-1 0,-1-1-1,0-1 1,1-1 0,-2-2 0,-11-1-90,30-1 13,0 0 1,1-1-1,0 0 0,-1 0 1,1-1-1,0 0 1,0-1-1,0 0 0,1 0 1,-1-1-1,-6-5-13,9 5-12,0-1 0,0 0 0,1 0 0,0 0 0,0 0 0,0-1 0,1 0 0,-1 0 0,2 0 0,-1 0 0,1-1 0,0 1 0,1-1 0,0 0-1,-1-6 13,0-6-102,1 0-1,1 0 1,0 0 0,2-1-1,0 1 1,2 0-1,0 0 1,1 0-1,1 0 1,1 1-1,0-1 1,2 2-1,0-1 1,9-14 102,24-20-1757,-28 34-87,0 1-1,1 1 0,0 1 0,2 0 0,0 0 0,1 2 0,15-11 1845,29-8-4733</inkml:trace>
  <inkml:trace contextRef="#ctx0" brushRef="#br0" timeOffset="6690.755">1848 3283 8095,'28'18'4369,"-28"-18"-128,14 21 256,-14-21-1927,0 0-2056,0 22-257,0-22-1156,0 0-3213,0 0-257,0 0 257,0 0-257</inkml:trace>
  <inkml:trace contextRef="#ctx0" brushRef="#br0" timeOffset="7218.59">1303 3374 9123,'-12'29'8575,"-9"-4"-4515,17-22-3891,0 1-1,0 0 1,-1-1-1,0 0 1,1 0-1,-1-1 1,0 1-1,0-1 1,-1 0-1,1 0 1,0-1 0,-1 1-1,1-1 1,-1 0-1,-2-1-168,2 0 75,0-2-1,0 1 0,1-1 1,-1 0-1,1 0 1,-1 0-1,1-1 0,0 0 1,0 0-1,0 0 0,0 0 1,0-1-1,1 0 1,0 0-1,0 0 0,0-1 1,0 1-1,1-1 1,-1-1-75,-2 2 128,-14 1-21,12 6-124,-1 0 0,1 1 0,0-1 0,0 2 0,1-1-1,-1 1 1,1 0 0,0 1 0,0-1 0,-1 3 17,6-6-259,0 0 1,0 0 0,0 0-1,0-1 1,-1 1-1,1 0 1,-1-1-1,1 0 1,-1 1 0,1-1-1,-1 0 1,0 0-1,0-1 1,1 1 0,-3 0 258,-8 4-5740,4 5 4184,8-8 435,-6 3-3227,-8 7-21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8:19.092"/>
    </inkml:context>
    <inkml:brush xml:id="br0">
      <inkml:brushProperty name="width" value="0.1" units="cm"/>
      <inkml:brushProperty name="height" value="0.1" units="cm"/>
      <inkml:brushProperty name="color" value="#E71224"/>
    </inkml:brush>
  </inkml:definitions>
  <inkml:trace contextRef="#ctx0" brushRef="#br0">806 319 1028,'0'0'1028,"0"-4"-21,0-5-580,-1-1 0,0 1 1,0 0-1,-1 0 0,0-1 1,-1 2-1,0-1 0,0 0 1,-1 0-1,0 1 0,-1 0 1,0 0-1,0 0 1,0 1-1,-1-1 0,-1 1 1,-6-6-428,-3-3 271,-1 0 1,0 2-1,-1 0 1,-1 1 0,0 0-1,-1 2 1,0 0-272,2 3 215,1 0 0,-2 1 1,1 1-1,-1 1 1,0 0-1,0 2 0,0 0 1,0 1-1,-1 1 0,1 1 1,-1 0-1,-9 3-215,14-1 125,1 1 0,0 1 0,0 0 0,0 1 0,1 0 0,0 1 0,0 1-1,0 0 1,1 0 0,0 1 0,0 1 0,1 0 0,0 1 0,0 0 0,1 1 0,-7 10-125,2-2 110,2 1 0,1 1 0,0 0 0,1 0 0,2 1 0,0 0 0,1 1 0,1 0 0,1 0 0,2 0 0,0 1 0,1 0-1,2 0 1,0-1 0,1 1 0,4 21-110,-1-23 89,1 0 0,0 0 1,2-1-1,1 0 0,0 0 0,2-1 0,0 0 0,1 0 0,1-1 0,1-1 0,1 1 0,0-2 0,1 0 0,1-1 0,1 0 0,0-1 0,1-1 0,6 3-89,4 1 126,1-2 0,0-1 0,1-1 0,1-1 0,0-2 0,1-1 0,0-1 0,0-2 0,23 2-126,-26-5 82,0-1-1,0-2 1,0-1 0,0-1 0,0-2 0,0 0 0,-1-2 0,1-1 0,-1-1 0,0-1 0,4-4-82,-16 5 22,-1-1 1,1 0 0,-2-1-1,1-1 1,-1 0 0,-1-1 0,0 0-1,0-1 1,-1 0 0,-1-1-1,0 0 1,0 0 0,-2-1-1,0-1 1,0 1 0,-1-1-1,-1-1 1,-1 1 0,4-15-23,-3 5-40,-1 0 1,-1-1-1,-1 1 1,-1-1-1,-1 0 1,-2 0-1,0 0 1,-2 1-1,-1-1 1,-1 1-1,-1-1 1,-3-7 39,3 19-388,1 0 1,-2 0 0,0 0-1,0 1 1,-2 0-1,1 1 1,-7-6 387,2 2-1152,-2 2 0,0 0 0,0 0-1,-2 1 1,1 1 0,-2 1 0,1 1 0,-8-3 1152,-55-23-4198</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7:42.712"/>
    </inkml:context>
    <inkml:brush xml:id="br0">
      <inkml:brushProperty name="width" value="0.1" units="cm"/>
      <inkml:brushProperty name="height" value="0.1" units="cm"/>
      <inkml:brushProperty name="color" value="#E71224"/>
    </inkml:brush>
  </inkml:definitions>
  <inkml:trace contextRef="#ctx0" brushRef="#br0">911 914 1542,'19'6'1354,"-19"-6"-1319,0 0 0,1 0 0,-1 0 0,0 0-1,0 0 1,0 0 0,0 0 0,0 0 0,0 0 0,0 1 0,0-1 0,0 0 0,0 0 0,0 0 0,0 0 0,0 0-1,0 0 1,0 0 0,0 0 0,0 1 0,0-1 0,0 0 0,0 0 0,0 0 0,0 0 0,0 0 0,0 0-1,0 0 1,0 0 0,0 1 0,0-1 0,0 0 0,0 0 0,0 0 0,0 0 0,0 0 0,0 0 0,0 0 0,0 0-1,0 0 1,0 1 0,0-1 0,0 0 0,-1 0 0,1 0 0,0 0 0,0 0 0,0 0 0,0 0 0,0 0 0,0 0-1,0 0 1,0 0 0,0 0 0,-1 0 0,1 0 0,0 0 0,0 0 0,0 0 0,0 0 0,0 0 0,0 0 0,0 0-1,-1 0 1,1 0 0,0 0-35,-34 6 3000,23-5-3619,-256 26 4343,208-24-3195,-1-3 1,0-3-1,-26-6-529,52 1-647,-18-9-4982,39 13 4131,7 2-1051</inkml:trace>
  <inkml:trace contextRef="#ctx0" brushRef="#br0" timeOffset="1073.972">2956 867 128,'4'3'750,"-3"-1"-514,0-1-1,1 1 1,-1-1-1,0 0 1,1 1 0,-1-1-1,1 0 1,0 0-1,-1 1 1,1-2-1,0 1 1,0 0-236,-5 5 153,3-5-145,-1-1-1,1 1 0,0 0 1,0 0-1,0 0 0,-1-1 1,1 1-1,0 0 0,-1 0 1,1-1-1,-1 1 0,1 0 1,-1 0-1,1-1 0,-1 1 1,1-1-1,-1 1 0,0-1 1,1 1-1,-1 0-7,-20 10 252,-1-1 1,0-1-1,0-1 1,0 0 0,-1-2-1,0-1 1,-13 1-253,-54 6 1297,-29-2-1297,99-9 126,-57 4 666,1-3 0,0-4 0,-75-10-792,117 6 193,1 0-1,-1-3 1,1 0 0,0-3 0,1 0 0,1-2 0,0-1 0,1-2 0,-27-19-193,39 23 196,0-1 0,1 0-1,1-1 1,0-1 0,2-1 0,-1 0 0,-7-13-196,17 22 117,0-1 1,0 1 0,1-1 0,0 0 0,1-1-1,0 1 1,0-1 0,1 1 0,0-1-1,0 0 1,1 0 0,1 0 0,0 0 0,0 0-1,1 1 1,0-1 0,1 0 0,0-1-118,6-14 118,1 0 0,0 1 1,2 0-1,1 1 1,1 1-1,1 0 0,1 0 1,1 2-1,16-18-118,-3 7 168,2 2 0,0 0 1,3 2-1,0 2 0,25-15-168,-28 24-77,-1 1-1,2 1 1,0 1 0,0 2 0,1 1 0,0 2-1,1 1 1,0 2 0,0 1 0,0 2 0,0 1-1,29 3 78,-19 2-113,0 1-1,-1 3 1,0 1-1,0 2 0,-1 2 1,-1 2-1,0 2 0,-1 2 1,29 18 113,-51-27-36,-1 1 0,-1 1 0,0 1 0,-1 0-1,0 1 1,-1 0 0,0 1 0,-1 1 0,5 9 36,-10-12-12,-1 0 0,0 1 0,0 0-1,-2 0 1,0 1 0,0-1 0,-2 1 0,1 0-1,-2 0 1,0 0 0,-1 1 0,-1 11 12,-1 0-112,-2-1 1,-1 1 0,-1-1-1,-1 1 1,-1-2 0,-2 1-1,0-1 1,-2 0-1,-1-1 1,0 0 0,-2-1-1,-1-1 1,-1 0 0,0-1-1,-17 15 112,10-15-1550,-1-1-1,-1 0 1,-1-2-1,0-1 1,-23 10 1550,-9 4-2806</inkml:trace>
  <inkml:trace contextRef="#ctx0" brushRef="#br0" timeOffset="2379.498">825 1879 899,'0'0'1949,"-2"4"86,0 0-1779,-1 0 0,0-1 0,0 0 0,0 0 0,-1 0-1,1 0 1,-1 0 0,1 0 0,-1-1 0,0 0 0,0 0 0,0 0 0,0 0 0,-1-1 0,1 1 0,0-1 0,-1 0 0,1 0 0,-1-1-1,0 1-255,-28 1 710,0-1-1,0-1 0,1-2 0,-1-1 0,0-2 1,-6-3-710,-16-5 552,1-2-1,0-2 1,-9-8-552,38 15 45,2 0 0,-1-2 0,2-1 0,0-1 0,0-1 0,1 0 0,-7-10-45,19 17 16,0-1-1,1 0 0,0-1 0,0 0 0,1 0 0,1-1 0,0 0 0,0 0 0,1 0 1,1-1-1,0 1 0,0-1 0,1 0 0,0 0 0,1-1 0,1-6-15,0-4 72,2-1 1,1 0-1,1 0 0,0 1 0,2-1 0,1 1 1,1 1-1,1-1 0,1 1 0,1 0 0,4-6-72,2-1 71,1 0-1,2 2 0,0 0 0,2 1 0,1 1 0,1 1 0,23-18-70,-31 29 42,1 2-1,1 0 1,-1 1-1,2 0 1,-1 2-1,1 0 1,0 0-1,1 2 1,0 1-1,0 0 1,0 1 0,1 1-1,-1 1 1,1 1-1,3 0-41,-8 2 1,0 0 0,0 0 0,0 2 0,-1 0 0,1 0 0,-1 2 0,0 0 0,0 0 0,0 1 0,-1 1 0,1 0 0,-2 1 0,1 0 0,-1 1 0,-1 1 0,1 0 0,-2 0 0,1 1 0,-2 0 0,2 2-1,2 7-11,0 1 1,-1 0-1,-1 0 1,-1 2 0,-1-1-1,-1 1 1,-1 0 0,-1 1-1,3 22 11,-5-13 10,0-1 1,-2 1-1,-2-1 0,-1 1 1,-2 0-1,0-1 0,-4 5-10,5-25 0,-1 0 0,0 0 0,-1-1 0,-1 0 0,0 1 0,0-2 0,-1 1-1,-1-1 1,1 0 0,-2 0 0,1 0 0,-4 2 0,-3 1-471,-1 0 0,-1-1 0,0 0 0,0-2 0,-1 1 0,-1-2 0,-2 1 471,10-6-843,0 0 0,0 0 0,0-1 0,0 0 0,-1-1 0,1 0 0,-1-1 0,0 0 0,1-1 0,-1 0 0,-1 0 843,-21-7-3106</inkml:trace>
  <inkml:trace contextRef="#ctx0" brushRef="#br0" timeOffset="2860.972">2952 1871 385,'4'2'2206,"8"6"-418,-15-3 464,-30 0 964,23-4-3147,-70 3 3408,0-3 0,-60-8-3477,-164-28 2962,162 10-2259,74 12-1344,0 2 0,-36 1 641,54 6-2906,-11 0-4296,57 4 3582</inkml:trace>
  <inkml:trace contextRef="#ctx0" brushRef="#br0" timeOffset="38265.159">9342 957 5397,'5'4'781,"-1"0"0,1-1 0,-1 1 0,0 1 1,0-1-1,-1 1 0,1-1 0,-1 1 0,0 0 0,0 0 0,-1 1 0,1 2-781,5 12 953,-1 2-1,3 15-952,-1 2 437,169 653 2248,-32-113-2415,26 93 394,-166-649-645,11 49 142,-16-66-149,0-1 0,-1 0-1,0 0 1,0 1 0,0-1 0,0 0-1,-1 1 1,0-1 0,0 0 0,-1 0-1,1 0 1,-1 1-12,0-4 14,0 1 0,0-1-1,0 1 1,-1-1 0,1 0 0,-1 1-1,0-1 1,1 0 0,-1-1 0,0 1-1,0-1 1,0 1 0,0-1-1,0 0 1,0 0 0,-1 0 0,1 0-1,0-1 1,0 1 0,-1-1 0,1 0-1,-1 0-13,-17 1 116,1-1-1,0-1 0,-5-1-115,18 1 16,-326-49 619,4 1-220,287 45-381,-28-4 119,0 4-1,1 2 1,-17 5-153,45 2 257,37-5-128,4 0-1,1-4-94,0 1 0,0-1 0,0 1-1,0-1 1,0 1 0,1-1 0,0 1 0,0 0 0,0 0-1,0 0 1,0 0 0,0 0 0,1 0 0,-1 1-1,2-2-33,-1 1 7,37-40 116,1-2-63,1 1 1,3 2-1,1 2 0,42-26-60,-87 67-5,-1-1 0,0 1-1,1 0 1,-1-1-1,0 1 1,1 0 0,-1 0-1,0 0 1,0-1 0,1 1-1,-1 0 1,0 0 0,0 0-1,0-1 1,0 1 0,0 0-1,0 0 1,0 0-1,-1-1 1,1 2 5,-4 7 0,-1 1 0,0-1 0,0-1 0,0 1 0,-2-1 0,1 0 0,-1 0 0,-5 4 0,-10 13 0,-15 17-2,-3-3 1,-1 0-1,-8 2 2,-4 5 241,-28 31-241,78-74 17,-1 1 1,2-1-1,-1 1 1,0-1-1,1 1 1,-1 0-1,1 0 1,0 0-1,0 0 1,1 0-1,-1 0 1,1 1-1,0-1 1,0 1-18,1-1 13,0-1 1,0 0-1,1 0 1,-1 1-1,1-1 0,0 0 1,0 0-1,0 0 1,0 0-1,1 0 1,-1 0-1,1 0 1,0 0-1,0-1 0,0 1 1,0-1-1,0 1 1,0-1-1,1 0 1,-1 1-14,30 22-571,1-1 0,1-2 1,1-1-1,25 11 571,-17-9-2065,-18-9-1222,1-2-1,0-1 1,1 0 0,2-2 3287,-6-1-4584</inkml:trace>
  <inkml:trace contextRef="#ctx0" brushRef="#br0" timeOffset="38781.413">8067 3189 8481,'-19'4'3888,"0"0"0,0-1 0,-4-1-3888,-1 0 1152,1-2 0,-1-1 0,-19-3-1152,20-2 380,18 3-332,5 3-45,0 0 1,-1 0-1,1 0 0,0-1 0,0 1 1,0 0-1,-1 0 0,1 0 1,0-1-1,0 1 0,0 0 0,0 0 1,-1-1-1,1 1 0,0 0 0,0 0 1,0-1-1,0 1 0,0 0 1,0 0-1,0-1 0,0 1 0,0 0 1,0 0-1,0-1 0,0 1 0,0 0 1,0-1-1,0 1 0,0 0 0,0 0 1,0-1-1,1 1 0,-1 0 1,0 0-1,0-1 0,0 1 0,0 0 1,0 0-1,1 0 0,-1-1 0,0 1 1,0 0-4,7-8 30,0 1-31,0 1-1,0 1 0,1 0 1,0 0-1,0 0 0,0 1 1,1 0-1,-1 1 0,8-3 2,7 0-52,1 0 0,0 1 0,4 0 52,-21 4-15,0 0 1,0 1-1,0 0 0,0 0 0,0 0 0,0 1 0,0 0 1,0 0-1,0 1 0,-1 0 0,6 2 15,-9-2 1,0-1-1,0 1 1,-1 0-1,1 0 1,0 0-1,-1 0 1,1 1-1,-1-1 1,0 1-1,0-1 1,0 1-1,0 0 1,0 0-1,0 0 1,-1 0 0,0 0-1,1 0 1,-1 0-1,0 0 1,0 1-1,-1-1 1,1 0-1,-1 1 1,0-1-1,0 1 0,0 8 20,0-1-1,-2 1 0,1 0 1,-1-1-1,-1 1 1,0-1-1,-1 0 0,0 0 1,-1 0-1,0 0 1,0-1-1,-4 4-19,-7 12-35,-3 0 0,0 0 1,-23 21 34,20-22-116,5-6-253,0 0 1,-2-2 0,-13 11 368,6-11-1781,-1-1 0,0-1 0,-1-2-1,-1 0 1,0-2 0,-9 2 1781,-31 1-4390,-2-14 21</inkml:trace>
  <inkml:trace contextRef="#ctx0" brushRef="#br0" timeOffset="39829.659">6892 3317 8095,'10'23'4155,"-8"-18"150,-2-5-622,18 6-1758,-15-4-1644,-2-2-235,0-1 0,0 1-1,0 0 1,0 0 0,0-1 0,-1 1-1,1-1 1,0 1 0,0-1-1,0 1 1,-1-1 0,1 1-1,0-1 1,-1 0 0,1 1-1,-1-1 1,1 0 0,-1 1 0,1-1-1,-1 0 1,1 0 0,-1 0-1,1 1 1,-1-1 0,0 0-1,0 0-45,1 0 97,25-55 211,-2-1 0,-2-1 1,-4-2-1,6-31-308,-2 13 117,20-95-2,-17 66-123,6-6 8,-20 90 0,-10 22-1,0 0 0,-1 1 0,1-1 0,0 0 0,0 1 0,-1-1 0,1 1 0,0-1 0,0 1 0,0-1 0,0 1 0,0 0 1,0-1-1,0 1 0,0 0 0,0 0 0,0 0 0,0 0 0,0 0 0,0 0 0,0 0 0,-1 0 0,2 0 1,3 2-10,0 0 0,-1 1 1,1-1-1,-1 1 0,0 0 0,0 0 0,0 0 0,0 1 1,0 0-1,-1-1 0,3 5 10,38 51 2,-43-58-3,90 139-97,-77-114 85,0 1 0,-2 0 0,-1 0 0,5 20 13,-14-41 11,-1 1 0,0-1-1,1 0 1,-2 1 0,1-1-1,-1 0 1,0 1 0,0-1-1,-1 1 1,0-1 0,0 0-1,-1 1 1,1-1 0,-1 0-1,-1 0 1,1 0 0,-1 0-1,0-1 1,0 1 0,-1-1-1,0 0 1,0 0 0,0 0-1,0 0 1,-1-1 0,0 1-1,0-1 1,0 0 0,0-1-1,-1 1 1,1-1 0,-2 0-11,-6 3 30,0 0 1,0-1 0,0 0-1,-1-1 1,1-1 0,-1 0-1,0 0 1,0-2 0,0 0-1,-1-1 1,1 0 0,0-1-1,0 0 1,-3-2-31,-3-1 35,0-1 0,1 0 0,0-2 0,0-1 0,-2-1-35,16 7 5,0 0 1,1 0 0,-1-1-1,1 0 1,0 0 0,-1 0-1,1 0 1,1-1 0,-1 1 0,0-1-1,1 0 1,0 0 0,0-1-1,0 1 1,0-1 0,1 1 0,0-1-1,0 0 1,0 0 0,0 0-1,1 0 1,-1-2-6,6-16 86,11-1-86,-10 19-14,1 0-1,-1 1 1,1-1 0,0 1 0,1 0 0,-1 1 0,0 0 0,1 0 0,0 0 0,0 1-1,0 0 1,0 0 0,2 0 14,-4 1-7,0 1 0,-1-1-1,1 1 1,0 0 0,-1 0 0,1 0 0,0 1-1,-1 0 1,1-1 0,0 2 0,-1-1-1,1 0 1,-1 1 0,0 0 0,1 0-1,-1 1 1,0-1 0,0 1 0,-1-1-1,1 1 1,0 1 0,1 1 7,-4-4-1,1 1 0,-1-1 1,0 1-1,0 0 0,0-1 0,0 1 0,0 0 0,0 0 1,-1-1-1,1 1 0,-1 0 0,1 0 0,-1 0 0,1 0 1,-1 0-1,0 0 0,0 0 0,0 0 0,0 0 0,0 0 1,-1 0 0,0 1-1,0 1 0,0-1 0,-1 1 0,1-1 0,-1 0 0,0 1 0,0-1 0,0 0 1,0 0-1,-1 0 0,1 0 1,-9 7 22,0 0 1,0-1 0,0 0-1,-1-1 1,-8 4-23,-5 1 32,0-1 0,-1 0 0,0-2 0,-1-2 0,0 0 0,-1-1 1,1-2-1,-1-1 0,0-1 0,0-2 0,-1 0 0,-15-3-32,23-1 41,0 0-1,1-2 1,-1-1 0,-3-1-41,14 3 27,0 0 1,0 0 0,0-1 0,0 0 0,1-1 0,0 0 0,0-1 0,-7-6-28,14 11 4,-1-1 0,1 1 1,0 0-1,0-1 1,0 1-1,0-1 0,0 1 1,0-1-1,1 0 1,-1 0-1,1 0 0,0 0 1,0 0-1,0 0 0,0 0 1,1 0-1,-1 0 1,1-1-1,-1 1 0,1 0 1,1 0-1,-1-1 0,0 1 1,1 0-1,-1 0 1,1 0-1,0 0 0,0 0 1,0 0-1,0 0 1,1 0-1,-1 0 0,1 0 1,0 0-1,0 1 0,0-1 1,1-1-5,2-1-9,1 0 0,-1 0 0,1 1 1,0-1-1,0 1 0,1 1 0,-1-1 0,1 1 1,0 0-1,0 0 0,0 1 0,0 0 0,0 0 1,0 1-1,1 0 0,0 0 9,-2 0-3,0 1 1,1 0-1,-1 1 0,1-1 0,-1 1 1,0 0-1,0 1 0,1 0 0,-1 0 1,0 0-1,-1 1 0,1-1 0,0 1 1,-1 1-1,1-1 0,-1 1 0,4 3 3,-4-1-8,0-1 0,0 1 0,0 1 1,-1-1-1,0 0 0,0 1 0,0 0 0,-1 0 0,0 0 0,0 1 0,-1-1 0,0 0 0,0 5 8,0-2-7,0 1 0,-1-1 0,-1 1 0,0-1-1,0 1 1,-1 0 0,0-1 0,-1 0 0,0 1 0,-1-1 0,0 0 0,-1 0-1,1 0 1,-2-1 0,0 1 0,0-1 0,0 0 0,-1 0 0,-1-1-1,1 0 1,-5 4 7,-1-3-140,0 0 1,-1 0-1,0-1 0,0-1 0,-1 0 0,0-1 0,0-1 1,0 0-1,-1-1 0,0 0 0,0-1 0,0-1 0,0 0 1,0-1-1,0-1 0,-1 0 0,-7-2 140,-9-2-2741,0-1-1,1-2 1,-1-1 0,1-2 0,1 0-1,-16-9 2742,-9-16-4519</inkml:trace>
  <inkml:trace contextRef="#ctx0" brushRef="#br0" timeOffset="40233.849">5898 2747 8481,'0'0'3876,"0"0"1,5 2-772,-1 0-2937,-1 0 1,0 1-1,0 0 0,0 0 1,0 0-1,0 0 1,0 0-1,-1 0 0,1 1 1,-1-1-1,0 1 0,0 0 1,-1 0-1,1-1 1,0 5-169,23 75 716,-21-71-574,5 24 39,-2 1 1,-1 0-1,0 24-181,-5-49 28,0 1 0,-1 0 0,-1 0-1,0-1 1,-1 1 0,0-1 0,-1 1 0,-1-1-1,0 0 1,0 0 0,-1 0 0,-3 5-28,5-13 19,1-1 0,-1 1 0,1-1-1,-1 1 1,0-1 0,0 0 0,-1 0 0,1 0 0,-1 0 0,1-1 0,-1 1 0,0-1 0,0 0 0,0 0-1,0-1 1,0 1 0,0-1 0,-2 1-19,0-1 45,-1-1-1,1 1 1,0-1-1,-1-1 1,1 1 0,0-1-1,0 0 1,-1 0-1,1-1 1,0 0-1,0 0 1,0 0-45,-10-6 132,0 0-1,0-1 1,1 0-1,0-1 1,1-1-1,0-1 1,1 0-1,-9-9-131,10 7 15,1 1 0,0-1-1,1-1 1,1 1 0,0-2 0,1 1-1,0-1 1,2-1 0,0 1 0,0-1-1,2 0 1,0 0 0,1-1-1,1 1 1,0-1 0,1-15-15,2 26-494,0 0 1,0 0-1,1 0 1,0 0-1,0 0 1,3-4 493,2-5-3222,1 0 0,1 1 0,1 0 1,1-1 3221,8-5-4391</inkml:trace>
  <inkml:trace contextRef="#ctx0" brushRef="#br0" timeOffset="40590.845">5829 2254 5782,'6'-20'3984,"-6"20"-1,18-20 129,-18 20-1799,0 0-1028,0 0-257,7 28-385,-10-11-386,3 9-129,0 6-513,0-32-1029,-14 51-2698,10-25 0,-2 1-128,-2-3-1</inkml:trace>
  <inkml:trace contextRef="#ctx0" brushRef="#br0" timeOffset="42130.717">5184 3001 6682,'8'-49'10995,"-9"31"-10018,0 3 974,8 20-828,-5-2-1079,-1 1 0,1-1 0,-1 0 0,1 1 0,-1-1 0,0 1 0,0 0 0,0 1-44,0 24-31,-1 1 0,-1 0 0,-1-1 1,-2 1-1,-1-1 0,-1 0 0,-1 0 0,-2-1 0,-9 21 31,15-44 32,0 1 0,-1-1 0,1 0 0,-1 0 0,0 0 1,0 0-1,-1-1 0,1 0 0,-1 1 0,0-2 0,0 1 0,0-1 0,-1 0 1,-2 2-33,5-4 52,-1 0 0,0 0 0,1 0 1,-1 0-1,0-1 0,1 1 0,-1-1 0,0 0 1,1 0-1,-1-1 0,0 1 0,0-1 1,1 1-1,-1-1 0,1 0 0,-1-1 1,1 1-1,-1 0 0,1-1 0,0 0 0,-1 0 1,1 0-1,0 0 0,0-1 0,1 1 1,-2-2-53,-6-5 152,1-1 0,0 0 0,1 0 0,0 0 0,1-1 0,-3-7-152,0 2 110,6 9-73,0 1 0,0-1 0,1 0 0,0 0 0,1 0 1,0-1-1,0 1 0,-1-8-37,-2-5-22,4 16-106,10 20-129,-8-12 243,0 0 0,0 0 0,-1 0 0,1 1 0,-1-1 1,0 0-1,0 0 0,-1 1 0,1-1 0,-1 0 0,0 0 0,0 0 1,0 0-1,0 0 0,-1 0 0,0 0 0,-1 2 14,-10 16 22,11-19 0,-1 0 1,0 0 0,0-1 0,0 1-1,0 0 1,0-1 0,-1 0 0,1 0-1,-1 0 1,1 0 0,-1 0 0,0-1-1,0 0 1,0 0 0,0 0 0,0 0-1,0 0 1,0-1 0,0 0 0,0 0-1,0 0 1,0 0 0,0 0 0,0-1-1,0 0 1,0 0 0,0 0 0,1 0-1,-1-1 1,0 0 0,1 1 0,-4-3-23,2 1 35,0-1 1,0 1 0,0-1 0,1 0-1,-1 0 1,1 0 0,0-1 0,1 0-1,-1 1 1,1-1 0,0 0 0,0-1-1,-1-1-35,-4-13 124,1-1 0,0 0-1,0-8-123,-5-17 107,10 41-43,1 6-70,-1 0-1,1 0 1,0 0-1,-1 0 1,1 0-1,0 0 1,-1 0-1,1 0 1,0 1-1,0-1 1,0 0-1,0 2 7,-1-1-7,-31 37-17,22-24-4,-1 0 0,-1-1 0,0-1 0,-1 0 0,0-1 28,9-8-5,1-1 0,-1 0 0,0-1 0,0 1 0,0-1 0,0 0 0,0 0 1,-1 0-1,1-1 0,0 0 0,-1 0 0,1 0 0,-1-1 0,0 0 0,1 0 0,-1 0 0,1-1 1,-1 0-1,0 0 5,-1-1 15,0 0 1,0-1 0,0 0 0,0-1 0,0 0-1,1 0 1,-1 0 0,1-1 0,0 1 0,1-1-1,-1-1 1,1 1 0,0-1 0,0 0 0,1 0-1,0-1 1,0 1 0,0-1 0,1 0 0,-1-4-17,-6-11 71,2-1 0,1 0-1,0-1 1,2 0 0,-2-21-70,-3-70 141,5-103-141,2 34-13,-3 427-88,3-185 95,2-24 5,0 25-14,-3 0-1,-2 0 0,-2 0 0,-17 55 16,23-106-7,-1 1 0,-1 0 0,1-1 0,-1 0 0,-1 0 1,0 0-1,0 0 0,0-1 0,-1 0 0,-1 1 7,5-6 15,0 0-1,-1 0 1,1 0 0,-1 0-1,0 0 1,1-1 0,-1 0-1,0 1 1,0-1 0,0 0-1,0 0 1,0-1 0,0 1-1,0-1 1,0 1 0,-1-1-1,1 0 1,0 0-1,0 0 1,0-1 0,0 1-1,0-1 1,0 0 0,0 1-1,0-1 1,0-1 0,0 1-1,0 0 1,0-1 0,1 0-1,-1 1-14,-5-5 61,0 1 0,0-2 0,1 1 1,0-1-1,0 0 0,0 0 0,1-1 0,0 1 0,1-1 0,-1-2-61,-12-21 209,1-2 1,1-1-210,14 28 20,-36-92 237,31 73-172,5 16-164,5 16 66,4 19-2,-6-2-39,-1 0 0,0 0-1,-2 0 1,-1 0 0,-1 0 0,-1 0-1,-1-1 1,-1 1 0,-1-2-1,-7 15 55,9-26-2,0 1-1,0-1 0,-1 0 0,0-1 0,-1 0 0,0 0 1,-1-1-1,0 0 0,0 0 0,-1-1 0,0 0 0,-1-1 0,1 0 1,-1-1-1,-1 0 0,1 0 0,-1-1 0,0-1 0,0 0 0,-12 2 4,9-4 34,1 0 1,-1-1-1,0-1 1,0 0 0,1-1-1,-1 0 1,0-1 0,1-1-1,0-1 1,-1 0 0,1 0-1,1-2 1,-1 1 0,1-2-1,0 0 1,0 0 0,1-1-1,0-1 1,1 0 0,-11-10-36,8 5-189,1 0 0,1-1 0,0 0 0,1-1 0,0 0 0,1-1 0,1 0 0,1-1 1,0 1-1,2-2 0,0 1 0,1-1 0,0 1 0,2-1 0,-1-17 189,2 10-2583,1-1 1,2 0-1,0 0 0,2 1 0,3-13 2583,10-15-4519</inkml:trace>
  <inkml:trace contextRef="#ctx0" brushRef="#br0" timeOffset="42642.628">3434 2327 7196,'2'-53'11522,"-2"35"-9809,8 34 150,-6-14-1787,-1 1 1,0-1-1,0 0 0,-1 1 0,1-1 0,0 1 0,-1-1 0,1 1 0,-1-1 0,0 1 0,0 0 0,0 1-76,0 8 158,1 6-13,2 0 1,0 0-1,2 0 0,-1 0 0,2 0 0,1-1 0,0 0 0,1 0 1,7 11-146,2-11 107,-15-16-106,-1 0 0,0 0 1,1 0-1,0-1 0,-1 1 1,1-1-1,-1 1 0,1-1 1,0 0-1,-1 1 0,1-1 1,0 0-1,-1 0 0,1 0 1,0 0-1,0-1-1,1 0-2,1 0-1,0-1 1,0 0-1,-1 0 1,1 0-1,-1 0 1,1-1-1,-1 1 1,0-1-1,0 0 1,0 0 0,-1 0-1,1 0 1,-1 0-1,1-1 1,0-1 2,9-16-39,0 0 1,4-12 38,0-1-34,-2 8-51,1 3 63,-14 21 22,1 0 0,-1 1 0,1-1 0,-1 1 0,1-1 0,0 1 0,-1 0 0,1-1 0,0 1 0,0 0 0,0 0 0,2 0 0,-2 1 0,0 0 0,0 0 0,0 1 0,-1-1 0,1 1 0,0-1 0,0 1 0,-1-1 0,1 1 0,0 0 0,-1 0 0,1 0 0,-1 0 0,1 0 0,-1 1 0,1-1 0,-1 0 0,0 0 0,0 1 0,1-1 0,-1 1 0,0 0 0,0-1 0,-1 1 0,1-1 0,0 1 0,-1 0 0,23 52-116,-23-52 104,9 25-988,2-1 1,0 0-1,5 7 1000,-10-23-1237,0 0 0,0-1-1,1 0 1,0 0-1,1 0 1,0-1 0,0 0-1,1-1 1,5 4 1237,21 9-4112</inkml:trace>
  <inkml:trace contextRef="#ctx0" brushRef="#br0" timeOffset="43122.716">4861 2518 7967,'5'3'3855,"16"9"0,-20-12-3686,-1 0 0,1 0 1,-1 0-1,1 1 0,-1-1 1,1 0-1,-1 0 0,1 0 1,0 0-1,-1 0 1,1 0-1,-1 0 0,1 0 1,-1 0-1,1-1 0,0 1 1,-1 0-1,1 0 0,-1 0 1,1-1-1,-1 1 0,1 0 1,-1 0-1,1-1 0,-1 1 1,1-1-170,4-5 116,-2 2 5,0 1 1,0-1 0,-1 0-1,1 0 1,-1-1 0,0 1-1,0 0 1,-1-1 0,1 1-1,-1-1 1,0 0 0,0 1-1,-1-1 1,1 0 0,-1-4-122,0 6 81,5-57 285,-3 29-153,1 0 1,1 0-1,5-12-213,0 21 43,6 4 64,-14 17-96,1 0-1,0 0 1,0 1-1,0-1 1,0 0-1,0 1 1,-1-1 0,1 1-1,0-1 1,0 1-1,0 0 1,1 0-1,-1 0 1,0 0-1,0 0 1,0 0 0,0 1-1,0-1 1,0 1-1,1 0-10,2 1 19,0 1 0,0-1 0,0 1 0,0 0 0,0 0 0,-1 1-1,1-1 1,-1 1-19,12 12 58,-1 1 0,0 0 0,7 13-58,-22-30 0,30 44 118,-1 2 0,17 39-118,9 38-4113,-52-117 2903,-1 0 0,0 0 0,0 1 0,0-1 0,-1 1 0,0-1 0,-1 1 0,1 0 0,-1-1 0,-1 4 1210,1-6-4219</inkml:trace>
  <inkml:trace contextRef="#ctx0" brushRef="#br0" timeOffset="45781.702">1978 2889 7453,'-2'4'3833,"-6"13"-20,6-13-130,2 0-1498,0-3-2125,0 0 1,0-1 0,0 1 0,0 0-1,0-1 1,-1 1 0,1 0 0,0-1-1,0 1 1,0-1 0,0 1 0,-1 0 0,1-1-1,0 1 1,-1-1 0,1 1 0,0-1-1,-1 1 1,1-1 0,-1 1 0,1-1-1,-1 1 1,1-1 0,-1 1 0,1-1-1,-1 0 1,1 1 0,-1-1 0,1 0-1,-1 0 1,0 1 0,1-1 0,-1 0-1,0 0 1,1 0 0,-1 0 0,1 0 0,-1 0-1,0 0 1,1 0 0,-1 0 0,0 0-1,0 0-60,-2-1 921,-2-8 41,-9-5-360,5-2-509,1 0 0,1-1 0,0 0 0,1-1 0,1 1 0,1-1 0,0 0 1,2 0-1,0-1 0,0-11-93,2 16-1,0 0 0,0 0 1,1-1-1,1 1 0,1 0 0,0 1 1,0-1-1,2 0 0,-1 1 1,2 0-1,0 0 0,0 0 0,1 1 1,5-6 0,-8 13-9,0 0-1,0 1 1,1-1 0,0 1 0,0 0 0,0 0 0,0 1 0,0-1 0,1 1 0,0 0 0,0 1 0,0-1 0,0 1 0,0 0 0,6-1 9,-3 2-8,1 0 0,-1 1 1,0 0-1,0 0 0,1 1 1,-1 0-1,0 1 1,0 0-1,0 0 0,5 3 8,0 0-13,0 0 0,-1 2-1,0 0 1,0 0 0,-1 1-1,0 0 1,0 1 0,-1 1-1,0 0 1,-1 0 0,0 1-1,0 1 1,7 11 13,-11-13 4,0 1 0,-1 0 0,0 0 0,-1 0 0,0 1 0,-1 0 0,0-1 0,-1 1 0,0 0 0,-1 1 0,0-1 0,-1 0 0,0 0 0,-1 0 0,-1 0 0,0 3-4,-3 4 7,0 0 1,-1 0-1,-1-1 0,-1 0 0,-1-1 0,0 0 0,-1 0 0,-1-1 1,-10 13-8,-9 6 24,0-1 0,-3-2 0,-1-1 0,-24 18-24,-155 100 134,197-139-129,-6 8 38,22-18-40,0 0 0,-1 1 0,1-1 0,-1 0 0,1 1 0,0-1 0,-1 1 0,1-1 1,0 1-1,-1-1 0,1 1 0,0-1 0,0 1 0,-1-1 0,1 1 0,0-1 0,0 1 0,0-1 0,0 1 0,0 0 0,0-1 0,0 1 0,0-1 0,0 1 1,0-1-1,0 1 0,0-1 0,0 1 0,1 0 0,-1-1 0,0 1 0,0-1 0,0 1 0,1-1 0,-1 1-3,3 0 10,-1 1-1,1-1 0,0 0 1,0 0-1,0 0 1,0 0-1,0-1 0,-1 1 1,1-1-1,0 0 1,0 0-1,0 0-9,51 0 17,-23 0-18,374 6-685,-400-6 461,1 1 1,-1-2-1,0 1 0,0-1 0,1 0 0,-1 0 0,0 0 0,0-1 0,0 1 1,2-2 224,15-1-3748,-22 4 3661,0 0 0,0 0 0,1 0 0,-1 0 0,0 0 0,0 0 0,0 0 0,1 0 0,-1 0 0,0 0 0,0 0 0,0 0 0,0 0 0,1 0 0,-1 0 0,0-1 0,0 1 0,0 0 0,1 0 0,-1 0 0,0 0 0,0 0 0,0 0 0,0 0 0,0-1 0,0 1 0,1 0 0,-1 0 0,0 0 0,0 0 0,0 0 0,0-1 0,0 1 1,0 0-1,0 0 0,0 0 0,0-1 0,0 1 0,0 0 0,0 0 0,0 0 0,0 0 0,0-1 0,0 1 0,0 0 0,0 0 0,0 0 0,0-1 0,0 1 87,2-25-4348,-8-2-21</inkml:trace>
  <inkml:trace contextRef="#ctx0" brushRef="#br0" timeOffset="47170.815">1684 2194 9509,'0'0'221,"-1"0"1,1 0-1,-1 0 1,1 0-1,-1 0 1,1 0-1,-1 0 0,1-1 1,-1 1-1,1 0 1,0 0-1,-1-1 1,1 1-1,-1 0 1,1 0-1,0-1 1,-1 1-1,1 0 0,-1-1 1,1 1-1,0-1 1,0 1-1,-1-1 1,1 1-1,0 0 1,0-1-1,-1 1 1,1-1-1,0 1 0,0-1 1,0 0-222,15-8 4067,-14 9-4098,16-5 333,-1 1 0,2 1 0,-1 0 0,0 2 0,1 0 0,-1 0 0,0 2 0,11 1-302,8-1 175,542 24 1110,-564-24-1207,-8-1-32,0 1 0,0-1 0,0 1 0,-1 0 0,1 0 0,0 1 1,-1 0-1,1 0 0,3 2-46,18 12 21,-16-7 5,0 0 0,-1 1 0,0 0 0,0 1 0,-1 1 0,-1-1 0,0 1 0,0 0 0,-1 1 0,-1 0 0,0 0 0,-1 0 0,0 1 0,1 9-26,5 27 184,-1 2 0,-3-1 0,-1 25-184,2 14 91,63 336 429,-39-259-612,-22-105 160,-3 0 1,-1 31-69,-5-59 45,-2-1 1,-1 0-1,-2 1 1,-1-1-1,-6 16-45,10-43 12,-1-1-1,0 0 0,0 1 1,-1-1-1,0 0 1,0 0-1,0 0 0,0 0 1,-1-1-1,0 0 1,0 1-1,0-1 1,0-1-1,-1 1 0,1 0 1,-1-1-1,0 0 1,0 0-1,0-1 0,-1 1 1,1-1-1,0 0 1,-1-1-1,-4 2-11,-15 1 44,1-1-1,-1 0 1,1-2 0,-1-1-1,-7-1-43,10 0 22,-157-8 182,0-9-1,-111-27-203,253 38 22,1-1 1,1-2-1,-1-1 0,2-2 1,0-2-1,-3-2-22,23 9 7,0 0-1,0 0 1,1-1 0,1-1 0,0 0 0,0-1-1,1 0 1,0-1 0,1 0 0,0-1-1,1 0 1,1-1 0,0 1 0,1-1 0,-2-6-7,-3-15 23,2 0 0,1 0 1,1-1-1,3 0 0,-2-30-23,3-54 157,5-11-157,-1 114 5,25-474 248,-17 380-270,-8 106 16,1-12 2,0-1-1,2 0 0,0 1 1,0-1-1,4-6 0,-5 19 1,0 0 0,0 1 0,0-1 0,1 1 0,-1-1 0,1 1 0,1 0 0,-1 0 0,0 0 0,1 1 0,0-1 0,0 1 0,0 0 0,0 0 0,0 0 0,1 0 0,-1 1 0,1 0 0,0 0 0,2-1-1,11-1-39,-1 0 0,0 1 0,1 1-1,-1 1 1,1 1 0,-1 0 0,5 2 39,6-2-176,-9 1-459,1 1-1,-1 1 0,0 0 1,0 2-1,4 1 636,52 12-4639,59 3-4356,-63-14 4391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8:31.836"/>
    </inkml:context>
    <inkml:brush xml:id="br0">
      <inkml:brushProperty name="width" value="0.1" units="cm"/>
      <inkml:brushProperty name="height" value="0.1" units="cm"/>
      <inkml:brushProperty name="color" value="#E71224"/>
    </inkml:brush>
  </inkml:definitions>
  <inkml:trace contextRef="#ctx0" brushRef="#br0">3112 477 1413,'-5'-10'1122,"-2"0"-1,1 0 0,-1 1 1,-1 0-1,0 0 0,-5-4-1121,0 2 481,0 1 0,-1 0 0,0 0-1,-4-1-480,-25-10-404,0 1-1,-39-10 405,25 8 918,-105-38 851,-2 8 1,-3 6 0,-129-16-1770,172 43 300,0 6 0,0 6 1,-1 5-1,0 5 0,-67 13-300,138-9 44,0 2 0,0 3 0,1 2 1,1 2-1,1 3 0,0 1 0,1 3 0,1 2 0,2 3 0,1 1 0,1 2 0,1 2 0,2 2 0,2 2 1,1 1-1,2 3 0,-6 10-44,9-6 182,3 2 0,1 0 0,3 3 0,2 0 0,-13 39-182,13-19 129,2 2 0,4 0-1,3 1 1,3 6-129,-1 45 100,5 1 1,6 1-1,5-1 1,6 0-1,6 6-100,1-29 107,4-1 0,5-1 0,4-1 1,5-1-1,4-2 0,3-1 0,5-2 0,4-3 0,4-1 0,4-3 0,19 17-107,-36-53 48,3-3 0,2-2-1,1-1 1,3-3 0,1-1 0,2-3 0,1-3-1,2-1 1,2-4 0,0-1 0,2-3-1,1-3 1,20 4-48,77 17 118,2-7-1,3-7-117,-44-12 58,-1-6-1,2-5 0,16-5-57,-81-3 35,0-2 0,0-3 0,-1-1 0,0-3 0,-1-3 0,0-1 0,-1-3 0,-1-2 0,0-3 1,-2-1-1,9-8-35,11-10 8,-2-3 0,-1-3 0,-3-2 0,-2-3 0,-2-3 0,-3-3 0,-2-1 0,-1-7-8,19-35 128,-5-3 1,33-72-129,-11-4 257,9-50-257,-70 158 4,-3-1 0,-4-1 1,-3 0-1,-4-2 0,-2-10-4,-2-16 7,-5 1 1,-4-1-1,-10-64-7,4 113-94,-1 0 1,-4 0-1,-1 1 1,-3 0-1,-2 1 1,-2 1-1,-3 1 1,-2 1 0,-1 1-1,-3 1 1,-9-9 93,2 8-56,-1 2 1,-2 1 0,-3 1 0,-2 2 55,17 19-253,0 1 0,-2 2 0,0 1 0,-1 1 0,0 1 0,-2 2 0,-27-10 253,11 9-1724,0 3 0,0 2 0,-1 2 0,0 2 0,-1 2 0,-45 2 1724,-55 8-3984</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8:33.996"/>
    </inkml:context>
    <inkml:brush xml:id="br0">
      <inkml:brushProperty name="width" value="0.1" units="cm"/>
      <inkml:brushProperty name="height" value="0.1" units="cm"/>
      <inkml:brushProperty name="color" value="#E71224"/>
    </inkml:brush>
  </inkml:definitions>
  <inkml:trace contextRef="#ctx0" brushRef="#br0">610 104 3084,'9'-5'976,"0"0"1,0 0-1,1 1 1,-1 0-1,1 0 1,0 1-1,0 1 0,3-1-976,-1 2 333,0 0-1,0 0 1,0 1-1,0 1 1,0 0-1,0 1 1,0 0-1,0 1 1,-1 0-1,8 3-332,1 1 152,0 1 0,0 1-1,-1 0 1,0 2-1,-1 0 1,0 1-1,-1 1 1,0 0-1,-1 1 1,2 3-152,-7-4 48,0 0 1,-1 1 0,0 0-1,-1 0 1,0 1-1,-2 0 1,0 1 0,0 0-1,-1 0 1,-1 0 0,-1 0-1,2 17-48,-2-9 79,-2-1 0,0 0 0,-1 0-1,-2 1 1,0-1 0,-2 0 0,0 0 0,-2 0-1,0 0 1,-1 0 0,-2-1 0,0-1-1,-2 1 1,0-1 0,-1-1 0,-1 0 0,-1 0-1,-1-1 1,0-1 0,-2 0 0,0-1-1,0-1 1,-2-1 0,0 0 0,-1-1 0,0-1-1,-1-1 1,-2 0-79,-4 0 62,0-2-1,-1-1 1,0-1-1,0-1 1,-1-2-1,0 0 1,0-2-1,0-1 1,0-1-1,0-2 1,-15-2-62,8-1 24,0-2 1,0-1 0,1-1 0,0-2-1,1-1 1,0-2 0,1-1 0,0-2 0,0-2-25,17 9 22,1 0 1,1-1-1,-1 0 1,2-1-1,0-1 1,0 0 0,1-1-1,0 0 1,1 0-1,1-1 1,0 0-1,-2-7-22,6 10 40,0-1-1,0 0 0,2-1 1,-1 1-1,1-1 0,1 1 0,1-1 1,0 0-1,0 0 0,1 0 1,1 0-1,0 0 0,1 1 0,0-1 1,1 0-1,1-3-39,4-6 55,1 1 0,1 0 0,1 0 0,0 1 0,2 1-1,0 0 1,1 1 0,1 0 0,1 1 0,0 1 0,2 0 0,0 1-55,37-28 187,2 2 0,1 3 1,23-8-188,-22 13-576,1 2 1,15-2 575,-44 21-494,1 1 0,0 2 1,1 1-1,-1 1 0,18 1 494,-30 5-1385,1 1-1,0 2 0,0 0 0,-1 1 0,1 1 0,-1 1 0,19 7 1386,21 11-3341</inkml:trace>
  <inkml:trace contextRef="#ctx0" brushRef="#br0" timeOffset="2532.841">1473 1493 4497,'0'0'2335,"3"2"42,12 5-1239,0 0 0,1-1 0,-1-1 1,1-1-1,12 2-1138,24 8 1012,-26-5-708,0 0-1,-1 2 0,-1 0 0,0 2 1,0 1-1,0 1-303,-14-7 112,-1-1-1,1 2 1,-1-1 0,-1 1 0,1 1-1,-2-1 1,1 1 0,-1 1-1,-1-1 1,0 1 0,0 0 0,-1 1-1,-1-1 1,1 3-112,14 65 721,-2 2 1,-5 0-1,0 38-721,-2-34 342,12 133-139,-9 1 1,-9-1-1,-10 1 1,-11 10-204,-5-20-54,-10-1 1,-14 22 53,42-211-40,-1-1 1,-1 0 0,-1 0 0,0 0 0,-2-1 0,-3 5 39,7-14 8,0-1-1,0 0 1,-1 0-1,0 0 1,-1-1-1,1 0 1,-1 0 0,0-1-1,-1 0 1,1 0-1,-1 0 1,0-1 0,0-1-1,-5 3-7,-13 2 62,0-1-1,0-2 1,0 0-1,-1-2 0,1 0 1,-27-2-62,-35-4 228,-38-9-228,99 9 24,-405-66 306,403 64-296,-99-26 349,99 23-230,25 7-25,4 1 1,0 0-1,0 0 1,0-4 41,-1 3-154,1 0-1,0 0 0,-1-1 1,1 1-1,0 0 0,0-1 1,0 1-1,0 0 0,0-1 1,1 1-1,-1 0 0,0-1 1,1 1-1,-1-1-15,113-166 722,-30 49-202,-75 106-486,5-8-69,2 0 0,0 2-1,1 0 1,18-16 35,-34 35-2,0 0 1,0 0-1,0 0 0,0 0 0,0 0 1,0 0-1,0 0 0,0 1 0,0-1 1,0 0-1,0 0 0,0 0 0,0 0 1,0 0-1,0 0 0,0 0 0,0 0 1,0 0-1,0 0 0,0 0 0,0 1 1,0-1-1,1 0 0,-1 0 0,0 0 1,0 0-1,0 0 0,0 0 1,0 0-1,0 0 0,0 0 0,0 0 1,0 0-1,0 0 0,1 0 0,-1 0 1,0 0-1,0 0 0,0 0 0,0 0 1,0 0-1,0 0 0,0 0 0,0 0 1,1 0-1,-1 0 0,0 0 0,0 0 1,0 0 1,0 7-2,-1 0 0,0 1 0,0-1 0,-1 0 1,1 0-1,-2 0 0,1 0 0,-1 0 0,-2 4 2,-37 67-91,28-55-37,-4 11-18,-3 0-1,-1-2 1,-23 28 146,28-43-47,0 0 0,-1-2 0,-1 0 1,0 0-1,-1-2 0,0-1 0,-1 0 0,-1-1 47,5 1 0,16-11 0,1-1 0,0 1 0,-1 0 0,1-1 0,0 1 0,0 0 0,0 0 0,0-1 0,0 1 0,0 0 0,0-1 0,0 1 0,0 0 0,0-1 0,0 1 0,0 0 0,0 0 0,1-1 0,-1 1 0,0 0 0,0-1 0,1 1 0,-1-1 0,0 1 0,1 0 0,-1-1 0,1 1 0,16 20 0,0 0 0,2-1 0,5 4 0,6 6 0,23 25-98,72 78-688,-103-106 438,0 1 0,-2 0 1,16 31 347,-25-32-4084,-10-20 2878,0 9-4092,-6-2 3891,4-11 273,-1 3-2828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9:09.708"/>
    </inkml:context>
    <inkml:brush xml:id="br0">
      <inkml:brushProperty name="width" value="0.1" units="cm"/>
      <inkml:brushProperty name="height" value="0.1" units="cm"/>
      <inkml:brushProperty name="color" value="#E71224"/>
    </inkml:brush>
  </inkml:definitions>
  <inkml:trace contextRef="#ctx0" brushRef="#br0">4190 1246 5654,'0'3'3212,"1"-2"-2920,-1 0-1,-1 0 1,1 0-1,0 0 0,0 1 1,0-1-1,0 0 1,-1 0-1,1 0 1,-1 0-1,1 0 0,-1 0 1,1 0-1,-1 0 1,1 0-1,-1-1 1,0 1-1,1 0 0,-1 0 1,0 0-1,0-1 1,0 1-1,0 0 1,1-1-1,-2 1-291,-31 13 622,16-7 80,10-5-553,-1 1-1,1-1 1,0 0 0,-1-1 0,1 1-1,-1-1 1,1-1 0,-1 0 0,1 0 0,-1 0-1,0-1 1,1 0 0,-1-1 0,1 1 0,0-1-1,-1-1 1,1 0 0,0 0 0,-1-1-149,6 3 19,1 1-1,0-1 1,0 0 0,-1 0 0,1 0 0,0 0 0,0 0 0,0 0 0,0 0 0,1 0-1,-1 0 1,0-1 0,0 1 0,1 0 0,-1 0 0,0-1 0,1 1 0,-1-2-19,0 0 45,1 3-41,0 0 0,-1-1 0,1 1 0,0 0 0,0-1 0,-1 1 0,1 0 0,0-1 0,0 1 0,0 0 0,0-1 0,0 1 0,0 0 0,0-1 0,0 1 0,-1-1 0,1 1 0,0 0 0,0-1 0,1 1-1,-1 0 1,0-1 0,0 1 0,0 0 0,0-1 0,0 1 0,0-1-4,11-25 43,-7 21-39,1 0 1,-1 0-1,1 1 0,0 0 1,0 0-1,1 0 0,-1 0 1,1 1-1,0 0 0,0 0 1,0 0-1,0 1 0,0 0 0,0 0 1,1 0-1,-1 1 0,1 0 1,0 1-1,-1-1 0,1 1 1,-1 0-1,6 1-4,-5 0 12,0-1 0,-1 1 1,1 0-1,-1 0 0,1 1 0,-1 0 1,0 0-1,1 1 0,-1-1 0,0 1 1,-1 1-1,1-1 0,0 1 0,-1 0 1,0 0-1,0 0 0,0 1 0,-1 0 0,1 0 1,-1 0-1,0 1 0,2 4-12,-3-2 45,0 0 0,0 0 0,-1 1 0,-1-1 0,0 0 0,0 1 0,0-1 0,-1 1 0,0-1 0,-1 1 0,0-1 0,0 0 0,-1 1 0,0-1 0,0 0 0,-1 0 1,0 0-1,0 0 0,-1-1 0,0 1 0,-4 5-45,-3 3 63,0-1 1,0 0 0,-1-1 0,-1 0 0,0-1 0,-1 0 0,-1-1 0,0-1 0,-8 5-64,-7 0-181,0-2 1,-1-1-1,0-2 1,-1-1-1,0-1 1,-1-2-1,-14 1 181,25-4-931,-1-2 1,0 0-1,0-2 0,0 0 0,-17-3 931,17-1-2024,0 0-1,1-1 0,-1-2 1,1 0-1,-14-7 2025,-6-5-3727</inkml:trace>
  <inkml:trace contextRef="#ctx0" brushRef="#br0" timeOffset="358.393">3305 1354 3469,'-3'-4'2827,"-8"-7"1758,13 25 1596,4 19-5382,-5-10-462,-2 0 1,0 0-1,-2 0 0,0 0 0,-2 0 0,0-1 0,-1 0 1,-9 19-338,11-32 50,0 1 0,-1-1 1,0 0-1,-1 0 1,1 0-1,-2-1 0,1 1 1,-1-2-1,-1 1 0,1-1 1,-1 0-1,0-1 1,-1 0-1,0 0 0,0-1 1,0 0-1,0 0 1,-1-1-1,0 0 0,-4 0-50,1 0-163,-1-1-1,0-1 1,0-1 0,0 0-1,0 0 1,0-1-1,0-1 1,0-1-1,0 0 1,0 0-1,1-2 1,-4-1 163,7 2-753,1-1 1,0 0-1,0 0 1,0-1-1,1 0 0,0-1 1,0 0-1,0-1 0,0 1 1,1-1-1,1-1 1,-1 1-1,1-1 0,0 0 1,1-1-1,0 1 0,-3-6 753,-9-31-3726</inkml:trace>
  <inkml:trace contextRef="#ctx0" brushRef="#br0" timeOffset="744.564">3107 658 5011,'18'-16'3341,"-18"16"0,0 0 0,0 0-1927,4 20-643,4-3-129,-8-17-256,2 34-258,4-14-770,-6-20-1157,-6 23-1414,6-23-128,4 20 0,-4-20-128</inkml:trace>
  <inkml:trace contextRef="#ctx0" brushRef="#br0" timeOffset="1233.982">2514 496 4369,'-4'-21'2379,"2"-17"5650,2 41-7766,1 1-1,0-1 1,0 1-1,0-1 1,0 0 0,1 1-1,-1-1 1,1 0-1,0 1-262,8 17 550,103 437 3091,-101-410-3841,-1-1 0,-3 2 0,0 15 200,-8-63-100,0 0-1,0 0 1,0 1-1,-1-1 1,1 0-1,0 1 1,-1-1-1,1 0 1,-1 0-1,1 0 1,-1 1-1,1-1 1,-1 0 0,0 0-1,0 0 1,0 0-1,0 0 1,1 0-1,-1 0 1,0 0-1,-1-1 1,1 1-1,0 0 1,0-1-1,0 1 101,0 0-294,-2 0-205,0-1 0,0 1 0,0-1 0,0 1 0,0-1 0,0 0 0,0 0 0,0 0 0,0-1 0,0 1 0,0-1 0,0 1 0,0-1 0,1 0 0,-1 0 0,0-1 0,0 1 0,1 0 0,-1-1 0,-1-1 499,-21-11-3576</inkml:trace>
  <inkml:trace contextRef="#ctx0" brushRef="#br0" timeOffset="1694.501">2401 954 6553,'-5'3'3577,"-4"4"-2021,5-2-723,-1-1 0,0 0 0,0 0 0,-1-1-1,1 0 1,-2 1-833,-20 5 1906,18-4-1488,0 0 0,-1 0-1,1-1 1,-1-1-1,0 0 1,1 0 0,-1-1-1,-3 1-417,3-2 139,-1 0 0,0 0 0,0-1 0,0 0 0,0-1 0,0-1 0,0 1 0,1-2-1,-1 1 1,1-2 0,-10-3-139,13 4 1,-1 0 0,1-1 0,0 0 0,0 0 0,0-1 0,1 0-1,0 0 1,0 0 0,0-1 0,0 0 0,1 0 0,0-1 0,0 1 0,1-1-1,0 0 1,0-1-1,-1-11-64,7 0 43,10-3 21,-9 20-3,0-1 1,0 1-1,0 0 0,0 1 1,0-1-1,0 1 1,1-1-1,-1 1 1,0 0-1,1 0 0,-1 0 1,1 1-1,0-1 1,-1 1-1,1 0 1,-1 0-1,1 0 0,0 1 1,-1-1-1,1 1 1,-1-1-1,1 1 1,-1 1-1,1-1 0,-1 0 3,10 4-10,-1 0-1,1 1 0,-1 0 1,0 1-1,-1 0 0,2 2 11,-4-1 36,0-1 0,-1 2 1,0-1-1,0 1 0,0 1 0,-1-1 0,-1 1 0,0 0 0,0 1 1,-1 0-1,0 0 0,-1 0 0,0 0 0,-1 0 0,0 1 0,1 8-36,-3-13 21,0 0 0,-1 0-1,1 0 1,-1 0 0,-1 0-1,1-1 1,-1 1 0,0 0-1,-1 0 1,0 0 0,0-1-1,0 1 1,-1 0 0,0-1-1,0 0 1,-1 0-1,1 0 1,-1 0 0,-1-1-1,1 1 1,-1-1 0,0 0-1,0-1 1,0 1 0,-1-1-1,1 0 1,-1 0 0,-5 2-21,-3-1-89,-1 0 1,0-1 0,0 0 0,0-1 0,0-1-1,0 0 1,-1-1 0,1-1 0,-1 0 0,-3-2 88,7 2-104,-15-1-1012,0-2 0,0 0 0,-18-6 1116,12 3-1770,2-2-1935,-1 0 0,2-2 0,-30-14 3705,16 4-3727</inkml:trace>
  <inkml:trace contextRef="#ctx0" brushRef="#br0" timeOffset="3439.981">1329 1129 3341,'-2'5'3362,"-2"7"-941,3-9-1574,0-1 0,0 1-1,0-1 1,0 1 0,0-1 0,-1 0 0,1 0 0,-1 1 0,0-1 0,1 0-1,-2 1-846,10 11 4112,-28-88-3521,-3 1 0,-4 1 0,-6-9-591,-9-19 198,37 81-177,4 0-21,3 19 0,-1-1 0,1 0 0,-1 1 0,1-1 0,-1 1 0,1 0 0,0-1 0,-1 1 0,1 0 0,0-1 0,-1 1 0,1 0 0,0-1 0,0 1 0,-1 0 0,1 0 0,0 0 0,0 0 0,-1 0 0,1 0 0,0 0 0,0 0 0,-1 0 0,1 0 0,0 1 0,10 0-12,-1 2 1,0 0-1,1 0 0,-1 0 1,-1 2-1,10 4 12,61 38-175,-50-29 142,-10-7-7,-1 0 1,-1 2 0,0 1 0,0 0-1,-1 1 1,9 11 39,-25-24 2,1 0 0,0 0 0,-1 0 0,1 0 0,-1 0 0,0 1 0,0-1 0,0 0 0,0 1 0,0-1 0,0 1 0,-1-1-1,1 1 1,-1-1 0,0 1 0,0 0 0,0-1 0,0 1 0,0-1 0,0 1 0,-1-1 0,0 2-2,0 0 19,-1 0-1,0-1 1,0 1 0,0 0 0,-1-1-1,1 0 1,-1 0 0,1 1 0,-1-1-1,0-1 1,-1 1 0,1 0 0,-1 0-19,-9 5 72,0 0 0,-1-1 0,0 0 1,0-1-1,-1-1 0,1 0 1,-4 0-73,-8 1 36,1-1 0,-1-1 1,0-1-1,0-2 1,0 0-1,0-2 0,0-1 1,0-1-1,0-1 1,-1-2-37,21 5-2,-1-1 0,0-1 0,1 1 0,-1-1 0,1 0 0,0-1 0,0 0 0,0 0 0,0 0 0,1 0 0,-4-4 2,-5-9-26,0 0-1,1-1 0,0-1 0,0-2 27,2 2-21,6 13-65,5 6 86,-1-1-2,1 1 0,-1 0 1,1-1-1,-1 1 0,1 0 0,-1-1 1,0 1-1,1 0 0,-1 0 0,1 0 0,-1-1 1,0 1-1,1 0 0,-1 0 0,0 0 0,1 0 1,-1 0-1,0 0 0,1 0 0,-1 0 1,1 1-1,-1-1 0,0 0 0,1 0 2,-7 6-8,1 0 0,1 0 0,-1 1 0,1-1 0,0 1 0,-3 6 8,-19 24 91,16-26-63,0 0 1,-2 0-1,1-1 1,-1-1-1,-1 0 1,0 0-1,0-2 0,0 0 1,-1 0-1,0-2 1,0 0-1,-1 0 0,-6 0-28,13-3 17,-1 0-1,-1-1 0,1 0 0,0 0 0,0-1 0,0 0 0,0-1 0,0 0 0,0-1 0,0 0 0,0-1 0,0 0 0,0 0 0,1-1 0,0 0 0,0-1 1,0 0-1,0 0 0,1-1 0,0 0 0,-6-6-16,9 7-20,1 1 0,0-2 1,0 1-1,0 0 0,1-1 1,0 0-1,0 0 0,0 0 0,1 0 1,0 0-1,0 0 0,1-1 1,0 1-1,0-1 0,0 1 1,1-1-1,0 1 0,0-1 0,0 1 1,1-1-1,0 1 0,0-1 1,1 1-1,0 0 0,1-4 20,-2 8-7,0 0 1,0 0-1,0 1 0,0-1 1,1 0-1,-1 1 0,0-1 0,1 1 1,-1-1-1,1 1 0,-1-1 0,1 1 1,0 0-1,0 0 0,1-1 7,3-1-6,-3 1-3,0 0 0,0 0 1,0 0-1,0 1 0,0-1 0,0 1 0,0 0 0,1 0 0,-1 0 1,1 0-1,-1 1 0,0-1 0,1 1 0,-1 0 0,1 0 0,-1 0 1,1 1-1,-1-1 0,1 1 0,-1 0 0,0 0 0,1 0 0,-1 0 1,0 0-1,0 1 0,1 0 9,0 0 0,0 1-1,0-1 1,-1 1 0,1 0-1,-1 0 1,1 1 0,-1-1-1,0 1 1,0-1 0,-1 1 0,1 0-1,-1 0 1,0 0 0,0 0-1,0 1 1,0-1 0,-1 0 0,1 4 0,1 17 71,-1 1 0,-1-1 0,-1 1 0,-2 0 0,-3 18-71,2-18 6,1 1 0,1-1 0,1 1 0,1 0 0,2 5-6,-2-28-1,0 0 0,-1 0 0,2 1 0,-1-1 0,0 0 0,1-1 0,-1 1 0,1 0 0,0 0 0,1-1 0,-1 1 0,1-1 0,-1 0 0,1 1 0,0-1 1,0-1-1,0 1 0,1 0 0,-1-1 0,1 1 0,-1-1 0,1 0 0,0-1 0,3 2 1,-2-1 0,1-1 0,-1 0 0,0-1 0,1 1 0,-1-1 0,1 0 0,-1-1 1,1 1-1,-1-1 0,0 0 0,0 0 0,1-1 0,-1 1 0,0-1 0,0-1 0,0 1 0,0-1 1,-1 1-1,1-2 0,-1 1-6,0 0 1,0 0-1,0-1 0,-1 0 1,1 0-1,-1 0 1,0 0-1,0 0 1,-1-1-1,1 1 1,-1-1-1,0 1 0,0-1 1,-1 0-1,1 0 1,-1 0-1,0 0 1,0 0-1,-1 0 1,0-1-1,0 1 0,0 0 1,0 0-1,-1 0 1,0 0-1,0 0 1,0 0 5,-6-4-86,3 6 85,-1 0 0,0 0 0,0 0 0,0 0 0,0 1 0,-1 0 0,1 0-1,-1 0 1,1 1 0,-1 0 0,0 0 0,1 0 0,-1 1 0,0 0 0,0 0 0,1 0 0,-1 1 0,0 0 0,0 0 0,-3 1 1,-23 9 18,1 0 1,0 3-1,0 0 1,2 2-1,0 1 1,-17 14-19,-20 10 39,58-38 46,8-3-85,-1 1 2,0-1-1,0 1 1,0-1-1,0 0 1,0 0-1,-1 1 1,1-1-1,0 0 1,0 0-1,0 0 1,-1 0 0,1-1-1,0 1 1,-1 0-2,1-1 0,0 0 0,0 1 0,0-1 0,0 0 0,0 0 0,1 0 0,-1 0 0,0 0 0,0 0 0,1 0 0,-1 0 0,0 0 0,1-1 0,-1 1 0,1 0 0,-1 0 0,1 0 0,0-2 0,-9-42 0,7 32 0,0 0 0,-1 1 0,0-1 0,-1 0 0,-3-6 0,5 16 4,0-1 0,-1 0 0,1 0 0,-1 1 1,0-1-1,0 1 0,0 0 0,0 0 0,-1 0 0,1 0 1,-1 1-1,1-1 0,-1 1 0,0 0 0,0 0 0,0 0 1,0 1-1,-1 0 0,1-1 0,0 1 0,-1 1 1,1-1-1,0 1 0,-1-1 0,1 1 0,-1 1 0,1-1 1,-1 1-1,1-1 0,0 1 0,-3 1-4,-3 1 10,0 0 0,0 0 0,0 1-1,1 0 1,-1 0 0,1 1 0,0 1 0,1-1-1,-1 1 1,1 1 0,0 0 0,1 0 0,-3 3-10,7-6 0,1-1 0,-1 1 0,1 0 0,0 0 0,0 0 0,0 0 0,0 0 0,1 0 0,0 0 0,0 1 0,0-1 0,0 0 0,0 1 0,1-1 0,0 1 0,0 0 0,0-4 0,0 1 0,1 0 0,-1-1 0,0 1 0,1 0 0,-1-1 0,1 1 0,-1-1 0,1 1 0,0-1 0,0 1 0,-1-1 0,1 1 0,0-1 0,4 4-9,0 0 0,0-1 0,1 1-1,-1-1 1,1-1 0,0 1 0,0-1 0,0 0 0,0 0 0,1-1 0,-1 0 0,1 0 0,-1 0 0,1-1 0,0 0 0,0 0 0,-1-1 0,7 0 9,2 0-12,-1 0 0,1-1 1,-1-1-1,1 0 0,-1-1 0,1 0 0,-1-1 1,9-5 11,-4-3 0,-8-4-22,-11 16 21,0 0 0,0 0-1,0 0 1,0 0 0,0-1-1,1 1 1,-1 0 0,0 0 0,0 0-1,0 0 1,0 0 0,0-1-1,0 1 1,0 0 0,0 0 0,0 0-1,0 0 1,0-1 0,0 1-1,0 0 1,0 0 0,0 0 0,0 0-1,0 0 1,0-1 0,0 1 0,0 0-1,0 0 1,0 0 0,0 0-1,0-1 1,0 1 0,-1 0 0,1 0-1,0 0 1,0 0 0,0 0-1,0 0 1,0-1 0,0 1 0,-1 0-1,1 0 1,0 0 0,0 0-1,0 0 1,0 0 0,0 0 0,-1 0-1,1 0 1,0 0 1,-7-4 6,0 0-1,0 0 1,0 1-1,0 0 1,-1 1 0,1-1-1,-1 1 1,0 1 0,1 0-1,-1 0 1,0 0 0,0 1-1,0 0 1,0 1-1,0 0 1,1 0 0,-1 0-1,0 1 1,-4 2-6,4-2 6,0 0-1,0 0 1,0 1 0,0 1-1,1-1 1,-1 1-1,1 1 1,0-1 0,0 1-1,1 0 1,-1 1 0,1-1-1,0 1 1,1 1 0,-1-1-1,1 1 1,1 0-1,-1 0 1,1 1-6,0 2 0,1 1 0,0 0 0,1-1 0,0 1 0,1 0 0,1 0 0,-1 1 0,1-1 0,1 0 0,0 0 0,3 8 0,4 20 0,2 0 0,9 21 0,24 70 50,24 69 457,21 123-507,-64-208 300,-23-110-686,1-8-406,41-64-8931,-19 32 5354,0-6 150</inkml:trace>
  <inkml:trace contextRef="#ctx0" brushRef="#br0" timeOffset="3794.797">960 1729 10151,'0'0'3855,"14"30"-128,-10-13-129,-4-17-3213,2 38-256,2-15-1029,-4-23-2698,-10 26-128,10-26-129,0 0 0</inkml:trace>
  <inkml:trace contextRef="#ctx0" brushRef="#br0" timeOffset="4388.972">482 11 8224,'-2'-3'3448,"1"2"-3285,1 1 0,0-1 0,0 1 0,-1-1 1,1 1-1,0 0 0,-1-1 0,1 1 0,-1 0 0,1-1 0,0 1 1,-1 0-1,1-1 0,-1 1 0,1 0 0,-1 0 0,1 0 0,-1-1 1,1 1-1,-1 0 0,1 0 0,-1 0 0,1 0 0,-1 0 0,1 0 1,-1 0-1,1 0 0,-1 0 0,1 0 0,-1 0 0,1 0 0,-1 0 1,1 1-1,-1-1 0,1 0 0,-1 0 0,1 1 0,-1-1-163,-1 2 151,1-1 0,0 1 0,0 0 0,-1 0 1,1 0-1,0 0 0,0 0 0,1 0 0,-1 0 0,0 2-151,-2 9 103,1 1-1,1 0 1,0-1 0,1 1 0,0 0 0,1 0-1,0-1 1,1 1 0,1-1 0,4 13-103,-6-23 7,0 1-1,0 0 1,1 0 0,0-1 0,-1 1 0,1-1 0,0 0 0,1 1-1,-1-1 1,1 0 0,-1 0 0,1 0 0,0-1 0,0 1-1,0-1 1,0 1 0,1-1 0,-1 0-7,0-1-6,1 0 1,-1 0-1,0 0 1,0 0-1,1-1 0,-1 1 1,0-1-1,1 0 1,-1 0-1,0 0 0,0-1 1,1 1-1,-1-1 1,0 0-1,0 1 0,1-2 1,-1 1-1,0 0 1,0 0-1,0-1 0,0 0 1,0 0 5,9-5-27,0-1 0,-1-1 1,0 0-1,0-1 0,-1 0 1,0 0-1,0-1 0,0-2 27,11-17 86,-2-2-1,0 0 1,0-6-86,-17 34 214,0 4-195,-1 1 0,1 0 1,-1 1-1,1-1 0,-1 0 0,1 0 1,-1 1-1,0-1 0,0 0 1,0 1-1,0-1 0,0 1 0,1 0-19,-1 0 28,8 13-9,-1 0 0,0 1 0,-1 0 0,2 8-19,3 5-311,51 98-7681,-29-62 1827,-17-27 2567</inkml:trace>
  <inkml:trace contextRef="#ctx0" brushRef="#br0" timeOffset="6038.567">4565 3063 5397,'-2'-46'9085,"-3"-1"-5585,-2-36-1051,8 78-2320,0 12 51,2 30 250,2 50 116,-5-84-546,1 21 16,-1 0 0,-1 0 0,-1 0 0,-1 0 1,-1-1-1,-1 1 0,-1-1 0,-2 2-16,-7-1 21,13-22-9,-1 1 0,0-1 0,1 1 1,-1-1-1,0 0 0,0 0 0,-1 0 0,1-1 0,0 1 0,-1-1 1,1 0-1,0 0 0,-1 0 0,0 0 0,1 0 0,-1-1 0,1 0 1,-1 0-1,0 0 0,1 0 0,-1 0 0,0-1 0,1 1 0,-1-1 0,1 0 1,-1 0-1,1 0 0,0-1 0,-1 1 0,-1-2-12,-6-5 42,-1 0-1,1 0 1,0-1 0,1-1-1,0 0 1,1 0 0,0-1-1,1 0 1,0 0 0,0-1-1,1 0 1,1 0 0,0-1-1,1 0 1,0 0-1,1 0 1,0-1 0,0-9-42,-1 12 19,0 14-15,-2 13-7,7-15 4,-2 7-19,-6 17-13,-2-1 0,0 0-1,-7 11 32,15-30 7,-1 0 0,0 0 0,0-1 0,0 0 0,0 0 0,-1 1 0,1-2 0,-1 1 0,0 0 0,0-1 0,-1 0 0,1 0 0,0 0 0,-1 0 0,0-1 1,0 0-1,0 0 0,0 0 0,-3 0-7,-13-3 85,18 0-79,-1 0 0,0-1 1,1 1-1,0-1 0,-1 0 0,1 0 0,-3-2-6,1 0 6,1 0-1,-1-1 1,1 1 0,1-1-1,-1 1 1,0-1 0,1 0-1,0-1 1,0 1-1,1 0 1,0-1 0,-1-2-6,-6-22 19,1-1 1,0-9-20,6 32 0,-3-9-21,5 17 19,0-1 1,0 1-1,0 0 1,0 0-1,0 0 1,0 0 0,0 0-1,0-1 1,0 1-1,0 0 1,0 0-1,0 0 1,0 0-1,-1 0 1,1 0 0,0 0-1,0-1 1,0 1-1,0 0 1,0 0-1,0 0 1,0 0-1,0 0 1,-1 0-1,1 0 1,0 0 0,0 0-1,0 0 1,0 0-1,0 0 1,0-1-1,-1 1 1,1 0-1,0 0 1,0 0-1,0 0 1,0 0 0,0 0-1,-1 0 1,1 0-1,0 1 1,0-1-1,0 0 1,0 0-1,0 0 1,0 0 0,-1 0-1,1 0 1,0 0-1,0 0 1,0 0-1,0 0 1,0 0-1,0 0 1,0 0-1,-1 1 1,1-1 0,0 0-1,0 0 2,-10 4-4,0 0 1,0 1-1,1 0 0,-1 1 0,1 0 1,-4 4 3,-15 9 22,-4-1 40,-1-3-1,0 0 1,-1-2 0,-9 1-62,22-8 50,0 0 1,-1-2-1,1-1 0,-1-1 1,1 0-1,-1-2 1,-17-2-51,33 2 15,1-1 0,-1 0 0,0 0 1,1-1-1,-1 1 0,0-1 0,1 0 1,0-1-1,0 0 0,0 1 0,0-1 1,0-1-1,0 1 0,1-1 0,-4-3-15,5 3 9,0 1 0,1-1 0,0 0 0,-1 0 0,1 0 0,0 0 0,1 0 0,-1 0 0,1-1-1,0 1 1,0 0 0,0-1 0,1 1 0,-1-1 0,1 1 0,0-1 0,0 1 0,1-1 0,0 1 0,0-3-9,0 1-1,0 0 1,1 0-1,-1 0 0,2 0 1,-1 0-1,0 0 1,1 1-1,0-1 1,1 1-1,-1-1 0,1 1 1,0 1-1,0-1 1,1 0-1,-1 1 1,1 0-1,0 0 0,0 0 1,0 1-1,1-1 1,-1 1-1,1 1 1,0-1-1,5-1 1,-4 2-5,-1 1 0,1 0-1,0 0 1,0 0 0,0 1 0,0 0 0,0 0-1,0 1 1,0 0 0,0 0 0,-1 1-1,1 0 1,0 0 0,-1 0 0,1 1-1,-1 0 1,0 0 0,0 0 0,0 1 0,0 0-1,-1 1 1,4 2 5,-1 1 2,0 0 0,-1 1 0,0-1-1,0 2 1,-1-1 0,0 1 0,-1 0 0,0 0 0,-1 0-1,0 1 1,0 0 0,-1 0 0,0 0 0,-1 0-1,-1 0 1,1 0 0,-2 1 0,0-1 0,0 0 0,-1 1-1,-1 2-1,1-3 5,-1 0-1,0-1 0,-1 1 1,0 0-1,-1-1 0,0 1 0,-1-1 1,0-1-1,0 1 0,-1 0 1,-1-1-1,1-1 0,-1 1 1,-1-1-1,0 0 0,0 0 0,0-1 1,-1 0-1,0-1 0,-1 0 1,-6 3-5,-6 1-130,0-2 0,0 0 1,-1-2-1,0 0 0,-1-2 1,1 0-1,-1-2 0,1 0 1,-1-2-1,-12-1 130,13-1-845,0-1 1,1-1-1,0 0 0,0-2 1,-4-2 844,10 2-1586,1 0 0,-1-1 0,1-1 1,1-1-1,-1 0 0,-12-10 1586,-17-21-3983</inkml:trace>
  <inkml:trace contextRef="#ctx0" brushRef="#br0" timeOffset="6393.969">2637 2222 4883,'0'0'3105,"0"0"108,0 0-258,1 4-1456,15 40 0,-3 1-1,-2 0 1,1 15-1499,17 146 1601,3 13-1273,-31-214-393,14 72-1322,-3-30-3821,-12-36 62,-5-1 3795,4-9 373,0 3-2855</inkml:trace>
  <inkml:trace contextRef="#ctx0" brushRef="#br0" timeOffset="7231.959">1980 2723 385,'1'-4'436,"0"-1"0,-1 0 0,1 1 0,-1-1 0,0 0 0,0 0-1,-1 1 1,1-1 0,-1 0 0,0 0-436,-3-31 2452,3-25 1411,2-21 1076,0 46-2348,0 33-2034,-1 9-64,-5 37 432,-2-1 0,-11 38-925,-7 39 741,10-27 159,0 76-900,14-139 62,1 0-1,2-1 1,0 1-1,2 0 1,1-1-1,2 0 1,0 0-1,3 1-61,-7-22 8,-1 0-1,2 0 0,-1-1 1,1 1-1,0-1 1,1 0-1,-1 0 0,1 0 1,0-1-1,1 1 1,-1-1-1,1-1 0,0 1 1,0-1-1,1 0 1,-1 0-1,1-1 0,0 0 1,0 0-1,0 0 0,1-1-7,1 0 8,1 0 0,0-1 0,-1 0-1,1 0 1,0-1 0,0-1-1,-1 0 1,1 0 0,0-1-1,-1 0 1,1 0 0,-1-1 0,0 0-1,0-1 1,0 0 0,1-1-8,-4 1 0,1 0 0,-1 0 0,0 0 0,0 0 0,-1-1 0,1 0 0,-1-1 0,0 1 0,0-1 0,-1 0 0,1-1 0,-4 5 0,0 0 0,0 0 0,0 0 0,0 0 0,0 0 0,-1 0 0,1-1 0,-1 1 0,1 0 0,-1 0 0,0 0 0,0-1 0,0 1 0,0 0 0,0 0 0,0 0 0,-1-1 0,1 1 0,-1 0 0,0 0 0,1 0 0,-1 0 0,0 0 0,0 0 0,0 0 0,-1 0 0,1 0 0,0 1 0,-1-1 0,1 0 0,-1 1 0,0-1 0,1 1 0,-1-1 0,0 1 0,0 0 0,0 0 0,-1-1 0,-7-3 6,-1 0-1,0 0 1,1 1 0,-1 0 0,-1 1 0,1 0 0,0 1 0,-1 0 0,0 1 0,-1 0-6,-22 0 45,0 2 1,-25 3-46,16 1 110,0 2 0,1 3 0,0 1 0,-19 8-110,-33 17 1059,-30 19-1059,121-53 150,-8-21 107,8 4-197,0 0 0,2-1 0,-1 1 1,2 0-1,0-3-60,-2-12 84,-9-113 95,6 50-87,-5 1 1,-15-59-93,20 116-91,5 26-71,0 0-1,-1 1 0,0-1 1,0 0-1,-1 1 0,0 0 1,-1-1-1,-1-1 163,2-4-1235,6 17-933,5 15-3831,5 22 1759,0 2-108</inkml:trace>
  <inkml:trace contextRef="#ctx0" brushRef="#br0" timeOffset="8428.961">4551 4260 4754,'49'-27'4218,"-34"20"-2713,-1-1 0,0 0 0,0-1-1,1-2-1504,19-12 2167,-30 21-1933,0 0-1,0-1 0,0 1 0,0-1 1,0 0-1,-1 0 0,1-1 1,-1 1-1,0-1 0,0 1 0,1-2-233,7-22 1350,-10 27-1343,-1 0 1,0 0-1,0 0 1,0-1-1,0 1 0,0 0 1,0 0-1,0 0 1,0 0-1,1 0 1,-1-1-1,0 1 1,0 0-1,0 0 1,0 0-1,0 0 1,0 0-1,0-1 0,0 1 1,0 0-1,0 0 1,0 0-1,0 0 1,0-1-1,0 1 1,0 0-1,0 0 1,0 0-1,-1 0 1,1 0-1,0-1 0,0 1 1,0 0-1,0 0 1,0 0-1,0 0 1,0 0-1,0 0 1,0-1-1,-1 1 1,1 0-1,0 0 1,0 0-1,0 0 0,0 0 1,0 0-1,-1 0 1,1 0-1,0 0 1,0 0-1,0 0 1,0 0-1,0 0 1,-1 0-1,1 0 1,0 0-1,0 0 1,0 0-1,0 0 0,-1 0 1,1 0-1,0 0 1,0 0-1,0 0 1,0 0-1,0 0-7,-15-2 111,1 1 1,0 0-1,0 1 0,0 1 0,-1 0 0,1 1 1,0 0-1,0 1 0,1 1 0,-1 0 0,0 1-111,-18 7 144,0 2 0,0 1 0,2 1 0,-4 4-144,20-11 37,0 1 0,0 0 0,1 1-1,1 0 1,0 1 0,0 1 0,2 0 0,-5 6-37,12-15 10,1-1 0,0 1 0,0 1-1,0-1 1,0 0 0,1 0 0,-1 1 0,1-1 0,0 1 0,0-1 0,1 1 0,-1-1 0,1 1 0,1 3-10,-1-5 3,1 1 0,0 0 0,1 0 0,-1-1 0,1 1 1,-1-1-1,1 1 0,0-1 0,0 0 0,1 0 0,-1 0 0,1 0 0,-1 0 0,1 0 0,0-1 1,0 1-1,0-1 0,0 0 0,3 1-3,11 7-10,-1-2 0,1 0 0,1-1 0,-1-1 0,1-1 0,1 0 0,-1-1-1,5-1 11,25 3-56,0-2 0,30-2 56,-45-2-43,0-3 0,0 0 1,1-2 42,-9-2-22,-25 7 22,1 0 0,-1 0 0,1 0 0,-1-1 0,1 1 0,-1 0 0,0 0 0,1 0 0,-1 0 0,1-1 0,-1 1 0,0 0 0,1 0 0,-1-1 0,0 1 0,1 0 0,-1-1 0,0 1 0,1 0 0,-1-1 0,0 1 0,0 0 0,0-1 0,1 1 0,-1-1 0,0 1 0,0 0 0,0-1 0,0 1 0,0-1 0,1 1 0,-1-1 0,0 1 0,0-1 0,0 1 0,0 0 0,-1-1 0,-1-1 0,-1 1 0,1 0 0,-1-1 0,0 1 0,1 0 0,-1 0 0,0 1 0,0-1 0,0 0 0,0 1 0,0 0 0,1 0 0,-1 0 0,0 0 0,-1 0 0,-57 4 0,57-3 0,-99 13 28,-79 24-28,72-13 251,-48 1-251,146-25 36,0 0 0,0 0 1,0-1-1,0-1 0,0 0 1,0 0-1,0-2 0,1 1 1,-6-3-37,8 2 50,0-1 0,0-1 0,1 1 0,-1-1 0,1-1 0,0 0 0,0 0 0,1 0 0,0-1 1,0 0-1,-4-6-50,-7-10 124,6 6-4,-2 1 0,-13-13-120,9 11 43,18 18-42,0 0 1,0 0-1,0 0 1,0-1-1,-1 1 1,1 0-1,0 0 1,0 0-1,0 0 1,0 0-1,0 0 1,0-1-1,0 1 1,0 0-1,0 0 1,-1 0-1,1 0 1,0 0-1,0 0 1,0 0-1,0 0 1,0 0-1,0 0 1,-1-1-1,1 1 1,0 0-1,0 0 1,0 0-1,0 0 1,-1 0-1,1 0 1,0 0-1,0 0 1,0 0-1,0 0 1,0 0-1,-1 0 1,1 1-1,0-1 1,0 0-1,0 0 1,0 0-1,0 0 1,-1 0-1,1 0 1,0 0-1,0 0 1,0 0-1,0 0 1,0 1-1,0-1 1,0 0-1,0 0 1,-1 0-1,1 0 1,0 0-1,0 1-1,-1 1 1,-1 0 1,1 1-1,0 0 0,0-1 0,0 1 0,0 0 0,0 0 1,0-1-1,1 1 0,-1 0 0,1 0 0,0 0 0,0 0 1,0 0-1,0 0 0,1-1 0,-1 1 0,1 0 1,0 0-1,0 0-1,23 68-4,-14-47 6,-4-6 19,46 138 286,-45-130-244,-1 0-1,-1 0 1,-1 0 0,-2 0 0,0 3-63,-2-22 24,0 0-1,-1 0 1,0 0-1,0-1 1,0 1-1,-1 0 1,0-1-1,0 1 1,0-1 0,-1 0-1,0 1 1,-1-1-1,-2 4-23,2-5 5,0-1 0,0 0 0,0 0 0,0-1 0,0 1 0,-1-1 0,0 0 0,0 0 0,0 0 0,0-1 0,0 0 0,0 0 0,0 0 0,-1 0 0,1-1 0,-5 0-5,-11 2-3,0-1 0,0-2 1,0 0-1,-1-1 0,1-1 0,0-1 1,0-1-1,1-1 0,-1-1 1,1 0-1,0-2 0,-17-9 3,20 9-409,0-2 0,0 0 0,1-1 0,0-1-1,1 0 1,-8-10 409,14 12-925,0 0 0,0-1-1,1 0 1,0 0 0,1-1-1,0 1 1,1-2 0,0 1-1,-1-6 926,-2-32-4219,5-6-21</inkml:trace>
  <inkml:trace contextRef="#ctx0" brushRef="#br0" timeOffset="8769.994">3571 3901 8609,'0'0'3727,"20"-18"-1,-20 18-128,0 0-2827,18 0-257,-18 0-514,0 0-771,10 30-1285,-10-30-1413,-16 22-258,16-22 129,-22 19-128</inkml:trace>
  <inkml:trace contextRef="#ctx0" brushRef="#br0" timeOffset="10052.809">2962 3842 4240,'-38'-63'8493,"-1"5"-3900,37 55-4058,2 3-21,0 0-21,2 5-86,11 43 4,-2 0 1,-2 1-1,-2 0 0,-1 23-411,-2-33 132,5 51 218,-5 0 0,-3 0 0,-7 38-350,3-108 205,-1 1 1,-1-1-1,0 0 1,-2 0 0,-8 17-206,9-30 235,-13 5-63,19-12-166,0 0 1,0 0-1,0 1 1,-1-1-1,1 0 1,0 0-1,-1 0 0,1 0 1,0 0-1,0 1 1,-1-1-1,1 0 1,0 0-1,-1 0 1,1 0-1,0 0 1,-1 0-1,1 0 1,0 0-1,0 0 1,-1 0-1,1 0 1,0 0-1,-1 0 1,1 0-1,0 0 1,-1-1-1,1 1 1,0 0-1,0 0 1,-1 0-1,1 0 1,0-1-7,-7-2 47,1-1-1,0 0 1,0 0 0,0-1 0,0 0 0,1 0-1,0 0 1,0 0 0,0-1 0,1 0 0,0 0-1,0 0 1,-1-3-47,-11-22 84,2-1-1,-5-14-83,-12-26 17,18 48-17,2 6 0,10 18 0,0-1 0,1 0 0,-1 1 0,0-1 0,1 1 0,-1 0 0,0-1 0,0 1 0,0-1 0,1 1 0,-1 0 0,0 0 0,0 0 0,0-1 0,0 1 0,0 0 0,1 0 0,-1 0 0,0 0 0,0 0 0,0 1 0,0-1 0,0 0 0,-5 5 0,1 0 0,0 0 0,0 1 0,0-1 0,1 1 0,0 0 0,0 1 0,-2 3 0,-5 9 0,-2 0 18,-1 1 1,-1-2-1,-1 0 0,-1-1 0,0 0 0,-14 9-18,19-17 37,0-1 0,-1 0 0,0-1 0,0-1-1,-1 0 1,1-1 0,-2 0 0,1-1 0,0 0-1,-1-1 1,-7 0-37,1-1 38,1-1 1,-1 0-1,0-1 0,1-2 0,-1 0 1,0-1-1,1-1 0,0-1 0,0-1 1,0 0-1,1-2 0,0 0 0,0-1 1,0-1-39,13 6 9,1 0 1,-1 0-1,1-1 1,0 1-1,0-1 1,0 0-1,1 0 1,0-1-1,0 1 1,0-1-1,1 0 1,0 0-1,0 0 1,0 0 0,1-1-1,0 1 1,-1-5-10,1 2 0,1 1 1,0-1-1,1 0 1,0 0-1,0 1 1,1-1-1,0 0 1,1 0-1,0 1 1,0-1 0,0 1-1,5-8 0,-4 8-11,0 0 0,1 0 0,1 0 0,-1 0 0,1 1 0,0 0 0,1 0 0,0 0 0,0 1 0,0 0 0,1 0 0,0 0 0,0 1 0,0 0 0,1 1 0,-1-1 0,1 1 0,0 1 0,1 0 0,-1 0 0,0 0 0,1 1 0,0 0 0,-1 1 0,1 0 0,0 1 0,5-1 11,-9 2-2,0-1 0,-1 1 0,1 0 0,0 0 0,0 0 0,-1 1 0,1 0 0,0-1 0,-1 2 0,0-1 0,1 0 0,-1 1 0,0 0 0,0 0 0,-1 0 0,1 1 0,-1-1 0,1 1 0,-1 0 0,0 0 0,0 0 0,-1 0 0,1 0 0,0 3 2,1 4-2,0 0 1,-1 0-1,0 1 0,-1-1 1,0 1-1,-1-1 1,0 1-1,-1 0 0,0-1 1,-1 1 1,-5 50 81,-11 52-81,8-73 44,3 0 0,1 1-1,2-1 1,2 1 0,2 13-44,0-46 26,0-1 0,1 1 0,0 0 0,0-1 1,1 0-1,0 1 0,0-1 0,1-1 0,0 1 0,0 0 1,1-1-1,0 0 0,5 6-26,-6-10 15,-1 1-1,1-1 1,0 0 0,0 0-1,0-1 1,0 1 0,0-1-1,1 0 1,-1 0 0,1 0-1,-1-1 1,1 1 0,0-1-1,0 0 1,-1-1-1,1 1 1,0-1 0,0 0-1,0 0 1,0 0 0,0-1-1,-1 0 1,1 0 0,0 0-1,2-1-14,0-1-18,0 1-1,-1-2 0,1 1 1,-1-1-1,1 0 0,-1 0 1,0-1-1,-1 1 0,1-1 1,-1-1-1,0 1 1,0-1-1,-1 0 0,1 0 1,-2 0-1,1-1 0,0 1 1,-1-1-1,0 0 0,-1 0 1,0 0-1,0 0 0,0 0 1,-1-1-1,0 0 19,0 2-15,0 0-1,-1 0 1,0 1 0,0-1-1,0 0 1,-1 0 0,1 0-1,-2 0 1,1 1-1,0-1 1,-1 0 0,0 1-1,-1 0 1,1-1 0,-1 1-1,0 0 1,0 0 0,-1 0-1,1 1 1,-1-1 0,0 1-1,0 0 1,-1 0 0,1 0-1,-1 1 1,0-1-1,0 1 1,0 1 0,0-1-1,-1 0 1,-4-1 15,-8 0 6,-1 0-1,1 0 1,-1 2 0,1 0 0,-1 1-1,0 1 1,0 1 0,1 1-1,-1 0 1,-17 5-6,-1 2 39,-1 2 1,1 1-1,1 2 0,-28 15-39,-39 30 118,56-31 43,-28 11-161,50-30 21,24-9-15,-1 1 0,1-1 0,-1 0 0,1 0 1,0 1-1,-1-1 0,1 0 0,-1 0 0,1-1 0,-1 1 0,1 0 0,0 0 1,-1-1-1,0 0-6,-4-1-1,1-1 0,0 0 0,0-1 0,1 1 0,-1-1 1,1 0-1,-1 0 0,1-1 0,1 1 0,-1-1 0,1 1 0,-1-1 0,1-1 1,1 1-1,-2-2 1,-7-19-58,0 0-1,-5-22 59,2 7-84,-8-21 89,-51-129 97,60 163-102,-5 7 0,16 20 0,1 0 0,-1 0 0,1 0 0,-1 0 0,1 0 0,-1 0 0,0 1 0,1-1 0,-1 1 0,0-1 0,1 1 1,-1 0-1,0 0 0,1 0 0,-1-1 0,0 2 0,0-1 0,1 0 0,-1 0 0,0 1 0,-2 0 0,1 0-1,-1 0 1,1 1 0,-1 0 0,1-1-1,0 1 1,0 1 0,0-1-1,-2 2 1,-8 9 3,1-1 0,0 2 0,1 0 0,-1 3-3,3-4 11,7-12-9,-53 80 66,49-72-63,2 0 0,-1 0-1,1 1 1,0-1-1,1 1 1,0 0 0,1 0-1,-1 4-4,3-11-13,0-1 1,-1 0-1,1 1 1,1-1-1,-1 0 0,0 1 1,0-1-1,1 0 1,0 0-1,-1 1 0,1-1 1,0 0-1,0 0 1,0 0-1,0 0 0,0 0 1,1 0-1,-1 0 1,1 0-1,-1-1 0,1 1 1,-1-1-1,1 1 1,0-1-1,0 1 0,0-1 1,0 0-1,0 0 1,0 0-1,0 0 0,0 0 1,1 0-1,1 0 13,10 2-182,-1 0 0,1-1-1,0-1 1,0 0 0,7-1 182,-3 1-236,46-4-2727,-48 1 947,-1 0 0,0-2 0,-1 0 0,1 0 0,7-4 2016,1-3-4026</inkml:trace>
  <inkml:trace contextRef="#ctx0" brushRef="#br0" timeOffset="10425.89">1109 4564 3084,'-6'2'2591,"0"-1"-1764,4-1-554,0 1 1,0-1 0,0 1-1,0-1 1,0 1-1,0-1 1,1 1 0,-1 0-1,0 0 1,0 0-1,1 0 1,-1 0 0,0 0-1,1 1 1,-1-1-1,0 2-273,-11 7 663,6-5-178,0 1 1,1 0 0,-1 0-1,1 0 1,0 1 0,1 0-1,0 0 1,0 0-1,-3 7-485,3 0 460,1 1-1,0 0 0,1 0 0,1 0 1,0 0-1,2 1 0,-1-1 0,2 0 1,2 15-460,5 31 1555,15 53-1555,-11-59 372,99 587 1449,-98-562-2207,9 25 386,-11-78-2820,-7-22 1849,-4-5 837,0 0 0,1 1 0,-1-1 0,0 0 0,0 0 0,1 0 0,-1 0 0,0 1 0,0-1 0,1 0 0,-1 0 0,0 0 0,0 0 0,1 0 0,-1 0 0,0 0 0,1 0 0,-1 0 0,0 0 0,0 0 0,1 0 0,-1 0 0,0 0 0,1 0 0,-1 0 0,0 0 0,0 0 0,1 0 0,-1 0 0,0 0 0,0 0 0,1-1 0,-1 1 0,0 0 0,0 0 0,1 0 0,-1-1 0,0 1 0,0 0 0,0 0 0,1 0 0,-1-1 0,0 1 0,0 0 134,9-9-1424,-9 8 1184,15-25-3700,2-17 63</inkml:trace>
  <inkml:trace contextRef="#ctx0" brushRef="#br0" timeOffset="11112.409">1968 3692 8866,'0'0'3491,"0"0"64,0 0-578,2 5-2099,-1 0-810,1 1-1,0-1 1,0 1-1,1-1 1,-1 0-1,1 0 1,0 0-1,1-1 1,-1 1-1,1-1 1,0 1-1,0-1 0,0 0 1,1-1-1,0 1-67,2 1 57,0-1 1,1 0-1,-1 0 0,1-1 0,0 0 0,0-1 0,1 1 0,-1-1 0,8 0-57,2 0 18,1-1 1,0-1-1,0-1 1,0 0-1,-1-2 1,1 0-1,-1-1 1,1 0-1,5-4-18,25-7 107,-26 12-64,-22 3-37,1 0 0,0 1 0,-1-1 1,1 0-1,-1 1 0,1-1 0,-1 1 0,1-1 0,-1 1 0,1 0 0,-1-1 1,1 1-1,-1 0 0,2 1-6,1 2-28,-1 1-1,1-1 1,-1 1 0,0 0 0,0 0 0,0 0 0,0 0 0,-1 1-1,0-1 1,0 0 0,-1 1 0,1 2 28,10 72-4239,-10-60 1770,0 48-4963,-4-33 3813</inkml:trace>
  <inkml:trace contextRef="#ctx0" brushRef="#br0" timeOffset="11657.205">1183 4528 2441,'0'0'2185,"0"0"-1,0 0-256,0 0-258,0 0-256,0 0-515,-24 4-256,24-4-258,-34 12-513,16-8-2057,6 14-513,-15-16-1,13 18-128</inkml:trace>
  <inkml:trace contextRef="#ctx0" brushRef="#br0" timeOffset="12641.045">4644 6144 3341,'7'-12'1649,"-5"8"179,1 0 1,-1 0-1,0 0 1,0-1-1,0 1 0,0-1 1,-1 0-1,1-3-1828,1 41 670,-1 0 0,-2 0 0,-1 0 0,-1 1 0,-4 12-670,-3 54 548,2 41-67,-16 271-1305,22-409 594,1 0 143,0-1 0,0 1 0,0-1 0,-1 1 0,1-1 1,-1 1-1,0-1 0,1 0 0,-1 1 0,-1 1 87,-15 18-6161,5-8 2328,12-13 3713,0-1 0,-1 0 0,1 0 1,0 1-1,0-1 0,0 0 0,-1 0 0,1 1 1,0-1-1,0 0 0,-1 0 0,1 0 0,0 0 1,0 1-1,-1-1 0,1 0 0,0 0 0,0 0 1,-1 0-1,1 0 0,0 0 0,-1 0 0,1 0 1,0 0-1,-1 0 0,1 0 0,0 0 0,0 0 1,-1 0-1,1 0 0,0 0 0,-1 0 120,-27-2-3748</inkml:trace>
  <inkml:trace contextRef="#ctx0" brushRef="#br0" timeOffset="13981.008">4246 6562 4112,'6'-1'2484,"60"-20"3491,-49 15-4690,0 0 0,0 1 0,2 0-1285,-17 4 69,-1 1 1,0 0-1,0-1 0,1 1 0,-1-1 0,0 1 0,0-1 0,1 0 0,-1 1 1,0-1-1,0 0 0,0 0 0,0 0 0,0 0 0,0 0 0,0 0 0,0 0 1,-1 0-1,1 0 0,0-1-69,0 0 202,3-2 526,-9 2-614,0-1 0,-1 1 0,1 0-1,-1 1 1,0-1 0,1 1 0,-1 0-1,0 0 1,0 1 0,0 0 0,0 0 0,1 0-1,-1 1 1,0 0 0,0 0 0,-4 1-114,-14 4 221,0 2-1,0 0 1,1 2 0,0 0 0,0 2 0,-1 1-221,10-4 95,-1 1 1,1 0-1,0 1 1,1 0-1,1 1 1,0 0-1,0 1 1,1 1-1,-1 3-95,9-13 23,0 1-1,0 0 1,0 0-1,1 0 0,0 0 1,0 0-1,0 1 1,1-1-1,0 1 1,0-1-1,0 1 1,1-1-1,-1 1 1,1-1-1,1 1 0,-1 0 1,1-1-1,0 1 1,1 3-23,0-3 21,1 0 1,0 0-1,0-1 1,0 1-1,1-1 1,0 1-1,0-1 1,0 0-1,0-1 1,1 1 0,0-1-1,0 0 1,0 0-1,0-1 1,1 1-1,5 2-21,17 6 37,2 0-1,-1-2 0,1-1 1,1-1-1,-1-2 1,1-1-1,0-1 0,1-2 1,-1-1-1,10-2-36,-13-1 43,-24 0 56,-17-1-82,-22-1-26,-97 6 202,0 7-1,-68 15-192,39-5-64,-62-3 64,171-13-985,38-1-845,0 0 1,0-2-1,0 0 1,0 0-1,0-1 1,0-1-1,-6-1 1830,-8-5-3876</inkml:trace>
  <inkml:trace contextRef="#ctx0" brushRef="#br0" timeOffset="14614.757">3000 7263 8866,'15'28'9585,"-9"-22"-8397,1-4 461,-4-2-1514,1-1 0,0 0 0,-1 0 0,1 0 0,-1 0 0,1 0 0,-1-1 0,1 0 0,-1 1 0,0-1 0,0-1 0,0 1 0,0 0 0,0-1 0,-1 1 0,1-1 0,-1 0 0,1 0 0,-1 0 0,0 0 0,0 0 0,-1-1 0,2-1-135,4-11 177,-1 0 1,-1 0-1,0-1 0,-1 0 1,-1 0-1,0-1-177,7-108 336,-6 53-194,1-10-138,8-69 92,-10 127-81,2 1-1,1 0 0,1 0 0,0 0 1,3-1-15,-9 21 0,1 0 0,0 0 0,0 0 0,0 0 1,1 1-1,-1-1 0,1 0 0,0 1 1,0 0-1,0 0 0,0 0 0,1 0 1,-1 0-1,1 1 0,-1-1 0,1 1 0,0 0 1,0 0-1,0 0 0,1 1 0,-1 0 1,0-1-1,4 1 0,0 0-3,1 1 1,-1 0 0,1 1-1,-1 0 1,1 0-1,-1 1 1,0 0-1,0 0 1,1 1 0,-1 0-1,6 4 3,15 6-12,0 2 1,-1 1-1,-1 2 0,0 0 0,11 12 12,-26-20-7,-1 0 0,-1 0 0,0 1 0,0 1 0,-1 0 0,0 0 0,-1 0 0,-1 1 0,0 1 0,-1-1 0,0 1 0,-1 0 0,0 0 7,-4-9-2,0 0-1,0 0 0,0 0 1,-1-1-1,0 1 0,0 0 1,0 0-1,0 0 0,-1 0 1,0 0-1,0-1 0,0 1 1,-1 0-1,1-1 0,-1 1 1,0-1-1,-1 1 3,-1 1 4,0 0-1,0-1 1,0 0-1,-1 0 1,0 0-1,0 0 0,0-1 1,-1 0-1,0 0 1,0 0-1,-2 0-3,-12 6 4,-1-2 0,1 0 0,-2-2 1,1 0-1,-1-1 0,0-1 0,-3-1-4,-30 3-153,-1-2 0,1-3 0,-1-3 0,1-1 0,0-3 0,0-3 0,-9-4 153,47 9-605,-1-2 0,1 1 0,1-2 0,-14-7 605,25 11-691,-1-1 1,1 0-1,0 0 1,0 0 0,0-1-1,0 0 1,1 0-1,0 0 1,0 0 0,0-1-1,1 0 1,0 1-1,0-1 1,0 0-1,1-1 1,0 1 0,0 0-1,0-1 1,1 1-1,0-1 1,0-1 690,-1-38-3855</inkml:trace>
  <inkml:trace contextRef="#ctx0" brushRef="#br0" timeOffset="14958.052">3260 5902 5782,'8'-28'2716,"-6"22"-1894,0 0 1,0 0 0,-1 0 0,1 0 0,-2 0 0,1 0 0,0 0-1,-1-1 1,0 1 0,-1-1-823,1 4 1328,1 21 410,1-7-1399,-6 191 2420,5-121-3505,9 41 746,-7-82-4076,0 37 4076,-4-51-3488,-1 0-1,-1 0 1,-5 17 3488,-2-9-3620</inkml:trace>
  <inkml:trace contextRef="#ctx0" brushRef="#br0" timeOffset="15443.3">2942 6827 6296,'-4'5'3106,"2"-3"-2664,0 1 0,-1-1 0,1 0 1,-1 0-1,1 0 0,-1 0 0,0 0 1,1 0-1,-3 0-442,-43 10 4886,46-11-4775,-1 0 73,-1 0 0,1 0 0,0-1 1,-1 1-1,1-1 0,-1 0 0,1 0 0,0 0 1,-1 0-1,1 0 0,-1-1 0,1 0 1,0 1-1,-1-1 0,1 0 0,0-1 1,0 1-1,-1-1-184,2 0 86,-2-1-22,0 1-1,1-1 0,0 0 1,-1-1-1,1 1 0,0-1 0,1 1 1,-1-1-1,1 0 0,-1 0 0,1 0 1,0 0-1,1-1 0,-1 1 1,1 0-1,0-1 0,0 1 0,0-1 1,1 1-1,-1-1 0,1 1 0,0-1 1,1-4-64,1-15 21,-2 22-21,1 1 0,-1 0 0,1 0 0,-1-1 0,1 1 0,-1 0 0,1 0 0,0 0 0,0 0 0,0 0 0,-1 0 0,1 0 0,0 0 0,1-1 0,-1 2 0,0-1 0,0 0 0,0 1 0,0-1 0,0 1 0,0 0 0,0-1 0,0 1 0,0 0 0,1-1 0,-1 1 0,0 0 0,0 0 0,0 0 0,0 0 0,0 0 0,1 0 0,4 2 4,0 0-1,0 0 1,0 0-1,0 1 0,0 0 1,0 0-1,-1 0 1,0 1-1,1 0 1,-1 0-1,0 0 1,-1 1-1,1-1 1,-1 1-1,0 0 1,0 0-1,1 4-3,4 4 13,-2 0 0,0 0 0,0 0 0,-1 1 0,-1 0 0,0 0 0,0 5-13,-2-7 68,-1 0-1,0 0 1,-1 1-1,0-1 1,-1 0-1,-1 1 1,0-1 0,0 0-1,-1 1 1,-2 3-68,3-11 15,-1 1 0,0 0 0,-1-1 0,1 1 0,-1-1 0,0 0 0,0 0 0,-1 0 0,0 0 0,1 0 0,-2-1 0,1 0 0,0 0 0,-1 0 0,0 0 0,0-1 0,0 1 0,0-2 0,0 1 1,-1 0-1,1-1 0,-3 1-15,-4 0-258,0 0 0,0 0 1,0-1-1,0-1 0,0 0 0,-9-1 258,4 0-1614,1-2-1,-1 0 0,1-1 0,0-1 0,0 0 1,1-1-1,-14-6 1615,-15-10-3855</inkml:trace>
  <inkml:trace contextRef="#ctx0" brushRef="#br0" timeOffset="16253.062">2309 6637 6039,'-17'-47'9062,"3"-20"-4678,1-2-1810,8 58-1705,0 17-488,-5 37-371,-1 1 186,8-34-108,-1 1-1,-1 0 1,1-1 0,-2 0-1,0 0 1,0-1-1,0 1 1,-1-1 0,-1-1-1,0 1 1,0-1-1,0-1 1,-1 0 0,0 0-1,0 0 1,-1-1 0,0 0-1,0-1 1,-1-1-1,1 1 1,-1-1 0,-9 1-88,24-7 107,1 0-106,0 0 1,0 0-1,0 1 1,0 0-1,0 0 1,0 0 0,0 0-1,0 1 1,0 0-1,0 0 1,1 0-1,-1 1 1,4 1-2,1 0 0,-1 0 1,0 1-1,0 1 1,0-1-1,0 1 1,-1 1-1,8 4 0,-7-3 0,0 0 0,-1 1 0,0 0-1,0 0 1,0 1 0,-1 0 0,0 0 0,-1 1 0,0-1 0,0 2 0,-1-1-1,0 0 1,0 1 0,2 9 0,-5-12 0,0 0 1,-1 1-1,0-1 1,0 0-1,-1 1 0,0-1 1,0 0-1,-1 1 1,0-1-1,0 0 0,0 0 1,-1 1-1,0-1 0,-1 0 1,-2 4-1,0-2 11,0-1 1,0 0-1,-1 0 1,0-1-1,0 1 0,-1-1 1,0 0-1,0-1 1,-1 0-1,-8 5-11,-5 2 20,-1-1 0,-1-1-1,0-2 1,0 0 0,-1-1 0,0-1 0,-1-2 0,-19 3-20,20-5 49,0-1 0,0-1 0,0-1 0,0-1 0,0-1 0,0-1 0,0-1 0,1-1 0,0-2 0,-22-8-49,31 10 29,1-1-1,0-1 1,0 0 0,1-1-1,0 0 1,0-1 0,1 0-1,0-1 1,0 0 0,1-1-1,1 0 1,0 0 0,0-1-1,1-1 1,1 1 0,0-1-1,1 0 1,-3-8-29,2 1 30,2 0 1,0 0-1,0-1 0,2 0 1,1 1-1,1-1 0,0 0 1,2-8-31,0 14-81,0 0 0,2 1 0,0-1 0,0 1 0,1-1 0,1 1 0,1 0 1,0 1-1,0-1 0,1 1 0,1 0 0,1 0 81,1 1-1256,1 1-1,0 0 1,0 1 0,1 0-1,8-4 1257,7-7-4405,-1-1 379,5 1-65</inkml:trace>
  <inkml:trace contextRef="#ctx0" brushRef="#br0" timeOffset="16604.917">1952 6205 9123,'24'-17'3855,"-2"-1"0,0 4 0,-16-8-2313,18 20-257,-24 2-642,19-9-386,-19 9-257,0 0-514,12 25-771,-12-25-1671,-10 34-899,10-13 0,-4 7 0,2 2 0</inkml:trace>
  <inkml:trace contextRef="#ctx0" brushRef="#br0" timeOffset="16949.072">2127 7494 11308,'-18'17'3855,"-10"-7"-129,-11-6 129,-3 2-3469,-6-2-386,5-4-386,5 10-1670,-6-8-1542,-1-6-257,7 2 0,4-4 0</inkml:trace>
  <inkml:trace contextRef="#ctx0" brushRef="#br0" timeOffset="17522.351">4472 8383 8866,'0'0'3834,"0"0"-86,0 4-386,0-1-3141,0 0 0,0 0 0,0 0-1,1 0 1,0 0 0,-1-1 0,1 1 0,0 0 0,0 0 0,1 0-1,-1-1 1,1 2-221,7 14 605,-1 8-378,-1 0-1,-2 0 0,0 1 1,-2 0-1,-1 0 0,-1 0 1,-1 3-227,-4 57 1047,-10 45-1047,13-123 3,-10 72-410,-4-1 0,-17 51 407,7-34-1180,16-58-1245,-1-2 0,-2 1 0,-2-1 0,-3 4 2425,-8-2-3983,-1-12-1</inkml:trace>
  <inkml:trace contextRef="#ctx0" brushRef="#br0" timeOffset="18922.502">3936 8176 6553,'-1'-52'4507,"0"40"-3406,0 0-1,1 0 1,1 0 0,0-2-1101,11-128 4690,-11 138-4412,-3 23 108,-1 123 200,2-57-237,-3-1 1,-6 15-350,2-45 234,-3 0 1,-2-1 0,-2-1-1,-6 11-234,13-42 90,-1-1 0,-1 0 0,-1 0 0,0-1 0,-2-1 0,0 0-1,0-1 1,-2 0 0,0-1 0,-1 0 0,-14 9-90,7-11 129,2-6-1,20-8-120,0 0 0,0 1 0,0-1 0,-1 0 0,1 0 0,0 0 0,0 0 0,0 0 0,0 0 0,0 0 0,0 0 1,0 0-1,0-1 0,-1 1 0,1 0 0,0-1-8,1 1 3,-1-1 0,1 1 0,0-1 1,0 1-1,0 0 0,-1-1 0,1 1 1,0-1-1,0 1 0,0-1 0,0 1 1,0-1-1,0 1 0,0-1 0,0 1 1,0-1-1,0 1 0,0-1 0,0 1 1,0 0-1,0-1 0,0 1 0,1-1 0,-1 1 1,0-1-1,0 1 0,0-1 0,1 1 1,-1 0-1,0-1 0,1 1 0,-1 0 1,1-1-4,2-2-3,1 0 1,-1 1 0,1 0-1,0-1 1,0 2-1,0-1 1,0 0 0,0 1-1,1-1 1,-1 1 0,0 0-1,1 1 1,-1-1 0,1 1-1,3 0 3,73 1-71,-79 0 71,20 0 18,0 2 1,-1 0-1,0 2 0,0 0 1,0 1-1,-1 1 1,0 1-1,0 1 1,5 3-19,-19-8 6,0-1 1,0 1 0,0 0 0,-1 1 0,1-1 0,-1 1-1,0 0 1,0 1 0,0-1 0,-1 1 0,0 0 0,0 0-1,-1 0 1,0 1 0,0-1 0,0 1 0,0-1 0,-1 1-1,-1 0 1,1 0 0,-1 0 0,0 0 0,0 0 0,-1 1-1,0-1 1,-1 0 0,1 0 0,-1 0 0,-1 2-7,1-1 32,-1-1 1,0 0 0,0 0 0,-1 0-1,0 0 1,0 0 0,-1 0 0,0-1-1,0 1 1,0-1 0,-1 0 0,0-1-1,0 1 1,0-1 0,-1 0-1,-3 3-32,0-3 58,0 1 0,0-1-1,-1-1 1,0 0-1,1 0 1,-1-1-1,0 0 1,-1-1-1,1 0 1,0 0-1,-3-1-57,-8 0 94,0-1-1,0-1 1,0 0-1,0-2 1,0 0-1,0-2 0,1 0 1,0-1-1,0-1 1,1-1-1,-12-7-93,8 1 63,1-1-1,0 0 1,1-2-1,0-1 0,2 0 1,0-2-1,1 0 1,1-1-1,1-1 1,1 0-1,1-1 1,-1-3-63,15 26-1,0 0 0,0 0 0,0 0 0,0 0 0,0-1 0,0 1 0,0 0 0,0 0 0,0 0 1,0 0-1,0 0 0,0 0 0,0 0 0,0 0 0,0 0 0,0-1 0,0 1 0,-1 0 0,1 0 0,0 0 0,0 0 1,0 0-1,0 0 0,0 0 0,0 0 0,0 0 0,0 0 0,0 0 0,-1 0 0,1 0 0,0 0 0,0 0 0,0 0 1,0 0-1,0 0 0,0 0 0,0 0 0,0 0 0,-1 0 0,1 0 0,0 0 0,0 0 0,0 0 0,0 0 0,0 0 1,0 0-1,0 0 0,0 0 0,0 0 0,-1 0 0,1 0 0,0 0 0,0 0 0,0 1 0,0-1 0,0 0 0,0 0 1,0 0-1,0 0 0,0 0 0,0 0 0,0 0 0,0 0 0,0 0 0,0 0 0,0 1 0,0-1 0,0 0 0,0 0 0,0 0 1,-6 7-20,1 1-1,0 0 0,1 0 0,0 0 0,0 0 0,1 1 0,-2 5 21,-19 41-25,19-47 25,0-1-1,0 1 1,-1-1 0,0 0-1,-1 0 1,1-1-1,-1 0 1,0 0-1,-1 0 1,0-1 0,0 0-1,0-1 1,-8 4 0,10-6 1,1 0 0,-1 0 0,0-1 1,0 0-1,0 0 0,0 0 0,1-1 1,-1 0-1,0 0 0,0-1 0,0 1 0,0-1 1,0 0-1,0-1 0,1 0 0,-1 0 0,1 0 1,-1 0-1,1-1 0,0 0 0,0 0 1,0 0-2,-8-7 6,1 0 1,1-1-1,0 0 1,0-1-1,1 0 1,1 0-1,0-1 1,1-1-1,-3-5-6,-6-14 31,1-1-1,2-1 1,-3-14-31,-5-27 21,4-2 0,3 0 1,3-1-1,4 0 1,3-1-1,4-18-21,4 52 128,-21 93-20,4 53-108,5 1 0,5 0 0,4 0 0,7 49 0,1-34 21,-6 94-21,-5-168-3,-1 0-1,-1-1 0,-3 1 1,-2-1-1,-1 0 1,-12 27 3,16-52 2,0-1 1,-1 1-1,-1-1 1,0-1 0,-1 0-1,0 0 1,-1-1-1,-1 0 1,-13 10-3,21-19 8,0 0 0,-1-1-1,0 0 1,0 1 0,0-2 0,0 1 0,0-1-1,0 1 1,-1-1 0,1-1 0,-1 1-1,1-1 1,-1 0 0,0 0 0,1-1 0,-1 0-1,0 0 1,0 0 0,1 0 0,-1-1 0,0 0-1,1 0 1,-1-1 0,1 0 0,-1 0-1,1 0 1,0 0 0,0-1 0,0 0 0,-5-3-8,-1-3 2,0 0 0,1-1 0,0-1-1,1 1 1,0-1 0,1-1 0,0 0 0,0 0 0,1 0 0,1-1 0,0 0 0,1 0 0,0-1 0,-1-10-2,0 0-83,1-1-1,1 0 1,1 0-1,1 0 1,1 0-1,1 0 1,4-24 83,0 20-996,1 0-1,2 0 1,0 0 0,7-13 996,-9 29-1141,0 1-1,1 0 1,1 0 0,0 1-1,0 0 1,1 0 0,0 0-1,1 1 1,0 1-1,10-9 1142,18-11-4476</inkml:trace>
  <inkml:trace contextRef="#ctx0" brushRef="#br0" timeOffset="19289.373">3688 9693 10537,'0'0'2570,"4"32"-2313,-4-32-129,-8 20-3854,8-20-129</inkml:trace>
  <inkml:trace contextRef="#ctx0" brushRef="#br0" timeOffset="19631.943">3289 9936 10537,'-39'10'3855,"-7"-10"0,1 6-257,-3-16-4498,8 8-2698,1 0-128,-3-2-1,8-6-256</inkml:trace>
  <inkml:trace contextRef="#ctx0" brushRef="#br0" timeOffset="20287.754">1177 8774 11308,'0'1'372,"-1"0"1,1 0 0,0 0-1,0 0 1,-1 0 0,1 0-1,-1 0 1,1-1 0,-1 1-1,1 0 1,-1 0 0,1 0-1,-1 0 1,0-1-1,1 1 1,-1 0 0,0-1-1,0 1 1,1-1 0,-1 1-1,0-1 1,0 1 0,0-1-1,0 1 1,0-1 0,0 0-1,0 1-372,0-1 211,-1-1 0,0 1 0,1 0 0,-1 0 1,1-1-1,-1 1 0,1-1 0,-1 0 0,1 1 0,0-1 0,-1 0 0,1 0 0,0 0 0,-1 0 0,1 0 0,0 0-211,-5-4 114,1-1 0,0 1 0,0-1 0,0-1-1,1 1 1,0 0 0,0-1 0,0-1-114,-3-9 89,1 0 0,1 0 1,0 0-1,1-1 1,1 0-1,1 0 0,0 0 1,2-10-90,0 14 9,0 1 0,2-1 0,-1 1 0,2-1 0,0 1 0,0 0 0,1 0 0,1 0 0,0 0 0,1 1 0,6-9-9,-10 17 0,0 1 0,1-1 1,-1 1-1,1 0 0,0 0 0,0 0 1,0 0-1,1 0 0,-1 1 1,1-1-1,-1 1 0,1 0 1,0 0-1,0 1 0,0-1 1,0 1-1,0 0 0,0 0 1,0 0-1,0 0 0,0 1 0,1 0 1,-1 0-1,0 0 0,0 0 1,1 0-1,-1 1 0,0 0 1,0 0-1,1 1 0,3 0-7,-1 1-1,0 0 1,0 0 0,0 1 0,-1 0-1,1 0 1,-1 0 0,0 1-1,0 0 1,0 1 0,-1-1 0,0 1-1,0 0 1,0 0 0,-1 0 0,1 2 7,5 12-3,-1 0 0,-1 1 0,0 0 1,-2 0-1,-1 1 0,0-1 1,-2 1-1,0 0 0,-2 1 1,0 14 2,-2-1 1,-2-1 0,-1 0-1,-2 0 1,-1 0 0,-2-1 0,-5 12-1,-1-5-1,-2 0 0,-2-1 0,-1-1 1,-3-1-1,0-1 0,-11 10 1,12-19 3,-1 0 0,-2-2 1,0-1-1,-2-1 0,0-1 1,-2-2-1,0-1 1,-2 0-4,-2-4 63,16-7 60,48-7-74,-22-3-47,188-5-966,-72 11-2871,61 5-8587,-147-9 8182</inkml:trace>
  <inkml:trace contextRef="#ctx0" brushRef="#br0" timeOffset="21423.865">1510 9869 5911,'-5'2'3384,"-39"13"3547,-6-6-3427,-54-1-1675,61-6-1158,-40 2-301,0-5 1,0-3-1,0-4 0,0-3 0,1-4 0,1-4 1,-11-6-371,70 18 129,0-1 1,1 0-1,0-2 1,0 0-1,1-1 1,-9-7-130,21 11 66,-1 1 1,1-1 0,1-1-1,-1 1 1,1-1 0,1-1-1,-1 1 1,1-1 0,1 0 0,0 0-1,0-1 1,1 0 0,0 1-1,0-2 1,1-1-67,-5-21 146,3-1 0,0 0 0,2-1-1,2 1 1,1-5-146,14-176 247,-10 176-216,19-158 60,29-98-91,63-190 59,-108 459-50,1 1 0,0 0 1,2 0-1,9-16-9,-14 33 5,0 0 0,0 0 0,1 0 0,0 0 0,0 1 0,1 0 0,0 1 0,0-1 0,0 1 0,1 0 0,0 1 0,0 0 0,1 0 0,5-1-5,10-4 15,1 2 0,0 1 0,0 1 0,23-2-15,107-6 96,-94 10-102,47-3-30,1 4 0,0 4 0,72 13 36,-172-13-2,1 0 0,0 1-1,-1 0 1,1 1-1,-1 0 1,1 1-1,-1 0 1,0 0 0,-1 1-1,1 0 1,0 2 2,-3-3 0,-1 1 0,0 1 1,0-1-1,0 1 0,-1 0 1,1 0-1,-1 0 1,-1 1-1,1-1 0,-1 1 1,-1 0-1,1 0 0,-1 0 1,0 0-1,0 1 0,18 94 35,-4 0 0,0 65-35,-4 210 37,-29 200-212,3-243 115,13-326 60,1 0 0,-1 0 0,0-1 0,0 1 0,-1 0 0,0-1 0,-1 1 0,-2 6 0,3-10 0,0-1 0,0 0 0,0 0 0,0 0 0,-1 0 0,1-1 0,-1 1 0,0 0 0,0-1 0,1 0 0,-1 0 0,-1 0 0,1 0 0,0 0 0,0-1 0,-1 1 0,1-1 0,-1 0 0,1 0 0,-1 0 0,-23 3-1054,0-1 0,-1-1 0,1-1 0,-26-3 1054,47 1-239,-49-4-6272,1-3 1,-51-15 6510,23 4-4498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9:33.102"/>
    </inkml:context>
    <inkml:brush xml:id="br0">
      <inkml:brushProperty name="width" value="0.1" units="cm"/>
      <inkml:brushProperty name="height" value="0.1" units="cm"/>
      <inkml:brushProperty name="color" value="#E71224"/>
    </inkml:brush>
  </inkml:definitions>
  <inkml:trace contextRef="#ctx0" brushRef="#br0">9244 1102 7196,'0'1'284,"1"0"0,-1-1-1,1 1 1,-1-1 0,0 1 0,1 0 0,-1 0 0,0-1 0,0 1 0,1 0-1,-1 0 1,0-1 0,0 1 0,0 0 0,0 0 0,0-1 0,0 1-1,0 0 1,0 0 0,0-1 0,0 1 0,-1 0 0,1 0 0,0-1-1,0 1 1,-1 0 0,1-1 0,0 1 0,-1 0 0,1-1 0,-1 1 0,1 0-1,-1-1 1,1 1 0,-1-1-284,-12 5 1137,-10-3-556,0 0 0,0-1 0,0-2 0,0 0 0,0-1 0,1-2 0,-1 0-1,-19-7-580,37 10 20,1 0 0,0-1 0,0 0 0,0 0 0,0 0 0,0 0 0,0-1 0,0 1-1,1-1 1,-1 0 0,1 0 0,0 0 0,0-1 0,-1-1-20,3 5 0,1 0 0,0 0 0,0 0 0,0-1 0,0 1 0,0 0 0,0 0 0,0 0 0,-1 0 0,1-1 0,0 1 0,0 0 0,0 0 0,0 0 0,0 0 0,0-1 0,0 1 0,0 0 0,0 0 0,0 0 0,0-1 0,0 1 0,0 0 0,0 0 0,0 0 0,0 0 0,0-1 0,0 1 0,0 0 0,0 0 0,0 0 0,1 0 0,-1-1 0,0 1 0,0 0 0,0 0 0,0 0 0,0 0 0,0 0 0,1-1 0,-1 1 0,0 0 0,0 0 0,0 0 0,0 0 0,1 0 0,4-5-45,0 1 1,0 0-1,1 0 0,0 0 1,0 1-1,0-1 0,0 1 1,1 1-1,-1-1 0,1 1 1,-1 1-1,1-1 0,0 1 1,0 0-1,0 1 0,-1-1 1,7 2 44,1-2 46,0 2 1,0 0 0,0 1 0,0 0-1,0 1 1,0 1 0,-1 0-1,10 5-46,-21-9 5,0 1 0,0 0 0,1 0 0,-1 0 0,0 0 0,0 1 0,0-1 0,0 0 0,0 1 0,-1-1 0,1 1 0,0 0 0,-1 0 0,1 0 0,-1 0 0,1 0 0,-1 0 0,0 0 0,0 0-1,0 0 1,0 0 0,-1 1 0,1-1 0,0 0 0,-1 1 0,0-1 0,1 0 0,-1 1 0,0-1 0,0 1 0,0-1 0,-1 0 0,1 1 0,-1-1 0,1 0 0,-1 1 0,0-1 0,1 0 0,-1 0 0,-1 1-5,-2 6 18,-1-1 0,-1 0 1,0 0-1,0 0 1,0-1-1,-1 0 1,0 0-1,0 0 0,-6 3-18,-18 12 15,-1-1 0,0-2 0,-1-1-1,-17 5-14,-25 8-166,-43 9 166,30-19-1025,44-12-113,26-4 265,8-2-46,1 0-1,-1-1 1,0 0 0,1-1-1,-1 0 1,0-1-1,0 0 1,0 0 0,0-1-1,0 0 1,-8-2 919,-20-11-4155,7-5-64</inkml:trace>
  <inkml:trace contextRef="#ctx0" brushRef="#br0" timeOffset="357.131">8323 1108 7453,'0'0'3812,"3"4"279,6 10-643,-9-13-3373,0 0 1,0 0 0,0 0 0,0 0 0,0 0 0,0 0 0,0-1 0,0 1 0,-1 0 0,1 0-1,0 0 1,-1 0 0,1 0 0,0-1 0,-1 1 0,1 0 0,-1 0 0,1-1 0,-1 1 0,0 0-1,1-1 1,-1 1 0,1-1 0,-1 1 0,0 0 0,0-1 0,0 1-76,1-1 156,-23 18 836,0 0 0,-1-2-1,-17 9-991,6-6 76,0-2-1,-1-2 1,0-1-1,-14 2-75,42-15-631,0 0 0,0 0 1,-1-1-1,1 1 0,0-2 0,0 1 0,0-1 1,-7-2 630,12 3-351,3 0 235,0 0 0,-1 0-1,1 0 1,0 0 0,0 0 0,-1-1-1,1 1 1,0 0 0,-1 0 0,1 0-1,0 0 1,-1 0 0,1 0 0,0 0-1,0-1 1,-1 1 0,1 0 0,0 0-1,-1 0 1,1-1 0,0 1-1,0 0 1,0 0 0,-1-1 0,1 1-1,0 0 1,0 0 0,0-1 0,0 1-1,0 0 1,-1-1 0,1 1 0,0 0-1,0-1 1,0 1 116,-1-4-654,-1 0 0,1 0 0,0 0 0,0 1 0,1-2 0,-1 1 0,1 0 0,0 0 0,0 0 0,0 0 0,0 0 0,1 0 0,0-2 654,7-23-4262</inkml:trace>
  <inkml:trace contextRef="#ctx0" brushRef="#br0" timeOffset="719.146">8335 615 2570,'-4'-20'3598,"4"20"128,0 0 129,-6-29-2313,6 29 0,0 0-128,0 0-386,0 0-257,0 0-386,0 0-128,8 17-128,-8-17-386,0 0-386,0 28-1798,0-28-1543,0 0 1,-12 20-1,12-20 1</inkml:trace>
  <inkml:trace contextRef="#ctx0" brushRef="#br0" timeOffset="1080.139">7744 390 4369,'0'0'3726,"2"3"44,12 23 1263,-13-23-4889,-1-1 0,1 1 0,-1 0 0,0 0 0,0-1 0,0 1 0,0 0 0,0 0 0,-1 2-144,-1 44 1659,7-1-621,10 133 1044,-15-143-2208,0-1 0,-3 1-1,-6 34 127,8-66-393,-1 1 0,0-1 0,0 0 0,0 0 0,-1-1 0,0 1 0,0-1-1,-3 4 394,4-6-484,1-1 0,-1 0-1,0 0 1,1 0 0,-1 0-1,0 0 1,-1 0 0,1-1-1,0 1 1,0-1 0,-1 0-1,1 1 1,-1-1 0,1 0-1,-1 0 1,1 0 0,-1-1-1,1 1 1,-1-1 0,0 1-1,0-1 1,1 0 0,-1 0 484,-24-6-4327</inkml:trace>
  <inkml:trace contextRef="#ctx0" brushRef="#br0" timeOffset="1518.129">7409 866 6553,'-2'5'1295,"0"1"0,0-1 0,-1 0 0,0 1-1,0-1 1,0 0 0,0-1 0,-1 2-1295,-16 11 4160,-2-9-3901,5-6 393,-2-1 228,0 0 1,-18-2-881,31 1 52,-1-1 0,1-1 0,0 1 0,0-1 0,0 0 0,0 0 0,0-1 1,0 0-1,0 0 0,-1-1-52,-6-6 0,1-1 0,0 0 0,0-1 0,-5-9 0,16 20-1,0 1 0,0-1 0,0-1 0,1 1 0,-1 0 0,0 0 0,1 0 0,-1 0 0,1 0 0,-1-1 0,1 1 0,-1 0 0,1-1 0,0 1 0,0 0 0,0 0 1,0-1-1,0 1 0,0 0 0,0-1 0,0 1 0,0-1 1,1-1-1,-1 2-1,0 1 0,0-1-1,0 1 1,-1 0 0,1-1 0,0 1-1,0 0 1,0-1 0,0 1-1,1 0 1,-1-1 0,0 1-1,0-1 1,0 1 0,0 0 0,0-1-1,0 1 1,0 0 0,1-1-1,-1 1 1,0 0 0,0 0 0,0-1-1,1 1 1,-1 0 0,0 0-1,1-1 1,-1 1 2,21-20-21,-15 17 8,0-1-1,0 1 1,0 0 0,1 1 0,-1-1 0,1 1 0,-1 1 0,1-1 0,0 1 0,0 0 0,0 1 0,0 0 0,0 0 0,0 0 0,-1 1 0,1 0-1,0 0 1,0 0 0,0 1 0,-1 1 0,1-1 0,-1 1 0,0 0 0,0 0 0,3 2 13,-2-1 25,0 1-1,-1-1 1,1 1 0,-1 0 0,0 1-1,0-1 1,-1 1 0,0 1 0,0-1-1,0 0 1,-1 1 0,0 0-1,0 0 1,-1 1 0,0-1 0,0 1-1,-1-1 1,0 1 0,0 0 0,-1 0-1,1 6-24,-2-4 53,-1-1 0,0 0 0,0 0 0,-1 0 0,0 0 0,0 0-1,-1 0 1,0 0 0,-1 0 0,0-1 0,0 0 0,-1 0 0,0 0-1,0 0 1,-1-1 0,0 0 0,-1 0 0,1-1 0,-1 1 0,-2 0-53,-2 1-24,-1 0 0,0 0 1,0-1-1,-1 0 0,1-1 1,-2-1-1,1 0 0,-1-1 1,1 0-1,-1-1 0,0 0 1,0-1-1,-2-1 24,-18 1-542,9 1-1705,1-2 1,-1-1-1,-19-2 2247,0-5-8845,-30-10 8845,13 2-4476</inkml:trace>
  <inkml:trace contextRef="#ctx0" brushRef="#br0" timeOffset="3053.847">6151 1102 9380,'0'0'4262,"5"3"21,13 7-749,-17-9-3449,0-1-1,0 0 0,-1 1 0,1-1 1,0 0-1,0 0 0,0 0 1,-1 0-1,1 0 0,0 0 1,0 0-1,0 0 0,0 0 1,-1-1-1,1 1 0,0 0 1,0 0-1,0-1 0,-1 1 1,1 0-1,0-1 0,0 1 1,-1-1-1,1 1 0,0-1 1,-1 1-1,1-1 0,-1 0 1,1 1-1,-1-1 0,1 0 1,0 0-85,2-4 49,-1 0 0,1 0 0,-1 0 0,0-1 0,0 1 1,0-1-1,-1 1 0,0-1 0,0 0 0,0 1 0,-1-1 1,0 0-1,0 0 0,-1 1 0,1-1 0,-1 0 0,0 1 1,-1-1-50,0-8 14,1 11-27,-7-55-120,-4 0 1,-3-5 132,15 63-2,0 0 0,0 0 0,-1 0 1,1 0-1,0 0 0,0-1 0,0 1 1,0 0-1,0 0 0,0 0 0,0 0 1,0-1-1,0 1 0,0 0 0,0 0 1,0 0-1,0 0 0,0-1 0,0 1 1,0 0-1,0 0 0,0 0 0,1 0 1,-1-1-1,0 1 0,0 0 1,0 0-1,0 0 0,0 0 0,0 0 1,0 0-1,0-1 0,1 1 0,-1 0 1,0 0-1,0 0 0,0 0 0,0 0 1,0 0-1,1 0 0,-1 0 0,0 0 1,0 0-1,0 0 0,0 0 0,0 0 1,1-1-1,-1 1 0,0 0 2,6-1-21,0-1-1,-1 1 1,1 0-1,0 0 1,0 1 0,0 0-1,0 0 1,0 0-1,0 1 1,0-1 0,0 2-1,0-1 1,5 2 21,22 8-128,0 0 0,-1 3 128,6 0-130,-26-9 102,0 0 0,0 1 0,0 0 0,0 1 0,-1 0 0,0 1 0,-1 0 0,1 1 0,-2 0 0,1 0 0,-1 1 0,-1 1 0,6 8 28,-13-17 1,0 1 0,0-1 0,0 0 0,-1 1 0,1-1 0,-1 1 0,1-1 0,-1 1 0,0-1 0,0 1 0,0-1 0,-1 1 0,1-1 0,-1 1 0,1-1 0,-1 0 0,0 1 0,0-1 0,0 0 0,0 1 0,-1 0-1,-6 3 150,-48 13-69,-1-3-1,0-2 0,-55 5-80,9-6 209,-92-3-209,161-10 84,-1-1 1,1-2-1,0-1 0,-13-5-84,32 6 37,0-1 0,0-1 0,0 0 0,1-1 0,0 0 0,0-1 0,0-1 0,1 0 0,0-1 0,-5-6-37,16 14 2,0 0 0,1-1 1,-1 0-1,0 1 0,1-1 0,0 0 1,-1 1-1,1-1 0,0 0 0,0 0 1,0-2-3,-2-1-4,0-4-81,0-5-22,-16 27 64,3-3 79,-1 1 0,0-2 0,-1 0 0,0-2 0,0 0 0,0 0 0,-1-2 0,0 0 0,0-1 0,0-1 0,-1-1 0,1-1 0,-9-1-36,-21-1 118,-1-2 1,1-3-1,0-1 1,-36-12-119,68 15 17,1-1 1,0-1-1,0 0 1,-15-9-18,23 11 3,0-1 1,1 1 0,0-2 0,0 1-1,0-1 1,1 0 0,0 0 0,0-1-1,0 0 1,-2-3-4,7 8-1,0-1 0,-1 1 0,1 0 0,0 0 0,1-1 0,-1 1 0,0-1 0,1 1 0,-1-1 0,1 1 0,0-1 0,-1 1 0,1-1 0,1 1-1,-1-1 1,0 1 0,0-1 0,1 1 0,0-1 0,-1 1 0,1 0 0,0-1 0,0 1 0,0 0 0,1 0 0,-1-1 0,0 1 0,1 0 0,0 0 0,-1 1 0,1-1 0,0 0 0,0 0 0,0 1 0,0-1 0,2 0 1,5-4-10,0 0 0,1 1 0,0-1 0,0 2 0,0 0 0,0 0 0,10-2 10,-2 2-14,1 0-1,-1 1 1,1 1 0,0 0 0,0 2-1,0 0 1,0 1 0,-1 1 0,16 4 14,-32-6-2,0 1 0,0-1 1,0 1-1,-1-1 1,1 1-1,0 0 1,-1 0-1,1 0 1,0 0-1,-1 0 1,1 0-1,-1 0 1,0 0-1,1 1 2,0 1 7,1 0-1,-1 1 1,-1-1-1,1 1 1,0-1-1,-1 1 1,0 0 0,0-1-1,0 1 1,0 0-1,0 0 1,-1 0-1,0 0 1,0 0 0,0-1-1,0 1 1,0 0-1,-1 0 1,0 0-1,0 0 1,0-1-1,0 1 1,-2 3-7,-6 15 94,-1-1 0,0 0 0,-13 17-94,-4 9 17,25-41 25,-5 6-10,1 0-1,1 1 1,0-1 0,1 1 0,1 0 0,-1 3-32,3-13 3,1 1 1,0-1 0,0 0-1,0 0 1,0 0 0,0 0-1,0 0 1,1 0 0,0 0-1,-1 0 1,1 0 0,0 0-1,1 0 1,-1-1 0,0 1-1,1 0 1,-1-1 0,1 1-1,0-1 1,0 1 0,0-1-1,0 0 1,1 0 0,-1 0-1,0 0 1,1 0 0,0 0-1,-1-1 1,1 0-1,1 1-3,4 2 5,1-2 0,0 1-1,0-1 1,0 0-1,0-1 1,1 0-1,-1 0 1,0-1-1,0 0 1,1-1-1,-1 0 1,0 0-1,0-1 1,0 0-1,0-1 1,0 0-1,0 0 1,-1-1-1,1-1-4,15-8-85,-6-5 42,-17 17 37,0-1-1,0 0 1,-1 0 0,1 0 0,0 0 0,-1 0 0,1 0 0,-1 0 0,1 0-1,-1 0 1,0 0 0,0 0 0,0-1 0,0 1 6,-1 0-1,0 0 0,1 0 0,-1 0 0,0 0 0,-1 1 1,1-1-1,0 0 0,0 0 0,-1 1 0,1-1 0,-1 1 0,1-1 0,-1 1 0,0 0 0,1 0 1,-1 0-1,0 0 0,0 0 0,0 0 0,0 0 0,0 0 0,0 1 0,0-1 0,0 1 0,0-1 1,-1 1-1,-12-3 3,0 2-1,0-1 0,-8 1-1,11 1-1,-80 1 91,1 3-1,-63 13-89,48-4 206,-77-3-206,176-9 16,0-1 0,0-1 0,-1 1 1,1-1-1,0-1 0,1 1 0,-1-1 0,0 0 0,0-1 0,-1 0-16,6 1 11,-1 1 0,1-1-1,0 0 1,0 0 0,-1 0-1,1 0 1,1 0 0,-1 0-1,0-1 1,0 1 0,1-1-1,0 1 1,-1-1 0,1 1 0,0-1-1,0 0 1,0 0 0,1 0-1,-1 1 1,1-1 0,-1 0-1,1 0 1,0 0 0,0 0-1,0 0 1,1 0 0,-1 0-11,15-101-51,-9 74 15,-1 0 1,-2 0-1,-1 0 1,-1-4 35,-5 14 0,-7 0-21,10 19 16,0 0 0,0 1 1,0-1-1,-1 0 1,1 0-1,0 1 1,-1-1-1,1 0 0,-1 1 1,1 0-1,-1-1 1,1 1-1,-1 0 0,0-1 5,-4 1 25,0 1-1,0-1 1,0 1-1,0 0 1,0 0-1,0 0 0,0 1 1,0 0-1,1 0 1,-5 3-25,-5 2 82,1 1 1,-1 1 0,-5 5-83,0 4 86,17-14-80,-1 1 0,1 0 1,0 0-1,0 0 0,1 1 0,-1-1 1,1 0-1,0 1 0,1 0 1,-1 0-1,1-1 0,0 1 1,1 0-1,-1 0-6,1-2-4,0-1 1,0 1-1,0 0 0,1-1 1,-1 1-1,1-1 0,0 1 1,0-1-1,0 1 0,0-1 0,1 0 1,0 1-1,-1-1 0,1 0 1,0 0-1,0 0 0,1 0 1,-1 0-1,1-1 0,-1 1 1,1-1-1,0 0 0,0 1 1,2 0 3,2 2-343,1-1 0,0 0 1,-1 0-1,1 0 0,1-1 1,-1-1-1,0 1 0,1-1 1,-1-1-1,1 1 0,4-1 343,5-2-3426,-13 0-879,-7-2 43,-4-12 129</inkml:trace>
  <inkml:trace contextRef="#ctx0" brushRef="#br0" timeOffset="3457.121">4252 931 6168,'-7'-1'1294,"-40"-7"7594,22 1-6863,24 6-1889,-1 0 0,1 1-1,0-1 1,-1 1 0,1-1-1,-1 1 1,1 0 0,-1 0-1,1 0 1,-1 0 0,1 0-1,-1 0 1,1 0 0,-1 0-1,1 0 1,-2 1-136,-1 0 335,2-1-257,0 1 1,1-1 0,-1 1-1,1 0 1,-1-1-1,1 1 1,-1 0-1,1 0 1,-1 0-1,1 0 1,0 0-1,0 0 1,-1 1-1,1-1 1,0 0-1,0 1 1,0-1-1,0 0 1,1 1-1,-1-1 1,0 1 0,0 0-1,1-1 1,-1 1-1,1 0 1,0-1-1,-1 2-78,0 6 142,0 0 1,0 0-1,1 0 0,0 0 0,1 0 1,0 0-1,0 0 0,1-1 1,0 1-1,1 1-142,7 18 240,0-1 1,8 12-241,3 7 259,57 162 378,-63-161-456,-3 0-1,-1 0 0,1 27-180,-8-12-835,-4-59-193,0-3-1199,5-3-1671,37-35-4819,-18 18 4348</inkml:trace>
  <inkml:trace contextRef="#ctx0" brushRef="#br0" timeOffset="3845.127">6347 1382 8224,'8'22'4240,"-8"-22"-128,0 28 129,8-10-3342,-8-18-128,-2 29-257,2-29-257,0 0-128,-2 34-386,2-34-386,-2 19-1027,-17-21-2185,19 2-386,-22-17 258,4-1-258</inkml:trace>
  <inkml:trace contextRef="#ctx0" brushRef="#br0" timeOffset="4200.932">5742 704 9123,'0'0'4112,"-37"-20"257,9 16-385,-6 4-3470,-9-4-129,-1 2-256,-6 8-515,-11-12-1284,7 12-2185,-1-2-257,5 0 128,0 2-128</inkml:trace>
  <inkml:trace contextRef="#ctx0" brushRef="#br0" timeOffset="5336.065">3729 1041 2441,'-3'-3'1542,"1"-3"-433,1-1-1,-1 1 1,1-1-1,0 1 1,0-1-1,1 0 0,0 1 1,0-1-1,0 1 1,2-6-1109,3-33 3938,-1 16-3352,-4 28-668,3-17 763,-2 1 0,0-1 0,0 0 0,-2 1-1,0-4-680,-1-1 708,-38 251 1777,24-155-2334,4-23-104,2-1 0,2 1-1,2 1 1,2 0 0,3 1-47,1-48 8,1 0 1,0 0-1,0 1 0,0-1 1,0 0-1,1 0 1,0-1-1,0 1 0,0 0 1,0-1-1,1 1 0,0-1 1,0 0-1,0 0 0,0 0 1,1 0-9,-2-2 3,0-1 0,0 1 0,0-1 0,0 1 0,0-1 0,0 0 0,1 0 0,-1 0 0,0-1 0,1 1 0,-1 0 0,0-1 0,1 1 0,-1-1 0,1 0 0,-1 0 0,0 0 0,1 0 0,-1 0 0,1-1 0,-1 1 0,1-1 0,-1 1 0,0-1 0,1 0 0,-1 0 0,0 0 0,0 0 0,0-1 0,0 1 0,0 0 0,0-1 0,0 0 0,1 0-3,6-5 11,0 0 1,-1-1-1,0 0 1,0-1 0,-1 1-1,3-5-11,-8 10 2,0-1 0,0 0 0,0 0 1,0 0-1,0 0 0,-1 0 0,0 0 0,0 0 0,0 0 0,-1 0 0,1-1 0,-1 1 0,0 0 0,0 0 0,0-1 1,-1 1-1,1 0 0,-1 0-2,-7-2-86,-1 2 83,-1 1 0,-1 0 0,1 1 0,0 0 0,-1 0 0,1 1 1,-1 1-1,1 0 0,-1 0 3,-33 3 3,-27 6-3,30-4 2,-85 15 75,60-8 23,-1-4 1,-12-1-101,71-7 62,0 0-1,1-1 1,-1 0-1,0-1 1,1 1-1,-1-1 1,1-1 0,-6-2-62,12 5 5,0-1 1,0 0 0,0 0 0,0 1-1,0-1 1,0 0 0,1 0-1,-1 0 1,0 0 0,0 0 0,1-1-1,-1 1 1,1 0 0,-1 0 0,1 0-1,-1-1 1,1 1 0,0 0 0,-1 0-1,1-1 1,0 1 0,0 0 0,0-1-6,0-1 17,-1-11 23,1 0 0,0 0 0,1-1-1,0 1 1,1 0 0,1 0-1,3-10-39,3-21 172,8-58-243,-6 0-1,-4-2 1,-4-17 71,-4 112-236,0 0 1,0 0-1,-1 0 1,0 0-1,-1-1 236,-3 2-1627,-11-5-1329,16 13 2791,1 1-1,0 0 1,-1-1 0,1 1-1,0 0 1,-1 0 0,1-1-1,0 1 1,-1 0 0,1 0-1,-1 0 1,1-1 0,0 1-1,-1 0 1,1 0 0,-1 0-1,1 0 1,-1 0 0,1 0-1,0 0 1,-1 0 0,1 0-1,-1 0 1,1 0 0,-1 0 165,-4 1-863,0-1 0,1 1-1,-1 0 1,0 0 0,0 1 0,1-1 0,-1 1 0,1 0 0,-1 0 0,-2 3 863,-22 11-4348</inkml:trace>
  <inkml:trace contextRef="#ctx0" brushRef="#br0" timeOffset="6121.378">2602 883 12079,'-4'-3'4240,"-12"-8"22,16 10-4142,0 1-1,-1 0 1,1 0-1,0-1 1,0 1-1,-1 0 1,1 0-1,0 0 1,-1 0-1,1 0 1,0-1-1,0 1 1,-1 0-1,1 0 1,0 0-1,-1 0 1,1 0-1,0 0 1,-1 0-1,1 0 1,0 0 0,-1 0-1,1 0 1,0 0-1,-1 0 1,1 0-1,0 1 1,0-1-1,-1 0 1,1 0-1,-1 0-119,-6 4 173,0 0 0,0 0 0,0 1 0,1-1 0,-1 1 0,1 1-1,1-1 1,-1 1 0,1 0 0,-1 1 0,2-1 0,-1 1 0,1 0 0,0 0 0,0 0 0,-2 8-173,5-11 16,-1 0 0,1 0 0,0 0 1,0 0-1,0 1 0,0-1 0,1 0 1,0 0-1,0 1 0,0-1 0,0 0 1,1 1-1,-1-1 0,1 0 1,1 2-17,-1-3-6,1 0 1,0 0-1,0 0 1,-1-1-1,2 1 1,-1 0 0,0-1-1,0 0 1,1 1-1,-1-1 1,1 0 0,0 0-1,0-1 1,-1 1-1,1 0 1,0-1-1,1 0 1,-1 0 0,0 0-1,0 0 1,0 0-1,2 0 6,20 5-61,0-2 0,0 0 0,0-1 0,1-2-1,-1 0 1,0-2 0,25-3 61,-31 1-43,-202 24 188,164-20-140,-1 1 7,-28 3 257,0-3-1,-11-2-268,46-1 54,1 0 1,-1 0-1,0-1 0,1-1 1,0 0-1,0-1 0,0 0 1,0-1-1,0 0 0,-7-5-54,14 6 82,0 0 0,1-1 0,-1 1 0,1-1 0,0 0 0,0 0-1,0 0 1,0-2-82,-1-1 95,-3-4 66,17 21-221,19 30-20,-12-9 2,-1 0-1,-1 0 0,-2 1 0,7 26 79,-17-48 5,0 0 0,0 0 0,-1 0 0,0-1 0,0 1 0,-1 1 1,0-1-1,-1 0 0,0-1 0,0 1 0,-1 0 0,0 0 0,-1 0 0,1-1 0,-2 1 0,1-1 0,-1 0 0,-1 0 0,1 0 0,-3 1-5,1-3 2,1 0 0,-2 0 0,1 0-1,-1-1 1,0 0 0,0 0 0,0-1-1,-1 0 1,1 0 0,-1-1 0,0 0 0,0-1-1,0 1 1,-1-1 0,1-1 0,0 0 0,-1 0-1,1 0 1,-1-1 0,1-1 0,-1 1 0,-5-2-2,-4-1-90,0 0 0,0-1 1,1-1-1,-1 0 1,1-2-1,1 0 0,-1 0 1,1-2-1,0 0 1,-4-4 89,11 6-554,1 0 0,0-1 0,0 1 1,-5-8 553,5 4-1376,0 1 0,0-1 1,1 0-1,1-1 0,0 1 1,0-1-1,1-1 0,1 1 1,0-1-1,0 0 0,0-6 1376,5-29-4390</inkml:trace>
  <inkml:trace contextRef="#ctx0" brushRef="#br0" timeOffset="6475.216">2094 530 10665,'0'0'3855,"0"0"129,-18-12-258,18 12-3212,0 0-128,0 0-258,-8 26-385,8-26-642,0 0-2442,-16 20-514,16-20 0,-21 16 0</inkml:trace>
  <inkml:trace contextRef="#ctx0" brushRef="#br0" timeOffset="7805.096">1443 78 10537,'-2'-19'2022,"0"-3"5410,5 23-4646,5 14-2412,26 69 599,-4 2 0,18 87-973,-26-92 110,-1-7 3,-4 2-1,-1 16-112,-12-70 53,-2 0-1,-1-1 0,-1 1 1,-1 0-1,0 0 1,-2-1-1,0 1 1,-2-1-1,0 0 1,-3 5-53,7-23 22,0-1 0,0 1 1,-1 0-1,1 0 1,0-1-1,-1 1 0,0 0 1,0-1-1,0 0 1,0 1-1,0-1 0,0 0 1,-1 0-1,1 0 0,-1-1 1,1 1-1,-1 0 1,1-1-1,-1 0 0,0 0 1,0 1-1,0-2 1,0 1-23,-1 0 21,0-1 0,0 0 1,0 0-1,0 0 0,0-1 1,0 1-1,0-1 0,0 0 1,0 0-1,0-1 1,1 1-1,-1-1 0,0 0 1,1 0-1,-1 0 0,1 0 1,-3-3-22,-4-3 3,1-1 0,0 0 0,0 0 0,1-1 0,0 0 0,0 0 0,2-1-1,-1 0 1,-3-9-3,-1-4-1,1-2 0,1 1-1,1-1 1,2-1 1,1 6 0,3 2-26,2 18 15,-2 18-38,-7 3 104,-1 0 0,0-1 0,-2 0 0,-12 16-55,17-26 32,0-1 1,-1 0 0,0 0-1,0-1 1,-1 0 0,0 0-1,-1-1 1,1-1-1,-1 1 1,0-1 0,-3 0-33,-4 2 39,-1-1 0,0 0 1,-17 2-40,27-7 5,-1 0 0,1 0 1,0-1-1,0 0 0,0-1 1,-1 0-1,1 0 0,0-1 1,0 1-1,0-2-5,-13-3 1,1-2 0,0 0 0,0-1 0,1-2-1,0 1 1,-2-4-1,14 10-1,1-1-1,0 0 1,0 0-1,0-1 1,1 0-1,0 0 1,0 0-1,0 0 1,0-1-1,1 0 1,1 0-1,-1 0 1,1 0 0,0-1-1,1 1 1,-1-1-1,2 0 1,-1-2 1,1 7-2,1-1 0,0 1 0,0-1 0,0 0 1,0 1-1,1-1 0,-1 1 0,1-1 0,0 1 0,0 0 1,0-1-1,1 1 0,-1 0 0,1 0 0,-1 0 1,1 0-1,2-2 2,-1 1-7,1-1 0,1 1 0,-1 1-1,1-1 1,-1 0 0,1 1 0,0 0 0,0 0 0,0 1 0,2-1 7,10-3-22,0 0-1,0 2 1,0 0 0,0 1-1,0 0 1,11 1 22,-25 2-3,3-1-15,0 1 0,-1 0 0,1 0 0,0 0 0,0 1 0,0 0 1,4 1 17,-9-2-2,0 1 0,1-1 1,-1 1-1,0 0 1,1-1-1,-1 1 1,0 0-1,0 0 1,1 0-1,-1 0 1,0 0-1,0 0 1,0 0-1,0 1 2,0 1 1,1-1-1,-1 2 1,1-1 0,-1 0-1,0 0 1,0 0 0,-1 0-1,1 1 1,0-1 0,-1 0-1,0 0 1,0 1 0,0-1-1,0 0 1,-1 1 0,1-1-1,-2 3 0,-2 11 33,-1 0 0,-1 0-1,0 0-32,-6 17 41,6-14 20,-5 15-52,2 0 0,-4 29-9,11-55-16,1 0 0,1 1 0,-1-1 0,1 0 0,1 1 0,0-1 0,0 0 0,1 1 0,0-1 0,1 0 0,0-1 0,0 1 1,2 3 15,-3-9-1,0 0 1,0 0 0,1 0 0,-1-1 0,1 1-1,0-1 1,-1 1 0,1-1 0,0 0 0,0 0-1,1 0 1,-1-1 0,0 1 0,1-1 0,-1 1-1,0-1 1,1 0 0,0-1 0,-1 1 0,1-1-1,-1 1 1,1-1 0,0 0 0,-1 0 0,1-1 0,0 1-1,-1-1 1,3 0 0,0 0 2,0-1 0,1 1 0,-1-1-1,0 0 1,0-1 0,-1 0 0,1 1-1,0-2 1,-1 1 0,0-1 0,0 0 0,0 0-1,0 0 1,-1-1 0,3-2-2,-6 5 8,0-1 0,0 1 0,0-1-1,0 1 1,0-1 0,-1 1 0,1-1 0,-1 1 0,0-1 0,1 0 0,-1 1 0,-1-1 0,1 0-1,0 1 1,-1-1 0,1 1 0,-1-1 0,0 1 0,0-2-8,-5-3-22,0 3 20,-1 0-1,1 1 0,-1 0 0,0 0 0,1 0 0,-1 1 0,0 0 1,-1 0-1,1 1 0,0-1 0,0 2 0,-1-1 0,1 1 0,0 0 1,-5 1 2,-26 5 12,0 1 1,1 2 0,0 1 0,-17 8-13,23-6-87,-1-2 0,0-2 0,-1 0 0,0-2 0,0-2-1,-13 0 88,37-5 39,0 0 0,1 0 0,-1-1 0,0 0 0,-6-3-39,0 1 62,13 3-49,1 1-1,-1-1 1,0 0-1,1 0 1,-1 0-1,1 0 0,-1 0 1,1 0-1,-1 0 1,1 0-1,0 0 1,0-1-1,-1 1 1,1-1-1,0 1 0,0-1 1,0 0-13,-2-3 24,0 1-15,0 0 0,0 0 1,1-1-1,-1 1 0,1-1 0,0 0 0,1 0 0,-1 0 1,1 0-1,0 0 0,0 0 0,0 0-9,-1-64 31,2 51-65,1-39 23,0 11-21,-3-25 32,-1 48-64,-8-4 43,10 26 21,0 0 0,1 0 0,-1 0 0,0-1 0,0 1 0,0 0 0,-1 0 0,1 1 0,0-1 0,0 0 0,0 0 0,-1 1 0,1-1 0,0 0 0,-1 1 0,1-1 0,-2 1 0,-3 0 6,0 0 1,0 0 0,0 1 0,0 0 0,0 0 0,1 1-1,-1-1 1,0 1 0,1 0 0,-1 1 0,1 0 0,0-1-1,-1 2 1,-2 1-7,-9 7 97,1 0-1,0 0 1,-11 13-97,22-20 36,-1 1-11,0-1 0,1 1 0,-1 0 0,1 1 0,0-1 0,1 1 0,0 0 0,-2 5-25,5-11 0,1 1 0,-1-1 0,1 0 0,0 1 0,0-1 0,0 0 0,0 1 0,0-1 0,0 0 0,0 1 0,0-1 0,0 0 0,0 1 0,1 0 0,0 1-21,1 0 0,-1 0 0,1 0 0,0 0 0,-1 0 0,1 0 0,1 0 0,-1-1 0,0 1 0,1-1 0,-1 1 0,1-1 0,0 0 0,0 0 0,-1 0 0,2 0 21,51 24-2075,-37-19 502,2 0-3675,-6-6 3598,-6-1 282,2-2-3023,7-11 108</inkml:trace>
  <inkml:trace contextRef="#ctx0" brushRef="#br0" timeOffset="8210.098">186 804 5268,'-39'-3'6211,"1"-2"0,-5-3-6211,41 7 149,0 1 0,0 0 0,1-1 1,-1 1-1,0 0 0,0 0 0,1 0 0,-1 0 0,0 0 0,0 0 1,1 0-1,-1 1 0,0-1 0,0 1 0,1-1 0,-1 1 1,0 0-150,-3 1 419,5-2-376,-1 0 0,1 0 0,-1 0 0,1 0 0,0 0-1,-1 0 1,1 0 0,-1 0 0,1 0 0,0 0 0,-1 1-1,1-1 1,-1 0 0,1 0 0,0 0 0,-1 1 0,1-1-1,0 0 1,-1 0 0,1 1 0,0-1 0,0 0 0,-1 1-1,1-1 1,0 1 0,0-1-43,-3 5 135,0-1 0,1 1-1,0 0 1,0 0 0,0 0 0,1 0-1,0 0 1,0 0 0,0 0 0,0 1-1,1-1 1,0 0 0,0 0 0,0 1-1,1-1 1,1 5-135,3 15 288,1 0 0,2-1 0,2 5-288,3 9 235,2 11-59,44 153 269,-51-162-338,-1 0 0,-1 0 0,-3 0 1,-1 12-108,-6 36-386,4-82-64,0-6-578,13-22-5268,20-40-2078,-12 17 4241</inkml:trace>
  <inkml:trace contextRef="#ctx0" brushRef="#br0" timeOffset="8754.867">840 15 10023,'4'-13'8192,"-3"11"-3773,-3 21-2796,-2 20-1615,5-26 127,0 0 1,1 0 0,0-1-1,1 1 1,1-1 0,4 12-136,-7-22 6,0-1 0,0 1 0,0 0 1,0 0-1,1-1 0,-1 1 0,0-1 1,1 1-1,-1-1 0,1 0 0,-1 1 1,1-1-1,0 0 0,-1 0 1,1 0-1,1 0-6,2 2 7,-4-2-7,0-1 0,0 1 0,0 0 0,0-1 0,1 1 0,-1-1 0,0 1 0,0-1 0,1 0 0,-1 1 0,0-1 0,1 0 0,-1 0 0,0 0 0,0 0 0,1 0 0,-1 0 0,3-1 0,-1 0 0,1 0 0,-1 0 0,1 0 0,-1 0 0,0-1 0,0 1 0,1-1 0,6-5 0,-1-1 0,-1 1 0,0-1 0,0-1 0,0 0 0,-1 0 0,0 0 0,4-9 0,9-9 52,-14 22-14,0 1 0,-6 4-35,0 0 0,0 0 0,0 0 0,0-1 0,0 1 0,0 0 0,0 0 0,1 0 0,-1 0 0,0 0 0,0-1 0,0 1 0,0 0 0,1 0 0,-1 0 0,0 0 0,0 0 0,0 0 0,0 0 0,1 0 0,-1 0 0,0-1 0,0 1 0,0 0 0,1 0 0,-1 0 0,0 0 0,0 0 0,0 0 0,1 0 0,-1 1 0,0-1 0,0 0 0,0 0 0,1 0 0,-1 0 0,0 0 0,0 0 0,0 0 0,1 0 0,-1 0 0,0 0 0,0 1-3,7 4 69,0 0 1,0 1 0,-1 0 0,0 1-1,0-1 1,0 1 0,-1 0 0,0 1-1,-1-1 1,1 1 0,-2 0 0,2 3-70,20 49-872,-8-7-3419,-14-22-1682,-3-23 3807,1-5-2074</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9:43.235"/>
    </inkml:context>
    <inkml:brush xml:id="br0">
      <inkml:brushProperty name="width" value="0.1" units="cm"/>
      <inkml:brushProperty name="height" value="0.1" units="cm"/>
      <inkml:brushProperty name="color" value="#E71224"/>
    </inkml:brush>
  </inkml:definitions>
  <inkml:trace contextRef="#ctx0" brushRef="#br0">5046 409 5140,'-6'-1'1135,"0"1"1,1 0-1,-1 0 1,0 1-1,0 0 1,1 0-1,-1 0 1,1 0-1,-4 2-1135,-45 18 3123,26-10-2434,-1 0-1,0-1 1,0-2 0,-1-1-1,0-2 1,-12 1-689,-7-2 15,-1-3 0,1-1-1,-24-5-14,-5-7-2630,10-11-4934,60 17 3945,-12-13-86</inkml:trace>
  <inkml:trace contextRef="#ctx0" brushRef="#br0" timeOffset="1706.129">4724 500 6296,'0'0'3127,"3"-1"150,-2 1-3048,0 1 1,0-1-1,0 0 0,0 0 1,0 1-1,0-1 0,0 1 1,0-1-1,0 0 1,-1 1-1,1 0 0,0-1 1,0 1-1,-1-1 0,1 1 1,0 0-1,-1 0 1,1-1-1,0 1 0,-1 0 1,1 0-1,-1 0 0,1 0 1,-1 0-1,0-1 1,1 1-1,-1 0 0,0 0 1,0 0-230,11 41 116,-6-21 569,7 26-511,-1 0 0,-2 1-174,-7-32 23,0 0 1,-2 0-1,1 0 0,-2 0 1,0 0-1,-1 0 1,0 0-1,-2 1-23,2-11 16,0 0 0,0 0 0,-1 0 0,1 0 0,-2 0 0,1-1 0,0 1 0,-1-1 0,0 0 0,0 0 0,-1-1 0,0 1 0,-4 2-16,1 0 59,-1-2 0,0 1 0,-1-1 0,1-1 0,-1 0 0,0 0 0,0-1 0,-2 1-59,-21 2 210,0 0 0,0-2 1,-1-2-1,-29-1-210,14-2 273,0-1 0,0-3 0,-3-2-273,32 3 52,1 0 0,1-1-1,-1-1 1,1 0 0,0-2 0,0 0-1,1-1 1,0 0 0,-3-4-52,10 4 26,0 0 0,1-1-1,0 1 1,1-2 0,0 0 0,0 0 0,1 0 0,0-1 0,1 1 0,1-2 0,0 1 0,0-1 0,2 1 0,-1-1 0,1-5-26,-6-32 263,2-1 0,2 1 0,2-19-263,-3-235 1542,-8 415-1414,13 0-263,-4 81-416,2-162 483,-1 0-1,-1 0 1,-2-1-1,0 0 1,-5 7 68,9-27 17,-1 1-1,-1-1 0,1-1 1,-1 1-1,0-1 1,-1 0-1,0 0 0,-1 0 1,1-1-1,-1 0 1,-1 0-1,1-1 1,-1 0-1,0 0 0,-1-1 1,1 0-1,-1 0 1,0-1-1,-1 0 0,1-1 1,0 0-1,-1 0 1,0-1-1,1-1 1,-1 1-1,0-1 0,0-1 1,0 0-1,0-1 1,-9-1-17,-6-1 45,1-2 0,0-1 0,0 0 0,1-2 1,0-1-1,-14-7-45,23 9 24,-1-1 0,1 0 1,1-1-1,0-1 0,0 0 0,1-1 1,0 0-1,1-1 0,0 0 1,-5-8-25,13 15 4,-1 0 1,1 0 0,1-1-1,-1 1 1,1-1 0,0 0-1,0 1 1,1-1-1,-1 0 1,1 0 0,1 0-1,-1 0 1,1 0 0,0 0-1,0 0 1,2-5-5,-1 3 40,1 1 0,1-1 0,-1 0 0,1 1 0,0-1 0,1 1 0,0 0 1,0 0-1,1 0 0,-1 1 0,6-6-40,-3 4 27,1 1 0,-1 0 0,1 0 0,0 0 0,1 1 0,0 0 0,0 1 0,0 0 0,1 0 0,-1 1 0,1 0 0,0 1 0,0 0 0,1 1 0,-1 0 0,0 0 0,1 1 0,-1 0 0,4 1-27,-11 0-23,0 0 1,0 0-1,-1 1 1,1-1-1,0 1 0,0-1 1,0 1-1,0 0 1,-1 0-1,1 0 1,0 1-1,-1-1 1,1 1-1,-1-1 1,0 1-1,1 0 1,-1 0-1,0 0 0,0 0 1,0 0-1,0 0 1,-1 1-1,1-1 1,-1 1-1,1-1 1,-1 1-1,0-1 1,0 1-1,0 0 1,0 0-1,0 0 1,-1-1-1,1 1 0,-1 0 1,0 0-1,0 2 23,-1 12-41,0 0 0,-1-1 1,-1 0-1,-1 1 0,0-1 0,-3 3 41,-1 12-57,-4 15 83,-5 20 66,2 1-1,3 3-91,10-51-9,0 1 0,1 0 0,1-1 0,1 1 0,1 0 0,0-1 0,2 0 0,0 1 1,3 5 8,-5-20-8,-1-1 0,1 0 0,0 0 0,0 0 1,0 0-1,0-1 0,1 1 0,0 0 1,-1-1-1,1 0 0,1 0 0,-1 0 1,0 0-1,1 0 0,-1 0 0,1-1 1,0 0-1,0 0 0,0 0 0,1 0 8,-3-1-4,1-1 1,0 1-1,0-1 0,-1 0 0,1 0 0,0 0 0,0 0 0,-1-1 1,1 1-1,0-1 0,-1 1 0,1-1 0,0 0 0,-1 0 1,1 0-1,-1 0 0,0-1 0,1 1 0,-1-1 0,0 1 0,0-1 1,0 0-1,0 0 0,0 0 0,0 0 0,0 0 0,-1 0 1,1-1-1,-1 1 0,1-1 0,-1 1 0,0-1 4,5-10 0,0 1-1,-1-1 0,-1-1 1,0 1-1,-1-1 1,0 1-1,-1-1 0,0 0 1,-1-7 0,-1 12 2,0-1 0,0 1-1,0 0 1,-2-1 0,1 1 0,-1 0 0,0 0 0,-1 0 0,0 0 0,0 0 0,-1 1 0,0-1 0,-1 1 0,-3-4-2,5 8 9,-1 0 1,0 1-1,0-1 1,0 1-1,-1 0 1,1 0-1,-1 0 1,1 1-1,-1 0 1,0 0-1,0 0 1,0 0-1,0 1 1,-1 0-1,1 0 1,0 0-1,0 1 1,-1-1-1,1 1 1,0 0-1,0 1 1,-1 0-1,0 0-9,-14 2 34,0 2-1,0 0 0,1 1 1,0 1-1,-6 4-33,-128 61 108,72-33-109,63-30-33,-1-2 0,0 0 0,-9 1 34,21-6 8,-1 0 0,1-1 0,-1 0 0,1 0 0,-1-1 0,1 0 0,-1 0 0,1-1 1,-1 0-1,-5-1-8,-9-10 21,16 6-16,0 0 0,1 0 0,0 0 0,0-1 0,1 1 0,-1-1 0,2 0 0,-1-1 1,1 1-1,0-1 0,0 1 0,1-1 0,0 0 0,0 0 0,1 0 0,0 0 0,1-6-5,-2-23 22,1-1-1,3 0 1,2-7-22,-4 44-1,5-39 87,-5 39-91,0 0 1,0 0 0,0 1 0,0-1-1,0 0 1,0 1 0,0-1-1,0 0 1,0 0 0,0 1 0,-1-1-1,1 0 1,0 1 0,0-1-1,-1 0 1,1 1 0,0-1 0,-1 0-1,1 1 1,-1-1 4,0 1-1,-1-1 0,1 1 0,-1-1 0,1 1 0,-1 0 0,1 0 0,-1 0 0,1 0-1,-1 0 1,1 0 0,-1 0 0,1 1 0,-1-1 0,1 0 0,-1 1 0,1 0 0,0-1 0,-1 1 0,1 0 0,0-1 0,-1 1 0,0 1 1,-37 25 59,28-19-9,-14 10-22,1 0 1,-11 13-29,29-25 8,0-1 0,1 1-1,0 1 1,0-1 0,0 0-1,1 1 1,0 0 0,0 0 0,1 1-1,-1-1 1,2 1 0,-1 2-8,2-8 0,1 1 0,0-1 0,0 1 0,0 0 0,0-1 0,0 1 0,1-1 0,-1 1 0,1-1 0,0 1 0,-1-1 1,1 1-1,0-1 0,1 1 0,-1-1 0,0 0 0,1 0 0,-1 0 0,1 0 0,0 0 0,-1 0 0,1 0 0,0 0 0,0-1 1,0 1-1,0-1 0,1 0 0,-1 1 0,0-1 0,1 0 0,-1 0 0,2 0 0,11 5-104,0-1-1,1-1 1,0 0-1,13 1 105,-20-3-120,7 0-204,0 0 0,0 0 1,1-2-1,9 0 324,17-9-2355,-40 8 1675,1-1 1,-1 1-1,1-1 1,-1 0-1,0 0 1,0 0-1,0-1 1,0 1-1,2-3 680,-4 4-395,-1-1-1,1 1 0,0-1 1,-1 1-1,1-1 0,-1 0 0,1 1 1,-1-1-1,0 0 0,0 1 1,0-1-1,0 0 0,0 0 1,0 1-1,0-1 0,-1 0 1,1 1-1,0-1 0,-1 0 0,0 1 1,0-2 395,-13-20-4005</inkml:trace>
  <inkml:trace contextRef="#ctx0" brushRef="#br0" timeOffset="2090.574">2659 815 2827,'-10'1'720,"-2"0"1306,0 0 0,-1-1 0,1-1-1,-10-1-2025,13 0 563,0 1-1,0 0 0,0 0 0,0 1 0,0 0 1,0 1-1,0 0 0,0 0 0,1 1 0,-1 0 1,-5 3-563,9-4 128,1 1 1,-1 0 0,1 1 0,-1-1-1,1 1 1,0-1 0,0 1 0,1 1-1,-1-1 1,1 0 0,-1 1 0,1 0-1,0-1 1,0 1 0,1 1 0,-1-1-1,1 0 1,0 0 0,0 1 0,0 0-1,0 2-128,-2 12 189,1 0-1,1 0 1,1 1-1,0-1 1,1 0-1,2 10-188,6 40 575,5 9-575,-5-31 200,4 27 235,-3 1-1,-3 0 1,-4 0-1,-3 0 1,-4 0-1,-2-1 0,-17 69-434,20-118-420,-5 13-1549,9-37 1881,0 0-1,0-1 0,0 1 1,-1 0-1,1 0 0,0-1 0,-1 1 1,1 0-1,-1-1 0,1 1 0,0 0 1,-1-1-1,0 1 0,1-1 0,-1 1 1,1 0-1,-1-1 0,0 0 0,1 1 1,-1-1-1,0 1 0,1-1 0,-1 0 1,0 1-1,0-1 0,1 0 0,-1 0 1,0 0-1,0 0 0,1 1 1,-2-1 88,0-1-4134,-3 2-171,-16 0-149</inkml:trace>
  <inkml:trace contextRef="#ctx0" brushRef="#br0" timeOffset="3919.979">1554 1249 5911,'-2'15'3856,"1"-18"2219,2-11-1244,0 4-6165,19-89 4671,0-39-3337,-2 17 454,-2 3-97,14-77 221,-22 160-389,1 0 0,1 1 0,2 0 1,7-11-190,-7 22 107,4 4 21,-15 17-124,1 1 0,-1-1-1,1 1 1,-1 0 0,1 0 0,0 0-1,0 0 1,-1 0 0,1 0 0,0 0-1,0 1 1,0-1 0,0 1 0,0-1 0,0 1-1,0 0 1,0 0 0,0 0 0,0 0-1,0 0 1,0 0 0,0 0 0,0 1-1,0-1 1,0 1 0,0 0 0,0-1-1,0 1 1,0 0 0,-1 0 0,1 0-1,0 0 1,-1 0 0,1 1 0,-1-1 0,1 0-1,1 2-3,3 5 11,1 0 0,-1 0-1,-1 0 1,1 0 0,-2 1 0,1 0-1,2 8-10,2 5-57,-1 1 0,-2 0 0,0 0 0,-1 0 0,-1 0 0,-2 3 57,0-10-38,-2 0-1,0 0 1,0 0 0,-2 0 0,0 0 0,-1 0 0,0-1 0,-2 1 0,-2 7 38,3-15 4,1 0 0,-1-1 0,-1 1 0,0-1 0,0 1-1,0-2 1,-1 1 0,0 0 0,0-1 0,-1 0 0,1-1 0,-1 1 0,-4 1-4,1-1 13,-1-1-1,0 1 1,-1-2 0,1 1 0,-1-1 0,0-1-1,0-1 1,0 1 0,-4-1-13,-1-1 15,-1 0 0,1-1 1,-1 0-1,1-2 0,-1 0 0,1-1 1,0-1-1,0 0 0,0-2 0,1 1 1,0-2-1,0 0 0,-10-7-15,15 7 50,0-1 0,1 0 0,0-1 1,0 0-1,0 0 0,1-1 0,1 0 0,-6-9-50,9 12 40,0-1-1,1 0 1,0-1 0,0 1 0,1-1 0,0 0-1,0 0 1,1 0 0,0 0 0,1 0-1,0 0 1,0-6-40,3 7 129,4-3-56,-3 15-77,-3 10-44,-1-8 36,-1-1 0,0 1 0,0 0-1,-1-1 1,1 0 0,-1 1 0,-1-1 0,1 0 0,-1-1 0,1 1 0,-2-1-1,1 1 13,-9 8 35,-1-1-1,0 0 0,-4 2-34,6-6 45,0 0 0,-1 0 0,0-1 0,-1-1 0,1 0 0,-1-1 0,0 0 0,0-1 0,-1-1 0,0-1 0,1 1 0,-1-2 0,0 0 0,0-1 0,1-1 0,-1 0 0,0-1 0,1 0 0,-1-1 0,-12-5-45,23 6 15,0 1 0,-1-1-1,1 0 1,1-1 0,-1 1 0,0-1 0,0 0 0,1 1 0,0-2 0,-1 1 0,1 0 0,0-1 0,1 1 0,-1-1 0,1 0-1,-1 0 1,1 0 0,0 0 0,0 0 0,1 0 0,-1-3-15,1 1 25,0-1 1,1 0-1,0 0 1,0 0-1,1 1 1,0-1-1,0 0 0,0 0 1,1 1-1,0-1 1,0 1-1,1 0 1,0-1-1,0 1 0,0 0 1,1 1-1,-1-1 1,3-1-26,15-19 42,-2 6 44,0 7-86,-18 13-5,-1 0 0,1 0 0,0 0 0,0 0 0,-1 0 0,1 0-1,0 0 1,0 0 0,0 0 0,-1 0 0,1 0 0,0 0 0,0 0 0,-1 1 0,1-1 0,0 0-1,0 0 1,-1 1 0,1-1 0,0 1 0,0-1 5,1 4-18,1-1 0,-1 0 0,1 1 0,-1-1-1,0 1 1,-1-1 0,1 1 0,-1 0 0,1 0 0,-1 0 0,0 0 0,0 1 18,8 51-147,-8-46 146,-1 1-1,1-1 1,-2 1-1,0 0 1,0-1-1,0 1 1,-2-1-1,1 0 1,-1 0-1,-1 0 1,0 0 0,0 0-1,-1-1 1,0 1-1,-1-1 1,-4 6 1,4-8 0,-1 0 0,0-1 0,0 1 0,0-1 0,0 0 0,-1-1 0,0 0 1,-1 0-1,1-1 0,-1 0 0,1 0 0,-1-1 0,0 0 0,-1-1 0,1 0 0,0 0 0,-1-1 1,-6 0-1,4 0 13,0-1 0,0 0 0,0-1 0,0-1 1,0 1-1,1-2 0,-1 0 0,1 0 0,0-1 1,-10-5-14,14 5-7,0 0 1,1 0-1,-1 0 1,1-1-1,0 0 1,1-1-1,-1 1 1,1-1-1,0 0 1,0 0-1,1-1 1,-1 1-1,1-1 1,1 0-1,0 0 1,0 0-1,0-2 7,-2-8 33,0 1 0,2-2 0,0 1 1,1 0-1,1-1 0,0-15-33,4-20 131,6-30-131,-8 75 13,-1-46 8,-4 23-22,-2 24-7,3 3-4,3 4 9,0 0 0,0-1-1,-1 1 1,1 0 0,0 0 0,0-1 0,0 1 0,-1 0 0,1-1 0,0 1 0,0 0 0,-1 0 0,1-1 0,0 1 0,0 0 0,-1 0 0,1 0 0,0 0 0,-1-1-1,1 1 1,0 0 0,-1 0 0,1 0 0,0 0 0,-1 0 0,1 0 0,0 0 0,-1 0 3,-6-1-1,-1 1 0,1 0 0,0 0 0,-1 0 0,1 1 0,0 0 0,0 1 0,0 0 0,0 0 0,0 0 0,0 1 0,0 0 0,1 0 0,0 1 0,-1 0 0,1 0 0,-2 2 1,-2 1-12,2 0 0,-1 0 0,1 1 0,0 0 0,0 0 0,1 1 0,0 0-1,1 0 1,0 0 0,0 1 0,-2 8 12,7-17-4,0 1 1,0 0-1,0 0 0,1 0 0,-1 0 1,1 0-1,-1 0 0,1 0 0,0 0 1,0 0-1,0 0 0,0 0 1,0 0-1,0 1 0,1-1 0,-1 0 1,1 0-1,-1 0 0,1 0 0,0-1 1,-1 1-1,1 0 0,0 0 1,1 0-1,-1-1 0,0 1 0,0 0 1,1-1-1,-1 1 0,1-1 0,-1 0 1,1 1-1,0-1 4,3 2-14,0 0 0,1-1 0,-1 0-1,1 0 1,-1 0 0,1-1 0,0 0 0,-1 0 0,1 0 0,0-1 0,2 0 14,5 1-191,0-1 0,0-1 1,-1 0-1,1-1 1,0 0-1,0-1 0,-1 0 1,1-1-1,-1 0 1,1-2 190,-2 0-1414,0-1 1,-1 0-1,1-1 1,-1-1-1,-1 1 1,1-2-1,1-2 1414,10-17-4219,-5-5 86</inkml:trace>
  <inkml:trace contextRef="#ctx0" brushRef="#br0" timeOffset="4276.557">961 76 9894,'0'0'3727,"32"9"-258,-32-9 129,18 14-3598,-18-14-771,0 0-2570,-2 24-128,-18-18-129,-4-2-129</inkml:trace>
  <inkml:trace contextRef="#ctx0" brushRef="#br0" timeOffset="4649.029">413 1 9509,'-25'15'4112,"-1"3"-129,-14-6 129,4 4-2955,-11-4-643,7 7 0,-1-3-386,-1-8-513,10 14-1543,-2-16-2055,7 1-1,5-7-128,22 0 0</inkml:trace>
  <inkml:trace contextRef="#ctx0" brushRef="#br0" timeOffset="5533.744">6161 2121 1927,'28'-4'1807,"51"-7"3232,-71 10-4336,0 1-1,-1 0 0,1 0 1,0 1-1,-1 0 0,1 1 0,-1-1 1,5 3-703,10 9 2955,-21-13-2891,-1 1 0,0 0 1,0-1-1,0 1 0,0-1 0,0 1 0,1 0 0,-1-1 0,0 1 0,0-1 0,-1 1 0,1-1 0,0 1 1,0 0-1,0-1 0,0 1 0,0-1 0,-1 1 0,1-1 0,0 1 0,0-1 0,-1 1 0,1-1 1,0 1-1,-1-1 0,1 1 0,-1-1 0,1 1 0,-1-1 0,1 0 0,0 1 0,-1-1 0,1 0 0,-1 1-63,1-1 89,-9 4 432,0 0 0,0-1-1,0 0 1,-5 1-522,0 0 119,0 0 53,0-1 1,0-1-1,1 0 0,-1-1 0,0 0 0,0-1 0,-1-1 1,-11-2-173,21 3 36,-6-2 0,-1 1 1,1-2 0,0 1 0,1-2-1,-1 1 1,0-2 0,-1 0-37,-9-10 21,19 13-21,0 0 1,1 0-1,-1 0 0,1-1 0,0 1 0,-1-1 0,1 1 1,0-1-1,0 0 0,1 1 0,-1-1 0,0 0 1,1 1-1,0-1 0,0 0 0,0 0 0,0 1 0,0-1 1,0 0-1,1 0 0,-1 0 0,1 1 0,0-1 1,0 1-1,0-1 0,0 0 0,0 1 0,0-1 1,1 1-1,-1 0 0,1 0 0,0-1 0,1-1-1,-1 1-1,2-1 1,-1 1 0,0 0-1,0-1 1,1 1 0,0 1-1,0-1 1,0 1-1,0-1 1,0 1 0,0 0-1,0 0 1,1 1 0,-1-1-1,1 1 1,-1 0-1,1 1 1,-1-1 0,1 1 1,1-1 5,0 2-1,0-1 1,0 1 0,0 0 0,0 0 0,-1 0 0,1 1-1,0 0 1,-1 0 0,0 0 0,1 1 0,-1 0 0,0 0-1,0 0 1,0 1 0,-1-1 0,1 1 0,-1 0 0,0 1-1,0-1 1,0 1 0,-1-1 0,0 1 0,0 0 0,0 1-1,0-1 1,-1 0 0,0 1 0,0-1 0,0 1 0,-1 0-5,2 4 42,-1-1 0,0 1 1,0 0-1,-1-1 0,-1 1 1,1 0-1,-2 0 0,1 0 1,-1 0-1,-1-1 0,0 1 1,0 0-1,-1-1 0,-2 6-42,2-9 3,0 1-1,0-1 1,-1 0-1,0 0 1,0 0-1,-1-1 1,1 0-1,-1 1 1,0-2-1,-1 1 1,1 0-1,-1-1 1,0 0-1,0-1 1,0 1-1,0-1 1,-1 0-1,1-1 1,-1 1-1,-4 0-2,-11 1-233,0 0 1,0-2-1,-1 0 0,1-2 0,0 0 0,0-1 1,-12-3 232,-39-8-7628,-38-13 7628,111 25-16,-46-11-4032,0-2 0,-11-6 4048,-17-10-4090</inkml:trace>
  <inkml:trace contextRef="#ctx0" brushRef="#br0" timeOffset="6411.212">5002 2234 6810,'0'0'3663,"0"0"213,0 0-492,5-2-1628,-4 2-1683,0 0 1,0-1-1,0 1 1,1-1-1,-1 1 0,0-1 1,0 1-1,0-1 1,0 1-1,0-1 1,0 0-1,0 0 0,0 0 1,0 0-1,-1 1 1,1-1-1,0 0 1,0 0-1,-1 0 0,1-1 1,-1 1-1,1 0 1,-1 0-1,1 0 1,-1 0-1,0 0 0,1-1 1,-1 0-74,3-6 621,2-1-529,-1-1-1,0 1 1,-1-1 0,0 0 0,0 1 0,-1-1-1,0 0 1,-1-1 0,0 1 0,-1 0 0,0 0-1,-1 0 1,0 0 0,-1-3-92,-22-87 441,6 26 60,17 71-565,4 0 128,-3 2-62,1 0-1,0 0 1,0 0-1,0 0 1,0 0-1,0 1 1,0-1-1,0 0 1,1 1 0,-1-1-1,0 1 1,0-1-1,0 1 1,2-1-2,11 2-18,0 0 1,0 1 0,0 1 0,0 0 0,-1 1 0,1 0-1,6 3 18,4 1-29,196 64-764,-212-68 622,2 7 142,-14-5 47,-10-2 36,2-2-53,-72 16 148,0 4 1,-73 30-150,133-43 25,-1 0 0,0-1 0,0-2 0,0 0 0,-1-2 0,-10 0-25,26-4 35,0-1 0,0 0 1,0 0-1,0-1 1,0 0-1,0-1 0,1 0 1,-1-1-1,1 0 1,0 0-1,0-1 1,0 0-1,0-1 0,1 0 1,0 0-1,0-1 1,1 0-1,0 0 1,0 0-1,1-1 0,0 0 1,0-1-1,1 1 1,0-1-1,0 0 0,0-2-35,-4-8 147,2 4-13,-1-1-1,0 2 1,-1-1-1,0 1 0,-3-2-133,1 8-80,6 16 7,6 14-8,-1-22 80,7 58-203,-2-24 169,-1 0 1,-2 4 34,-2-28 2,0 0-1,-1 0 1,0-1 0,0 1 0,-1-1-1,0 1 1,-1-1 0,0 0 0,-3 6-2,3-11-47,0 1 0,-1-1 0,1 0 1,-1 0-1,0 0 0,0-1 0,0 1 1,0-1-1,-1 0 0,1 0 0,-1 0 0,0-1 1,0 0-1,0 0 0,0 0 0,-5 1 47,-6 3-451,8-3-116,1-1-1,-1 0 0,1 0 0,-1-1 1,0 0-1,1 0 0,-1-1 0,0 0 1,0 0-1,0-1 0,-1 0 568,-15-4-3676,-1 0 0,-18-8 3676,34 10-623,-48-14-3725</inkml:trace>
  <inkml:trace contextRef="#ctx0" brushRef="#br0" timeOffset="6941.076">3683 2287 8095,'-9'13'3990,"1"-13"1934,-1-12-1043,4 2-5694,4 8 67,-10-23 990,1-2 1,1 1 0,2-1 0,1 0-1,0-1 1,2 1 0,0-23-245,3 40 45,1 0-1,0 0 1,0 0-1,1 0 1,0 0 0,1 0-1,0 0 1,0 0 0,1 0-1,1 1 1,-1 0-1,2-1-44,-4 9 2,0-1 0,0 1 0,0-1-1,0 1 1,0 0 0,1-1 0,-1 1 0,0 0-1,1 0 1,-1 0 0,1 0 0,-1 0-1,1 0 1,0 0 0,-1 1 0,2-1-2,2-1 14,-1 0-22,-1 1 1,1-1-1,0 1 0,-1 0 1,1 1-1,0-1 0,0 1 0,0-1 1,0 1-1,0 0 0,-1 1 0,1-1 1,0 1-1,0-1 0,0 1 1,-1 0-1,1 0 0,0 1 0,-1-1 1,1 1-1,-1 0 0,0 0 0,1 0 1,-1 0-1,0 1 8,9 6-56,-1 0 1,-1 1-1,1 0 1,-1 1-1,7 11 56,-9-12-27,-1 1 1,0 0-1,0 1 0,-1-1 1,-1 1-1,0 0 0,-1 1 1,0-1-1,-1 1 1,0 0-1,-1 3 27,-1-11 5,0 0-1,-1 0 1,0-1-1,0 1 1,0 0 0,-1 0-1,0 0 1,0-1-1,0 1 1,0 0 0,-1-1-1,0 1 1,0-1 0,0 0-1,0 1 1,-1-1-1,1 0 1,-1 0 0,0-1-1,0 1 1,-1-1 0,1 1-1,-1-1 1,0 0-1,0 0 1,0-1 0,0 1-1,0-1 1,0 0 0,-1 0-1,-1 1-4,-7 0-23,1 0 0,-1-1 0,0 0 0,0-1 0,1 0 0,-1-1 0,0-1 0,0 0-1,0-1 1,1 0 0,-4-1 23,-22-3-345,13 3-882,1-2 0,-1 0 0,-20-9 1227,25 7-1659,1-2 1,0 0-1,0-1 0,1 0 1,1-2-1,0 0 0,-10-9 1659,-13-16-3898</inkml:trace>
  <inkml:trace contextRef="#ctx0" brushRef="#br0" timeOffset="7295.679">3736 1652 9380,'0'0'3727,"-41"-14"-386,-11 10 128,-7 10-3983,-25-12-1285,-1 8-1413,-6 4-386,-4-10 0,7 2-129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49:51.949"/>
    </inkml:context>
    <inkml:brush xml:id="br0">
      <inkml:brushProperty name="width" value="0.1" units="cm"/>
      <inkml:brushProperty name="height" value="0.1" units="cm"/>
      <inkml:brushProperty name="color" value="#E71224"/>
    </inkml:brush>
  </inkml:definitions>
  <inkml:trace contextRef="#ctx0" brushRef="#br0">0 1269 9637,'0'0'3577,"0"0"-86,3-3-579,0 0-2821,1 0 1,0 0-1,0 0 0,0 1 0,0 0 0,0 0 0,0 0 0,0 0 0,1 1 0,-1-1 1,1 1-1,-1 0 0,1 0 0,0 1-91,77-5 589,-45 4-248,375-11 1444,114-9-336,-452 14-1063,-69 7-258,-6-3-21,-11-12-85,-6 4-23,0 0 1,0 2 0,-1 0 0,0 1 0,-7-1 0,-17-9 22,-89-37 85,132 55-107,0 0 0,0 0 0,0 0 0,0 0 0,0 1 0,0-1 0,0 0 0,0 0 0,0 0 0,0 0 0,0 0 0,0 0 0,0 0 0,0 0 0,0 0 0,0 0 0,0 0 0,-1 0 0,1 0 0,0 0 0,0 0 0,0 0 0,0 0 0,0 0 0,0 0 0,0 0 0,0 1 0,0-1 0,0 0 0,0 0 0,0 0 0,-1 0 0,1 0 0,0 0 0,0-1 0,0 1 0,12 10 0,26 10 0,29 1 0,1-3 0,1-2 0,65 4 0,-133-20 0,0 0 0,0 0 0,-1 0 0,1 0 0,0 0 0,0 0 0,-1 0 0,1 1 0,0-1 0,0 0 0,-1 0 0,1 1 0,0-1 0,-1 0 0,1 1 0,0-1 0,-1 1 0,1-1 0,-1 1 0,1-1 0,-1 1 0,1 0 0,0 1 1,-1-1 0,0 1 0,1-1 1,-1 1-1,0 0 0,0-1 0,0 1 0,0 0 0,0-1 0,-1 1 0,1 0 0,0-1 0,-1 1 1,0-1-1,1 1 0,-1-1 0,0 1 0,1-1 0,-1 1 0,0-1 0,0 0 0,-1 1-1,-30 37 53,16-21-23,-24 30-25,10-13-157,1 2-1,-17 30 153,31-46-626,-5 6-2053,13-4-4745,4-5 3290,3-13-85</inkml:trace>
  <inkml:trace contextRef="#ctx0" brushRef="#br0" timeOffset="1256.817">5174 343 5911,'-11'-23'2827,"8"8"1921,6-7-3246,-2 17-792,-1 4-596,0-1 0,1 1 0,-1-1 0,0 1 1,1 0-1,-1-1 0,1 1 0,-1 0 0,1-1 0,0 1 0,-1 0 0,1 0 0,0-1 0,0 1 0,0 0 0,0 0 0,0 0 1,0 0-1,0 0-114,1-1 316,54-70 4375,-53 69-4199,-3 3-106,0-2-349,1 1 0,0-1 0,1 1 0,-1 0 0,0 0 0,0-1 0,0 1 0,1 0 0,-1 0 0,1 0 0,-1 0-37,2-2 128,-1 8 1,0 3-96,-1 0 0,0 1 1,0-1-1,-1 0 1,0 1-1,0-1 0,-1 0 1,0 1-1,0-1 0,-1 0 1,-2 6-34,-8 24 409,-15 32-409,22-57 37,-66 149 513,36-86-415,2 1 1,4 2 0,4 1 0,2 5-136,21-74 3,0 0 0,0 1 0,2-1 1,-1 1-1,1-1 0,1 0 1,0 1-1,1-1 0,0 0 0,2 6-3,-3-13-3,1-1-1,-1 1 0,1-1 1,-1 1-1,1-1 0,0 0 0,0 0 1,1 0-1,-1 0 0,1 0 1,-1 0-1,1 0 0,0-1 1,0 0-1,0 1 0,0-1 0,1 0 1,-1 0-1,0-1 0,1 1 1,0-1-1,-1 0 0,1 0 1,0 0-1,-1 0 0,1-1 0,0 1 1,0-1-1,0 0 0,-1 0 1,1 0-1,2-1 4,3 0-24,0-1 1,0 0-1,0 0 1,0-1-1,0 0 0,-1-1 1,1 0-1,-1 0 1,0-1-1,0 0 0,-1 0 1,1-1-1,-1 0 1,-1 0-1,1 0 0,-1-1 1,0 0-1,0-1 1,-1 1-1,0-1 0,3-7 24,-5 9-18,0 0 0,0 0-1,-1 0 1,0-1-1,0 1 1,-1-1-1,1 1 1,-1-1-1,-1 1 1,0-1-1,1 0 1,-2 1-1,1-1 1,-1 0 0,0 1-1,-1-1 1,1 1-1,-1-1 1,-1 1-1,1 0 1,-1 0-1,0 0 1,0 0-1,-1 0 1,1 1-1,-2 0 1,1 0 0,0 0-1,-1 0 1,-1-1 18,-36-28 5,-2 3 0,-1 1 0,-1 2 0,-24-9-5,11 5 129,1-2 0,-26-22-129,61 38 48,1 0 1,0-2-1,1 0 0,2-1 0,0-1 1,1-1-1,-3-7-48,14 19-8,1 0 0,0 0 0,1 0 0,0-1 0,1 1 0,0-1 0,1 0-1,0-1 1,1 1 0,0 0 0,1-1 0,0 1 0,1-1 0,1 1 0,0-1 0,1 1 0,0 0 0,1-1 8,1-2-622,0 0 0,1 1 0,1 0 0,8-14 622,-10 21-1192,0 0 1,1 0-1,0 0 0,1 1 0,-1 0 0,1 0 1,0 0-1,1 0 0,2-1 1192,-6 5-3962</inkml:trace>
  <inkml:trace contextRef="#ctx0" brushRef="#br0" timeOffset="2111.22">4355 482 7710,'2'-20'2577,"0"-14"5875,2 33-7501,-4 1-922,1 0 0,-1 0 1,1-1-1,-1 1 0,1 0 0,-1 0 1,1-1-1,0 1 0,-1 0 0,1 0 1,-1 0-1,1 0 0,0 0 0,-1 0 1,1 0-1,0 0 0,-1 0 0,1 0 1,-1 0-1,1 1 0,0-1 0,-1 0 1,1 0-1,-1 1 0,1-1 0,-1 0 1,1 0-1,-1 1 0,1 0-29,1 6 140,-1 0-1,1 0 0,-2 0 0,1 0 0,-1 0 1,0 1-1,-1-1 0,1 0 0,-1 0 1,-1 0-1,0 0 0,0 0 0,0 0 1,0 0-1,-1-1 0,0 1 0,-1-1 0,0 1 1,0-1-1,0 0-139,-5 7 193,0-1-1,-1 0 1,0 0 0,0-1-1,-2 0 1,1-1 0,-1 0-1,-1-1 1,-4 2-193,4-5 154,0-1 1,-1 0-1,1-1 0,-1 0 0,-5 0-154,14-4 129,8-1-22,15-6-86,-12 7-26,-1 0-1,1-1 1,0 2 0,-1-1-1,1 1 1,-1 0 0,1 0-1,-1 0 1,1 1 0,-1-1-1,0 1 1,0 1 0,0-1-1,0 1 1,0 0-1,0 0 1,-1 0 0,1 1-1,-1 0 1,0 0 0,0 0-1,-1 0 1,1 0 0,2 5 5,-2-3-8,1 1 0,-1 0 1,-1 1-1,1-1 1,-1 1-1,-1 0 1,1 0-1,-1-1 1,0 1-1,-1 1 0,0-1 1,-1 0-1,1 0 1,-1 0-1,-1 1 1,0-1-1,0 1 8,0-2 3,-1 1 0,0 0 0,0-1 0,-1 1 0,1-1 0,-2 0 1,1 0-1,-1 0 0,0 0 0,-1-1 0,1 0 0,-1 0 0,0 0 0,-1 0 0,1-1 0,-1 0 0,-1 0 0,1 0 0,0-1 0,-1 0 0,0 0 0,0-1 0,0 0 1,-1 0-1,1 0 0,-1-1 0,1 0 0,-1-1 0,0 0 0,1 0 0,-1-1 0,0 0 0,0 0 0,0 0 0,-3-2-3,-2 0-4,-1-2-1,0 0 1,1 0-1,0-1 1,0-1-1,0 0 1,1-1-1,0 0 1,0-1-1,1 0 1,0-1-1,0 0 1,1-1-1,0 0 1,1-1-1,0 0 1,1 0-1,-5-9 5,3 4-31,1 0 1,1 0-1,0-1 0,1 0 0,1-1 0,1 1 0,1-1 0,0 0 0,1 0 0,1-1 0,1 1 0,0 0 0,1-1 0,2-3 31,4-7-961,-3 20-1085,0 0 0,1 0 1,0 0-1,0 1 1,1-1-1,5-6 2046,9-4-3962</inkml:trace>
  <inkml:trace contextRef="#ctx0" brushRef="#br0" timeOffset="2454.467">4152 231 12464,'0'0'3598,"18"2"0,-18-2-257,0 0-3212,-4 32-1,4-32-642,-2 45-2184,-6-23-900,2 1 128,0-3-256,-1 2-1</inkml:trace>
  <inkml:trace contextRef="#ctx0" brushRef="#br0" timeOffset="2814.793">4279 1419 10794,'0'0'3855,"-10"23"-257,10-23 0,-45 10-3341,11-4 0,-2-8-129,-5 0-385,11 4-1670,-10-8-1671,5-2 0,1-4-129,8-1 1</inkml:trace>
  <inkml:trace contextRef="#ctx0" brushRef="#br0" timeOffset="3299.772">3349 870 9509,'0'0'3469,"0"0"-85,0 0-707,3 8-1499,24 56 447,-3 2 0,8 35-1625,-24-71 114,-2 0 0,0 1 0,-2 0 0,-2 0 0,0 0 0,-3 0 0,0 4-114,0-26 9,0 0 1,-1 0-1,0-1 0,-1 1 1,1-1-1,-2 1 1,1-1-1,-1 0 0,0 0 1,-1-1-1,0 1 1,0-1-1,0 0 1,-1 0-1,-2 1-9,0-1-1,0-1 0,0 0 0,-1 0 0,0-1 0,0 0 0,0 0 0,0-1-1,-1 0 1,0-1 0,0 0 0,0-1 0,-9 2 1,-4-1-245,1-1 0,-1-1 1,1-1-1,0-1 0,-1-1 0,1-1 0,0-1 0,0-1 0,-9-3 245,18 4-862,-1-1-1,1 0 1,0-1-1,0 0 1,1-1-1,-1-1 1,2 0-1,-1 0 1,1-1-1,0-1 1,1 0-1,0 0 1,1-1-1,0 0 1,-2-5 862,-14-33-3727</inkml:trace>
  <inkml:trace contextRef="#ctx0" brushRef="#br0" timeOffset="3671.759">3157 304 8738,'0'0'3084,"0"0"257,0 0-257,0 0-2313,0 0-257,0 0-257,0 0-643,0 0-642,-8 18-1927,8-18-386,0 0 257,-6 19-257</inkml:trace>
  <inkml:trace contextRef="#ctx0" brushRef="#br0" timeOffset="4017.777">2712 205 10280,'62'121'8221,"-10"7"-3855,-30-62-4240,-3 1 1,-3 0-1,-3 1 1,-3 1 0,-3 0-1,-2 0 1,-4 1-1,-4 19-126,2-77-266,0 9 220,-1-1-1,-1 1 0,-2 3 47,-10 15-1726,13-36 1093,-1 1 0,1-1 0,-1 1 0,0-1 0,0 0 0,0 0 0,0 0 0,-2 1 633,4-3-392,-1 0 0,0 0 0,1 0-1,-1-1 1,0 1 0,1 0 0,-1-1-1,0 1 1,0-1 0,0 0 0,0 1-1,1-1 1,-1 0 0,0 0-1,0 0 1,0-1 0,0 1 0,0 0-1,0-1 393,-21-7-3833</inkml:trace>
  <inkml:trace contextRef="#ctx0" brushRef="#br0" timeOffset="4409.798">2528 1016 9637,'-18'5'2497,"0"-2"-1,0 0 0,0-1 0,-13 0-2496,22-2 246,1 0 0,-1 0 0,1-1-1,-1-1 1,1 0 0,-1 0 0,1 0 0,0-1-1,0 0 1,-5-3-246,12 5 10,-1 0 0,1 0 0,0 0-1,-1 0 1,1 0 0,0 0 0,0-1-1,0 1 1,0 0 0,0-1 0,0 1-1,0-1 1,0 1 0,0-1 0,1 1-1,-1-1 1,1 0 0,-1 1 0,1-1 0,0 0-1,-1 1 1,1-1 0,0 0 0,0 0-1,0 1 1,0-1 0,1 0 0,-1 1-1,0-1 1,1 0 0,-1 1 0,1-1-1,0 0 1,-1 1 0,1-1 0,0 1-1,0-1 1,0 1-10,3-6-13,0 1 0,0-1 0,1 1-1,0 0 1,0 0 0,0 1 0,5-4 13,-4 3-10,1 1 1,0 0-1,1 1 1,-1-1-1,1 1 1,-1 1 0,1 0-1,1 0 1,-1 0-1,0 1 1,0 0-1,1 1 1,-1 0-1,1 0 1,0 1 0,7 0 9,-10 1 12,1 0 0,-1 0 0,0 1 0,0 0 0,0 0 0,0 0 1,0 1-1,-1 0 0,1 0 0,-1 0 0,1 1 0,-1 0 1,0 0-1,-1 0 0,1 0 0,-1 1 0,0 0 0,0 0 1,0 0-1,-1 0 0,1 1 0,-1-1 0,0 2-12,1 1 31,-1 1 0,1-1 1,-2 1-1,1 0 0,-1 0 0,0-1 0,-1 1 0,0 0 1,-1 1-1,0-1 0,0 0 0,-1 0 0,0 0 0,0 0 0,-1 0 1,0-1-1,-1 1 0,0 0 0,0-1 0,-1 0 0,0 1 1,-1-2-1,-5 9-31,2-5 19,-1 1 0,-1-1 0,0-1 0,-1 0 1,0 0-1,0-1 0,-1 0 0,0-1 0,-1-1 1,1 0-1,-2 0 0,1-2 0,-1 1 0,-8 1-19,-6 0-577,-1-1 0,1-1 0,-1-1 0,-14-1 577,13-2-1738,0-2-1,-1-1 1,1-2-1,1 0 1,-1-2-1,1-2 1,-1-1 1738,-32-13-3727</inkml:trace>
  <inkml:trace contextRef="#ctx0" brushRef="#br0" timeOffset="5250.548">1774 740 10280,'0'0'3855,"0"0"0,0 0-493,0 0-2034,3-1-750,-2 1-506,1-1 1,-1 1-1,1-1 0,-1 0 0,1 0 1,-1 0-1,0 0 0,1 0 0,-1 0 1,0 0-1,0 0 0,0 0 0,0 0 1,0-1-1,0 1 0,0 0 0,0-1 1,0 0-73,12-38 515,-10 23-392,-1 0 0,-1 0 0,-1-15-123,-6-18 113,4 38-88,0-1 1,1 1-1,1 0 0,0-13-25,6 6-64,-5 17 60,0 1 0,0-1 0,1 0 0,-1 1 0,0-1 0,1 0 0,-1 1 0,1 0 0,0-1 1,0 1-1,0 0 4,2-1-10,1 0 1,0 0-1,-1 1 1,1 0 0,0 0-1,-1 0 1,1 1-1,0 0 1,0 0 0,0 0-1,0 0 1,-1 1-1,1 0 1,0 0 0,2 1 9,17 4-81,0 2 0,13 6 81,-10-4-19,-14-5 9,0 0-1,0 1 0,0 0 1,-1 1-1,0 0 0,0 1 0,-1 0 1,0 1 10,-8-7-3,-1 1 1,1-1 0,-1 0-1,0 1 1,0 0 0,0-1-1,0 1 1,-1 0-1,1 0 1,-1 0 0,1 0-1,-1 0 1,0 0-1,0 0 1,-1 1 0,1-1-1,-1 0 1,1 0 0,-1 1-1,0-1 1,0 0-1,-1 1 1,1-1 0,-1 0-1,1 0 1,-1 1 0,0-1-1,0 0 1,-1 0-1,1 0 1,0 0 0,-1 0-1,0-1 1,0 1 0,0 0-1,-1 0 3,-7 10 6,-1-1 0,-1 0 0,0-1 0,-1 0 0,0-1 0,-1 0 0,0-1 0,0-1 0,-14 6-6,-2 0 46,0-2-1,-2 0 0,1-3 1,-16 3-46,28-8 46,-1-1 0,0 0 0,1-2 0,-1 0 0,0-2 0,0 0 0,1-1 0,-1-1 0,0 0 0,1-2 0,0 0 0,0-1 0,1-1 0,0-1 0,0-1 0,0 0 0,1-1 1,1-1-1,0-1 0,-3-3-46,13 8 128,-3-12-42,9 18-88,0 1 0,0 0 1,0 0-1,0-1 0,0 1 1,0 0-1,1 0 0,-1-1 1,0 1-1,0 0 0,0 0 1,0-1-1,1 1 0,-1 0 1,0 0-1,0 0 0,1-1 1,-1 1-1,0 0 0,0 0 0,1 0 1,-1 0-1,0 0 0,1 0 1,-1-1-1,0 1 0,0 0 1,1 0-1,-1 0 0,0 0 1,1 0-1,-1 0 0,0 0 1,0 0-1,1 0 0,-1 1 1,0-1-1,1 0 0,-1 0 1,0 0-1,0 0 0,1 0 1,-1 0-1,0 0 0,0 1 1,1-1-1,-1 0 0,0 0 0,0 0 1,1 1-1,-1-1 2,3 3-17,-1-1 0,1 1 0,0 0 0,-1 0 0,0 0 0,0 0 0,0 0 0,0 0-1,0 1 1,-1-1 0,1 1 0,-1-1 0,0 1 0,0-1 0,0 1 0,-1 0 0,1-1 0,-1 1 0,0 0 0,0 0 0,0 0 0,-1-1 0,1 1-1,-2 3 18,1 4-30,-2 1 0,1-1 0,-1 0 0,-1 0-1,0 0 1,-1 0 0,-5 9 30,2-9-7,-1 1-1,0-2 1,0 1 0,-1-1-1,0-1 1,-1 0 0,0 0 0,-1-1-1,1-1 1,-1 0 0,-1 0-1,1-1 1,-1-1 0,0 0-1,-1-1 1,1 0 0,-1-1 0,0 0-1,0-1 1,0-1 0,-6 0 7,3 0 29,-1-1 0,1-1 0,0 0 0,-1-2 1,1 1-1,0-2 0,0-1 0,1 0 0,-1 0 0,1-2 1,1 0-1,-1-1 0,1-1 0,0 0 0,1-1 1,0 0-1,-3-5-29,10 8-37,0-1 1,0 0-1,1 0 1,0-1 0,0 1-1,1-1 1,0-1-1,1 1 1,0-1 0,0 1-1,1-1 1,0 0-1,1-1 1,0 1 0,1 0-1,0 0 1,0-1-1,1 1 1,1-1 0,0-7 36,16-49-3356,-9 43-1327,1 0 0,11-21 4683,1 10-4005</inkml:trace>
  <inkml:trace contextRef="#ctx0" brushRef="#br0" timeOffset="5652.802">1048 48 11179,'-4'1'3620,"3"-1"-3382,0 0 0,1 0 0,-1 0 0,0 1 0,0-1 0,0 0 0,1 1 0,-1-1 0,0 0 0,1 1 0,-1-1 0,0 1 0,1-1 1,-1 1-1,1 0 0,-1-1 0,0 1 0,1 0 0,0-1 0,-1 1 0,1 0 0,-1 0 0,1-1 0,0 1 0,-1 0 0,1 0 0,0-1 0,0 1-238,-1 17 1057,2-14-1476,-1 2 423,0 1 0,1-1 1,0 0-1,0 1 0,1-1 1,-1 0-1,1 0 0,1 1 1,-1-2-1,1 1 0,0 0 1,1 0-1,-1-1 0,1 0 0,0 0 1,0 0-1,1 0 0,0-1 1,-1 1-1,5 1-4,-2-1-31,0-1 0,0 0 1,1-1-1,-1 0 0,1 0 0,0-1 0,0 1 0,0-2 1,0 1-1,0-1 0,0-1 0,0 1 0,0-1 0,1-1 1,-1 1-1,2-2 31,1 0 9,1-2 0,0 0 1,-1 0-1,0-1 1,0 0-1,0-1 0,0 0 1,-1 0-1,0-2 0,-1 1 1,1-1-1,-1 0 1,-1-1-1,0 0 0,0-1 1,3-5-10,-7 11 257,17 2 257,-21 2-510,1 0 0,-1 0 1,0 0-1,0 0 1,0 0-1,0 0 0,1 0 1,-1 0-1,0 0 0,0 0 1,0 0-1,0 0 0,1 0 1,-1 0-1,0 0 1,0 0-1,0 0 0,1 0 1,-1 0-1,0 0 0,0 0 1,0 0-1,0 0 1,0 0-1,1 0 0,-1 1 1,0-1-1,0 0 0,0 0 1,0 0-1,0 0 1,0 0-1,0 1 0,1-1 1,-1 0-1,0 0 0,0 0 1,0 0-1,0 0 0,0 1 1,0-1-1,0 0 1,0 0-1,0 0 0,0 0 1,0 1-1,0-1 0,0 0 1,0 0-5,16 75-1105,-4 8-6862,-9-59 4510,2 7-162</inkml:trace>
  <inkml:trace contextRef="#ctx0" brushRef="#br0" timeOffset="6057.892">1758 1215 10408,'-4'18'3598,"4"-18"-128,0 0-129,-10 18-3855,10-18-1028,0 0-1799,0 0-129,-16 20 1,16-20-1</inkml:trace>
  <inkml:trace contextRef="#ctx0" brushRef="#br0" timeOffset="6913.002">5418 2644 10408,'0'0'3598,"0"0"257,-10 33-257,8-1-2827,-8 1-128,8 21-1,-8 1 1,2 12-515,-3 2 129,-3 6-257,4 0-128,-6-6-386,10 10-257,-18-28-1285,14 3-1799,-2-17 128,-2-3-128,14-34 129</inkml:trace>
  <inkml:trace contextRef="#ctx0" brushRef="#br0" timeOffset="8151.729">5021 2425 5911,'1'-45'2340,"-1"-35"6928,-5-18-9268,3 33 2690,3 50-759,2 44-1348,1 77 169,-8 69-752,0-74 62,-7 122 185,6-177-123,-2-1 1,-2 0 0,-12 36-125,17-69 85,0 0 0,-1 0 0,0 0 0,-1-1 0,0 0 0,-5 6-85,10-15 25,-1 0 1,1 0 0,-1 0 0,1 0 0,-1 0-1,0 0 1,0-1 0,0 1 0,0-1 0,0 1 0,0-1-1,0 0 1,-1 0 0,1 0 0,0 0 0,-1 0-1,1-1 1,0 1 0,-1-1 0,1 1 0,-1-1-1,1 0 1,-1 0 0,1 0 0,-1 0 0,1-1 0,-1 1-1,1-1 1,0 1 0,-1-1 0,1 0 0,0 0-1,-1 0 1,1 0 0,-2-1-26,-4-3 41,1-1 0,-1 0 0,1 0 0,1-1 0,-1 1 0,1-1 0,0-1 1,0 1-1,1-1 0,-2-3-41,-10-21 175,0 0 0,2-2-175,9 19 10,-21-51-96,15 42 151,-6 8-65,18 16-2,0 0 0,0-1 0,0 1 1,0 0-1,0 0 0,0 0 0,-1 0 1,1 0-1,0 0 0,0-1 0,0 1 1,0 0-1,0 0 0,-1 0 0,1 0 1,0 0-1,0 0 0,0 0 0,0 0 1,-1 0-1,1 0 0,0 0 0,0 0 1,0 0-1,0 0 0,-1 0 0,1 0 1,0 0-1,0 0 0,0 0 0,-1 0 1,1 0-1,0 0 0,0 0 1,0 0-1,0 0 0,0 0 0,-1 0 1,1 0-1,0 1 0,0-1 0,0 0 1,0 0-1,0 0 0,-1 0 0,1 0 1,0 1-1,0-1 0,0 0 2,-4 5 1,0 0-1,0 0 0,0 0 1,1 0-1,0 1 1,0 0-1,0-1 1,1 1-1,-2 5 0,-18 67 48,13-43-14,4-17 9,-2-1-1,0 1 1,0-1 0,-4 4-43,-5 0 86,14-19-83,0-1 0,1 1 1,-1-1-1,0 0 0,0 0 0,0 0 1,0 0-1,0 0 0,0 0 1,0-1-1,0 1 0,0-1 1,-1 1-4,1-1 4,-1 0 1,1 0-1,0 0 1,-1-1-1,1 1 1,0-1-1,-1 1 1,1-1-1,0 0 1,0 0-1,0 0 1,0 0-1,0 0 1,0 0-1,0 0 1,0-1-1,-1 0-4,-1-2-8,-1-1 1,1 1-1,0-1 1,0 0-1,1 0 1,-1-1-1,1 1 8,-6-13-11,1 0 0,1-1-1,0 1 1,1-2 11,-3-16 22,1-1-1,2 0 0,1 0 1,3 0-1,0-1 1,4-21-22,2 7 32,2 0 0,2 0 0,3 1 0,8-21-32,-14 58-11,-2 16-15,-2 11-44,-5 12 87,-2-1-1,0 1 1,-2-1-1,-1 0 1,-1-1-1,-3 5-16,1-1 8,-95 199 451,-22 54 239,124-269-666,1 0 1,0 0-1,1 0 1,0 1-1,1-1 1,0 1 0,1 1-33,1-11 0,0 0 1,0 1-1,0-1 1,1 0 0,-1 0-1,1 1 1,-1-1-1,1 0 1,0 0 0,0 0-1,0 0 1,0 0 0,0 0-1,0 0 1,0 0-1,2 1 0,-1-1-7,0 0-1,0-1 0,1 1 1,-1-1-1,1 0 0,-1 0 1,1 0-1,-1 0 0,1 0 1,-1 0-1,1-1 0,0 1 0,-1-1 1,1 1-1,0-1 0,0 0 1,1-1 7,11 0-75,-1 0 0,1-2 0,0 0 0,-1 0 0,0-1 0,0-1 0,0-1 0,0 0 0,-1 0 0,0-1 0,0-1 0,9-7 75,-21 14-19,0 0 1,0 0-1,0-1 0,0 1 0,0 0 1,0 0-1,0-1 0,0 1 0,0 0 0,-1-1 1,1 1-1,-1-1 0,1 1 0,-1-1 1,1 1-1,-1-1 0,0 0 19,1-3-45,0 5 43,-1 0-1,0 0 0,0 0 1,0-1-1,0 1 1,0 0-1,1 0 1,-1-1-1,0 1 1,0 0-1,0 0 1,0-1-1,0 1 0,0 0 1,0-1-1,0 1 1,0 0-1,0 0 1,0-1-1,0 1 1,0 0-1,0 0 0,0-1 1,0 1-1,-1 0 1,1 0-1,0-1 1,0 1-1,0 0 1,0 0-1,0-1 1,-1 1-1,1 0 0,0 0 1,0 0-1,0-1 1,-1 1-1,1 0 1,0 0-1,0 0 1,-1 0-1,1 0 3,-7-7-27,0 1-1,-1 1 1,1-1-1,-1 2 1,-1-1-1,1 1 1,-8-3 27,-70-22-171,11 5-87,53 16 236,-4-1-51,0-2 0,0-1 1,1 0-1,-23-17 73,42 25 20,0-1 0,0 0 0,0 0-1,0-1 1,1 0 0,0 0 0,0 0 0,1 0 0,-1-1 0,1 0 0,1 0 0,-1 0 0,1 0 0,1 0 0,-1-1 0,1 1 0,0-1 0,1 0 0,0 0 0,0 0-20,1-16 45,0 0 1,1-1-1,2 1 1,0 0 0,3-5-46,34-121 252,-23 92-218,66-187-655,-79 229 282,-4 14 159,0 0 0,1 0 0,-1 0 0,0 0 0,1 0-1,0 0 1,0 0 0,-1 0 0,1 0 0,0 0 0,0 0 0,1 0 0,-1 1 0,0-1-1,1 1 1,-1-1 0,1 1 0,-1-1 0,1 1 0,0-1 180,1 1-3791,-3 1-214,-2 5-107,-8 19-107</inkml:trace>
  <inkml:trace contextRef="#ctx0" brushRef="#br0" timeOffset="8542.769">3466 2815 10280,'-23'5'3705,"18"-4"-64,3 5-472,-2 4-2956,1 1 0,0-1 0,1 1 0,0 0 0,1 0 0,0 0 0,1 4-213,-8 55 287,3-50-203,-1 0-1,0-1 1,-1 0 0,-1 0-1,-1-1 1,-1 0 0,-1 0-1,-3 3-83,11-16 43,-1 0-1,0-1 0,0 0 0,0 0 0,-1 0 0,1 0 0,-1-1 0,0 0 0,0 0 0,0 0 0,0 0 0,-1-1 0,-4 1-42,6-2 42,-1 0 0,0-1 0,0 1 0,0-1 0,1 0 0,-1-1 0,0 1-1,0-1 1,1 0 0,-1 0 0,0-1 0,1 1 0,-1-1 0,1 0 0,0 0-1,0 0 1,-1-1 0,-2-2-42,-4-4 52,-1 0-1,2 0 1,-1-1 0,2-1 0,-1 0-1,1 0 1,1-1 0,0 0-1,1 0 1,0 0 0,1-1-1,0-1 1,1 0-52,-4-13-116,0 0 1,2-1-1,2 1 1,0-2-1,2 1 1,0-3 115,3 18-484,0 1-1,1-1 1,1 1 0,-1 0 0,2-1 484,16-59-9771,-16 63 7614,-2 5-1720</inkml:trace>
  <inkml:trace contextRef="#ctx0" brushRef="#br0" timeOffset="8975.426">3069 2113 11308,'3'-9'10458,"-1"30"-9168,5 26-1623,-5-41 333,0 0 0,1 0 0,-1-1 0,1 1 0,1 0 0,-1-1 0,0 0 0,1 0 0,0 0 0,1 0 0,-1-1 0,1 0 1,-1 0-1,1 0 0,1 0 0,-1-1 0,0 0 0,1 0 0,0 0 0,-1-1 0,1 1 0,0-1 0,0-1 0,1 1 0,-1-1 0,0 0 0,0-1 0,1 0 0,1 0 0,1 0-23,0-1-1,1 0 1,-1-1-1,-1 0 0,1 0 1,0-1-1,0 0 0,-1 0 1,0-1-1,1-1 0,-1 1 1,-1-1-1,1 0 0,-1-1 1,0 0-1,0 0 1,-1-1-1,0 1 0,0-2 1,0 1 23,1-1 12,-1-1 1,0 0 0,0-1 0,-1 1 0,-1-1 0,1 0 0,-1 0-1,-1 0 1,0-1 0,0-2-13,-22 61-43,13 33-1915,7-47-1049,1 0 1,2 0-1,2 0 0,5 18 3007,4 6-3598</inkml:trace>
  <inkml:trace contextRef="#ctx0" brushRef="#br0" timeOffset="9595.254">4430 3472 12207,'-2'5'3962,"-16"38"3276,16-35-6904,-1 0 1,2 1-1,-1-1 0,1 0 1,0 3-335,1-8-14,0 0 0,0 0 0,0 0 1,0 1-1,0-1 0,1 0 0,0 0 0,-1 0 0,1 0 1,0 0-1,0 0 0,1 0 0,-1 0 0,1 0 0,-1-1 1,1 1-1,0 0 0,0-1 0,0 0 0,0 1 1,1-1-1,-1 0 0,1 0 0,-1 0 0,1 0 0,0-1 1,-1 1-1,1-1 0,0 0 0,0 1 0,3-1 14,1 1-28,1 0 0,0-1 0,0 0 0,0 0 0,0-1 0,0 0 0,0-1 0,0 1 0,0-1 0,0-1 0,0 0 0,-1 0 0,1 0 0,3-3 28,6-2-41,0-1-1,-1-1 1,-1 0-1,1-1 1,11-11 41,-7 4 85,3 4-42,-22 13-42,0 0-1,0 0 1,0 0 0,0 0-1,1 0 1,-2 0 0,1 1-1,0-1 1,0 0 0,0 1-1,0-1 1,0 1 0,0-1-1,0 1 1,0 0 0,-1-1-1,1 1 1,0 0 0,0-1-1,-1 1 1,1 0 0,0 0-1,-1 0 1,1-1 0,-1 1-1,1 0 1,-1 0 0,0 0-1,1 0 1,-1 0 0,0 0-1,0 0 1,1 0 0,-1 1-1,7 47-189,-4-27 12,11 70-5249,-6-37-1805,-6-30 3505</inkml:trace>
  <inkml:trace contextRef="#ctx0" brushRef="#br0" timeOffset="11614.963">2718 2677 5782,'-4'-4'2870,"-12"-11"150,7 8 300,-3 6-2767,6 0-36,2 1-228,-1-1 0,0 1 1,0-1-1,0 1 0,0 1 0,0-1 0,0 1 0,1 0 0,-1 0 0,0 0 1,0 0-1,-3 3-289,-2 1 187,0 1 1,0 0 0,1 1-1,0 0 1,1 0-1,-1 1 1,1 0 0,1 0-1,0 1 1,0 0-1,0 0 1,1 1 0,1 0-1,0 0 1,-1 3-188,3-8 22,1 1-1,0-1 1,1 1 0,-1 0 0,1 0 0,0 0 0,0 0 0,1 0-1,0 0 1,0 0 0,0 0 0,1 0 0,0-1 0,0 1 0,0 0 0,1 0-1,0 0 1,0-1 0,1 1 0,-1-1 0,1 0 0,0 0 0,0 0-1,1 0 1,0 0 0,0-1 0,0 1 0,0-1 0,1 1-22,-1-2 2,1 1 0,-1-1 1,1 0-1,-1 0 0,1 0 0,0-1 1,0 0-1,0 0 0,0 0 1,0 0-1,1-1 0,-1 0 0,0 0 1,1 0-1,-1-1 0,1 0 1,-1 0-1,1 0 0,5-1-2,-7 0 4,0-1 1,0 1-1,0-1 0,0 0 0,0 0 1,-1 0-1,1 0 0,-1 0 1,1-1-1,-1 0 0,0 0 0,0 0 1,0 0-1,0 0 0,0-1 0,-1 1 1,1-1-1,-1 1 0,0-1 0,0 0 1,-1 0-1,1 0 0,-1 0 0,0 0 1,1-3-5,0-5-4,-1 0 0,1 0 0,-2 0 0,0 0 0,0 0 0,-1 0 0,0 0 1,-1 0-1,-1 1 0,0-1 0,-4-9 4,2 7-5,-1 0 0,0 0 1,-1 0-1,0 1 0,-1 1 0,0-1 0,-1 1 1,-1 1-1,-2-3 5,10 12 2,1 1-1,-1-1 1,1 1 0,-1-1-1,0 1 1,0-1 0,1 1-1,-1 0 1,0 0-1,0 0 1,0 0 0,0 0-1,-1 1 1,1-1 0,0 0-1,0 1 1,0 0 0,0-1-1,-1 1 1,1 0 0,0 0-1,0 0 1,-1 1 0,1-1-1,0 0 1,-2 1-2,1 1 3,0 0 0,0 0-1,0 0 1,0 0 0,0 1 0,0-1 0,0 1 0,1 0 0,-1-1-1,1 1 1,0 0 0,0 1 0,0-1 0,0 0 0,-1 4-3,-9 23-28,0 1 0,-3 18 28,7-23-13,0-1 0,-2 1 0,-1-2 1,-4 7 12,14-28 14,-1 0 1,0 0 0,1 0-1,-1 0 1,-1 0-1,1 0 1,0-1 0,-1 1-1,1-1 1,-1 0 0,0 1-1,1-1 1,-1 0 0,0-1-1,0 1 1,-1-1 0,1 1-1,0-1 1,-1 0 0,1 0-1,0 0 1,-1-1 0,1 1-1,-1-1 1,1 0 0,-1 1-1,1-2 1,-1 1 0,1 0-1,-1-1 1,1 0-1,0 0 1,-1 0 0,1 0-1,0 0 1,-1 0 0,-2-3-15,-2 0 51,1-1 1,-1 0-1,1-1 1,0 0-1,1 0 1,-1 0-1,1-1 1,0 0-1,1 0 1,-1 0 0,2-1-1,-1 0 1,1 0-1,-1-3-51,0-1 32,1 0 0,0 0 1,1 0-1,0 0 0,1 0 0,1 0 0,0-1 0,0 1 0,1-1 0,1 1 1,0 0-1,1-4-32,-5 36-27,-2 1 0,-1-1 0,0 0 1,-1-1-1,-5 8 27,7-15-10,0 0-1,-1-1 1,-1 0 0,0 0 0,0 0 0,-1-1 0,0 0-1,-1-1 1,0 1 0,-9 5 10,10-11 86,-20 3-43,24-7-32,1 0 1,0 0 0,0 0 0,-1-1 0,1 1 0,0-1 0,0 0 0,-1 0 0,0 0-12,0-1 18,0 0 0,0 0 1,0 0-1,0-1 0,0 1 1,0-1-1,-1-1-18,-1-3 22,0 0 0,0 1-1,1-2 1,0 1 0,0-1 0,1 0-1,0 0 1,-2-4-22,-22-68 125,26 74-124,1 1 42,1 5-129,-1 6-21,-2 12 86,0 1-1,-2 0 1,0-1-1,-1 0 1,-1-1 0,-7 15 21,13-30 6,0 0 0,0-1 1,0 1-1,-1 0 1,1-1-1,0 0 1,-1 1-1,1-1 1,-1 0-1,1 0 0,-1 0 1,0 0-1,1 0 1,-1 0-1,0 0-6,-5 2 11,4 0-5,-1-1 1,0-1-1,0 1 1,0 0-1,0-1 1,0 0-1,0 0 1,0 0-1,0-1 1,-1 1-1,1-1 1,0 0-1,0 0 1,0-1-1,-1 1 1,1-1-1,0 0 1,0 0-1,0 0 1,0 0-1,0-1 1,0 0 0,-2-1-7,-15-10 85,-4-13-63,6-3-22,10 9-22,8 17-21,2 6 1,0 15 20,-9 3 22,7-19 5,-1 0 0,0 0 0,0 0 1,0 0-1,0-1 0,0 1 0,0-1 0,0 1 0,-1-1 0,1 0 0,0 0 0,-1 0 1,1 0-1,-1 0 0,1 0 0,-1-1 0,1 1 0,-1-1 0,0 0 0,1 0 0,-1 0 0,0 0 1,1 0-1,-1-1 0,1 1 0,-1-1 0,1 0 0,-1 1 0,-1-2-5,-9-2-25,1-1 0,-1-1-1,2 0 1,-1 0 0,-4-4 25,-4-4-22,-10-5 22,25 16 6,-1 1 1,0 0-1,0 0 1,1 1-1,-1 0 0,0 0 1,0 0-1,-1 1 1,1 0-1,0 0 0,0 0 1,0 1-1,0 0 0,0 0 1,0 0-1,1 1 1,-1 0-1,0 0-6,-20 8 47,1 2 0,1 0-1,-13 9-46,-9 5 152,45-25-140,-1-1 1,1 1-1,-1 0 1,1 0-1,-1-1 0,1 1 1,-1-1-1,1 0 1,-1 1-1,1-1 0,-1 0 1,0 0-1,1 0 1,-1 0-1,0 0 0,1 0 1,-1 0-1,1-1 1,-2 1-13,-11-7 128,12 6-116,1-1-1,-1 1 1,1-1 0,0 1 0,0-1-1,0 0 1,0 0 0,0 0-1,0 0 1,0 0 0,0-1-12,-2-9 24,0-1 0,0 0 0,1 0 0,1 0 1,0-1-1,1-5-24,6-87 66,-2 57-20,30-462-68,-31 480-205,-1 22-359,-1 0 1,0 0-1,-1 0 0,0-7 586,0 9-4250,10-6 1659,-7 11-1833,-3 2 419</inkml:trace>
  <inkml:trace contextRef="#ctx0" brushRef="#br0" timeOffset="11968.18">2301 2271 8738,'0'0'3341,"-37"20"0,3-22-129,-8 4-2698,-11-10 0,3 6 0,-5-6-385,-3-2-386,13 10-1414,-3-6-1541,6 0-129,13 2 0,5 0-129</inkml:trace>
  <inkml:trace contextRef="#ctx0" brushRef="#br0" timeOffset="12344.979">1478 2411 7710,'0'0'3234,"0"0"-43,0 0-728,0 0-1093,0 0-320,-2-6-87,-11-51 644,13 55-1575,-1 1 1,1-1 0,0 0 0,0 1-1,0-1 1,0 0 0,0 1-1,1-1 1,-1 0 0,0 1 0,1-1-1,-1 1 1,1-1 0,-1 1-1,1-1 1,0 1 0,0-2-33,2-1 86,-3 2-62,0 0 1,1 0-1,0 0 0,-1 1 0,1-1 0,0 0 1,0 0-1,0 1 0,0-1 0,0 0 1,0 1-1,1-1 0,-1 1 0,1-1-24,2-2 47,-3 2-41,0 1 1,0-1 0,0 1 0,0-1 0,0 1-1,1 0 1,-1 0 0,0-1 0,1 1-1,-1 0 1,1 0 0,0 0 0,-1 1-1,1-1 1,0 0 0,-1 1 0,1-1 0,0 1-7,4-2 6,-3 0-41,0 1 0,1 0 0,-1 0 0,0 0 0,1 0 0,-1 0 0,1 1 0,-1 0 0,1 0 0,-1 0-1,1 0 1,-1 0 0,1 1 0,-1-1 0,0 1 0,1 0 0,-1 0 0,0 0 0,1 0 0,-1 1 0,0 0 0,0-1 0,0 1 0,0 0 0,0 0 0,-1 1-1,1-1 1,-1 1 0,1-1 0,-1 1 0,1 2 35,4 3-253,-1 1 1,-1 0-1,0 0 0,0 1 0,-1-1 0,0 1 0,0 0 1,-1 0-1,1 9 253,-1-6-1671,-1 1 1,0 0-1,-1 0 1,-1 0-1,0 0 1,-2 9 1670,-3 12-3577</inkml:trace>
  <inkml:trace contextRef="#ctx0" brushRef="#br0" timeOffset="13077.755">637 2591 8609,'-1'-6'3470,"-3"-16"-22,3 16-536,1-5-1428,1 5-1309,1 7 1058,4 12-1104,0-1-1,-2 1 1,1 1 0,-2-1 0,0 0 0,0 1 0,-1 0-1,-1 0 1,0-1 0,-1 11-129,-1-13 73,1-1 0,-1 1 1,-1 0-1,0-1 0,0 0 0,-1 1 0,0-1 1,-1 0-1,0 0 0,-1-1 0,0 1 0,0-1 0,-1 0 1,-5 7-74,8-14 30,1 1 1,-1 0 0,0 0 0,0-1 0,0 0-1,0 1 1,0-1 0,-1 0 0,1-1 0,-1 1-1,1-1 1,-1 1 0,1-1 0,-1 0 0,0 0-1,0-1 1,1 1 0,-1-1 0,0 0 0,0 0-1,0 0 1,1 0 0,-1-1 0,0 1 0,0-1-1,1 0 1,-1 0 0,0-1 0,1 1 0,-1-1-1,1 0 1,0 0 0,-1 0-31,-3-3 38,0 0-1,0 0 1,1 0-1,0-1 1,0 0-1,1 0 1,-1-1-1,1 1 1,1-1-1,-1 0 1,1-1 0,1 1-1,-1-1 1,-1-7-38,-2-14 39,2 0 0,2-1 0,0 1 0,2-1-1,1 1 1,2-1 0,2-14-39,-1 6 23,-1 0 0,-2 0 0,-1 0 0,-3-5-23,-3 15 21,6 27-21,0-1 0,0 1 0,0-1 0,0 1 0,0-1 0,0 1 0,0 0 0,0-1 0,0 1 0,-1 0 0,1 0 0,0 0 0,-2-1 0,0 0 1,0 1 0,-1-1-1,1 1 1,0 0 0,-1 0 0,1 0 0,0 0-1,-1 0 1,1 1 0,-1 0 0,1-1 0,-1 1-1,1 1 1,-1-1 0,1 0 0,-3 1-1,-2 1 10,1 0 0,0 1 0,-1 0 0,1 0 0,0 0 0,0 1 0,-5 4-10,-3 3 50,2 0 1,-1 0-1,1 2 1,1-1-1,0 2 1,-9 13-51,14-17 25,1 0 0,1 0 0,-1 1 0,2 0 0,-1-1 0,1 2 0,1-1-1,0 0 1,0 6-25,2-13 7,1 1-1,-1-1 1,1 1-1,0-1 1,0 1-1,0-1 0,1 1 1,0 0-1,0-1 1,0 0-1,0 1 1,1-1-1,-1 0 0,1 1 1,0-1-1,0 0 1,1 0-1,-1-1 1,1 1-1,0 0 0,0-1 1,0 0-1,1 0 1,-1 0-1,2 1-6,6 3-122,0-1 0,1 0 0,0-1 0,0 0 0,0 0 0,1-2 0,0 1 0,0-2 1,5 1 121,5 0-620,1-1 0,0-1 0,0-2 1,12-1 619,-31 2-572,-1-1 0,1 0 0,0-1 0,-1 1 0,0-1 1,1 1-1,-1-1 0,0-1 0,0 1 0,0 0 1,0-1-1,0 0 0,-1 0 0,1 0 0,-1-1 1,0 1-1,0-1 0,0 1 0,0-1 0,0-1 572,13-24-3876</inkml:trace>
  <inkml:trace contextRef="#ctx0" brushRef="#br0" timeOffset="13548.785">500 1886 11179,'-18'15'7025,"2"8"-3867,-6 32-2342,15-38-378,6-8-397,1-8-39,0-1-1,0 0 1,0 0-1,0 0 1,0 0-1,-1 0 1,1 0-1,0 0 0,0 0 1,0 0-1,0 1 1,0-1-1,-1 0 1,1 0-1,0 0 1,0 0-1,0 0 1,0 0-1,0 0 1,-1 0-1,1 0 0,0 0 1,0 0-1,0 0 1,0 0-1,0 0 1,-1 0-1,1 0 1,0 0-1,0-1 1,0 1-1,0 0 0,0 0 1,-1 0-1,1 0 1,0 0-1,0 0 1,0 0-1,0 0 1,0 0-1,0-1 1,0 1-1,-1 0 0,1 0 1,0 0-1,0 0 1,0 0-1,0-1-1,-12-21 274,9 13-276,-1-3-14,0 0 1,-1 0-1,-1 0 0,0 0 0,-1 1 0,0 0 0,-1 0 1,-6-6 15,-7 3 0,16 12-11,1 0 1,-1 0 0,1 1 0,-1-1-1,0 1 1,0 0 0,1 1-1,-1-1 1,0 1 0,0 0 0,0 0-1,1 1 1,-1-1 0,0 1-1,0 0 1,1 0 0,-1 1 0,0 0-1,1-1 1,0 1 0,-1 1 0,1-1-1,0 1 1,0-1 0,-1 2 10,0 1-389,0 0 1,0 1-1,0-1 1,0 1 0,1 0-1,0 0 1,0 1-1,1-1 1,0 1 0,0-1-1,1 1 1,-1 1 388,-1 9-2379,0 0-1,1-1 1,1 1 0,0 15 2379,0 12-3684</inkml:trace>
  <inkml:trace contextRef="#ctx0" brushRef="#br0" timeOffset="13888.186">613 3423 11693,'22'28'3855,"-22"-28"0,14 23 0,-14-23-3598,0 0-257,-10 22-385,10 0-1157,0-22-2056,-26 19-129,26-19 1,-24 18-129</inkml:trace>
  <inkml:trace contextRef="#ctx0" brushRef="#br0" timeOffset="14994.729">2754 4269 6168,'3'-23'2976,"-2"18"-2451,0 1 1,0-1-1,-1 0 1,1 1-1,-1-1 0,0 0 1,0 0-1,-1 1 0,0-1 1,0 1-1,0-1 1,0 0-1,0 1 0,-1 0 1,0-1-1,0 1 0,-1-2-525,-13-20 1050,5 15-151,3 6-691,-1 1 0,0 0-1,1 0 1,-1 1 0,0 0 0,0 1-1,-1 0 1,1 0 0,0 1 0,-9 0-208,0 2 176,1 2 0,-1-1 1,1 2-1,0 0 0,0 1 1,1 1-1,0 1 0,0 0 0,0 1 1,1 1-1,0 0 0,-6 6-176,-9 7 194,2 1 0,1 2-1,0 1 1,2 1 0,-9 14-194,8-7 48,2 2 0,1 1 0,1 1 0,2 1 1,2 0-1,2 1 0,2 1 0,-3 14-48,8-19 29,1 1-1,2 0 1,1 1-1,2-1 1,2 1-1,1-1 1,2 1 0,1-1-1,7 27-28,-6-47 14,0 0 0,1 0 0,1 0-1,1-1 1,0 0 0,1 0 0,1-1 0,0 0 0,1-1-1,1 0 1,0 0 0,11 8-14,-16-15 8,2-1 1,-1 0-1,1-1 0,0 1 0,0-2 1,0 1-1,1-1 0,-1 0 0,1-1 1,0 0-1,0-1 0,0 1 0,1-2 1,-1 1-1,1-1 0,-1-1 0,0 0 1,1 0-1,-1-1 0,1 0 0,-1-1 1,0 1-1,0-2 0,2 0-8,1-2 15,-1 0 1,0 0-1,0-1 0,-1-1 0,1 1 0,-1-2 1,-1 1-1,0-2 0,0 1 0,0-1 1,-1 0-1,-1-1 0,1 0 0,-1 0 0,-1-1 1,0 1-1,-1-2 0,4-9-15,3-9-235,-2 0 0,-1-1 1,-1 0-1,-2-1 0,-1 0 0,0-24 235,4-14-3962,-10 61 2728,0 0-501,4-1-2920,5-5 736,-6 11 149</inkml:trace>
  <inkml:trace contextRef="#ctx0" brushRef="#br0" timeOffset="15352.741">2726 4646 9123,'0'-15'3363,"0"12"85,0 3-407,0 0-1692,-1 7-407,-14 86-12,5 1 0,3 35-930,0-20 261,-1 66-1139,8-170-129,0-5-642,-6-6-2413,-1-7 2530,7 13 1022,-2-3-254,1-1 0,0 1 0,0 0 0,0-1 0,0 1 0,1 0 0,-1-1 0,1-2 764,0 0-955,-2-17-2515</inkml:trace>
  <inkml:trace contextRef="#ctx0" brushRef="#br0" timeOffset="15870.349">2752 4717 7067,'-1'-5'3191,"1"-3"-1861,0 1 0,1-1-1,0 1 1,0-1-1,0 1 1,2-5-1330,9-11 653,-4 17-491,0-1 0,0 1 0,1 0 0,0 1 0,0 0 0,0 0 0,1 1 0,-1 0 0,1 1 0,0 0 0,0 1 0,0 0 0,0 0 0,0 1 0,1 0 1,-1 1-1,0 0 0,1 1 0,-1 0 0,0 0 0,0 1 0,0 1 0,0 0-162,-6-2 2,-1 0 1,0 0 0,0 0 0,0 1 0,0-1 0,-1 1-1,1 0 1,0 0 0,-1 0 0,1 0 0,-1 0 0,1 1-1,-1-1 1,0 1 0,0-1 0,0 1 0,-1 0 0,1 0 0,-1 0-1,1 0 1,-1 0 0,0 0 0,0 0 0,0 0 0,-1 1-1,1-1 1,-1 0 0,0 1 0,0-1 0,0 0 0,0 0-1,0 1 1,-1-1 0,0 2-3,-1 3 2,-1-1 1,0 1-1,0-1 1,-1 0-1,1 0 1,-2 0-1,1 0 1,-1-1-1,0 0 1,0 0-1,-1 0 1,0 0-1,-6 4-2,-3 1 41,-1-1 0,0-1 0,0 0-1,-1-1 1,0-1 0,0 0 0,-1-2 0,0 0-41,-29 7 211,0-3 1,-18-1-212,59-7 171,6-1 43,0 0-64,0 0-21,0 0-1,5 3-21,14 10-50,-2 0 0,1 1 1,-2 0-1,0 2 0,0 0 0,-2 0 0,0 2 0,-1 0 0,7 13-57,-10-14 15,-1 0 0,-1 1 0,-1-1 0,0 2 0,-1-1 0,-1 1 0,-1 0 0,-1 0 0,0 0 0,-1 13-15,-2-6-320,-1-14 462,-1-4-4932,6-11-56,5-9 3335,-6 8 286,16-14-2544</inkml:trace>
  <inkml:trace contextRef="#ctx0" brushRef="#br0" timeOffset="16510.388">4265 4340 7453,'0'-3'3084,"0"2"-2747,0 0 0,0-1 0,0 1 0,0 0 0,0 0 0,-1-1 0,1 1 0,-1 0 0,1 0 0,-1-1 0,1 1 0,-1 0 0,0 0 0,0 0 0,0 0 0,1 0 0,-1 0 0,0 0 0,0 0 0,-1 0-337,-1-1 302,0 0 0,0 0 0,0 1-1,0-1 1,0 1 0,0 0 0,-1 0 0,-1-1-302,-8 0 372,-1 0 0,1 1 0,0 1 1,-1 0-373,-14 1 413,1 1 1,0 1 0,0 2-1,0 1 1,1 1-1,0 1 1,-7 3-414,-1 3 243,1 2 1,0 1-1,1 1 0,1 1 1,-4 6-244,13-8 48,1 2 0,0 0 1,1 1-1,2 1 0,0 1 1,1 1-1,1 0 1,1 1-1,1 0 0,2 2 1,0-1-1,2 1 0,0 1 1,-2 14-49,6-17-1,1 1 0,1-1 0,2 1 0,0 0 1,1 0-1,2 0 0,0 0 0,2 0 0,1-1 1,0 1-1,2-1 0,1 0 0,1 0 0,1-1 0,1 0 1,7 12 0,-9-22-2,1 0 1,0-1 0,1 0 0,0 0-1,1-1 1,0-1 0,1 1 0,0-2-1,0 0 1,1 0 0,0-1-1,1-1 1,0 0 0,0-1 0,0 0-1,3-1 2,-7-1 12,1-1 0,0-1-1,0 0 1,0 0 0,0-1-1,0-1 1,1 0-1,-1 0 1,0-1 0,0-1-1,0 0 1,0 0 0,-1-1-1,1 0 1,0-1-1,-1-1 1,0 1 0,0-1-1,-1-1 1,1 0 0,-1 0-1,5-5-11,-5 3-15,1-1 1,-2 1-1,1-1 0,-1-1 0,-1 1 0,0-2 0,0 1 1,-1-1-1,0 1 0,-1-2 0,0 1 0,-1-1 0,3-10 15,0-24-1166,-6 43 623,-1-1-1,0 0 0,0 0 0,0 0 0,-1 0 0,1 1 0,-1-1 0,0 0 1,0-1 543,-3-10-5143,5 3 3653,0 8 263,-1-2-2757</inkml:trace>
  <inkml:trace contextRef="#ctx0" brushRef="#br0" timeOffset="16880.826">4373 4899 10537,'0'0'3491,"2"5"85,0 0-3175,-1-1 0,0 0-1,0 0 1,0 1 0,-1-1-1,1 0 1,-1 1-1,0-1 1,0 1 0,-1 0-401,-7 56 755,1-21-120,-10 68 65,-6-1-1,-4-1 1,-15 31-700,42-135-187,-1-1 0,1 1 0,-1-1 0,0 0 0,1 1 0,-1-1 0,0 0 0,0 1 1,0-1-1,0 0 0,0 0 0,0 0 0,0 0 0,0 0 0,0 0 0,-1 0 0,1 0 0,0 0 0,0-1 0,-1 1 0,1 0 0,-1-1 0,1 1 0,-1-1 1,1 0-1,-1 1 0,1-1 0,-1 0 0,1 0 0,-1 0 187,-1 0-734,-1 0-1,1-1 1,0 0 0,-1 1 0,1-1-1,0 0 1,0-1 0,0 1-1,0 0 1,0-1 0,-1 0 734,-13-15-3834</inkml:trace>
  <inkml:trace contextRef="#ctx0" brushRef="#br0" timeOffset="17484.788">4250 4812 8609,'0'-5'3213,"3"-16"21,2 11-343,0 5-2499,-1 0-189,0 1 0,0 1 0,0-1 0,0 0 0,1 1 0,-1 0-1,1 0 1,0 1 0,0-1 0,0 1 0,0 0 0,3-1-203,12-1 131,-1 2 0,1 0 0,0 1 1,0 1-1,0 1 0,0 0 0,-1 2 0,1 0 0,-1 1 1,1 1-1,-1 1 0,-1 1 0,1 0 0,-1 1 0,-1 1 1,17 11-132,-30-17-1,0 0 1,1 0 0,-1 1 0,-1-1-1,1 1 1,0 0 0,-1 0 0,0 0-1,0 1 1,0-1 0,0 1-1,-1-1 1,1 1 0,-1 0 0,-1 0-1,1 0 1,-1 0 0,0 1 0,0-1-1,0 2 1,-1-1 2,0-1-1,-1 1 1,0 0-1,0-1 1,-1 1-1,1-1 1,-1 1-1,0-1 1,-1 0-1,1 0 1,-1 0-1,0 0 1,0 0-1,-1-1 1,0 1-1,1-1 1,-1 0-1,-4 3-1,-12 10 107,0-1 0,-1 0 0,-1-2 0,-1 0 0,0-1 1,0-2-1,-1 0 0,0-2 0,-1-1 0,0 0 0,-1-2 0,1-1 0,-8 0-107,-9-7 750,51 3-748,0 1-1,-1 1 1,1 0 0,0 0 0,-1 0-1,0 1 1,0 0 0,0 1 0,0 0 0,-1 0-1,0 1 1,0-1 0,1 3-2,24 22-1,-1 1 0,3 8 1,-32-37 0,30 36-138,-1 0 0,6 14 138,-3 6-6727,-30-48 1749,-3-2 3505,-1-4 236,0-1-2704</inkml:trace>
  <inkml:trace contextRef="#ctx0" brushRef="#br0" timeOffset="17894.681">2506 6027 8352,'1'4'3234,"0"-3"-2969,0 1 1,0-1-1,0 1 0,0-1 0,0 0 0,0 1 1,0-1-1,0 0 0,0 0 0,1 0 0,-1 0 1,1 0-1,-1 0 0,0 0 0,1 0 0,-1-1 1,1 1-1,0 0 0,-1-1 0,2 1-265,37 2 2374,-20-3-2085,803 12 3379,1-40-547,-529 10-4706,273-54 1585,-479 53-6103,4-6 6103,-84 23-1105,-1-1 1,1 0-1,0-1 1,-1 0-1,0 0 1,0-1-1,3-2 1105,-7 4-3983</inkml:trace>
  <inkml:trace contextRef="#ctx0" brushRef="#br0" timeOffset="18297.705">2764 6410 9894,'-11'3'2746,"11"-1"1065,21-2-216,52-4-2383,0 3 0,0 3 1,46 8-1213,-27-2 582,-8-2-185,573 36 1608,0-34-1880,-588-11-1661,32-7 1536,-19-6-3816,-4-10-5053,-74 25 4650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0:18.241"/>
    </inkml:context>
    <inkml:brush xml:id="br0">
      <inkml:brushProperty name="width" value="0.1" units="cm"/>
      <inkml:brushProperty name="height" value="0.1" units="cm"/>
      <inkml:brushProperty name="color" value="#E71224"/>
    </inkml:brush>
  </inkml:definitions>
  <inkml:trace contextRef="#ctx0" brushRef="#br0">9626 1376 4626,'0'0'3619,"0"0"86,-3-4-428,-12-13-1799,15 16-1453,0 1-1,0 0 1,0 0 0,0 0 0,-1-1 0,1 1-1,0 0 1,0 0 0,0 0 0,0-1 0,0 1-1,-1 0 1,1 0 0,0 0 0,0 0 0,0 0-1,-1-1 1,1 1 0,0 0 0,0 0 0,0 0-1,-1 0 1,1 0 0,0 0 0,0 0-1,-1 0 1,1 0 0,0 0 0,0 0 0,-1 0-1,1 0 1,0 0 0,0 0 0,-1 0 0,1 0-1,0 0 1,0 0 0,-1 0-25,-3 2 73,-1-1 1,0 1-1,1 0 0,-1 0 0,1 0 1,0 0-1,0 1 0,0 0 1,0 0-1,0 0 0,0 0 0,1 1 1,0-1-1,0 1 0,0 0 0,0 0 1,0 0-1,1 0 0,-1 1 1,1-1-1,0 1 0,1-1 0,-1 1 1,1 0-1,0-1 0,0 1 0,0 0 1,1 0-1,0 0 0,0 0 1,0 3-74,0-3 22,1 1 0,0 0 0,0-1 0,0 1 0,1-1 0,-1 1 0,1-1 1,1 0-1,-1 0 0,1 0 0,0 0 0,0 0 0,0 0 0,0-1 1,1 1-1,0-1 0,0 0 0,0-1 0,1 1 0,-1 0 0,1-1 0,0 0 1,0 0-1,0-1 0,0 1 0,0-1 0,1 0 0,0-1-22,-1 1 3,1-1 1,0 1-1,-1-2 0,1 1 0,0-1 0,0 0 0,0 0 1,0 0-1,-1-1 0,1 0 0,0 0 0,-1 0 0,1-1 1,-1 0-1,1 0 0,-1 0 0,0-1 0,1 0 0,-1 0 1,-1 0-1,1 0 0,3-4-3,-5 4 1,1-1 1,-1 0-1,0 0 1,0-1-1,0 1 1,-1-1-1,1 1 1,-1-1-1,0 0 1,0 0-1,-1 0 1,0 0-1,0 0 1,0 0-1,0-1 1,-1 1-1,0 0 1,0 0-1,0 0 1,0-1-1,-1 1 1,0 0-1,0 0 1,-1 0-1,0-1-1,0-1-5,0 0 0,-1 1-1,1-1 1,-2 1 0,1 0-1,-1 0 1,1 0 0,-2 0-1,1 1 1,-1-1-1,0 1 1,0 0 0,0 1-1,0-1 1,-1 1 0,0 0-1,0 0 1,0 1 0,0 0-1,-5-2 6,-1 2-9,0 0-1,0 0 0,0 1 0,0 1 1,0 0-1,0 0 0,-1 1 0,1 1 1,0 0-1,0 1 0,-6 1 10,-21 5 72,0-2 0,0-2-1,0-1 1,-1-3 0,1-1-1,-18-3-71,43 2 49,1-1-1,0 0 1,0-1-1,0 0 1,0-1-1,1 0 1,0-1-1,0-1 1,-5-3-49,9 4 22,0 0 0,1-1 1,0 1-1,0-1 0,1-1 0,0 1 1,0-1-1,1 0 0,0 0 0,0-1 0,1 0 1,0 0-1,1 0 0,-1-1-22,2 4 5,0-1 1,1 1-1,-1 0 0,1 0 1,1-1-1,-1 1 1,1 0-1,0-1 0,0 1 1,1 0-1,0-1 0,0 1 1,1 0-1,0 0 0,0 0 1,0 0-1,0 0 0,1 0 1,0 1-1,0-1 1,1 1-1,0 0 0,0 0 1,0 0-1,0 0 0,1 1 1,0 0-1,0 0 0,0 0 1,0 0-1,0 1 0,1 0 1,0 0-1,0 0 0,-1 1 1,1 0-1,1 0 1,-1 1-1,0-1 0,0 1 1,1 1-1,-1-1 0,0 1 1,1 0-6,-3 0-4,-1 0 0,1 0 0,-1 0 0,0 1 0,1-1 0,-1 1 0,0 0 1,0 0-1,1 0 0,-1 0 0,0 0 0,0 1 0,0-1 0,0 1 0,-1 0 0,1 0 0,0 0 1,-1 0-1,1 1 0,-1-1 0,0 1 0,1 0 4,-1 1-5,0 0 0,0 0 0,-1 0 0,0 0 0,1 0 0,-1 0 0,-1 0 0,1 0 0,-1 0 0,1 1 0,-1-1 0,0 0 0,-1 0-1,1 0 1,-1 0 0,0 1 0,-1 1 5,-10 37-57,-3-1 0,-1-1 0,-16 26 57,9-17-150,-17 50 150,37-92-15,1 1-1,0 0 1,0 0-1,1 0 0,0 0 1,0 1-1,1-1 1,0 0-1,1 0 1,1 7 15,-1-13-3,-1-1-1,1 1 1,0-1 0,0 1-1,0-1 1,0 0 0,1 1-1,-1-1 1,0 0 0,1 0-1,0 0 1,-1 0 0,1 0-1,0 0 1,0-1 0,0 1-1,0 0 1,0-1 0,1 0-1,-1 1 1,0-1 0,1 0-1,-1 0 1,1 0 0,-1-1-1,1 1 1,-1-1 0,1 1-1,0-1 1,-1 0 0,1 0-1,-1 0 1,1 0 0,0 0-1,-1-1 1,1 1 0,1-1 3,2-1 2,1 0 0,0 0 0,-1 0 1,0-1-1,1 0 0,-1 0 0,0 0 0,-1-1 1,1 0-1,0 0 0,-1-1 0,0 1 0,0-1 1,-1 0-1,1-1 0,-1 1 0,0-1-2,-1 2 3,0 0 0,-1 0 0,1 0 0,-1 0 0,0-1 0,0 1-1,-1-1 1,1 0 0,-1 1 0,0-1 0,0 0 0,-1 0 0,1 0 0,-1 1 0,0-1 0,0 0-1,-1 0 1,0 0 0,1 0 0,-1 1 0,-1-1 0,1 0 0,-1 1 0,-1-2-3,1 3 1,0 0 0,0 0 0,0 0 0,-1 0 0,1 1 0,-1-1 0,0 1 0,0 0 0,0-1 0,0 2 1,0-1-1,0 0 0,-1 0 0,1 1 0,0 0 0,-1 0 0,1 0 0,-1 0 0,0 0 0,1 1 0,-1-1 0,0 1 0,1 0 0,-1 0 0,-3 1-1,-12 1-1,0 1 0,1 0 0,-1 1 0,-9 4 1,15-4-1,-53 18 65,38-12 59,-1-1 1,-25 5-124,46-13 15,1 0 1,0 0 0,0 0-1,-1-1 1,1 0 0,0-1-1,-1 0 1,1 0 0,0 0-1,0-1 1,0 0-1,0 0 1,-5-3-16,9 3 23,0 0 0,0 0 0,0 0 0,0-1 0,0 1 0,1-1 0,-1 0 0,1 0 0,-1 0 0,1 0 0,0 0 0,0-1 0,1 1 0,-1 0 0,1-1 0,-1 1 0,1-1 0,0 0 0,1 1 0,-1-4-23,-2-10 73,2 1 1,0-1 0,1 0-1,1-2-73,0-7 124,-1 14-99,-1 1-1,0-1 1,0 1-1,-1 0 1,-1 0-1,0 0 1,-1-2-25,-3 7 85,1 4-77,1 0-1,0 0 1,-1 1-1,1 0 1,-1 0 0,1 0-1,-1 1 1,0 0-1,1 0 1,-1 0-1,1 1 1,-1 0-1,1 0 1,-1 0 0,1 1-1,-1 0 1,-2 1-8,-1 1 0,-1 1 0,1 1 0,0-1 1,0 1-1,1 1 0,0 0 0,0 0 1,0 1-1,1-1 0,-1 3 0,7-8-8,-1 0 0,0 0 0,1 0 1,0 0-1,-1 0 0,1 0 0,0 1 0,0-1 0,0 0 1,1 1-1,-1-1 0,0 1 0,1-1 0,0 1 0,-1-1 1,1 1-1,0-1 0,0 1 0,1-1 0,-1 1 0,0-1 1,1 0-1,0 1 0,-1-1 0,1 1 0,0-1 0,0 0 1,0 1-1,1-1 0,-1 0 0,0 0 0,1 0 0,0 0 0,-1 0 1,1-1-1,0 1 0,0 0 0,0-1 0,0 1 0,0-1 1,0 0-1,0 0 0,1 1 0,1-1 8,7 5-155,0-1 0,0 0 0,1-1 0,-1 0 0,1-1 0,0-1 0,5 1 155,-5-1-907,0-1 1,0-1-1,0 0 0,7-2 907,0 2-2512,20-3-6969,-34 2 5476</inkml:trace>
  <inkml:trace contextRef="#ctx0" brushRef="#br0" timeOffset="351.385">8440 1244 1927,'-3'-2'3363,"1"1"-2769,0 1-1,0-1 1,0 1 0,0-1 0,1 1 0,-1-1 0,0 1-1,0 0 1,0 0 0,0 0 0,0 0 0,0 1-1,0-1 1,-2 1-594,3-1 102,0 0 1,0 0-1,0 1 0,0-1 0,0 0 0,0 1 0,1-1 0,-1 1 0,0-1 0,0 1 1,0-1-1,0 1 0,1 0 0,-1-1 0,0 1 0,1 0 0,-1 0 0,0 0 1,1-1-1,-1 1 0,1 0 0,-1 0 0,1 0 0,0 0 0,-1 0 0,1 0 1,0 0-1,0 0 0,0 0 0,-1 0 0,1 0-102,0 2 128,0 0 0,-1 0 0,1 0 0,-1 0 0,0 0 0,0 0 0,0-1 0,0 1 1,0 0-1,-1-1 0,1 1 0,-3 1-128,-9 25 562,7 12-31,2 1 0,2 0 1,1-1-1,5 37-531,0 25 338,-4-69-251,0 56-89,-8 53 2,7-128 604,1-7-4873,0-2-2645,-4-7 2845,-12-2-129</inkml:trace>
  <inkml:trace contextRef="#ctx0" brushRef="#br0" timeOffset="758.184">8009 1185 5140,'18'-10'3726,"-18"10"129,6 27-128,-14-9-2442,14 26-257,-16-1-386,8 12-256,-6 2-258,0 1-256,5 5-515,-11-16-256,20 12-900,-18-21-1928,14-7-128,-4-11 0,2-20 129</inkml:trace>
  <inkml:trace contextRef="#ctx0" brushRef="#br0" timeOffset="1427.046">7837 804 1542,'11'-48'6195,"-2"14"-2153,-7 28-3519,-1-1-1,1 1 1,0 0-1,1 0 1,0 0-1,0 0 1,0 0-1,0 0 1,1 1 0,0-1-1,0 1 1,1 0-1,0 0 1,-1 1-1,6-4-522,-9 9 51,-1 0 0,1 0 0,0 0 0,-1 0 0,0 0 0,1 0-1,-1 0 1,1 0 0,-1 1 0,0-1 0,0 0 0,0 0 0,0 0-1,0 0 1,0 1 0,0 0-51,-5 22 97,-1 1 1,-2-1-1,0-1 0,-1 1 1,-2-1-98,-2 8 27,-38 84-234,-8 2 207,13-28-271,4 2 0,-4 22 271,41-98-26,0-1 0,1 1 1,1 0-1,0 0 0,1 2 26,2-16-1,0 1-1,0 0 1,0-1-1,0 1 1,0 0 0,0-1-1,0 1 1,1-1-1,-1 1 1,0 0-1,1-1 1,0 1 0,-1-1-1,1 1 1,0 0 1,0-1 0,0 1 0,0-1 0,0 0 0,1 0 0,-1 0 0,0 0 0,0 0 0,0 0 0,1 0 0,-1-1 0,1 1 0,-1 0 0,0-1 0,1 1 0,-1-1 0,1 0 0,-1 1 0,1-1 0,-1 0 0,1 0 0,0 0 0,-1 0 0,2 0 0,1-1 0,-1 0 0,1 0 0,0 0 0,-1 0 0,1-1 0,-1 1 0,1-1 0,-1 0 0,0 0 0,1-1 0,4-3 0,0-1 0,-1 1 0,0-1 0,0-1 0,-1 1 0,1-1 0,-2 0 0,1-1 0,-4 5 14,0-1 0,1 1 1,-2-1-1,1 0 1,0 0-1,-1 0 0,0 0 1,0 0-1,-1 0 0,1 0 1,-1 0-1,0 0 0,-1 0 1,1 0-1,-1 0 1,0 0-1,0 0 0,0 0 1,-1 0-1,0 0 0,0 0 1,0 1-1,0-1 0,-1 1 1,0 0-1,0-1 1,0 1-1,0 1 0,-1-2-14,-14-12 174,0 0-1,-1 1 0,0 0 1,-1 2-1,-13-7-173,21 13 109,-8-4 32,-5-4 146,1 0 0,0-2-1,1-1 1,-18-19-287,36 33 32,0 0 0,1 0 0,0 0 0,0-1 0,0 0 0,1 1 0,0-1 0,0 0 0,0-1 0,1 1 0,0 0 0,0-1 0,1 1 0,0-1 0,0 1 0,0-1 0,1 0 0,0 1 0,0-1 0,0 0 0,1 0 0,0 1 0,1-1 0,0-1-32,1-2-81,2 0 1,-1 1 0,1-1-1,0 1 1,1 0 0,0 0 0,0 1-1,1-1 1,0 2 0,1-1-1,0 1 1,0 0 0,0 0-1,1 1 1,0 0 0,4-1 80,0 1-977,-1 0-1,1 1 1,0 1 0,8-2 977,-15 5-704,-1 0-1,1 1 1,-1-1 0,1 1 0,-1 0-1,1 1 1,0-1 0,-1 1 0,1 0 0,-1 0-1,0 1 1,1 0 0,1 1 704,26 16-4134</inkml:trace>
  <inkml:trace contextRef="#ctx0" brushRef="#br0" timeOffset="3280.327">7351 1350 3084,'0'0'3212,"-1"-5"-106,-2-14-515,3 14-513,0 5-408,-1-5-342,-4-26 863,2 17-501,2 29-645,6 41-1064,-2-35-36,-1 1 0,-1 21 55,-3-23-21,-5 5-1,6-24 17,0 0 1,1 0-1,-1 0 0,0 0 0,0 0 1,1 0-1,-1 0 0,0 0 0,0 0 1,0-1-1,0 1 0,0 0 0,0-1 1,0 1-1,-1-1 0,1 1 0,0-1 1,-1 1 4,1-1-2,-1 0 1,1 0-1,-1 0 0,1 0 1,-1-1-1,0 1 1,1 0-1,-1-1 1,1 1-1,-1-1 1,1 0-1,0 1 1,-1-1-1,1 0 2,-21-15 0,-1-9 107,13 13-89,-5-12-11,11 9 97,-1-4-83,1 2 1,3 13 42,2 8-150,0 0 72,0 0 0,0-1 0,-1 1 0,1 1 0,-1-1 1,0 0-1,0 0 0,0 0 0,0 0 0,-1 0 0,1 0 0,-1 1 14,-2 7-68,-2 9 25,-7 6-43,9-21 68,2-4 10,0-1 1,0 1-1,0-1 0,0 1 0,0-1 0,0 1 0,-1-1 0,1 0 0,0 0 0,-1 0 0,1 1 0,-1-1 0,1 0 1,-1 0 7,-17 8-22,-6-6 22,22-3 12,0-1 0,0 1 0,0-1 0,0 0-1,0 0 1,0 0 0,0 0 0,0-1 0,1 1 0,-1-1 0,1 0 0,-1 0-1,-2-2-11,5 4-4,-4-7 90,0-22-64,5 14 33,1 9-4,4-9-8,-3 7 43,3-3-65,-6 25-42,-1-6-19,-13 29-27,2-13 67,-4-6 0,-4-10 0,-1-13 0,3-7 21,11 5 65,-11-14-65,6-3-21,-10-25 150,9 18-42,12 29-122,-14-28 263,5 18-228,9 11-21,0 1 0,0 0 0,1-1 0,-1 1 0,0 0 0,0 0 0,0 0 0,0 0 0,0 0 0,1 0 0,-1 0 0,0 0 0,0 0 0,0 0 0,0 0 0,0 1 0,1-1 0,-1 0 0,0 1 0,0-1 0,-20 16 0,14-7 0,0-1 0,1 1 0,0 0 0,0 1 0,1 0 0,0-1 0,1 2 0,0-1 0,0 0 0,1 1 0,0 0 0,1 4 0,4 6 0,-1-18 0,1 0 0,-1-1 0,1 1 0,-1 0 0,1-1 0,0 1 0,0-1 0,0 0 0,0 0 0,0 0 0,0 0 0,1 0 0,-1 0 0,1 0 0,0-1 0,-1 1 0,1-1 0,0 0 0,0 0 0,2 1 0,12 2 0,-1-1 0,1 0 0,0-2 0,15 1 0,-10-2-21,-22 0 17,0 0 1,0 0 0,0 0 0,0 0-1,0 0 1,0 0 0,0 0-1,0 1 1,0-1 0,0 0 0,0 0-1,0 0 1,0 0 0,0 0-1,0 0 1,0 0 0,0 0-1,0 0 1,0 1 0,0-1 0,0 0-1,0 0 1,0 0 0,0 0-1,0 0 1,0 0 3,-9 5-4,-1 0 0,0-1 0,-1 0 1,1 0-1,-1-1 0,0-1 4,2 0 0,0 1 0,0-1 1,0 2-1,1-1 0,-1 1 0,1 1 1,-1 0-1,-17 12 0,23-14 8,0 0 0,1 0 0,-1 0 0,1 1 0,-1-1 0,1 1 0,0-1 0,0 1 1,1 0-1,-1 0 0,1 0 0,0 0 0,0 0 0,0 0 0,1 0 0,-1 0 0,1 1 1,0-1-1,0 0 0,1 2-8,1 12 47,0 1 0,2-1 0,1-1 0,1 5-47,4 13 185,56 197 1143,-42-180-1083,-16-36-3043,-14-28-9084,4 8 7363</inkml:trace>
  <inkml:trace contextRef="#ctx0" brushRef="#br0" timeOffset="5454.304">6529 697 2955,'-27'-11'6737,"-6"-5"-1823,-16 0-184,-38-9-4730,-141-21 2380,-173-9-1104,117 20-774,-789-140 697,295 33-214,-9 34-985,355 66 257,-72 17-257,140 28 22,-288 43-22,606-41 5,-35 3 36,0 3 0,1 4 0,-22 10-41,86-20-6,0 1 0,0 1 1,1 0-1,-1 1 0,2 1 0,0 0 0,0 1 0,0 0 1,1 1-1,1 0 0,-9 11 6,7-5-8,1 0 0,1 1 0,0 0 0,2 1 0,0 0 0,1 1 0,1 0 0,-6 20 8,6-9 4,1 1 1,1-1 0,2 1 0,0 25-5,3 16 238,7 40-238,-8 15 0,3-108 0,2-3-22,-2-14-42,-2-7 128,-2-17-21,-9-2 43,-24-44-80,6 9-12,-24-31 6,126 241 150,9-9-172,-67-123-63,6-1 63,-19-18 22,0-1 0,0 1 0,-1 0 0,1-1 0,1 1 0,-1-1 0,0 0 0,0 1 0,0-1 0,0 0 0,0 0 0,0 0 0,0 0 0,0 1 0,0-2 0,0 1 0,1 0 0,-1 0 0,0 0 0,2-1 0,0 0 0,-1 0 0,1-1 0,-1 1 0,1-1 0,-1 1 0,1-1 0,-1 0 0,2-2 0,30-32-37,-1-3-1,-2 0 1,-2-2-1,2-7 38,-19 30-21,2-6-472,-12 19-899,-2 5-2249,-10 1-1839,0 0 3649,4-1 340,0 0-2899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0:26.356"/>
    </inkml:context>
    <inkml:brush xml:id="br0">
      <inkml:brushProperty name="width" value="0.1" units="cm"/>
      <inkml:brushProperty name="height" value="0.1" units="cm"/>
      <inkml:brushProperty name="color" value="#E71224"/>
    </inkml:brush>
  </inkml:definitions>
  <inkml:trace contextRef="#ctx0" brushRef="#br0">6753 1135 128,'0'0'686,"1"-4"1241,0 4-1818,-1 0-1,0-1 0,0 1 1,1-1-1,-1 1 1,0-1-1,0 1 0,1-1 1,-1 1-1,0 0 1,0-1-1,0 1 0,0-1 1,0 1-1,0-1 1,0 1-1,0-1 0,0 1 1,0-1-1,0 1 1,0-1-1,0 1 0,0-1 1,-1 1-1,1-1 1,0 1-1,0-1 0,0 1 1,-1-1-1,1 1 0,0 0 1,-1-1-1,1 1 1,0 0-1,-1-1 0,1 1 1,0 0-1,-1-1 1,1 1-1,-1 0-108,-1 0 185,1 0 0,-1 1 0,1-1 0,-1 1 1,0-1-1,1 1 0,-1 0 0,1-1 0,-1 1 0,1 0 0,0 0 0,-1 1-185,-38 34 1731,36-31-1602,1 0-1,0 0 1,0 0-1,0 0 1,1 0-1,0 0 1,0 1-1,0-1 1,1 1-1,0 0 1,0-1-1,0 1 1,0 0-1,1 0 1,0 0-1,0-1 1,1 1-1,0 0 1,0 0-1,0-1 1,2 5-129,-2-8 29,-1-1 0,1 1 1,0-1-1,0 1 0,0-1 0,0 1 0,0-1 1,0 1-1,0-1 0,1 0 0,-1 0 0,1 0 1,-1 0-1,0 0 0,1 0 0,1 1-29,1 1 90,0-1-51,-1 0 1,0 0-1,0 0 1,1-1-1,-1 1 1,1-1-1,0 0 1,-1 0 0,1 0-1,0-1 1,-1 1-1,1-1 1,0 0-1,0 0 1,0 0-1,-1-1 1,1 1-1,0-1 1,-1 0-1,1 0 1,0 0 0,-1 0-1,1-1 1,-1 1-1,0-1 1,3-1-40,13-12 107,-16 11-102,1 0-1,-1-1 1,0 1 0,-1-1 0,1 1-1,-1-1 1,0 0 0,0 0 0,0 0-1,-1 0 1,0-1 0,0 1 0,0 0-1,0 0 1,-1-1 0,0 1 0,0-1-1,-1 1 1,1 0 0,-1 0 0,0-1-1,-1 1 1,1 0 0,-1 0 0,0 0 0,0 0-1,-1 0-4,-11-15 0,-12-3 0,22 21 4,0-1 0,0 1 0,-1 1-1,1-1 1,-1 1 0,1-1 0,-1 1 0,1 1-1,-1-1 1,0 1 0,1-1 0,-1 1 0,-3 1-4,-9 1 36,0 1-1,0 0 1,-3 2-36,-45 7 100,49-11-39,0-2 0,0 0-1,0-1 1,0 0 0,0-1-1,0-1 1,1-1 0,-1 0-1,1-1 1,-8-4-61,15 6 33,0 0 0,0 0 0,1-1-1,0 0 1,-1 0 0,2-1 0,-1 0 0,1 0 0,0 0-1,0-1 1,0 0 0,1 0 0,0 0 0,1-1 0,0 0-1,0 0 1,0 0 0,1 0 0,0 0 0,1-1-33,1 6 3,1 0 1,0 1 0,-1-1-1,1 0 1,0 0-1,1 1 1,-1-1-1,0 0 1,1 0 0,0 1-1,-1-1 1,2-2-4,10-14 85,-8 15-81,0 1 0,0-1 1,0 1-1,1 0 0,-1 0 0,1 0 0,0 1 0,3-2-4,-6 3-5,1 0-1,0 0 1,-1 0-1,1 1 1,0-1 0,-1 1-1,1-1 1,0 1 0,-1 0-1,1 0 1,0 0-1,0 0 1,-1 1 0,1-1-1,0 1 1,-1 0 0,1 0-1,-1-1 1,1 2-1,-1-1 1,1 0 0,-1 1 5,17 15-22,-17-13 25,-1 0 0,1 0 0,-1 0 0,0 1 0,0-1 0,0 0 0,0 1 0,-1-1 0,0 0 0,0 1 0,0-1 0,-1 0 0,1 1 0,-1-1 0,0 0 0,0 0 0,-1 3-3,-5 15 44,-1 1-1,-8 14-43,11-25 12,-4 4 41,6-10-33,0 0 0,0 0 1,1 0-1,0 1 0,0-1 1,1 1-1,0 0 0,0 0 1,0 3-21,-3 17 128,5-18 22,11 5 64,-8-13-192,0 0-1,0 0 1,-1 0-1,1 0 0,0-1 1,0 1-1,0-1 1,0 0-1,0-1 0,0 1 1,0 0-1,0-1 1,-1 0-1,1 0 1,0 0-1,0-1 0,-1 1 1,1-1-1,0 0-21,3 1 0,-1-2 0,19-17 0,-1-5 0,-12 2-21,-12 23 18,0-1 1,1 1-1,-1 0 0,0 0 1,0 0-1,0-1 1,0 1-1,0 0 0,0 0 1,0-1-1,1 1 1,-1 0-1,0 0 0,0-1 1,0 1-1,0 0 1,0 0-1,0-1 0,0 1 1,0 0-1,-1-1 1,1 1-1,0 0 1,0 0-1,0 0 0,0-1 1,0 1-1,0 0 1,0 0-1,-1-1 0,1 1 1,0 0-1,0 0 3,-16-17-21,11 14 21,-1 1 0,1 0 0,-1 0 0,1 0 0,-1 0 0,0 1 0,0 0 0,0 1 0,0-1 0,0 1 0,0 0 0,0 0 0,0 1 0,0 0 0,0 0 0,1 0 0,-5 2 0,-19 6 0,1 0 0,-26 14 0,53-23 0,-104 42 128,86-38-106,18-3-14,-1-1 0,1 0 0,-1 0 1,1 0-1,-1 0 0,1 0 0,-1 0 1,1-1-1,-1 1 0,1 0 0,-1-1 0,1 1 1,-1-1-9,0 0 7,1 0 1,0 0 0,-1 0-1,1 0 1,0-1 0,0 1-1,0 0 1,0 0 0,0-1-1,0 1 1,0-1-1,1 1 1,-1-1 0,0 0-8,-4-13 4,1-1 1,1 1-1,1-1 1,0 1-1,0-1 1,2-3-5,-1 3-1,0-1 0,-1 1 0,-1-1 0,0 1 0,-1 0 0,-1-1 1,-6-8-21,-7 4-65,14 17 82,-1 0-1,1 1 0,-1-1 1,0 1-1,0 0 0,0 1 1,-4-2 4,6 3 6,0 0 0,1 0-1,-1 0 1,0 1 0,0-1 0,0 1 0,1 0 0,-1 0 0,0 0 0,0 0 0,0 1 0,0-1-1,0 1 1,1-1 0,-1 1 0,0 0 0,1 0 0,-1 0 0,0 1 0,-1 0-6,-18 17 21,20-17-42,1 1-1,-1-1 0,1 0 0,0 1 1,0-1-1,0 1 0,0-1 1,0 1-1,0 0 0,1-1 0,0 1 1,-1 0-1,1-1 0,0 1 1,0 0-1,0-1 0,1 1 0,0 2 22,0 1-121,1 0 0,0-1 0,0 1 0,1 0 0,-1-1 0,1 1-1,0-1 1,2 2 121,7 8-613,0 0 0,1-1 0,0 0 0,9 5 613,35 25-9659,-53-42 6168</inkml:trace>
  <inkml:trace contextRef="#ctx0" brushRef="#br0" timeOffset="341.875">5869 938 128,'-5'-1'1757,"3"1"-1553,-1-1 0,1 1 1,0 0-1,-1 0 1,1 0-1,-1 0 1,1 0-1,-1 1 1,1-1-1,0 1 0,-1-1 1,1 1-1,0 0 1,-1 0-1,1 0 1,0 0-1,0 1 0,0-1 1,0 0-1,0 1 1,0-1-1,0 1 1,1 0-1,-1 0 0,1 0 1,-1 0-205,-2 4 218,1 0 0,0 1 0,0-1 0,1 1 0,0-1 0,0 1 0,0 0 0,1 0 0,0 0 0,1 0-218,-3 28 843,1 0 0,3 0-1,0 0 1,3 0 0,5 27-843,3-2 832,9 20-832,7 9-3033,-27-86-93,-1-3-44,0 0-128</inkml:trace>
  <inkml:trace contextRef="#ctx0" brushRef="#br0" timeOffset="702.173">5496 1090 257,'0'0'2484,"0"0"172,0 0-236,-1 4-1135,-3 36 34,1-1-1,3 1 1,3 27-1319,1-23-505,2 0 0,2 0 0,5 11 505,-3-9-7174,-9-41 4347</inkml:trace>
  <inkml:trace contextRef="#ctx0" brushRef="#br0" timeOffset="1270.244">5317 778 2056,'2'-6'1413,"16"-43"2549,-18 48-3902,0 1 0,0-1 0,0 1-1,0-1 1,0 1 0,1 0-1,-1-1 1,0 1 0,0 0-1,0-1 1,1 1 0,-1-1 0,0 1-1,0 0 1,1 0 0,-1-1-1,0 1 1,1 0 0,-1-1-1,0 1 1,1 0 0,-1 0 0,0 0-1,1-1 1,-1 1 0,1 0-1,-1 0 1,1 0 0,-1 0-1,0 0 1,1 0 0,-1 0 0,1 0-1,-1 0 1,0 0 0,1 0-1,-1 0 1,1 0 0,-1 0-1,1 0 1,-1 0 0,0 0 0,1 1-1,-1-1 1,1 0 0,-1 0-1,0 0 1,1 1 0,-1-1-1,0 0 1,1 1 0,-1-1 0,0 0-1,0 0 1,1 1 0,-1-1-1,0 1 1,0-1 0,1 0-1,-1 1 1,0-1-60,10 21 984,-9-12-715,1 1-1,-2-1 0,1 0 1,-1 1-1,-1-1 0,1 0 1,-3 7-269,-14 68 1343,9-55-967,-5 23 787,-11 19-1163,10-30 457,2 0 1,-4 25-458,14-41 128,2-24-120,1 1 1,-1-1-1,0 1 0,0-1 0,1 1 1,-1-1-1,0 1 0,1-1 0,0 0 1,-1 1-1,1-1 0,0 0 0,0 1-8,1 0-2,-1 0 0,1 0 0,0-1 0,0 1 0,0 0 0,0-1 0,0 0 0,0 1 0,0-1 0,0 0 0,1 0 0,-1 0 0,0-1 0,1 1 0,-1-1 0,0 1 0,2-1 2,2 1-91,0-1 0,0 0 0,0 0 0,0-1 0,0 0 0,0 0 0,5-2 91,-2 1-229,0-1 1,-1 0 0,1-1-1,-1 0 1,0 0-1,0-1 1,0 0 0,-1-1-1,0 1 1,2-3 228,-7 6-51,-1-1 0,0 1 1,0-1-1,-1 1 0,1-1 0,0 0 1,-1 1-1,1-1 0,-1 0 0,0 1 0,0-1 1,0 0-1,0 1 0,-1-1 0,1 0 1,-1 1-1,1-1 0,-1 0 0,0 1 1,0-1-1,0 1 0,0 0 0,-1-1 1,1 1-1,-1 0 0,1 0 0,-2-2 51,-17-17 398,0 1 0,-1 1 0,-2 0-1,-8-4-397,3 2 662,1-1 0,1-1 0,0-3-662,13 12 233,1 0 0,1-2 1,0 1-1,1-1 0,0-1 1,1 0-1,0-3-233,6 13-71,0-1 1,1 1-1,0-1 1,0 0-1,0 1 1,1-1-1,0 0 1,1 0-1,0 0 1,0 0-1,0 0 1,1 0-1,1 0 1,-1 1-1,1-1 1,0 0-1,1 1 1,1-3 70,-1 6-1192,1-1 0,-1 1 1,1-1-1,0 1 0,0 0 0,1 1 1,-1-1 1191,0 1-482,3-1-3158,8 4-66</inkml:trace>
  <inkml:trace contextRef="#ctx0" brushRef="#br0" timeOffset="2599.234">5113 1066 1542,'-2'-3'2934,"0"-1"-2279,0 0 0,1-1 0,0 1 0,-1 0 0,2 0 0,-1-1 0,0 1 0,1-1 0,0 1 0,0 0 0,0-1 0,1-3-655,1-10 1799,-5 38-386,5 19-1365,0 2 196,-1-1 0,-4 18-244,-7-31 878,5-26-493,-13 4 22,16-4-348,1-1 0,0 0-1,-1 0 1,1 0 0,0-1-1,-1 1 1,1 0 0,0 0-1,0-1 1,-1 1 0,1-1-1,0 1 1,0-1 0,-1 1-1,1-1 1,0 0 0,0 0-1,0 0 1,0 1 0,0-1-1,-1-1-58,-10-13 396,9 11-295,-1-1 0,1 0 1,0 0-1,0-1 0,1 1 0,-1 0 1,1-1-1,0 0 0,0-2-101,1 3 10,-6-13 170,6 15-189,-8-42 459,8 37-404,-1 8-101,0 17-279,-1 9 313,-1 2 21,-7-4 0,-7-9 21,17-15-15,1 1-1,-1-1 1,0 0 0,0 0-1,0 1 1,0-1 0,0 0-1,0 0 1,0 0-1,0 0 1,0 0 0,0-1-1,0 1 1,1 0 0,-1 0-1,0-1 1,0 1 0,0 0-1,0-1-5,-19-14 107,14 9-89,-12-19 93,3-2-68,2-2 42,5 9-85,7 16-107,0 16 96,0-1 1,0 1-1,-1 0 0,-1-1 1,0 0-1,0 0 0,-1 0 1,0 0-1,-1 0 0,-2 1 11,1-4 86,-16 11-43,-2-5 64,13-13 21,-14-8 1,23 6-122,-1-1 1,0 0-1,1 0 1,-1 0-1,1 0 1,0 0 0,-1 0-1,1 0 1,0-1-1,0 1 1,1-1-1,-1 0 1,0 1-1,1-1 1,0 0 0,-1 0-1,1 0 1,1 0-1,-2-2-7,-1-10 57,0-1 0,1 1-1,0-12-56,-6-33 72,-3 41-72,9 16 0,0 1 0,-1 0 0,1 0 0,-1 0 0,1 0 0,-1 0 0,1 1 0,-4-2 0,3 2 0,0 0 0,-1 0 0,1 1 0,0-1 0,-1 1 0,1 0 0,-1 0 0,1 0 0,-1 1 0,1-1 0,0 1 0,-1 0 0,1 0 0,0 0 0,0 0 0,0 0 0,-1 1 0,1 0 0,1-1 0,-1 1 0,0 0 0,-17 15 22,18-15-20,1 0 1,-1 0 0,0 0 0,1 0-1,-1 0 1,1 1 0,0-1 0,0 0-1,-1 1 1,2-1 0,-1 1 0,0-1-1,0 1 1,1-1 0,-1 1 0,1 0-1,0-1 1,0 1 0,0-1 0,0 1-1,1 0 1,-1-1 0,0 1-1,1-1 1,0 1 0,0-1 0,0 1-1,0-1 1,0 1 0,0-1 0,1 0-1,-1 0 1,1 0 0,-1 1 0,1-2-1,0 1 1,0 0 0,0 0 0,1 0-3,8 8 3,1-1 1,1-1 0,-1 0 0,1-1 0,1 0 0,-1-1-1,8 2-3,5 1-1,0-1-1,1-2 0,15 2 2,-35-6-14,24-3-15,-31 0 22,0 0-1,-1-1 0,1 1 1,0 0-1,-1-1 0,1 1 1,-1 0-1,1 0 0,-1-1 1,0 1-1,0 0 0,1 0 1,-1 0-1,-1 0 8,-6-6-13,-1 1-1,-1 0 1,1 1 0,-1 0-1,0 0 1,0 1-1,-1 1 1,1 0 0,-2 0 13,-4-3-8,-8-2 8,1 1 0,-1 1 0,0 0 0,-1 2 0,1 1 0,-1 1 0,-21 1 0,25 5 0,3 6 0,15-6-1,0 0 1,1-1 0,-1 1 0,1 0-1,0 1 1,0-1 0,0 0-1,1 0 1,0 1 0,-1-1 0,2 1-1,-1-1 1,0 1 0,1 0 0,0-1-1,0 1 1,0-1 0,1 5 0,2 18 4,1-1 1,8 26-5,-3-14 17,30 219 518,-42-242-3388,3-14 2218,-1 1-1,0-1 0,1 1 0,-1-1 0,0 0 0,0 0 1,0 0-1,0 1 0,0-1 0,0 0 0,-1 0 0,1 0 1,0-1-1,0 1 0,-1 0 0,1 0 0,-1-1 0,1 1 1,0-1-1,-2 1 636,3-1-4005</inkml:trace>
  <inkml:trace contextRef="#ctx0" brushRef="#br0" timeOffset="3833.091">3845 1123 514,'-4'-5'2827,"-83"-109"5946,-44-52-6000,100 130-2560,-2 3 1,-1 0-1,-23-15-213,5 11 120,-1 2-1,-2 2 1,-1 3 0,-2 3 0,-29-9-120,-80-24 986,-61-8-986,-70-7 849,-4 14 1,-2 12-1,-258-5-849,388 45 429,-1 8-1,1 8 0,-11 8-428,127-7 107,0 2 0,1 3 0,0 2 1,2 3-1,0 2 0,-2 4-107,7-3 257,34-12-295,14-8 133,1 0 0,-1 0 1,0 0-1,0 0 0,1 0 0,-1 0 0,0-1 0,0 1 1,0-1-1,0 1 0,-1-1-95,-1-7 540,10-15-312,6-12-224,2 1-1,2 0 1,0 0 0,3 2-1,0 0 1,15-16-4,-34 47 0,0 0-1,1 0 1,-1 0 0,0 0 0,1-1 0,-1 1 0,0 0 0,0 0 0,1-1 0,-1 1 0,0 0 0,0 0 0,0-1 0,1 1 0,-1 0 0,0 0-1,0-1 1,0 1 0,0 0 0,0-1 0,0 1 0,1 0 0,-1-1 0,0 1 0,0 0 0,0-1 0,0 1 0,0 0 0,0-1 0,0 1-1,-1 0 1,1-1 0,0 1 0,0 0 0,0-1 0,0 1 0,0 0 0,0-1 0,-14 7-3,-18 14 30,-66 49 230,67-46-98,26-17-124,1 0 7,4-5-39,0-1 1,-1 0-1,1 0 1,0 0-1,0 1 1,-1-1 0,1 0-1,0 0 1,0 1-1,0-1 1,-1 0-1,1 1 1,0-1 0,0 0-1,0 1 1,0-1-1,0 0 1,0 1-1,0-1 1,0 0 0,0 1-1,0-1 1,0 0-1,0 1 1,0-1-1,0 0 1,0 1 0,0-1-1,0 0 1,0 1-4,1 4 15,1 0 1,0 1-1,1-1 1,-1 0-1,1 0 0,0 0 1,0-1-1,0 1 1,1-1-1,-1 1 1,1-1-1,0 0 1,1-1-1,-1 1 1,0-1-1,1 0 0,0 0 1,2 1-16,22 12 162,0-1 0,26 9-162,-32-14 19,142 49-5802,-161-57 1693,-8-2-129,-18 2-22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1:24.463"/>
    </inkml:context>
    <inkml:brush xml:id="br0">
      <inkml:brushProperty name="width" value="0.1" units="cm"/>
      <inkml:brushProperty name="height" value="0.1" units="cm"/>
      <inkml:brushProperty name="color" value="#E71224"/>
    </inkml:brush>
  </inkml:definitions>
  <inkml:trace contextRef="#ctx0" brushRef="#br0">213 407 6039,'3'-6'1073,"0"-1"-1,-1 1 1,0-1-1,0 0 1,0 0-1,-1 0 1,0 1-1,0-1 1,-1-1-1,0 1 1,0 0-1,0 0 0,-2-1-1072,2 7 125,0 0 0,-1 0-1,1 0 1,0 0 0,0-1-1,0 1 1,0 0 0,0 0-1,0 0 1,0 0 0,0 0 0,0 0-1,0 0 1,1 0 0,-1 0-1,0 0 1,1 0 0,-1 0-1,1 0 1,-1 0 0,1 0-1,0-1-124,0 0 341,1-2 495,0 10-130,16 65 275,-3 0 0,1 30-981,-8-51 159,23 201-74,-4 120-85,-26-243-1113,1-109 568,-1-16 250,0-1 1,-1 0 0,1 1 0,-1-1-1,0 1 1,0-1 0,0 1 0,0-1 0,0 1-1,-1-1 1,1 1 0,-1-1 0,1 0-1,-1 1 1,0-1 0,0 0 0,0 1 294,-1 0-4348,2-3-21,0 0 0</inkml:trace>
  <inkml:trace contextRef="#ctx0" brushRef="#br0" timeOffset="698.949">1 251 6810,'11'-8'1352,"1"0"0,0 1 0,0 0 0,1 1 0,-1 0 0,2 1 0,-1 0 0,6 0-1352,19-3 1029,1 2 1,-1 1 0,1 3 0,20 1-1030,-35 2 122,0 1 0,0 1 1,0 2-1,0 0 0,-1 1 0,0 2 1,-1 0-1,3 2-122,1 2 66,-1 2 1,-1 0 0,-1 1-1,0 2 1,0 0 0,-2 1-1,0 1 1,11 15-67,-22-23 37,-1 0-1,0 1 1,-1 0 0,0 0-1,-1 0 1,-1 1 0,0 0-1,0 1 1,-1-1 0,-1 1-1,-1 0 1,0 0 0,0 0-1,-1 0 1,-1 1 0,-1-1-1,-1 14-36,0-19 49,0-1-1,-1 1 1,-1-1 0,1 0-1,-1 0 1,-1 0-1,0-1 1,0 1-1,0-1 1,-1 0 0,0 0-1,0 0 1,-1 0-1,1-1 1,-2 0 0,1-1-1,-1 1 1,-5 3-49,2-3 111,0 1 0,-1-2 0,0 1 0,0-1-1,0-1 1,0 0 0,-1-1 0,1 0 0,-1-1 0,0 0 0,0-1 0,-8 0-111,12-3 236,8 2-231,0 0 0,-1 0 0,1 0 0,-1 0 1,1-1-1,0 1 0,-1 0 0,1 0 0,-1-1 0,1 1 1,0 0-1,0 0 0,-1-1 0,1 1 0,0 0 0,-1-1 1,1 1-1,0-1 0,0 1 0,0 0 0,-1-1 0,1 1 1,0-1-1,0 1 0,0-1 0,0 1 0,0 0 0,0-1 1,0 0-6,2 0 6,-1-1 0,1 1 0,0 0 0,0-1 0,0 1 0,0 0 0,0 0 0,0 1 0,1-1 0,-1 0 0,0 1 0,0-1 0,1 1 0,-1-1 1,0 1-1,1 0 0,-1 0 0,0 0 0,2 1-6,56 4-94,-39-1 31,1 0 0,-1 1-1,-1 2 1,1 0 0,-1 1 0,0 1 0,-1 1 0,0 0-1,0 2 1,-1 0 0,-1 1 0,0 1 0,-1 0 0,-1 1-1,0 1 1,-1 0 0,0 1 0,-1 1 0,-2 0-1,3 6 64,-10-17-13,0 1-1,-1-1 1,0 1-1,-1 0 1,1 0-1,-1 0 0,-1 0 1,0 0-1,0 0 1,-1 0-1,1 0 1,-2 1-1,1-1 0,-1 0 1,-1 0-1,1 0 1,-1 0-1,-1 0 0,1 0 1,-2 0 13,0 1 38,-1-1 1,0 0-1,-1 0 0,0 0 1,0-1-1,0 0 1,-1 0-1,0 0 0,-1-1 1,1 0-1,-1-1 1,0 0-1,-1 0 0,1 0 1,-1-1-1,-9 3-38,-13 3 56,-1-2 0,0-1 0,-1-1 0,0-2 0,1-1 0,-1-2 0,0-1 0,0-1 0,0-2 0,1-1 0,-1-2 0,1-1 0,-11-5-56,31 8-424,0 0 1,0-1-1,0-1 0,1 0 0,0 0 0,-5-4 424,11 6-689,0 1 0,0-2 0,0 1 0,1 0 0,0-1 0,0 0 0,0 0 0,0 0 0,1 0 0,-1-1 0,1 1 0,1-1 0,-1-1 689,-1-23-4412,7-2-64</inkml:trace>
  <inkml:trace contextRef="#ctx0" brushRef="#br0" timeOffset="1427.795">1639 709 6810,'0'-2'240,"-1"-23"5229,1 24-5166,-1 0-1,1 0 1,0 0-1,-1 0 1,1 0-1,0 0 1,-1 0-1,1 1 0,-1-1 1,0 0-1,1 0 1,-1 0-1,0 1 1,1-1-1,-1 0 1,0 1-1,0-1 0,0 0 1,0 1-1,1-1 1,-1 1-1,0 0 1,0-1-1,0 1 1,0 0-1,0-1 1,0 1-1,-1 0-302,-25-3 1542,13 7-493,0 4-831,0 1-1,0 1 0,1 0 1,0 1-1,0 0 0,2 1 0,-1 0 1,2 1-1,-1 0-217,-2 6 128,0 0 0,1 1 1,1 1-1,1-1 0,1 2 0,-6 19-128,10-22 16,0-1 0,1 1 1,1 0-1,1 0 0,1 0 0,0 0 0,1 0 0,2 9-16,0-15 4,0 0-1,1 0 0,0 0 0,1 0 0,0-1 0,1 0 0,1 0 0,0 0 0,0-1 0,1 1 1,1-2-1,3 6-3,-6-10 11,1 0 1,0 0 0,0 0 0,1-1 0,-1 1-1,1-2 1,0 1 0,0-1 0,1 0 0,-1 0-1,1-1 1,0 0 0,0 0 0,0-1 0,0 0-1,1-1 1,-1 0 0,0 0 0,1 0 0,-1-1-1,1-1 1,-1 1 0,0-1 0,1-1 0,-1 1-1,2-2-11,0 0 21,-1-1-1,0 1 0,0-2 0,0 1 0,-1-1 0,1-1 0,-1 1 0,0-1 1,-1-1-1,0 1 0,0-1 0,0-1 0,-1 1 0,0-1 0,0 0 0,-1-1 1,0 1-1,0-1 0,-1 0 0,0 0 0,-1 0 0,1-3-20,-1-2 15,0-1 0,-1 1 0,-1-1 0,0 1 0,-1-1 0,0 0 0,-1 1 0,-1-1 1,-1 1-1,0-2-15,1 5-257,-1 0-1,-1 0 1,0 0 0,0 1 0,-1 0 0,0 0 0,-1 0 0,0 0 0,0 1 0,-1 0 0,0 0 0,-1 1 0,-6-6 257,0 3-1622,-1 1 0,1 1-1,-2 0 1,1 0 0,-1 2-1,-1 0 1,1 1 0,-7-1 1622,-18 2-4498</inkml:trace>
  <inkml:trace contextRef="#ctx0" brushRef="#br0" timeOffset="4055.942">2014 464 5140,'0'-3'3855,"0"-29"5680,0 23-8769,0 4 712,0 5-514,0 0-472,2 4-128,4 20-105,0 0 0,-2 1-1,-1 0 1,0 9-259,4 25 250,32 241 950,-10 66-1200,-28-350 35,0 0 1,1-1 0,3 11-36,4-1-22,4-4-85,-13-21 102,0 1 0,1-1 0,-1 0 1,0 0-1,0 1 0,0-1 0,0 0 0,0 0 0,1 1 0,-1-1 0,0 0 0,0 0 0,0 0 1,1 0-1,-1 1 0,0-1 0,0 0 0,1 0 0,-1 0 0,0 0 0,0 0 0,1 0 1,-1 0-1,0 0 0,1 1 0,-1-1 0,0 0 0,0 0 0,1 0 0,-1 0 0,0-1 1,1 1-1,-1 0 0,0 0 0,0 0 5,6 0-101,-2 0-11,-1 0 1,1 0-1,-1 0 1,1 0-1,-1-1 1,1 1-1,-1-1 1,1 0-1,-1 0 1,1-1-1,0 1 112,38-37-5997,-35 33 4587,-1-1 1,0-1-1,0 0 0,0 1 0,0-2 0,-1 0 1410,12-22-4219</inkml:trace>
  <inkml:trace contextRef="#ctx0" brushRef="#br0" timeOffset="4423.869">2213 806 6425,'0'0'3983,"0"0"129,0 0 0,-26-18-1156,26 18-1800,-52 8-385,25 0-385,-13-8-129,0 4-129,4 4-385,-5-14-385,17 21-1157,-14-21-2185,18 4-128,3-5 0,17 7 0</inkml:trace>
  <inkml:trace contextRef="#ctx0" brushRef="#br0" timeOffset="5688.966">2443 508 4369,'0'0'3469,"-1"-4"-128,0-1-3692,-6-17 9997,4 14-8297,1 5-963,2 3-108,0 0-42,1 4-65,22 92 201,-5 1 0,5 88-372,-19-123 130,-3 1-1,-2-1 1,-3 1 0,-3-1-1,-5 11-129,-6 10 107,16-63-85,2-19-33,0 0 1,0 1 0,0-1-1,1 0 1,-1 0 0,0 1-1,1-1 1,-1 0 0,1 0 0,-1 0-1,1 1 1,0-1 0,0 0-1,-1 0 1,1 0 0,0 0-1,0 0 1,0 0 0,0-1-1,0 1 1,0 0 0,0 0-1,0-1 1,0 1 0,1-1 0,-1 1-1,0-1 11,2 1-44,0 0-1,0-1 0,-1 1 1,1-1-1,0 0 1,0 0-1,0 0 0,0-1 1,0 1-1,-1 0 0,1-1 1,2 0 44,4-2-230,-5 2-104,0 1-1,0-1 1,0-1-1,0 1 1,0-1-1,-1 1 1,1-1-1,0 0 1,-1 0-1,1-1 1,-1 1-1,0-1 1,0 0-1,0 1 1,2-4 334,36-32-8053,-21 16 4048</inkml:trace>
  <inkml:trace contextRef="#ctx0" brushRef="#br0" timeOffset="6047.472">2586 744 9380,'0'0'3984,"-20"0"-1,2 12-513,-16-18-2571,8 16-256,-11-6-386,-3 0 0,0 0-386,3-8-513,15 18-1157,-10-20-2056,32 6-129,-30-16 129,30 16-257</inkml:trace>
  <inkml:trace contextRef="#ctx0" brushRef="#br0" timeOffset="7370.392">2824 1 4240,'0'0'3641,"0"0"193,0 0-151,3 5-1177,1 3-1968,0 0 0,-1 0 0,0 1 0,0-1 0,-1 1 1,0 0-1,-1-1 0,0 3-538,11 77 3067,21 83-3067,-14-80 895,4 54-895,-16-72 114,-2-1 0,-4 1 0,-3-1 1,-3 1-1,-3-1 0,-8 25-114,-25 98-685,40-190-22,1-5-963,0 0-2121,0-11-1830,-2 2 3797,1 2 338,0 2-2904</inkml:trace>
  <inkml:trace contextRef="#ctx0" brushRef="#br0" timeOffset="9322.999">3161 819 5140,'0'0'3769,"1"5"172,1 1-2911,1-1 1,-1 1 0,1-1 0,0 0-1,1 0 1,-1 0 0,1-1-1,0 1-1030,23 22 1842,-22-24-1742,0 1-1,0-1 1,1-1 0,-1 1 0,1-1 0,0 0-1,-1 0 1,1-1 0,0 1 0,0-1 0,0-1-1,0 1 1,0-1 0,1 0 0,-1 0 0,0-1-1,0 0 1,0 0 0,0 0 0,-1-1 0,5-1-100,1-1 30,-1 0 0,1-1 1,-1 0-1,0-1 0,-1 0 0,1 0 1,-1-1-1,0 0 0,-1-1 1,7-7-31,-9 9 10,-2-1 1,1 0 0,-1 0-1,0 0 1,0 0 0,-1 0 0,0-1-1,0 1 1,-1-1 0,0 0-1,0 0 1,-1 0 0,0 0 0,-1 0-1,1 0 1,-1 0 0,-1-4-11,0 8 1,1 0 1,-1-1 0,0 1-1,0 0 1,-1 0-1,1 0 1,-1 0 0,0 0-1,0 0 1,0 0 0,-1 1-1,1-1 1,-1 1-1,0-1 1,0 1 0,0 0-1,0 0 1,-1 1-1,1-1 1,-1 1 0,0-1-1,1 1 1,-1 0 0,0 1-1,0-1 1,0 1-1,-1-1 1,1 1 0,0 1-1,0-1 1,-1 0-1,1 1 1,-1 0-2,-3 0 6,0 0 1,-1 0-1,1 0 0,0 1 1,0 1-1,0 0 0,0 0 0,0 0 1,0 1-1,1 0 0,-1 0 1,1 1-1,-5 3-6,2 0 27,-1 1 0,2 0 0,-1 0-1,1 1 1,0 0 0,0 1 0,2 0 0,-5 7-27,1 0 45,0 1 0,2 0 0,0 1 0,1 0 0,1 0 0,1 1 0,1-1 0,1 1 0,0 1 0,1-1 1,2 2-46,0-10 36,1 1 0,1 0 0,0 0 0,1 0 1,0 0-1,1-1 0,0 1 0,1-1 0,1 0 1,0 0-1,1 1-36,-2-6 25,0-1 0,0 0 1,0 1-1,1-2 0,0 1 0,0 0 1,0-1-1,1 0 0,0-1 0,0 1 1,0-1-1,1 0 0,-1 0 0,1-1 1,0 0-1,0 0 0,0-1 0,0 0 1,5 1-26,-2-1-33,0 0 0,-1-1 0,1 0 1,0 0-1,0-1 0,0-1 0,0 0 1,0 0-1,0-1 0,0 0 0,-1 0 1,1-1-1,-1-1 0,0 0 0,0 0 1,0-1-1,6-4 33,6-5-723,-17 11 57,1 0-1,-1 0 1,0-1-1,0 1 0,0-1 1,-1 0-1,1 0 0,-1 0 1,0 0-1,2-4 667,33-51-9123,-15 29 4604</inkml:trace>
  <inkml:trace contextRef="#ctx0" brushRef="#br0" timeOffset="9975.933">3693 496 8095,'-2'-4'4027,"2"4"-3816,0-1 1,0 0 0,0 1-1,0-1 1,0 1-1,0-1 1,-1 1 0,1-1-1,0 0 1,0 1 0,-1-1-1,1 1 1,0-1 0,-1 1-1,1-1 1,0 1-1,-1-1 1,1 1 0,-1 0-1,1-1 1,-1 1 0,1 0-1,-1-1 1,0 1-212,-2 13 4841,4 11-1898,1-3-3556,44 248 2151,-31-176-1363,-8-38-73,-1 0 0,-4 0-1,-1 1 1,-5 21-102,2-70 107,-6 7 22,6-12-65,-1-7 0,-2-5-42,1 0 1,1 0-1,0-1 0,0 1 0,1-1 0,1 1 1,-1-1-1,2 0 0,-1 1 0,2-1 1,0-8-23,5-34 12,9-44-12,-10 73 0,5-30 107,14-43-107,-17 75 8,1 1 1,1-1 0,1 1-1,1 0 1,8-12-9,-17 30 5,0 1 0,0-1-1,-1 0 1,2 1 0,-1-1 0,0 1 0,0 0 0,1-1-1,-1 1 1,1 0 0,0 1 0,0-1 0,0 0-1,0 1 1,0 0 0,0 0 0,0-1 0,0 2 0,0-1-1,0 0 1,1 1 0,-1-1 0,0 1 0,1 0-5,1 1-1,0 0 1,0 0-1,0 1 0,-1 0 1,1-1-1,-1 2 1,1-1-1,-1 0 1,0 1-1,0 0 0,0 0 1,0 0-1,0 0 1,-1 1-1,3 3 1,8 8 18,-2 2 1,0 0-1,-1 0 1,0 1-1,-2 0 0,0 1 1,5 17-19,1 7 42,-2 1 1,-2 1 0,-2 2-43,-4-13-43,-2 0 0,-1 0 1,-1 0-1,-2 1 0,-2-1 0,-4 23 43,5-49-1788,-4 3 4682,3-7-6448,3-1-2336,0 0-3847,-2-18 5325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1:15.030"/>
    </inkml:context>
    <inkml:brush xml:id="br0">
      <inkml:brushProperty name="width" value="0.1" units="cm"/>
      <inkml:brushProperty name="height" value="0.1" units="cm"/>
      <inkml:brushProperty name="color" value="#E71224"/>
    </inkml:brush>
  </inkml:definitions>
  <inkml:trace contextRef="#ctx0" brushRef="#br0">10225 626 5525,'0'0'3748,"0"0"0,0 0-535,0 0-1029,0 0-621,-1-5-427,-14-89 1236,7 59-1781,2-1 1,0-21-592,5 45 49,1 1 1,1 0 0,0-1 0,1 1-1,0 0 1,0 0 0,1 0 0,1 1-1,-1-1 1,6-8-50,-7 15-4,0 1-1,0-1 1,1 1-1,-1 0 1,1-1-1,0 1 1,0 0-1,0 1 1,0-1 0,0 0-1,0 1 1,1 0-1,0 0 1,-1 0-1,1 0 1,0 1-1,0-1 1,0 1 0,0 0-1,0 0 1,0 0-1,0 1 1,0-1-1,0 1 1,0 0-1,1 0 1,-1 1 0,0-1-1,0 1 1,4 1 4,5 2-44,-1 0 0,1 1 0,-1 0 0,0 1 0,0 0 1,-1 1-1,0 1 0,0-1 0,0 2 0,-1 0 0,8 8 44,-11-10-39,0 0-1,-1 1 1,0 0-1,0 0 1,0 0 0,-1 0-1,-1 1 1,1 0-1,-1 0 1,-1 1-1,0-1 1,0 1-1,-1-1 1,0 1-1,0 0 1,-1 2 39,-1-7-9,0-1 0,-1 1 0,0 0 0,1 0 1,-2 0-1,1-1 0,0 1 0,-1-1 0,0 1 0,0-1 0,0 1 0,-1-1 0,1 0 0,-1 0 1,0 0-1,-1 0 9,-1 1-1,-1 0 0,1 0 0,-1 0 0,0-1 0,-1 0 0,1 0 0,-1 0 0,1-1 0,-1 0 0,-1 0 1,-4 1 66,0-1 1,1 0-1,-1-1 0,0 0 0,-1-1 0,1 0 1,0 0-1,0-2 0,0 0 0,0 0 0,-1-1 1,-5-2-67,15 4 57,1-1-31,0 1-1,0-1 1,-1 0-1,1 0 1,0 0 0,0 0-1,0 0 1,0 0-1,0 0 1,0-1 0,0 1-1,0-1 1,0 0-1,1 1 1,-1-1 0,1 0-1,-2-2-25,-13-17 129,10-7-22,9 2-86,-2 25-26,-1 0 1,0 0-1,1 0 0,-1 0 1,1-1-1,-1 1 0,1 0 0,0 0 1,-1 0-1,1 0 0,0 0 1,0 1-1,0-1 0,0 0 0,0 0 1,0 0-1,0 1 0,0-1 1,0 0-1,0 1 0,0-1 0,0 1 1,1-1 4,-1 1-13,0 0 0,0 1 0,0-1 0,0 0 0,0 0 0,1 0 0,-1 1 1,0-1-1,0 1 0,0-1 0,0 1 0,0-1 0,0 1 0,0 0 0,0-1 0,0 1 1,-1 0-1,1 0 0,0 0 13,2 2-42,0 0 0,0 1 0,0-1 1,-1 1-1,0 0 0,0 0 0,0 0 1,0 0-1,0 0 0,0 2 42,-2-2-19,0 0 0,1-1 0,-1 1 0,-1 0-1,1 0 1,-1-1 0,1 1 0,-1 0 0,0-1 0,0 1 0,0-1-1,-1 1 1,0-1 0,1 1 0,-1-1 0,0 0 0,0 0 0,-1 0-1,1 0 1,-1 0 0,1-1 0,-1 1 0,0-1 0,0 1 0,0-1-1,0 0 1,-2 0 19,-3 3 16,-1-1-1,0 0 0,0-1 0,0 0 1,0 0-1,-1-1 0,1 0 0,-1 0 1,0-1-1,-3-1-15,-19 1 302,-1-1-1,-10-3-301,31 2 115,1-1 0,0 0-1,-1-1 1,1 0 0,0-1-1,1 0 1,-1 0 0,-7-6-115,5 2 85,9 6-170,10 5-27,-1 0 1,-1 0 0,1 1 0,0 0 0,-1-1 0,0 2-1,0-1 1,0 0 0,2 4 111,-4-6-27,7 7-153,-1 0 0,-1 0 0,1 0 0,-2 1-1,1 0 1,-1 0 0,-1 1 180,-3-8-26,-1 0-1,0 0 0,0-1 0,0 1 0,0 0 0,-1 0 0,1 0 0,-1 0 0,0 0 1,0 0-1,0 0 0,0 1 0,0-1 0,-1 0 0,1 0 0,-1 0 0,0-1 0,0 1 1,0 0-1,0 0 0,0 0 0,-1-1 0,1 1 0,-1 0 0,0-1 0,0 0 0,0 1 0,-1 0 27,-4 3 68,-1 0 0,0 0-1,0-1 1,0 0-1,-1-1 1,1 0-1,-1 0 1,0-1-1,0 0 1,-1 0 0,1-1-1,-1 0 1,1-1-1,-1 0 1,1-1-1,-1 0 1,1 0-1,-5-1-67,-4-1 153,1 0 0,0-1-1,1-1 1,-1-1-1,0 0 1,1-1-1,0-1 1,1 0-1,0-1 1,-1-1-153,6 1-187,-1-1 1,1 0-1,1-1 0,0 0 1,0 0-1,1-1 0,-5-8 187,12 18-314,0 0-1,0 0 0,1-1 0,-1 1 1,0 0-1,1-1 0,-1 1 0,1-1 1,-1 1-1,1-1 0,0 1 0,-1-1 1,1 1-1,0-1 0,0 1 0,0-1 1,0 0 314,0-3-1246,2-4-3059,7-10-106,-7 15 127</inkml:trace>
  <inkml:trace contextRef="#ctx0" brushRef="#br0" timeOffset="341.369">10090 1101 9637,'-38'12'4241,"-1"-2"-129,-5-2-129,-2-2-3983,9 12-1413,-7-15-2571,2-1-256,5-4 128,5 0-129</inkml:trace>
  <inkml:trace contextRef="#ctx0" brushRef="#br0" timeOffset="1199.001">8624 748 7324,'0'0'4134,"0"0"63,0 0-427,-5-2-1629,-13-4-1027,10 0-450,-29-77 514,37 82-1171,-1 0 1,1-1-1,0 1 1,-1 0-1,1 0 1,0 0-1,0 0 1,-1-1-1,1 1 1,0 0 0,0 0-1,1 0 1,-1-1-1,0 1 1,0 0-1,0 0 1,1 0-1,-1 0 1,1 0-1,0-2-7,0 1 21,2-6 65,9-5-65,-10 12-21,-1 0 0,0 0 0,1 0 0,-1 1 0,0-1 0,1 1 0,-1-1 0,1 1 0,-1-1 0,1 1 0,-1 0 0,1 0 0,1 0 0,16 1-20,-1 2 0,1 1 0,0 0 0,-1 1 0,0 1 0,8 4 20,-3-2-8,0 0 8,226 84 0,-218-77 4,-26-8-7,-3-2-20,-2-5 21,0 0 0,1 0-1,-1 0 1,0 0 0,0 0-1,0 1 1,0-1 0,1 0-1,-1 0 1,0 0 0,0 1-1,0-1 1,0 0 0,0 0-1,0 0 1,1 1 0,-1-1 0,0 0-1,0 0 1,0 1 0,0-1-1,0 0 1,0 0 0,0 0-1,0 1 1,0-1 0,0 0-1,0 0 1,0 1 0,0-1-1,0 0 1,-1 0 0,1 1-1,0-1 1,0 0 0,0 0 0,0 0 2,-2 5-14,0-1 1,0 0 0,-1 0 0,1 0 0,-1-1-1,0 1 1,0-1 0,0 1 0,0-1 0,-1 0 0,1 0-1,-1 0 1,-2 1 13,-22 12-16,-1 0-1,0-2 1,-1-1 0,-1-1-1,-19 3 17,-43 9 82,-20 0-82,91-20 8,-69 11 98,81-14-28,0 0 1,-1-1-1,1 0 1,0-1 0,0 0-1,0-1 1,-7-2-79,13 3 49,1-1 0,-1 1 0,0-1-1,1 0 1,0 0 0,-1-1 0,1 1 0,0-1-1,0 1 1,0-1 0,1 0 0,-1 0 0,1-1-1,-1 1 1,1 0 0,0-1 0,0 0-49,-5-11 221,0-1 1,1 0 0,-2-10-222,4 15 47,-25-81 86,-15-50 443,-6 1 0,-50-94-576,87 208-79,-1-1-694,-1 0 0,-1 0-1,-11-12 774,23 36-1035,-3-9-186,10 5-1811,11 0-3908,15-4 2271,-3-1-64</inkml:trace>
  <inkml:trace contextRef="#ctx0" brushRef="#br0" timeOffset="1557.714">8556 0 8481,'0'0'4240,"0"0"-128,20 28 0,-20-28-3084,0 0-257,14 24-642,-14-24-1157,6 19-2956,-6-19-128,2 32-128,-4-10-1</inkml:trace>
  <inkml:trace contextRef="#ctx0" brushRef="#br0" timeOffset="2724.131">7656 1091 9123,'0'0'4369,"0"0"-128,-3-5-922,-14-42-2208,2 0-1,2-1 0,-7-46-1110,15 69 182,-9-62 75,3 0 0,3-18-257,6 86 26,2-1 1,0 1 0,1-1 0,3-12-27,-4 30 0,0 0 0,1 1 0,-1-1 0,1 1 0,-1-1 0,1 0 0,0 1 0,-1-1 0,1 1 0,0-1 0,0 1 0,0 0 0,1-1 0,-1 0-1,1 1 0,-1 0 0,1 0 0,0-1 0,0 1 0,-1 0 0,1 0 1,0 1-1,0-1 0,0 0 0,0 1 0,0-1 0,0 1 0,0 0 0,0-1 0,0 1 1,0 0-1,0 0 0,1 1 1,2-1-12,0 1 1,1 0-1,-1 1 1,0-1-1,-1 1 1,1 0-1,0 1 0,0 0 12,13 7-97,-1 2 0,0 0-1,11 11 98,-27-22-5,29 25-298,-1 2 1,23 28 302,-41-43-69,-1 0 0,0 1 0,-1 0 0,-1 1 0,0 0 0,-1 0 0,0 0 0,0 5 69,-6-15-17,1 1-1,-1-1 0,-1 0 1,1 1-1,-1-1 1,0 0-1,0 1 0,0-1 1,-1 0-1,0 1 1,0-1-1,0 0 1,-1 0-1,1 0 0,-1 0 1,-1 0-1,1 0 1,-1 0-1,1-1 0,-1 1 1,-1 0 17,-1 0-21,1 0 0,-1 0 0,0-1-1,0 1 1,-1-1 0,1 0 0,-1-1 0,0 1 0,0-1 0,-1 0 0,1-1 0,0 1 0,-1-1 0,1-1 0,-1 1-1,-4 0 22,-4-1 98,0-1-1,1 0 0,-1 0 1,1-2-1,-1 0 0,1 0 0,0-2 1,-1 1-1,2-2 0,-1 0 0,0-1 1,-8-4-98,-7-6 308,1-2-1,0 0 1,2-2 0,-23-21-308,43 35 107,-6-9-64,9 12 21,6 6-128,8 7 6,-2 0 0,1 1 0,-1 1 0,-1-1 0,5 10 58,-9-15-45,0 1-1,0 0 0,-1 0 0,0 1 1,-1-1-1,0 0 0,0 1 1,0 0-1,-1-1 0,0 1 1,0 7 45,-6 4-107,4-17 111,0 0 1,0 0 0,-1 0-1,1 0 1,-1 0 0,1 0 0,-1 0-1,0 0 1,0 0 0,0-1-1,0 1 1,0-1 0,0 1 0,0-1-1,0 0 1,0 0 0,-1 0-1,1 0 1,0 0 0,-1-1 0,1 1-1,-1-1-4,-2 1 31,0-1-1,0 0 0,0-1 1,0 1-1,0-1 0,0 0 1,0 0-1,0 0 0,1-1 1,-1 0-1,0 0-30,-9-5 81,1 0 1,0 0-1,0-1 0,1-1 1,0 0-1,1-1 0,-5-5-81,10 8 4,-8-7 123,0 0 0,1-1 1,-7-13-128,22 39-55,1 1 1,-2-1-1,1 1 1,-1 0-1,-1-1 1,0 1-1,-1 0 1,0-1-1,-1 1 1,0-1-1,-1 1 1,-2 5 54,3-13 0,1 0-1,0 0 1,-1 0 0,0 0 0,0 0-1,0-1 1,0 1 0,0-1-1,-1 0 1,0 1 0,1-1 0,-1 0-1,-1 0 1,1-1 0,0 1 0,-1-1-1,1 0 1,-1 1 0,1-2-1,-1 1 1,0 0 0,0-1 0,0 1-1,0-1 1,0 0 0,0-1-1,-1 1 1,1-1 0,0 0 0,0 0-1,0 0 1,-1 0 0,1-1 0,0 0-1,0 1 1,0-2 0,-1 1 0,-4-2 16,1 0 1,-1-1 0,1 0-1,-1-1 1,1 0 0,1 0-1,-1 0 1,1-1-1,0 0 1,0-1 0,0 0-1,1 0 1,-2-3-17,-13-19 139,1-1 1,-15-31-140,7 12 40,12 21-29,-2 1 0,0 0-1,-2 2 1,-1 0 0,0 2-1,-4-2-10,18 19 5,0 0-1,-1 1 1,1 0-1,-1 0 0,0 1 1,0 0-1,-1 0 1,1 1-1,-1 0 1,-7-1-5,9 3 1,0 0 0,0 1 1,0 0-1,1 0 0,-1 0 1,0 1-1,0 0 0,0 0 1,1 1-1,-1 0 0,1 0 1,-1 1-1,1-1 0,0 1 1,-5 4-2,3-2-5,-1 2 1,1-1 0,0 1 0,0 0-1,0 1 1,1 0 0,1 0-1,-1 0 1,1 1 0,1 0 0,-1 0-1,2 1 1,-1 0 0,1-1 0,1 1-1,0 1 1,0-1 0,-1 10 4,3-14-10,0 0 0,1-1 1,0 1-1,0 0 0,0 0 0,0 0 1,1 0-1,0-1 0,1 1 1,-1 0-1,1-1 0,0 1 1,0-1-1,1 0 0,-1 0 0,1 1 1,0-2-1,1 1 0,-1 0 1,1-1-1,0 1 0,0-1 0,0 0 1,1-1-1,-1 1 0,1-1 1,0 0-1,0 0 0,0 0 1,1-1-1,-1 1 0,1-1 0,-1-1 1,3 1 9,4 1-143,2 0 0,-1-1 0,0-1 0,0 0 0,0-1 0,1 0 0,6-2 143,16-3-3818,34-9 3818,-54 10-1456,-1-1-1,0 0 1,-1-1 0,1-1-1,-1-1 1,0 0 0,-1 0 0,0-1-1,9-8 1457,18-17-4283</inkml:trace>
  <inkml:trace contextRef="#ctx0" brushRef="#br0" timeOffset="3203.475">6660 50 6682,'0'0'4112,"0"0"-22,-4 5-513,-3 5-3079,1 1 0,1 0 0,0 0 1,1 0-1,0 0 0,0 1 0,1 0 1,0 9-499,-3 3 263,0 0 0,-2-1 1,-2 5-264,10-28 1,0 1-1,0 0 1,-1-1 0,1 1 0,0-1 0,0 1-1,-1 0 1,1-1 0,0 1 0,-1-1 0,1 1-1,-1-1 1,1 1 0,0-1 0,-1 1 0,1-1 0,-1 0-1,1 1 1,-1-1 0,0 0 0,1 1 0,-1-1-1,1 0 1,-1 0 0,0 1 0,1-1 0,-1 0-1,1 0 1,-1 0 0,0 0 0,1 0 0,-1 0-1,-5-4 17,0 1-5,0-1 0,1 1 1,-1-1-1,1 0 0,0-1 1,0 1-1,-1-3-12,-16-14 21,10 11-54,-1 1 0,-1 0 0,1 1 0,-2 0 0,1 1 0,-4 0 33,12 5-33,0 0 1,0 0-1,0 1 1,0 0-1,0 0 1,0 0-1,-1 1 1,1 0 0,0 0-1,0 1 1,-1-1-1,1 1 1,0 1-1,0-1 1,0 1 0,0 0-1,-1 1 33,5-2-274,0 1 0,0-1 0,-1 1 0,1-1 0,1 1 0,-1 0 0,0-1 0,0 1 0,0 0 0,1 0-1,-1 0 1,1 1 0,0-1 0,0 0 0,0 0 0,0 1 0,0-1 0,0 1 0,0 1 274,-1 4-1259,1 0-1,0-1 0,1 1 1,-1 0-1,2 0 1,-1 4 1259,4 25-4219</inkml:trace>
  <inkml:trace contextRef="#ctx0" brushRef="#br0" timeOffset="3749.981">7108 1409 8866,'0'0'4476,"0"0"-85,0 0-622,3 3-2420,12 15-428,-1-3-707,-13-14-212,1 0 0,0 0 0,-1 0-1,1 0 1,0-1 0,0 1 0,0 0 0,-1-1-1,1 1 1,0-1 0,0 0 0,1 0-2,5 0-39,-1-1 0,0 1 0,0-2-1,0 1 1,0-1 0,0 0 0,-1-1 0,6-2 39,56-30-383,-21 11 222,-38 21 247,8 4-65,20 4-33,-28-1-40,-2 1-34,30 13-1615,-10-3-3667,-24-13 4320,13 7-3256,-12-6 42</inkml:trace>
  <inkml:trace contextRef="#ctx0" brushRef="#br0" timeOffset="4236.958">5904 882 6425,'2'-6'7400,"0"7"-2566,5 19-932,9 46-5622,-12-47 2852,67 369-2086,-66-358 559,4 42-2977,1 1-7048,-9-69 6415</inkml:trace>
  <inkml:trace contextRef="#ctx0" brushRef="#br0" timeOffset="4860.446">5422 525 3084,'-3'-6'3534,"-17"-30"8271,-18-23-11805,-10 0 3143,47 59-3126,1 0-1,-1-1 0,1 1 1,-1 0-1,1-1 1,-1 1-1,1 0 0,-1 0 1,1 0-1,-1-1 1,0 1-1,1 0 1,-1 0-1,1 0 0,-1 0 1,0 0-1,1 0 1,-1 0-1,1 0 0,-1 0 1,0 1-1,1-1 1,-1 0-1,1 0 0,-1 0 1,1 1-1,-1-1 1,1 0-1,-1 1 0,1-1 1,-1 0-1,1 1 1,-1-1-1,1 1 0,-1-1 1,1 0-1,0 1 1,-1-1-1,1 1 0,0 0 1,-1-1-1,1 1 1,0-1-1,0 1 0,0-1 1,0 1-1,-1 0-16,1 16 14,0-1 1,1 1-1,1-1 0,0 1 0,1-1 1,1 0-1,3 10-14,12 30-57,15 29 57,95 179-456,-34-77-30,-93-183 480,0 0 0,0 1 1,0-1-1,0 1 0,-1-1 1,0 1-1,0 0 0,0 0 1,-1 0-1,1 0 0,-1-1 1,0 1-1,-1 3 6,0-5 5,0-1 0,0 1 0,0-1-1,0 1 1,-1-1 0,1 0 0,-1 1 0,0-1 0,0 0 0,0 0-1,0 0 1,0 0 0,0-1 0,0 1 0,0 0 0,-1-1 0,1 0-1,-1 1 1,1-1 0,-1 0 0,1 0 0,-1-1 0,0 1 0,0 0-5,-40 9 208,-1-1 1,0-2 0,0-2 0,-1-2 0,-4-1-209,-45 3 5,62-5-1528,-9-2-8389,37 1 8968,0 1-3296</inkml:trace>
  <inkml:trace contextRef="#ctx0" brushRef="#br0" timeOffset="22479.51">32 1174 3598,'-3'0'3641,"2"0"-3142,-1 0 0,1-1 0,0 1 1,0 0-1,-1 1 0,1-1 1,0 0-1,0 0 0,0 0 0,-1 1 1,1-1-1,0 0 0,0 1 0,0-1 1,0 1-1,0 0 0,0-1 0,0 1 1,0 0-1,-1 0-499,-2 10 3592,9 1-3763,-4-11 267,0 0 0,0 0 1,-1 0-1,1 0 0,0 0 0,-1 0 0,1 0 0,-1 0 0,1 0 0,-1 0 0,0 0 0,1 0 0,-1 0 0,0 0 0,0 0 0,0 1-96,0 0 60,1-1 0,-1 0 0,0 0-1,0 0 1,1 0 0,-1 0 0,0 0 0,1 0-1,-1 0 1,1 0 0,0 0 0,-1 0-1,1 0 1,0 0 0,-1 0 0,1 0-1,0 0 1,1 0-60,0 3 189,-1-2-141,-1-1 0,1 1 1,0-1-1,0 0 1,0 1-1,0-1 0,0 0 1,0 1-1,0-1 1,1 0-1,-1 0 0,0 0 1,1 0-1,-1-1 1,0 1-1,1 0 0,-1 0 1,1-1-1,0 1 1,-1-1-49,8 4 107,-1-2 0,1 1 0,0-1 0,0 0 0,0-1 0,-1 0 0,1 0 0,1-1 0,-1 0 0,0-1 1,0 0-1,-1 0 0,3-2-107,12-3 69,-1-2 0,1 0 0,-2-2-1,1 0 1,-2-2 0,11-7-69,-20 12 0,-1 0-1,-1 0 1,1-1-1,-1-1 1,0 0-1,-1 0 1,0 0-1,-1-1 1,0 0-1,0-1 1,-1 0-1,-1 0 1,2-4 0,-6 12 0,0-1 0,0 1 0,-1 0 0,1-1 0,-1 1 0,0 0 0,0-1 0,0 1 0,-1 0 0,1-1 0,-1 0 0,-9-16 0,5 15 3,1 1 1,-1 0-1,0 0 1,-1 0-1,1 1 1,-1 0 0,0 0-1,0 0 1,1 1-1,-2 0 1,1 0-1,0 1 1,0-1 0,-1 1-1,1 1 1,0-1-1,-1 1 1,-5 0-4,-4 1 9,0 0 0,1 1 0,0 0 1,-1 1-1,1 1 0,0 0 0,-11 5-9,15-3 15,0 0 1,0 0-1,1 1 0,0 0 0,0 1 0,0 0 1,1 0-1,0 1 0,1 1 0,0-1 1,1 1-1,0 1 0,0-1 0,1 1 0,0 0 1,1 1-1,0-1 0,1 1 0,-1 5-15,-1 6 36,1-1-1,1 1 0,1 0 1,1 0-1,1 1 0,1-1 1,2 0-1,0 0 0,1 0 1,1 3-36,-2-17-9,1 0 0,-1 0 0,1-1 1,1 1-1,0-1 0,0 0 1,0 0-1,1 0 0,0 0 1,1-1-1,0 0 0,0 0 0,0 0 1,1-1-1,0 0 0,0 0 1,1-1-1,0 0 0,0 0 1,0-1-1,0 0 0,0-1 0,1 1 1,0-1-1,0-1 0,0 0 1,0 0-1,0-1 0,0 0 1,0-1-1,0 1 0,5-2 9,-3 1-307,0-1 0,1 0 0,-1-1 0,0 0 0,2-1 307,30-18-3755,81-51-9716,-85 41 8867</inkml:trace>
  <inkml:trace contextRef="#ctx0" brushRef="#br0" timeOffset="22993.857">1042 926 5911,'0'-4'3791,"0"3"-3351,0-1 1,0 1 0,0-1 0,0 1-1,0-1 1,0 0 0,-1 1 0,1-1 0,0 1-1,-1-1 1,1 1 0,-1-1 0,0 1-1,1 0 1,-1-1 0,0 1 0,0 0 0,0 0-1,0-1-440,-1 0 337,0 1 0,0-1-1,0 1 1,0-1 0,0 1-1,-1-1 1,1 1 0,0 0-1,-1 0 1,1 1 0,-2-1-337,-4-1 300,-1 0 0,1 1 0,-1 0-1,1 1 1,-1 0 0,0 0 0,-3 1-300,-1 1 150,1 0 1,0 1-1,0 0 0,0 1 1,0 1-1,0-1 0,1 2 0,0 0 1,0 0-1,1 1 0,-1 0 1,-1 2-151,-2 4 124,0 0 1,1 0-1,1 2 1,0-1-1,1 2 1,0-1-1,-7 18-124,4-6 67,2 0-1,0 2 1,3-1-1,0 2 1,1-1 0,2 1-1,2 0 1,0 0 0,2 0-1,1 9-66,1-26 12,1 0-1,0 0 0,1 1 1,0-1-1,1 0 1,0-1-1,1 1 0,1-1 1,0 1-1,6 10-11,-7-17 8,1 1 0,0-1 0,0 0 0,0 0 0,1 0 0,0-1 0,0 0 0,0 0 0,1 0 0,0-1 0,0 0 0,0 0-1,0-1 1,0 0 0,1 0 0,0-1 0,-1 0 0,6 1-8,4 0-90,1-1-1,-1 0 1,1-1-1,-1-1 1,1-1 0,-1-1-1,1 0 1,-1-1-1,13-4 91,8-3-791,6-3-1416,-14-5-2183,-24 14 3520,5-5-1924,0 0 0,-1 0 0,8-9 2794,7-8-4626</inkml:trace>
  <inkml:trace contextRef="#ctx0" brushRef="#br0" timeOffset="23592.177">1190 454 6682,'-1'-28'3833,"0"23"-149,-2 2-183,-4-6-2561,2 4 1044,34 124 1993,5-1-3977,29 122 820,-39-117-659,-6 0-1,-5 2 1,-6-1 0,-7 89-161,-4-127-964,5-84 675,-1-1 0,1 0 0,0 0 0,-1 0 0,1 0 0,0 1 0,0-1 0,0 0 0,0-1 0,0 1 0,0 0 0,0 0 0,0 0 1,0-1-1,1 1 0,-1 0 289,0-1-3130,9-49-5715,-1 20 4455</inkml:trace>
  <inkml:trace contextRef="#ctx0" brushRef="#br0" timeOffset="23944.165">1317 1149 8481,'0'0'4390,"0"0"86,0 0-449,1-7-1972,0 0-1781,1 0 0,0 0-1,1 0 1,0 0 0,0 1-1,0-1 1,0 1-1,1 0 1,1-1-274,49-66 1005,-32 44-832,275-381-1736,-289 398 679,-1 0 1,0-1-1,-1 1 1,3-10 883,-7 16-1542,0 0 0,-1 0 0,0 0 0,0 0 0,0-1 0,0-2 1542,-1 5-4497,0 4-1</inkml:trace>
  <inkml:trace contextRef="#ctx0" brushRef="#br0" timeOffset="24336.03">1417 1095 7196,'0'0'4240,"0"0"1,3 4-429,52 61 502,24 28-2439,18 34-1875,-15 1 31,-42-62-175,4-2 0,9 8 144,2-19-1585,-52-50-556,-3-3-1843,0 0-470,0 0 63,0 0 22</inkml:trace>
  <inkml:trace contextRef="#ctx0" brushRef="#br0" timeOffset="25688.842">2206 1123 3341,'-2'3'454,"1"-2"-14,0 1 0,-1-1 0,1 1 0,0 0 0,0-1-1,0 1 1,0 0 0,1 0 0,-1 0 0,0 0-1,1 0 1,-1 0 0,1-1 0,0 1 0,-1 0 0,1 0-1,0 0 1,0 1 0,0-1 0,1 0 0,-1-1-1,0 1 1,1 0 0,-1 0 0,1 0 0,0 0-1,0 0 1,0 0 0,0-1 0,0 1 0,0 0 0,0-1-1,0 1 1,1-1 0,0 2-440,1 0 185,0 0 0,1 0 0,-1-1-1,1 1 1,-1-1 0,1 0 0,0 0 0,0 0 0,0 0 0,0-1-1,0 0 1,0 1 0,0-2 0,1 1 0,-1 0 0,0-1 0,1 0-1,-1 0 1,1 0-185,8-1 38,1-1-1,-1-1 1,0 0-1,0-1 1,0 0-1,-1-1 1,0 0-1,0-1 1,0 0-1,5-5-37,-7 6 14,-1-1 0,0-1 0,-1 0 0,0 0 0,0 0 0,0-1 0,-1-1 0,0 1 0,-1-1 0,0 0 0,0 0 0,-1-1 0,1-3-14,-4 8-5,-1 0 0,0 1 0,0-1 0,0 0 0,-1 0 0,1 0 0,-1 0 0,0 0 0,-1 0 0,1 1 0,-1-1 0,0 0 0,0 0 0,-1 1 0,1-1 0,-1 0-1,0 1 1,0-1 0,-1 1 0,1 0 0,-1 0 0,0 0 0,0 0 0,-1 1 0,1-1 0,-1 1 0,1 0 0,-1 0 0,0 0 0,0 0 0,0 0 0,-1 1 0,1 0 0,-1 0 0,1 0 0,-1 1 0,0 0 0,0-1 0,1 1 0,-1 1 0,0-1 0,0 1-1,0 0 1,0 0 0,0 1 0,0-1 0,1 1 0,-1 0 0,0 0 0,0 1 0,-3 1 5,-2 2 9,1 1 0,-1 0 0,1 0 0,1 1-1,0 0 1,0 1 0,0-1 0,1 2 0,0-1 0,0 1-1,1 0 1,0 0 0,1 1 0,-1 2-9,-8 18 124,1 0 1,2 1-1,1 1 0,1 2-124,4-13 103,0 0 0,1 0-1,2 1 1,0 0 0,1-1 0,1 1-1,2 0 1,0-1 0,4 17-103,-4-28 54,0 0 0,1 0 0,0 0-1,1-1 1,1 1 0,-1-1 0,1 0 0,1 0 0,-1 0 0,2-1-1,-1 0 1,1 0 0,0-1 0,1 0 0,0 0 0,0 0 0,0-1 0,1-1-1,0 1 1,0-1 0,2 0-54,3 1-53,1-1-1,0-1 1,-1 0-1,2-1 0,-1 0 1,0-2-1,0 1 1,3-2 53,-13 0-403,0-1-1,-1 1 1,1-1-1,-1 0 1,1 0 0,0-1-1,-1 1 1,0-1 0,1 0-1,-1 0 1,0-1 0,0 1-1,0-1 1,-1 0-1,1 0 404,5-5-2143,0-1-1,0 1 0,-1-2 1,0 1-1,4-8 2144,11-22-4498</inkml:trace>
  <inkml:trace contextRef="#ctx0" brushRef="#br0" timeOffset="26358.475">3023 531 8352,'0'-3'4112,"4"-58"5411,-2 50-9421,-1-1 0,0 0 0,-1 1 0,0-1 0,-1 0 0,0 0 0,-1 1 0,0-1-1,-1 1 1,0-1 0,-1 1-102,-3-7 1,-1 1-1,-1 1 0,0-1 1,-12-13-1,17 25-15,1 0 1,-1 1 0,1 0-1,-1 0 1,-1 0 0,1 1-1,0-1 1,-1 1-1,0 0 1,0 0 0,0 0-1,0 1 1,0 0 0,0 0-1,-1 0 1,1 1 0,-1 0-1,-3-1 15,5 2-3,1 1 0,0-1 1,0 1-1,0 0 0,0 0 0,0 0 0,0 0 0,0 1 0,0-1 0,0 1 0,1 0 0,-1 0 1,0 0-1,1 0 0,0 0 0,-1 0 0,1 1 0,0-1 0,0 1 0,0-1 0,1 1 0,-1 0 1,1 0-1,-1 0 3,-4 8-8,1 0 1,0 0-1,1 1 1,0 0-1,-2 8 8,0 16 47,0 1 1,3 0-1,1 0 0,2 0 0,2 17-47,9 65 445,7 4-445,6 67 240,-14-91-141,-6 0-1,-3 0 1,-5 0-1,-4 0 1,-10 33-99,15-112-306,-3 18 257,2-31-1995,0-17-2796,2-4-472,4 1 3508,-1 2 353,-1-19-2789</inkml:trace>
  <inkml:trace contextRef="#ctx0" brushRef="#br0" timeOffset="26714.047">2954 1056 8609,'0'0'4112,"0"0"129,-26-16-258,-4 6-2955,9 14-514,-13-6-257,0 2-385,0 4-386,-7-18-1414,17 10-2184,2-3 0,22 7-128,-12-20 128</inkml:trace>
  <inkml:trace contextRef="#ctx0" brushRef="#br0" timeOffset="27336.157">3295 529 7453,'8'-2'1440,"0"0"0,0 0 0,0-1 1,0 0-1,-1-1 0,1 0-1440,0-1 1032,0 0 1,-1 0-1,1-1 1,-1 0-1,1-2-1032,1-1 382,-1 0-1,0-1 1,-1 0 0,0 0-1,-1-1 1,0 0 0,-1 0-1,3-8-381,-3 7-49,-1-1-1,0 0 1,-1 0-1,0 0 0,-1 0 1,-1-1-1,0 1 0,0-1 1,-2 1-1,0-1 0,0 1 1,-1 0-1,-1-1 0,0 1 1,-1 0-1,-3-8 50,5 18-11,1 0-1,0 1 0,-1-1 1,0 0-1,1 1 1,-1-1-1,0 1 0,0-1 1,-1 1-1,1 0 1,0 0-1,-1 0 0,1 0 1,-1 0-1,0 1 1,0-1-1,1 1 0,-1 0 1,0 0-1,0 0 1,0 0-1,0 0 0,-1 1 1,1-1-1,0 1 1,0 0-1,0 0 0,0 0 1,0 0-1,-1 0 1,1 1-1,0 0 0,0-1 1,0 1-1,0 0 1,-2 2 11,-4 0-33,0 1 1,1 0 0,-1 1 0,1 0 0,0 1 0,0-1 0,1 1 0,0 1-1,0-1 1,0 1 0,0 1 32,-6 12 50,1-1 0,0 2 0,2 0 0,0 0 0,1 1 0,1 0 0,1 0 0,2 1 0,-2 6-50,-4 43 289,2 0 0,2 24-289,3 104 1247,9 30-1247,1 28 274,-9-113-237,2 78-738,6-182-2554,-4-34-793,0-11-428,3-14 0,1-4 85</inkml:trace>
  <inkml:trace contextRef="#ctx0" brushRef="#br0" timeOffset="27710.014">3345 1056 7196,'0'0'4112,"0"0"128,0 0-128,-40-14-2570,20 24-771,-15-8-257,1 2-385,-4 2-129,0-8-514,11 14-1157,-5-12-2441,10-2 0,22 2 0,-24-8-128</inkml:trace>
  <inkml:trace contextRef="#ctx0" brushRef="#br0" timeOffset="29123.813">3478 1135 2056,'-3'1'898,"1"0"1,0 1-1,0 0 1,-1-1-1,1 1 1,0 0-1,0 0 1,1 0-1,-1 0 1,0 0-1,0 1-898,1-1 541,0 0 1,0 0-1,1 0 0,-1 0 0,0 1 0,1-1 0,-1 0 1,1 0-1,0 0 0,-1 1 0,1 1-541,1 0 336,0 0 0,-1 1 0,1-1 0,1 0-1,-1 0 1,1 0 0,-1 0 0,1 0 0,0-1 0,0 1 0,1 0 0,-1-1-1,1 0 1,0 1-336,-2-3 45,1 1-1,-1-1 1,0 0 0,1 1-1,-1-1 1,1 0 0,-1 0-1,1 0 1,-1 0-1,1 0 1,0-1 0,-1 1-1,1-1 1,0 1-1,0-1 1,0 1 0,-1-1-1,3 0-44,1 1 118,1 0-55,0 0 0,-1-1 0,1 0 0,0 0-1,0 0 1,-1-1 0,1 0 0,0 0 0,-1 0 0,1-1 0,-1 1-1,4-3-62,7-3 92,0-1-1,-1 0 0,6-5-91,-9 6 18,0-1 0,-1-1 0,0 0 0,-1-1-1,0 0 1,-1 0 0,0-1 0,0 0 0,-1-1-18,-5 8 3,-1 1 0,0-1 0,0 0 0,0 0 0,0 0 0,-1 0 1,0 0-1,1 0 0,-1 0 0,-1 0 0,1-1 0,-1 1 0,1 0 0,-1 0 0,-1-1 0,1 1 1,0 0-1,-1 0 0,0-1 0,0 1 0,0 0 0,-1 0 0,1 0 0,-1 0 0,0 0 1,0 1-1,0-1 0,-1 0 0,0 1 0,1 0 0,-3-2-3,1 1 1,1 0 1,-2 0-1,1 1 0,0 0 0,-1 0 0,1 0 1,-1 0-1,0 1 0,0 0 0,0 0 0,0 0 1,0 0-1,-1 1 0,1 0 0,-1 0 0,1 1 1,0-1-1,-1 1 0,1 0 0,-1 1 1,1-1-1,-1 1 0,1 0 0,0 0 0,0 1 1,-1 0-1,1 0 0,0 0 0,0 0 0,1 1 1,-1 0-2,-6 3 5,0 1 1,0 1 0,1 0 0,0 0 0,0 1-1,1 0 1,0 1 0,1 0 0,0 0 0,1 1-1,0 0 1,-3 7-6,1 1 47,2 1-1,0 0 1,1 0-1,1 0 1,0 1 0,2 0-1,1 0 1,0 0-1,2 19-46,0-27 29,1-1-1,0 1 0,1-1 0,0 1 1,1-1-1,0 0 0,1 0 0,1 0 1,0-1-1,0 1 0,1-1 0,0 0 1,1-1-1,1 0 0,-1 0 0,2 0 1,1 1-29,-7-8-2,1 0 1,0 0-1,0 0 0,0-1 1,0 1-1,0-1 1,0 0-1,1 0 1,-1-1-1,1 1 1,-1-1-1,1 0 1,-1 0-1,1-1 0,0 1 1,0-1-1,-1 0 1,1 0 1,9-2-200,0 0 1,-1-1-1,1-1 0,-1 0 1,5-2 199,-4 1-345,-2 0-910,0 0-1,0-1 0,-1-1 1,0 1-1,0-2 1,-1 1-1,0-2 1,5-4 1255,19-22-4498,5 1 1</inkml:trace>
  <inkml:trace contextRef="#ctx0" brushRef="#br0" timeOffset="29594.816">4325 805 7838,'-3'-4'4112,"-31"-39"2934,23 37-5290,1 3-1586,-1 1 0,1 0 0,-1 1-1,1 0 1,-1 0 0,1 1 0,-1 1-1,1 0 1,-1 0 0,1 1 0,0 0-1,-1 1 1,1 0 0,0 1 0,1 0-1,-1 0 1,1 1 0,-1 0 0,2 1-1,-1 0 1,1 1 0,-1-1 0,2 2-1,-1-1 1,1 1 0,0 0 0,-2 5-170,-6 8 84,1 2 0,0 0 1,2 0-1,1 1 0,1 0 0,1 1 1,1 1-1,2-1 0,0 1 1,2 0-1,0 0 0,2 0 1,1 1-1,1-1 0,1 0 1,5 23-85,-5-39 4,1 1 0,1 0 0,0-1 0,0 1 0,1-1 0,1 0 0,-1 0 0,2-1 0,-1 1 0,1-1 1,1 0-5,-4-5-14,1 0 1,-1-1-1,1 1 1,0-1-1,0 0 1,0 0-1,0 0 1,0 0-1,1-1 1,-1 0-1,1 0 1,0 0-1,-1 0 1,1-1 0,0 0-1,0 0 1,0 0-1,0 0 1,0-1-1,0 0 1,0 0-1,0 0 1,0-1-1,4-1 14,-3 1-166,0-1 0,1 1 0,-1-2 0,0 1 0,-1-1 0,1 0 0,0 0 0,-1 0 0,0-1 0,0 0 0,0 0 0,0 0 0,0 0 0,0-3 166,9-6-995,10-7-1261,-13 12 684,-1-1-1,0 0 1,-1-1 0,1-1 1572,22-29-4648,-3-3 22</inkml:trace>
  <inkml:trace contextRef="#ctx0" brushRef="#br0" timeOffset="29964.08">4527 707 4883,'0'0'4069,"0"0"-107,-2 4-171,0 2-3355,0 1 0,0-1 0,1 1 0,0-1 0,0 1 0,1 0 0,-1-1 0,1 1 0,1 4-436,-1 17 787,3 152 777,14 78-1564,-10-222-751,-5-33 198,-1 1 1,-1 0-1,1-1 1,0 1 0,-1 0-1,1-1 1,-1 1 0,0 0-1,-1 0 1,1 1 552,1-2-4408,6 1 2017,1-1 602,-5-2-2473</inkml:trace>
  <inkml:trace contextRef="#ctx0" brushRef="#br0" timeOffset="30434.67">4184 989 4754,'0'0'4112,"0"0"22,0 0-279,0 0-1542,7 2-857,11 0-1011,1 0-1,-1-1 1,1-1-1,-1 0 1,1-2 0,6-1-445,24-1 202,33 0-133,46-2-538,-46-6-2815,-4 3-9309,-75 8 8331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1:47.935"/>
    </inkml:context>
    <inkml:brush xml:id="br0">
      <inkml:brushProperty name="width" value="0.1" units="cm"/>
      <inkml:brushProperty name="height" value="0.1" units="cm"/>
      <inkml:brushProperty name="color" value="#E71224"/>
    </inkml:brush>
  </inkml:definitions>
  <inkml:trace contextRef="#ctx0" brushRef="#br0">7238 1620 3341,'5'2'3255,"16"3"129,-16-4-364,-5-1-1093,-1 3-685,1-3-1086,1 1-117,-1 0 0,0-1 1,0 1-1,0 0 0,0-1 0,0 1 0,-1 0 1,1-1-1,0 1 0,0 0 0,0-1 0,0 1 1,-1 0-1,1-1 0,0 1 0,-1-1 0,1 1 1,0-1-1,-1 1 0,1-1 0,-1 1 0,1-1 1,-1 1-1,1-1 0,-1 1 0,1-1 1,-1 0-1,0 1 0,1-1 0,-1 0 0,1 1 1,-1-1-1,0 0 0,1 0 0,-1 0 0,0 0 1,0 0-40,-94 35 1381,-2-6 0,-61 10-1381,-6-8 201,0-7-1,-78-3-200,1-12 242,-95-14-242,-39-15 257,-39-20-257,49-17 150,235 30 171,-100-36-321,191 50 27,1-2-1,0-2 1,1-1 0,1-2 0,-3-4-27,21 12 10,0-1 0,0 0 0,1-2 0,1 0 1,0-1-1,1 0 0,1-2 0,1 1 0,0-2 0,-1-4-10,7 11 0,2-1-1,-1 0 0,1-1 1,1 1-1,1-1 0,0 0 1,0 0-1,2 0 0,-1 0 1,2-7 0,1 1-3,0 0 1,2 0-1,0 0 1,1 1 0,2-1-1,6-17 3,9-12-4,3 0 0,1 2-1,3 1 1,2 2 0,4-4 4,5-2 1,1 1 1,3 3-1,1 1 0,2 3 1,3 1-1,1 2 1,1 3-1,19-8-1,16-4 56,2 3 0,2 5 0,2 3 0,92-24-56,-55 27-11,2 5 0,0 5-1,2 6 1,0 7 0,1 5 0,-1 5-1,132 18 12,-151-3-48,-2 5 0,0 5-1,-2 5 1,-1 5 0,-1 4-1,-3 5 1,-1 4 0,-2 5-1,48 36 49,-98-54-46,-2 3-1,-1 1 0,42 44 47,-70-61-22,-1 1-1,-1 1 1,-1 0-1,0 2 1,-2 0-1,-2 1 1,0 0-1,-1 1 1,1 7 22,-10-21-12,0 0 0,-1 0 0,-1 0 0,0 0 0,0 0 0,-1 1 0,-1-1 0,0 0 0,-1 1 0,-1-1 0,0 0 0,-1 0 0,-3 11 12,0-8-12,0-1 0,-1 1-1,-1-2 1,0 1 0,-1-1-1,-1 0 1,0-1 0,-1 0-1,0-1 1,-13 11 12,-4 1 37,-1-1 0,-1-2-1,-30 17-36,-104 48 0,102-55-131,-124 55-3003,96-50-1403,-2-4 0,-16-1 4537,-9-3-3962</inkml:trace>
  <inkml:trace contextRef="#ctx0" brushRef="#br0" timeOffset="1037.465">3694 1009 3598,'0'0'3598,"-6"1"21,-52 4 1536,-34-4-1794,8 0-2047,-560 11 2306,621-11-3326,0-1 1,0-1-1,0-1 1,-23-6-295,43 7 257,7-22 364,0 14-596,0 0 1,1 1-1,1 0 0,-1 0 1,1 0-1,1 1 1,-1 0-1,1 0 1,0 1-1,1 0 1,2-2-26,13-10-2,90-72 281,-105 85-194,3 2-65,-16 12-17,-15 12-4,-28 18-4,22-18 43,0 1 1,2 2 0,0 0 0,-6 11-39,27-33 5,1 1 1,0 0 0,1-1 0,-1 1-1,0 0 1,1 0 0,-1 0 0,1 0-1,0 0 1,0 0 0,0 0 0,1 1-1,-1-1 1,1 0 0,0 0 0,0 1-1,0-1 1,0 0 0,0 0 0,1 2-6,1-1-4,-1 0 1,1 0-1,0 0 1,1 0 0,-1 0-1,1-1 1,0 1 0,-1-1-1,2 0 1,-1 0-1,0 0 1,1 0 0,-1 0-1,1-1 1,0 1 3,16 9-549,1-1 0,0 0 0,1-2 1,0 0-1,8 1 549,44 17-9121,-55-16 4795,-16-9-129</inkml:trace>
  <inkml:trace contextRef="#ctx0" brushRef="#br0" timeOffset="1408.837">2339 876 10665,'0'0'4241,"-2"-21"-129,2 21 128,0 0-3212,6 53-128,-12-19-515,8 11 1,-4 4-129,4 6-257,2 3-257,-6-13-129,14 16-770,-20-31-2057,18 3-899,-8-9-257,6-6 257,-8-18-257</inkml:trace>
  <inkml:trace contextRef="#ctx0" brushRef="#br0" timeOffset="1924.822">2091 555 7581,'31'-135'10901,"-29"123"-10177,0-1 0,1 1 0,1 0 0,0 0 0,1-1-724,12-42 2034,-15 51-1755,-4 27-140,-1 0 0,-2 1 0,0-1 0,-1-1 0,-1 1 0,-3 3-139,-6 23 172,-28 76 330,-9 7-502,7-21 398,-14 62-398,58-166 13,0 0 0,1 0 1,0 0-1,0 0 1,0 0-1,1 0 0,0 0 1,0 3-14,7-1-43,-3-6 47,1 0 0,-1 0 0,1 0 0,0-1-1,0 0 1,0 0 0,0 0 0,0 0 0,1-1 0,-1 0 0,1 0 0,-1 0 0,0-1-1,1 0 1,-1 0 0,1 0 0,-1-1 0,1 1 0,-1-1 0,0-1 0,1 1 0,1-2-4,0 1 0,0 0 0,0-1 0,0 0 0,0 0 0,0-1 0,-1 0 0,1 0 0,-1 0 0,3-4 0,-8 7 0,1-1 0,-1 0 0,1 0 0,-1 1 0,0-1 0,1 0 0,-1 0 0,0-1 0,0 1 0,-1 0 0,1 0 0,0 0 0,-1-1 0,1 1 0,-1 0 0,0 0 0,0-1 0,0 1 0,0 0 0,0-1 0,0 1 0,-1 0 0,1-1 0,-1 1 0,1 0 0,-1 0 0,0 0 0,0-1 0,0 1 0,0 0 0,0 0 0,-2-1 0,-13-21 37,-2 1 0,0 1 1,-2 1-1,-14-13-37,-27-28 236,33 29-53,1 0 0,1-2 0,-14-28-183,31 49 22,1-2 0,1 1 0,0-1 1,1-1-1,1 1 0,1-1 0,0 0 1,1 0-1,1 0 0,0-15-22,2 21-87,1 0 1,1 1-1,0-1 0,1 1 0,0 0 0,0-1 1,1 1-1,0 1 0,1-1 0,1-1 87,1-1-939,0 0-1,2 0 1,-1 1-1,5-4 940,-11 13-786,0 1 0,1-1 0,-1 1 0,1-1 0,0 1 0,-1 0 0,1 0 0,0 0 0,0 1 0,0-1 0,0 1 0,0-1-1,-1 1 1,1 0 0,0 0 0,1 0 786,-2 0 6,3 0-4268</inkml:trace>
  <inkml:trace contextRef="#ctx0" brushRef="#br0" timeOffset="3308.199">1342 1174 10023,'0'0'4283,"-4"1"150,3-1-3918,0 0-1,0 0 0,0 0 1,0 0-1,-1 0 0,1 0 1,0 0-1,0 0 1,0 0-1,0-1 0,0 1 1,0-1-1,-1 1 0,1 0 1,0-1-1,0 0-514,-15-14 2252,-9-27-2880,21 36 1311,-5-15-589,1 1 0,0-1-1,1-1 1,2 1 0,0-1 0,1 0-1,1-5-93,-2-38 137,2-48-137,3 73 0,2 1 0,1-1 0,2 1 0,2 0 0,6-18 0,-12 52-1,0 0 1,1 1 0,0-1-1,0 1 1,0 0 0,0-1 0,1 1-1,0 0 1,-1 0 0,2 1-1,-1-1 1,0 1 0,1-1-1,-1 1 1,1 0 0,4-2 0,-5 4-6,0-1 1,1 1-1,-1 0 0,1 0 1,-1 0-1,1 1 0,-1 0 1,1-1-1,-1 1 1,1 0-1,0 1 0,-1-1 1,1 0-1,-1 1 0,1 0 1,-1 0-1,1 0 1,-1 0-1,0 1 0,1 0 1,-1-1-1,1 2 6,8 5-16,0 0 0,-1 0-1,0 2 1,0-1 0,-1 1-1,0 1 1,-1 0 0,0 0 0,-1 1-1,6 11 17,2 6-23,-1 0-1,-1 1 1,-2 1-1,1 7 24,-9-27-5,0 1 0,-1 1 0,-1-1 0,0 0 0,-1 1 0,0-1 0,-1 1 0,0-1 0,-1 0 0,0 1 0,-1-1 0,-2 7 5,1-12-3,1 0-1,-1 0 1,0 0 0,-1 0 0,1-1-1,-1 1 1,-1-1 0,1 0 0,-1 0-1,0-1 1,0 0 0,-1 1 0,1-2-1,-1 1 1,0-1 0,-1 1 0,1-2-1,-1 1 1,0-1 0,0 0 0,-2 0 3,-5 2 3,-1-1 0,1 0-1,-1-2 1,0 1 0,0-2 0,0 0 0,0-1 0,0 0 0,0-1 0,0-1 0,0 0 0,1-2 0,-1 1 0,1-2 0,-1 1 0,1-2 0,1 0 0,-1-1 0,1 0 0,0-1 0,1-1 0,0 0 0,0 0 0,1-1 0,0-1 0,1 0 0,0 0 0,1-1 0,0 0 0,1-1 0,0 1 0,1-2 0,0 1 0,2-1 0,-1 0 0,1-1-3,-5 41-107,7-17 94,-1 0 1,1 0-1,-1 0 1,-1-1-1,0 0 1,0 1-1,-1-1 1,1-1-1,-2 1 1,1-1 0,-1 0-1,-5 3 13,7-7 7,1 1 0,-1-2 0,-1 1 1,1 0-1,0-1 0,0 0 0,-1 0 0,1-1 0,-1 0 0,0 1 0,1-2 0,-1 1 1,0-1-1,0 0 0,1 0 0,-1-1 0,0 1 0,0-1 0,1 0 0,-1-1 1,-4-1-8,-2-2-2,0 0 1,1-1-1,0-1 1,0 0 0,0 0-1,1-1 1,0 0 0,1-1-1,-1 0 1,2 0 0,-1-1-1,2 0 1,-1 0-1,1-1 1,-5-11 1,-4-9 8,1-1 1,2 0-1,1 0 1,2-1-1,-2-12-8,-2-17 128,3 0 1,3 0-1,2-1 1,3 0-1,4-23-128,2 72 54,2 16-64,3 10-55,4 16-20,0 1 0,-3 0 0,0 1 0,-2 0 0,2 16 85,-9-44-3,3 15-24,0 0-1,-1 1 1,-1-1 0,-1 0 0,-1 1 0,0-1 0,-1 0 0,-1 0 0,-4 15 27,6-26 5,-1-1 0,0 1 0,0-1 0,0 0 0,-1 0 0,0 0 0,0 0 0,0 0 1,0-1-1,-1 1 0,0-1 0,0 0 0,0 0 0,0-1 0,-1 1 0,0-1 0,1 0 1,-1 0-1,0 0 0,0-1 0,-1 1 0,1-1 0,0-1 0,-1 1 0,0-1 0,1 0 1,-1 0-1,0 0 0,1-1 0,-1 0 0,-3-1-5,0 1 20,0-1 0,0-1 0,0 1 0,0-2-1,0 1 1,1-1 0,-1 0 0,1-1 0,-1 0 0,1-1 0,1 1 0,-1-1 0,1-1-1,-7-5-19,-7-11 108,1-5 20,11 10-19,12 14-85,8 9-53,-11-6 31,0 0-1,11 12-17,0 0 0,-1 1 0,0 0 0,-1 0 0,0 1 0,-1 0 0,-1 1 0,3 10 16,6 10-40,-2 1 0,-1 0 1,2 14 39,-11-33-15,0 0 0,-2 1 1,0 0-1,0 0 1,-2 0-1,0 0 1,-1-1-1,-2 6 15,2-17 1,0 0-1,0 0 1,-1 0 0,0-1-1,0 1 1,0-1-1,-1 1 1,1-1 0,-1 0-1,-1 0 1,1 0 0,-1 0-1,0-1 1,0 0 0,0 1-1,0-2 1,-1 1-1,0 0 1,0-1 0,0 0-1,0 0 1,0 0 0,-1-1-1,1 1 1,-1-2-1,0 1 1,1 0 0,-1-1-1,0 0 1,0 0 0,0-1-1,0 0 1,0 0-1,-6-1 0,-1-2 15,0 0 0,0-1 0,0 0 0,0-1 0,0 0 0,1-2 0,0 1 0,0-1-1,1-1 1,0 0 0,0 0 0,1-2 0,0 1 0,-8-10-15,1-3-456,1 0 0,0-1 0,2 0 0,1-1 0,1-1 0,-8-20 456,19 40-2248,1 5-1757,0 0-471,1 4-22,9 18 1</inkml:trace>
  <inkml:trace contextRef="#ctx0" brushRef="#br0" timeOffset="3662.828">455 1356 14263,'24'10'4755,"-24"-10"-258,0 0 1,-38 8-3984,-2 5-257,-11-3-514,-13-10-643,19 16-3212,-19-16-385,11 6-1,3-8-128</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1:53.961"/>
    </inkml:context>
    <inkml:brush xml:id="br0">
      <inkml:brushProperty name="width" value="0.1" units="cm"/>
      <inkml:brushProperty name="height" value="0.1" units="cm"/>
      <inkml:brushProperty name="color" value="#E71224"/>
    </inkml:brush>
  </inkml:definitions>
  <inkml:trace contextRef="#ctx0" brushRef="#br0">2330 3763 4626,'3'-1'2977,"179"-16"5105,2 5-3585,68 4-2937,1 11-1,109 21-1559,-325-21 2,1 3-1,-1 1 1,0 2-1,0 1 1,-1 2-1,-1 2 1,29 15-2,-46-20-4,0 2 1,-1 0-1,0 1 0,-1 0 1,0 2-1,-1 0 1,-1 0-1,0 2 1,-1 0-1,-1 0 0,0 1 1,-1 0-1,-1 1 1,-1 1-1,2 5 4,7 24 61,-3 1 0,-2 0-1,5 37-60,14 154 246,-23-168-97,-4-1 0,-3 1-1,-3 0 1,-7 41-149,4-84 42,-2 1 1,-1-1 0,-1-1 0,-1 0 0,-10 20-43,10-30 14,0-1 0,-1 1 0,-1-2 0,0 1 0,-1-2 0,-1 0 0,-1 0 0,-15 12-14,12-13 18,-1-2-1,-1 0 1,0-1-1,0-1 0,-1 0 1,-1-2-1,-3 1-17,-36 10 200,-54 10-200,20-10 133,-1-5 1,-66 0-134,-195-5 203,105-4-159,-303-5 84,-215-47-6,648 38-115,31 1 46,1-4 1,0-3-1,1-5 1,-67-24-54,127 34-20,2-2 0,-1 0 0,2-2-1,-1-1 1,2-1 0,0-1 0,1 0 0,-7-10 20,-4-6-24,1-2 0,2-1 0,2-2 0,-19-31 24,-9-17 2,-35-52 21,-13-40-23,80 131 4,2-1-1,2-1 1,3-1-1,1 0 1,-8-52-4,22 89 13,1 0 1,1 1 0,0-1-1,1 0 1,0 0 0,1 0-1,0 1 1,1-1 0,3-9-14,-2 14 10,-1 0 0,1 1 1,1-1-1,0 1 1,0 0-1,0 0 0,1 0 1,0 1-1,0-1 0,0 1 1,1 0-1,0 1 0,0 0 1,1 0-1,5-4-10,9-3 45,0 1-1,1 0 1,0 2-1,21-6-44,96-23 129,-110 31-93,133-27 154,2 6 0,28 5-190,331-14 391,687 5-27,-1004 43-2022,-114-1-6236,14 7 7894,-39-1-4412,-8 7-85</inkml:trace>
  <inkml:trace contextRef="#ctx0" brushRef="#br0" timeOffset="2910.37">3853 3925 6039,'10'-8'1505,"-7"6"-832,1-1 1,-1 1-1,0-1 0,0 0 1,0 0-1,0 0 1,0 0-1,0-1 0,-1 1 1,0-1-1,0 1 0,0-1 1,2-4-674,11-29 1898,1 1-1,13-19-1897,16-33 1109,190-521 1820,-142 354-2517,12-31-22,164-420 65,-173 484-363,9 5-1,26-23-91,-53 108 11,345-632 364,-418 756-375,8-31 0,-12 38 0,-1 0 0,1-1 0,-1 1 0,0 0 0,0 0 0,0-1 0,1 1 0,-1 0 0,0-1 0,-1 1 0,1 0 0,0-1 0,0 1 0,0 0 0,-1 0 0,0-2 0,1 2 0,-1 0 0,0 1 0,1-1 0,-1 0 0,0 0 0,0 0 0,0 0 0,0 1 0,0-1 0,0 0 0,0 1 0,0-1 0,0 1 0,0-1 1,0 1-1,0 0 0,0-1 0,0 1 0,-1 0 0,1 0 0,0 0 0,-1 0 0,-2 0 0,1 0-1,-1 0 1,0 1-1,0 0 1,1 0-1,-1 0 1,1 0 0,-1 0 0,-13 7 19,0 1 1,0 0-1,-1 3-19,4-4 51,-80 52-21,-59 52-30,126-91 13,-6 1 33,33-22-44,0 0-1,0 0 0,0 0 0,0-1 0,0 1 0,0 0 0,0 0 0,0 0 0,0 0 1,0 0-1,0 0 0,0-1 0,0 1 0,0 0 0,0 0 0,0 0 0,-1 0 0,1 0 1,0 0-1,0 0 0,0 0 0,0-1 0,0 1 0,0 0 0,0 0 0,-1 0 0,1 0 1,0 0-1,0 0 0,0 0 0,0 0 0,0 0 0,0 0 0,-1 0 0,1 0 0,0 0 1,0 0-1,0 0 0,0 0 0,0 0 0,0 0 0,-1 0 0,1 0 0,0 0 0,0 0 1,0 0-1,0 0 0,0 0 0,0 0 0,0 0 0,-1 1 0,1-1 0,0 0 0,0 0 0,0 0 1,0 0-1,0 0 0,0 0 0,0 0 0,0 0 0,0 1 0,-1-1-1,22-28 113,-17 24-106,71-97 13,-33 43 13,3 1 0,48-46-33,-86 95 16,1 1 0,-1 1 0,1-1 0,1 1 0,-1 1 0,7-4-16,-12 8 7,0 0 0,0 0-1,0 0 1,0 0 0,0 0-1,0 1 1,0 0 0,0-1-1,0 1 1,0 0 0,0 0-1,1 1 1,-1-1 0,0 0 0,0 1-1,0 0 1,0 0 0,0 0-1,0 0 1,-1 0 0,1 1-1,0-1 1,-1 1 0,2 1-7,5 4 46,0 1 0,-1 0-1,0 1 1,0 0 0,-1 0 0,0 0 0,-1 1 0,4 6-46,12 26 215,7 22-215,-20-45-4,32 78-55,0 1-1914,-27-69-1198,1 0 0,2 2 3171,-7-15-2841,1-1 0,1 0 0,11 12 2841,2-5-4455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1:59.531"/>
    </inkml:context>
    <inkml:brush xml:id="br0">
      <inkml:brushProperty name="width" value="0.1" units="cm"/>
      <inkml:brushProperty name="height" value="0.1" units="cm"/>
      <inkml:brushProperty name="color" value="#E71224"/>
    </inkml:brush>
  </inkml:definitions>
  <inkml:trace contextRef="#ctx0" brushRef="#br0">7471 571 4626,'-56'-9'8802,"35"6"-7239,9 5-21,-1 2-952,0 0 0,1 1 0,-1 0 0,1 1 0,0 0 0,-10 9-590,16-12 151,0 2 0,1-1 0,-1 0-1,1 1 1,0 0 0,1 0 0,-1 1 0,1-1 0,0 1 0,0 0 0,1 0 0,0 0 0,0 1 0,0-1 0,0 5-151,2-6 54,0 0-1,1 0 0,0-1 1,0 1-1,1 0 1,-1 0-1,1 0 1,0-1-1,0 1 0,1 0 1,-1-1-1,1 1 1,0-1-1,0 0 0,1 1 1,-1-1-1,1 0 1,0 0-1,0-1 1,0 1-1,0-1 0,1 1 1,0-1-1,3 2-53,7 6 108,1 0 0,0-2-1,1 0 1,0 0 0,16 5-108,-25-11 12,10 4 19,-1 0-1,1-2 1,0 0-1,0-1 1,0-1-1,1 0 1,0-1 0,6-1-31,1 1 0,-11-1 0,-33 7 0,-40 11 21,-1-2 0,-1-3 1,-1-3-1,0-3 1,0-2-1,-33-2-21,72-4 17,0-1 0,0-2 0,0 0-1,1-1 1,-1-1 0,1-2 0,0 0 0,1-1 0,-15-8-17,20 8 79,-1-2 1,1 0 0,0-2-1,1 1 1,0-2 0,1 0-1,1 0 1,0-1 0,1-1-1,0 0 1,-6-13-80,-47-98 643,42 92-512,16 30-131,2 3 19,3 0-16,0 0 1,0 1 0,0-1 0,0 1 0,0 0 0,0-1 0,0 1 0,0 0 0,0 0-1,0 0 1,0 1 0,0-1 0,0 0 0,0 1 0,0-1 0,0 1 0,0 0 0,0 0 0,0 0-1,0 0 1,0 0 0,0 0-4,2-1 0,-3 2-1,1-1-1,-1 1 1,1-1 0,0 1-1,0 0 1,0 0-1,0 0 1,0 0 0,0 0-1,0 0 1,1 1-1,-2 1 2,-3 4 17,1-1-16,1 0 1,-1 0-1,1 1 0,0-1 0,1 1 0,0 0 0,0 0 0,1 0 1,-1 0-1,2 0 0,-1 0 0,1 1 0,1-1 0,0 1 1,0-1-1,0 0 0,1 1 0,0-1 0,1 0 0,0 2-1,0-3 0,0 0 0,0 0 0,1 0 0,0-1 0,0 1 0,1-1 0,0 1 0,0-1 0,0 0 0,1-1 0,0 1-1,0-1 1,0 0 0,1 0 0,-1-1 0,1 1 0,0-1 0,1 0 0,-1-1 0,1 0 0,-1 0 0,6 1 0,-7-2 9,0-1 1,1 0 0,-1 0 0,0-1-1,0 1 1,1-1 0,-1 0-1,0-1 1,1 1 0,-1-1 0,1-1-10,15-7 21,4-16-21,-23 22-4,0-1 0,0 0-1,0 0 1,0 0 0,0 0 0,-1 0 0,0 0-1,0 0 1,0-1 0,0 1 0,-1 0-1,1-1 1,-1 1 0,0 0 0,0-1 4,-1-3-6,-1 0-1,1 0 1,-1 0 0,-1 0 0,1 1-1,-1-1 1,-1 1 0,0-2 6,-5-6-2,0-1 0,-1 2-1,-1-1 1,-1 1 0,0 1 0,0 0 0,-4-2 2,10 10-8,1 1 0,-1-1 1,1 1-1,-1 0 0,-1 1 1,1-1-1,0 1 0,-1 1 1,-2-2 7,7 4-3,-1-1 0,1 1 0,-1 0 0,1-1 0,-1 1 0,1 0 0,-1 1 0,1-1 1,0 0-1,-1 1 0,1-1 0,-1 1 0,1 0 0,0 0 0,-1 0 0,1 0 0,0 0 1,0 0-1,0 1 0,0-1 0,0 1 0,0-1 0,0 1 0,0 0 0,1-1 0,-1 1 1,1 0-1,-1 1 3,-9 13-46,1 2 1,1-1-1,0 1 0,1 1 1,1-1-1,-3 18 46,4-16-44,-1 0 1,-1 0-1,-1 0 0,0-1 0,-11 16 44,2-16 0,14-16 1,1-1 0,-1 0-1,0 0 1,0 0 0,0 0 0,1 0 0,-2-1-1,1 0 1,0 0 0,0 0 0,0 0 0,0-1-1,-1 0 1,1 0 0,0 0 0,0 0 0,-1 0-1,1-1 1,0 0 0,0 0 0,0 0 0,0 0-1,0-1 1,0 0 0,0 1 0,0-1 0,-1-2-1,-8-5 20,0-1 0,1 0 0,0-1 0,1-1 0,0 0 1,1 0-1,1-1 0,0 0 0,0 0 0,1-1 1,1 0-1,0-1 0,0-4-20,-9-22 57,3-2 1,1 0 0,2-1-1,0-6-57,-8-90 268,6-1 0,6-10-268,4 126 85,1 21-74,1 6-3,0 18-2,4 28-31,14 56 50,2 10 72,-4 6-97,-13-83-20,-2 0 0,-1 0 0,-1 0 0,-3 0 0,-3 12 20,6-41-1,-1 0 0,0 0 0,0 0 0,-1-1 1,0 1-1,0-1 0,-1 1 0,0-1 1,0-1-1,-1 1 0,1 0 0,-6 4 1,7-8 5,-1 0 0,1 0 0,-1-1 0,0 1 1,0-1-1,0 0 0,0 0 0,0-1 0,0 1 0,0-1 0,0 0 0,-1 0 0,1 0 0,0 0 0,-1-1 0,1 0 0,-1 0 0,1 0 0,-1-1 0,1 1 1,0-1-1,-1 0 0,-3-1-5,-3-2 43,0-1 0,0 0 1,1 0-1,-1-1 1,1 0-1,0-1 0,1 0 1,0 0-1,0-1 1,-4-5-44,-4-5 121,1-1 1,0 0 0,2-1 0,-7-11-122,9 12 89,7 11-34,-1 0 0,2 0 0,-1-1 0,1 0 0,-1-3-55,24 59-5,-4-14-46,-2 1 0,2 13 51,-12-37-9,-1 0 0,1 0 0,-2 0 0,1 0 0,-2 0 0,1 0 0,-1 1 0,-1-1 0,0 0 0,0 0 0,-1 0 0,-2 5 9,3-12-2,0-1 0,0 1-1,-1 0 1,1-1 0,-1 1-1,0-1 1,0 1-1,1-1 1,-2 1 2,-1 0 0,1 0 0,-1 0 0,1 0-1,-1 0 1,0 0 0,0-1 0,-1 0 0,1 0-1,0 0 1,-1 0 0,1-1 0,-1 0 0,1 0 0,-1 0-1,0 0 1,0-1 0,1 1 0,-1-1 0,-3-1 1,0 0-1,1 0 1,-1-1 0,0 0 0,1 0 0,0-1-1,-1 0 1,1 0 0,0 0 0,-4-4-1,-5-3-46,1-1 0,0-1 0,1 0 1,0-1-1,1-1 0,1 0 1,0 0-1,1-1 0,-1-3 46,1 0-781,1-2 0,0 1 1,1-1-1,2 0 0,-6-20 781,9 25-1723,1-1-1,1 0 1,0 0 0,1 0 0,0 0 0,2 1-1,0-1 1,1-6 1723,3-18-4133</inkml:trace>
  <inkml:trace contextRef="#ctx0" brushRef="#br0" timeOffset="386.9">5672 218 11822,'24'-6'4112,"-24"6"-257,0 0 128,-52-10-3469,22 14 0,-13 0-514,-1 2-257,0 13-899,-9-5-2699,17 8 0,-6-6-129,13 5 129</inkml:trace>
  <inkml:trace contextRef="#ctx0" brushRef="#br0" timeOffset="1911.062">4708 553 5911,'23'-5'3930,"-17"4"-2704,0-1 0,0 1 0,1 0 0,-1 1 0,0-1 0,5 1-1226,-9 0 160,-1 0-1,0 0 1,0 0-1,1 0 1,-1 0-1,0 0 1,0-1-1,1 1 1,-1 0-1,0-1 1,0 1-1,0-1 1,0 1-1,0-1 0,0 0 1,0 0-1,0 1 1,0-1-1,0 0 1,1-1-160,-1 2 365,3-3 813,1-18 364,-6 20-1511,1 0 0,0 1 0,-1-1 0,0 0 0,1 1-1,-1-1 1,1 0 0,-1 1 0,0-1 0,1 1 0,-1-1-1,0 1 1,1-1 0,-1 1 0,0 0 0,0-1 0,0 1-1,1 0 1,-1 0 0,0-1 0,0 1 0,0 0 0,0 0-1,1 0 1,-2 0-31,-6-1 47,0 0 0,-1 1 0,1 0 0,0 0 0,-1 1-1,1 0 1,0 1 0,0-1 0,0 2 0,0-1 0,0 1 0,-4 2-47,-3 2 46,0 1 0,1 0 0,0 1 0,0 0 0,-10 10-46,17-13 11,0 1 1,0 0 0,1 0 0,0 0-1,0 1 1,1 0 0,0 0-1,-3 6-11,6-11 3,1 0 0,0 0 0,0 0 0,0 0 0,0 0 0,0 0 0,1 1-1,-1-1 1,1 0 0,0 0 0,0 0 0,0 0 0,0 1 0,1-1 0,-1 0-1,1 0 1,0 0 0,0 0 0,0 0 0,0 0 0,1 0 0,-1 0 0,1 0-1,0-1 1,0 1 0,0 0 0,1 0-3,5 5 16,1-1 0,0 0 1,0 0-1,1-1 0,0-1 0,0 1 1,0-2-1,1 1 0,-1-1 0,1-1 0,0 0 1,7 0-17,25 5 31,1-2 0,22 0-31,-65-6 0,20 2 40,-7-1-50,0 0 0,0-1 0,-1-1 0,3 0 10,-67 7-71,1 2-1,-1 3 0,-17 7 72,17-3-21,-2-3 0,1-2 0,-20-1 21,58-8 13,0-1 1,0-1 0,0 0-1,0-1 1,0 0 0,0-1 0,0 0-1,1-2 1,-1 1 0,1-2-1,0 0 1,1 0 0,-1-1 0,1 0-1,1-2 1,-1 1 0,1-1-1,1-1 1,0 0 0,-1-1-14,-5-8 37,0-1-1,2-1 1,0 0 0,2-1 0,0 0 0,1-1 0,2 0-1,0-1 1,1 0 0,-4-24-37,-1-31 116,3-1-1,2-32-115,1 23 176,4 57-43,2 31-86,1 6-12,1 29-14,13 52-21,14 45 0,3 10 0,-27-118-3,3 12-23,-1-1 1,-1 1 0,-2 0 0,-2 0 0,-3 34 25,-5-38 0,-5-9 22,10-20-16,0 0 1,0 0-1,0 0 1,0-1-1,-1 1 1,1-1 0,0 0-1,-1 1 1,1-1-1,-1 0 1,1-1-1,-1 1 1,1 0 0,-1-1-1,0 1 1,1-1-1,-3 0-6,-1 0 20,0 0 1,0-1-1,0 0 0,0 0 0,0-1 0,1 1 0,-1-1 0,-2-1-20,-6-4 40,0 0 1,0-1-1,1-1 0,0 0 0,1 0 1,-3-4-41,4 4 29,0-1 0,1 0 1,0-1-1,1 0 1,0 0-1,1-1 1,0 0-1,1 0 1,0-1-1,1 0 0,1-1 1,0 1-1,1-1 1,0 0-1,1 0 1,0-4-30,3 14 16,0 6-23,1 12-48,0 24-6,-2-28 52,-1 1 0,0-1-1,-1-1 1,0 1 0,0 0 0,-1-1 0,0 1 0,-1-1 0,0 0 0,0-1 0,-1 1 0,0-1 0,0 0 0,-5 3 9,7-7 6,-1 1 0,1-1 1,-1-1-1,0 1 0,-1-1 0,1 0 0,-1 0 0,1 0 1,-1-1-1,0 0 0,0 0 0,0 0 0,0-1 0,0 0 1,0 0-1,-1-1 0,1 1 0,0-1 0,0-1 0,-1 1 1,1-1-1,0 0 0,0 0 0,-3-2-6,-12-10 86,17 9-76,0-1 0,0 0 0,1 0 0,0 0 0,0-1 0,0 1 0,0-1 0,1 1 0,0-1 0,0 0 0,1 0 0,0 0 0,0 0 0,0 0 0,1-4-10,-2-19-1,3 1 0,3-28 1,-1 9 23,0-8-1,0 26-14,-1-1 1,-2 1-1,-1-1 1,-2 0-1,-5-28-8,7 55-1,1 0 1,-1 0-1,0 0 0,0 0 0,0 0 0,0 0 0,-1 0 1,1 1-1,-1-1 0,0 0 0,1 1 0,-1-1 1,0 1-1,0 0 0,-1 0 0,1 0 0,0 0 0,-1 0 1,0 0-1,1 1 0,-1-1 0,0 1 0,1 0 0,-1-1 1,0 1-1,-1 0 1,-1 1-2,1 0 1,-1 0 0,0 0-1,0 0 1,0 1 0,1 0-1,-1 0 1,0 0 0,1 0-1,-1 1 1,1 0 0,-1 0-1,1 0 1,0 0 0,0 1-1,-3 1 2,-6 5 8,0 1-1,1 1 0,0-1 0,0 2 0,1-1 0,-6 11-7,13-17 3,0 0-1,0 0 0,1 1 1,0-1-1,0 1 1,0 0-1,1 0 0,0 0 1,0 0-1,1 0 0,-1 0 1,1 0-1,1 1 1,-1-1-1,1 0 0,0 1 1,0-1-1,1 3-2,1-5-3,0 0 0,-1 1 0,2-1 0,-1 0 0,0 0 0,1 0 0,0 0 0,0-1 0,0 1 0,0-1 0,0 0 0,1 0 0,-1 0 1,1 0-1,0 0 0,0-1 0,0 0 0,3 2 3,14 5-168,-1 0 0,1-1 1,7 1 167,-19-6-129,12 4-1025,0 1 1,-1 1-1,12 7 1154,5 2-3371,47 29-5046,-38-17 4177</inkml:trace>
  <inkml:trace contextRef="#ctx0" brushRef="#br0" timeOffset="2265.991">4051 1208 12978,'0'0'4112,"-34"14"129,-3-14-258,9 4-3726,-22 0-128,-1 0-258,5 3-513,-15-14-1928,21 14-1285,-6-11-257,13 8 128,-9-9-256</inkml:trace>
  <inkml:trace contextRef="#ctx0" brushRef="#br0" timeOffset="2625.02">2833 750 11693,'0'-31'4112,"0"31"0,0 0-128,0 0-2956,-8 41-386,6 12-256,-2 7-258,4 9 129,0 4-257,4-2-257,10 6-385,-10-20-515,24 6-2441,-16-18-514,5-1 129,-7-15-258</inkml:trace>
  <inkml:trace contextRef="#ctx0" brushRef="#br0" timeOffset="3750.211">2339 271 7067,'2'-5'3598,"0"-2"-2531,0 0-1,0 0 0,-1 0 0,0 0 0,0 1 1,-1-1-1,0 0 0,0-1 0,0 1-1066,-14-73 3361,-1 0-2568,15 78-787,-5-30 218,6 32-222,-1 0 0,0 0 0,0 1 0,0-1 0,0 0 0,0 0 0,0 0 0,0 0-1,0 0 1,0 0 0,0 0 0,0 0 0,0 0 0,1 0 0,-1-1 0,0 1 0,0 0 0,0 0 0,0 0-1,0 0 1,0 0 0,0 0 0,0 0 0,0 0 0,0 0 0,0 0 0,0 0 0,0 0 0,0 0 0,0 0-1,1 0 1,-1 0 0,0 0 0,0 0 0,0 0 0,0-1 0,0 1 0,0 0 0,0 0 0,0 0-1,0 0 1,0 0 0,0 0 0,0 0 0,0 0 0,0 0 0,0 0 0,0 0 0,0 0 0,0-1 0,0 1-1,0 0 1,0 0 0,0 0 0,0 0 0,0 0 0,0 0-2,7 17 46,7 21 18,-1 0 1,-2 0-1,-2 2 0,-1-1 0,1 34-64,-8-56 22,0 0-1,-1-1 1,-1 1-1,-1 0 0,-1-1 1,0 0-1,-1 1 1,0-1-1,-2 0 1,0-1-1,0 1 0,-2-1 1,0-1-1,0 1 1,-3 0-22,-14 17 21,-2-2 0,0-1 1,-2-2-1,-1 0 1,-2-2-1,-3 0-21,20-15 22,46-7 85,-5-3-97,0 1 1,0 2 0,-1 0-1,1 2 1,-1 1 0,12 5-11,-22-6 6,-1 0 0,1 2-1,-2 0 1,1 0 0,-1 1 0,0 1 0,-1 0 0,1 1-1,-2 0 1,0 1 0,3 4-6,-11-12 2,-1-1 0,0 1-1,0-1 1,0 1 0,0 0-1,0 0 1,-1 0 0,1 0 0,-1 0-1,0 1 1,0-1 0,0 0-1,0 0 1,0 1 0,-1-1 0,0 1-1,1-1 1,-1 0 0,-1 1-1,1-1 1,0 1 0,-1-1 0,0 0-1,1 1 1,-2 1-2,0-1 3,-1 1-1,0-1 1,0 0 0,0 0-1,0 0 1,-1 0 0,0 0-1,1-1 1,-1 1 0,-1-1-1,1 0 1,0-1 0,-1 1-1,1-1 1,-1 0 0,-3 1-3,-37 14 19,-1-3-1,-1-2 1,0-2 0,0-2-1,-1-3 1,0-1 0,0-2 0,-10-3-19,51 1 8,-14 0 89,0 0 0,0-2-1,1 0 1,-1-1 0,0-1-1,1-1 1,-11-5-97,26 6 70,-1 0 1,1 0-1,0 0 0,0-1 1,0 0-1,0 0 1,1 0-1,0-1 0,0 1 1,1-1-1,0 0 0,-1 0 1,2-1-1,-2-2-70,-12-34 185,1-1 1,3 0-1,-6-35-185,-1-5 108,-19-88-160,-11-41-140,36 168 88,-1 0 0,-3 1-1,-13-23 105,25 52-3689,15 20-2144,12 9-621,9 1 2427</inkml:trace>
  <inkml:trace contextRef="#ctx0" brushRef="#br0" timeOffset="4120.155">1916 235 8609,'0'0'3984,"26"28"-129,-12-10 0,-14-18-1285,14 25-1671,-14-25-385,-2 30-642,4-10-386,-2-20-771,-4 27-2570,4-27 128,-8 30-256,8-30 256</inkml:trace>
  <inkml:trace contextRef="#ctx0" brushRef="#br0" timeOffset="5405.027">1133 1247 8224,'0'0'4112,"-2"4"21,-3 10-235,4-10-1392,1-7-922,-36-184 965,8-53-2335,9-52-214,22 230 0,4 44-85,-5 17 83,-1 0 0,1 0 1,-1 0-1,1 1 0,-1-1 1,1 0-1,0 1 0,-1-1 1,1 1-1,0-1 0,0 1 1,-1 0-1,1-1 1,0 1-1,0 0 0,0 0 1,-1 1-1,1-1 0,0 0 1,0 0-1,-1 1 0,1-1 1,0 1-1,-1 0 1,1-1-1,-1 1 0,1 0 1,0 0-1,-1 0 0,1 1 2,10 5-31,-1 1-1,1 0 0,6 8 32,-8-7-5,32 26-21,-2 2 0,-1 2 0,-3 1 1,-1 2-1,25 40 26,-55-74-7,0-1 0,-1 1 0,0-1 0,0 1-1,-1 0 1,0 1 0,0-1 0,-1 1 0,0 0 7,-2-6-3,1 1 0,-1-1 1,0 0-1,0 1 0,-1-1 1,1 0-1,-1 1 0,1-1 1,-1 0-1,0 0 0,0 1 1,-1-1-1,1 0 0,-1 0 1,1 0-1,-1 0 0,0-1 1,0 1-1,0 0 0,0-1 1,-1 0-1,1 1 0,-1-1 1,-1 1 2,-9 5-7,1 0 1,-1-1-1,-1 0 1,1-1-1,-1 0 1,0-2 0,-1 1-1,1-2 1,-1 0-1,-5 0 7,-6 0-13,0-1 1,0-1-1,0-1 0,0-1 0,-14-3 13,30 2 2,-1-1-1,0 0 1,1-1-1,0 0 1,-1 0-1,2-1 1,-1 0 0,0-1-1,1 0 1,0 0-1,1-1 1,-1 0-1,1-1 1,1 0 0,-3-4-2,-15-18 63,2-2 1,2 0 0,-12-25-64,26 45 21,-8-14 0,58 150-21,-39-115-12,0 1 0,-1 0 0,-1 0 0,1 0 1,-2 1-1,1-1 0,-1 0 0,-1 1 0,0 3 12,-8 6-21,7-18 21,-1 0 0,0 0 0,1 0 0,-1-1 0,0 1 0,0 0 0,0-1 0,0 1 0,-1-1 0,1 0 0,-1 1 1,0-1 0,0 0 0,0 0 0,0 0 0,0 0 0,0 0 0,-1-1 1,1 1-1,0-1 0,0 0 0,-1 0 0,1 0 0,0-1 0,0 1 0,-1-1 0,1 1 1,0-1-1,-1-1-1,-2 0 4,1-1 1,0 0-1,0 0 0,0 0 1,0-1-1,1 1 1,-1-1-1,1 0 0,0 0 1,0-1-5,-8-10 11,2 0-1,-1-1 1,2 0 0,0-1-1,1 1 1,0-4-11,0-3 0,8 42-2,0 0 0,-1-1 0,-1 1 0,-1 0-1,0-1 1,-1 0 0,-1 0 0,-1 0 0,-1 0 0,0-1 2,3-10 3,0-1 0,-1 0 0,1 0 0,-1-1 0,0 0 0,-1 1 0,1-2 0,-1 1 0,-3 2-3,6-5 7,-1 0-1,1 0 1,0-1-1,-1 1 1,0-1-1,1 0 0,-1 1 1,0-2-1,1 1 1,-1 0-1,0-1 1,0 0-1,1 0 0,-1 0 1,0 0-1,0 0 1,0-1-1,1 0 1,-1 0-7,-17-12 0,13 5 0,0 0 0,1-1 0,1 0 0,-1-1 0,2 0 0,-1 1 0,1-2 0,1 1 0,0-1 0,-1-1 0,-8-32 0,-7-43 0,13 53 0,2 9-3,-28-106-67,27 110 59,-1 1 0,-1 1-1,-1-1 1,-1 1 0,-4-4 11,12 20-3,0 0 0,0 0 1,0 0-1,0 0 0,-1 1 0,1-1 0,-1 1 1,1 0-1,-1-1 0,0 1 0,0 0 0,0 1 1,0-1-1,0 1 0,-1-1 0,1 1 0,0 0 1,-1 0-1,1 0 0,-1 1 0,0-1 3,-1 1-5,1 1 0,0-1 0,0 1 0,0 0 0,0 0 0,0 0 0,0 0 0,0 1 0,0-1 0,1 1 0,-1 0 0,0 0-1,1 1 1,0-1 0,-1 1 0,1 0 0,0 0 0,0 0 5,-5 5-7,1 1 0,0 0 0,1 0 0,-1 0 0,2 1 0,-1 0 0,2 0 0,-1 1 1,1-1-1,1 1 0,0 0 0,0 0 0,1 4 7,1-10-1,0 0 1,1 1-1,-1-1 0,1 0 1,0 1-1,1-1 1,0 0-1,-1 0 1,2 1-1,-1-1 0,0 0 1,1 0-1,0 0 1,0-1-1,1 1 1,0 0-1,-1-1 0,1 1 1,1-1-1,-1 0 1,1 0-1,-1 0 1,1-1-1,0 1 0,0-1 1,1 0-1,-1 0 1,1-1-1,0 1 1,3 1-35,1 0 0,-1-1 1,1 0-1,0-1 0,0 0 0,-1 0 0,1-1 1,6 0 34,9-1-771,0-1 0,18-3 771,-27 2-1183,-1 0 0,0 0 1,0-2-1,0 0 0,-1 0 1,0-1-1,1-1 0,-2-1 1,4-1 1182,16-19-4241,-1 3 1</inkml:trace>
  <inkml:trace contextRef="#ctx0" brushRef="#br0" timeOffset="5857.554">385 93 9637,'0'0'3812,"-3"6"-171,-17 31 377,9-18-3465,0-1-1,-2 0 1,0-1-553,-2 0 214,15-17-210,0 1 0,0-1 1,0 0-1,0 0 0,0 0 0,-1 1 1,1-1-1,0 0 0,0 0 1,0 0-1,0 1 0,-1-1 0,1 0 1,0 0-1,0 0 0,-1 0 1,1 0-1,0 1 0,0-1 0,0 0 1,-1 0-1,1 0 0,0 0 1,0 0-1,-1 0 0,1 0 0,0 0 1,-1 0-1,1 0 0,0 0 1,0 0-1,-1 0 0,1 0 0,0 0 1,0 0-5,-19-7 128,1-15-21,11 12-112,0 1 0,0 0 0,-1 0 0,0 1 0,0 0 0,-1 0 0,0 1 0,-8-5 5,12 9-28,0 0 0,-1 0 1,1 1-1,-1-1 0,1 1 0,-1 0 0,0 1 0,0-1 0,0 1 0,0 1 1,0-1-1,0 1 0,0 0 0,0 0 0,0 1 0,0-1 0,-5 2 28,8-1-176,-1 1 0,1-1 0,0 0-1,0 1 1,0 0 0,0-1 0,1 1-1,-1 0 1,0 0 0,1 1 0,-1-1-1,1 1 1,-1 1 176,0 0-670,0 0 0,0 1 0,0-1 0,1 1 0,0 0 0,0-1 0,0 1 0,1 0 0,-1 0 0,1 0-1,0 1 1,1-1 0,-1 0 0,1 1 670,4 31-3855,2 6 0</inkml:trace>
  <inkml:trace contextRef="#ctx0" brushRef="#br0" timeOffset="6461.832">462 1486 10794,'0'0'4090,"4"2"-63,-2 1-3582,1-1 0,0 1 0,-1-1 0,1 1 0,-1 0 1,0 0-1,1 0 0,-2 0 0,1 1 0,0-1 0,-1 0 0,1 1 1,-1-1-1,0 2-445,0 1 141,0-5-107,-1 1 0,0 0 0,1 0 0,0-1 0,-1 1 0,1 0 0,0-1 0,0 1 0,-1 0 0,1-1 0,0 1 0,1-1 0,-1 0 0,0 1 0,0-1 0,1 1-34,2 1 36,0 1-1,0-1 1,1 0 0,-1 0 0,1-1-1,0 1 1,-1-1 0,1 0-1,0 0 1,0-1 0,1 0-1,-1 1 1,0-2 0,0 1 0,0-1-1,1 1 1,-1-1 0,0-1-1,1 1 1,-1-1 0,1 0-36,12-3 16,-1-1 0,0 0 0,-1-1 0,1-1 1,-1 0-1,0-1 0,-1-1-16,10-4-46,0 1 0,7-2 46,-29 13 1,0 0 0,1 0 0,0 0 0,-1 1 0,1-1 0,-1 1 0,1 0 0,0 0 0,-1 0 0,1 0 0,0 0 0,-1 1 0,1 0 0,-1 0 0,1 0 0,-1 0 0,1 0 0,0 1-1,7 5 47,0 0 0,-1 0 0,0 1 0,9 8-47,44 33 115,-48-35-395,-9-8-2730,-1-5-8070,-5-1 6625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2:08.365"/>
    </inkml:context>
    <inkml:brush xml:id="br0">
      <inkml:brushProperty name="width" value="0.1" units="cm"/>
      <inkml:brushProperty name="height" value="0.1" units="cm"/>
      <inkml:brushProperty name="color" value="#E71224"/>
    </inkml:brush>
  </inkml:definitions>
  <inkml:trace contextRef="#ctx0" brushRef="#br0">1036 4025 899,'0'0'1928,"3"3"42,0 2-986,0 0-1,0 0 1,-1 0 0,0 0-1,0 0 1,0 1 0,0-1-1,0 5-983,-1-4 376,0 0 0,-1 0 0,0 0-1,0 0 1,0 1 0,-1-1 0,1 0 0,-2 0-1,1 0 1,-1 0 0,0 0 0,-1 3-376,0-4 147,0 0 0,-1 0 1,1 0-1,-1-1 0,0 1 0,0-1 0,0 0 0,0 0 1,-1-1-1,0 1 0,1-1 0,-1 0 0,-2 0-147,-13 7 461,0 0 0,-14 3-461,30-12 35,-16 6 80,-1-1 0,0-1 0,0-1 0,0 0 1,0-2-1,-1-1 0,1 0 0,-14-2-115,6-2 88,-1-1-1,1-2 1,-1 0 0,2-2 0,-1-1-1,-1-2-87,-5-4 142,0-1-1,1-2 0,1-1 1,1-2-1,0-1 1,2-2-1,1 0 0,0-2 1,-21-28-142,30 29 86,2 0 0,1-2 0,1 0 0,1-1 0,1-1-1,2 0 1,1 0 0,1-1 0,2-1 0,1 0 0,-3-27-86,6 19 19,0-1 0,3 0-1,1 0 1,2 0 0,2 0-1,2 0 1,1 1 0,2 0-1,4-6-18,-8 30 1,0 1 0,2-1 1,-1 1-1,2 0 0,0 0 0,1 1 0,0 0 0,1 1 0,0 0 0,1 1 1,1 0-1,-1 0 0,2 1 0,-1 1 0,2 0 0,-1 1 0,1 0 0,0 1 1,2 0-2,28-11 57,1 2 1,2 1-1,-1 3 1,40-5-58,-12 7 131,-1 3 0,59 2-131,-109 5 23,-1 1 1,1 1-1,-1 1 0,0 2 0,0 0 0,-1 1 1,1 1-1,-1 0 0,-1 2 0,1 1 0,-1 0 1,2 4-24,4 1 32,-2 2 0,0 0 0,-1 1 0,-1 2 0,0 0 0,16 22-32,-24-24 22,-1 0-1,0 1 1,-2 0-1,0 1 0,-1 1 1,-1-1-1,-1 1 1,-1 1-1,1 8-21,-1 5 31,-1 0 0,-2 0 0,-2 0 0,-1 1 0,-1-1 0,-2 1 0,-2-1 0,-1 0 0,-2 0 0,-1-1 0,-10 26-31,8-31 14,-1 1-1,-2-2 0,0 0 0,-3 0 1,0-2-1,-1 0 0,-2-1 1,0 0-1,-2-2 0,0 0 1,-2-2-1,0 0 0,-14 7-13,21-17-311,0-1 0,-1 0 0,-1-2 0,0 0 0,0 0 0,0-2 311,1-1-2425,0-1 1,0-1-1,0 0 0,-3-1 2425,-1-1-4112,3-6 0</inkml:trace>
  <inkml:trace contextRef="#ctx0" brushRef="#br0" timeOffset="2098.64">6784 4579 3212,'118'-15'12245,"2"5"-12245,120 2 4260,241 24-3068,-441-14-749,-12-2-343,1 3 1,-1 0-1,1 2 1,17 5-101,-37-7 19,-1 0 0,0 0 0,1 0 0,-1 1 0,-1 1 0,1-1 0,-1 1 0,1 0 0,-1 1 0,-1 0 0,1 0 1,-1 0-1,0 1 0,-1 0 0,1 0 0,3 8-19,3 9 18,-1 0 0,-1 0 0,-2 1 0,0 0 0,-2 0 1,0 1-1,-1 5-18,5 56 180,-2 44-180,-6-95 14,3 203 177,-7-189-133,-2 1 0,-2 0-1,-10 34-57,11-65 56,0-1-1,-2 1 1,-1-1 0,0 0-1,-1-1 1,-6 8-56,8-15 57,-1 1-1,0-1 1,-1-1-1,0 0 1,-1 0-1,0-1 1,-1 0 0,0 0-1,0-1 1,-1-1-57,-25 13 99,-2-1 1,0-2-1,-1-2 1,-1-2-1,0-1 1,-38 5-100,-56 3-467,-68 0 467,134-14-88,-324 18 3,-1-17-1,-79-22 86,411 12-7,-99-5 250,-150-28-243,288 32 25,0-1 0,1 0 0,0-2 0,0-1 0,0 0 0,1-2 0,0-1 0,1 0 0,0-1 0,1-1 0,0-1 0,-2-4-25,-4-5 14,1-2 1,1 0 0,1-1-1,1-1 1,1-2 0,2 1 0,1-2-1,2-1 1,0 0 0,2 0 0,2-1-1,1-1 1,1 0 0,2-1-1,1 1 1,1-11-15,1 7 14,2-1 0,2 0-1,2 0 1,1 0 0,2 1 0,2-1 0,10-35-14,-8 45 16,1 0 0,2 1 0,0 0 0,2 0 0,0 2 0,2 0 0,1 0 0,1 2 0,1 0 0,11-9-16,-1 6 104,1 2 1,1 0-1,1 3 0,1 0 0,0 2 0,2 2 1,0 1-1,1 1 0,1 3 0,28-7-104,60-10-18,1 6 1,73-2 17,-13 7-72,0 9 1,0 8 0,145 19 71,-282-12-5752,34 10 5752,-11-2-6392,-33-9 2323</inkml:trace>
  <inkml:trace contextRef="#ctx0" brushRef="#br0" timeOffset="3871.554">7702 3427 3726,'-3'0'3084,"0"-1"-2190,1 1 0,0-1 0,0 1 0,0-1 0,0 0 0,0 0 0,0 0 0,0 0 0,0 0 0,1 0-1,-1-1-893,-10-5 2203,16 4-1025,124-67 3084,40-13-4262,-28 20 835,65-43-835,-149 73 177,-2-2 0,-2-2-1,-1-3 1,44-44-177,-82 69 5,0 0 1,-1-1-1,0 0 1,2-8-6,-11 16 85,1-16-85,-4 22-7,1 0 0,-1 0 0,0 0 0,0 0-1,0 0 1,0 0 0,-1 1 0,1-1 0,-1 0 0,1 0 0,-1 0 0,1 0 7,-1 1-2,0-1 1,0 1 0,0 0-1,0 0 1,0 0-1,0 0 1,0 0 0,0 0-1,0 0 1,-1 0 0,1 0-1,0 0 1,-1 1 0,1-1-1,0 1 1,-2-1 1,-5-1-4,0 0 1,1 1-1,-1 0 1,0 1-1,0 0 0,0 0 1,-5 1 3,-62 9-54,42-4 26,-116 21 87,120-21 11,88-21 94,0-3 0,-1-3 0,42-22-164,-70 31-4,-23 13 8,-3 0 18,-4-1-20,0 0 1,0 0 0,1 0 0,-1 0 0,0 0-1,0 0 1,0 0 0,1 1 0,-1-1 0,0 0 0,0 0-1,1 0 1,-1 0 0,0 0 0,0 0 0,0 0-1,1 0 1,-1 1 0,0-1 0,0 0 0,0 0 0,0 0-1,1 0 1,-1 1 0,0-1 0,0 0 0,0 0-1,0 0 1,0 1 0,0-1 0,0 0 0,0 0 0,0 0-1,1 1 1,-1-1 0,0 0 0,0 0 0,0 1-3,11 32 215,-2 0 1,5 30-216,7 28 340,51 130-1561,-72-209-1349,-2-1 1499,-7 27-9787,8-34 6660</inkml:trace>
  <inkml:trace contextRef="#ctx0" brushRef="#br0" timeOffset="5176.622">11723 882 6425,'0'0'2870,"0"0"171,0 0-150,6 5-814,25 29 900,-24-27-2711,-2 1 1,1-1-1,-1 1 0,0 0 0,-1 0 0,0 1 0,0-1 1,-1 1-1,0 0 0,0 0 0,-1 0 0,1 8-266,-3-12 35,1 0 0,-1 0-1,0 0 1,-1 1 0,1-1-1,-1 0 1,0 0 0,0 0-1,-1 0 1,1 0 0,-1 0-1,0 0 1,-1 0 0,1-1-1,-1 1 1,0-1 0,0 0-1,0 0 1,-1 0 0,1 0 0,-1 0-1,0-1 1,0 0 0,-5 3-35,-2 1-72,-1 0 1,0-1 0,-1-1-1,1 0 1,-1-1 0,0-1 0,0 1-1,0-2 1,-1 0 0,0-1 71,-2 1-1003,0-1 0,-1-1-1,1-1 1,0 0 0,0-1 0,0-1 0,0-1 0,-4-1 1003,-16-12-3406,12-4-149</inkml:trace>
  <inkml:trace contextRef="#ctx0" brushRef="#br0" timeOffset="5535.629">11630 381 8352,'0'0'3084,"0"0"129,0 0-129,0 0-1542,12 23-900,-12-23-1156,10 26-2184,-10-26-258,2 30-128,-2-30-128</inkml:trace>
  <inkml:trace contextRef="#ctx0" brushRef="#br0" timeOffset="6158.543">11104 511 3469,'2'-1'605,"0"1"1,-1-1-1,1 0 0,-1 1 0,1-1 0,-1 0 0,1 0 0,-1 0 0,0 0 0,0 0 0,1-1 0,-1 1 0,1-1-605,-1 0 293,-1 1 1,1 0-1,0 0 0,-1-1 0,1 1 1,-1 0-1,0-1 0,1 1 0,-1 0 1,0-1-1,0 1 0,1-1 0,-1 1 1,-1-1-294,1 0 127,0 0 1,-1 0 0,1 1-1,-1-1 1,1 0 0,-1 0 0,0 1-1,0-1 1,0 0 0,0 1-1,0-1 1,0 1 0,0 0-1,0-1 1,-1 1 0,1 0-1,-1 0 1,1 0 0,-1 0 0,1 0-1,-1 0 1,1 0 0,-1 0-1,0 0 1,0 1 0,-1-1-128,-15-4 408,-1 1 0,0 0-1,0 2 1,-11-1-408,19 2 121,1 1 0,-1 0 0,0 1 0,0 0 0,0 1 0,1 0 0,-1 1 0,1 0 0,-2 1-121,6 1 214,5-4-203,0 0 1,0 0-1,0 1 1,1-1-1,-1 0 1,0 1-1,0-1 1,1 1 0,-1-1-1,1 1 1,-1-1-1,1 1 1,0 0-12,0 2 10,0 0-1,1-1 1,0 1 0,0 0 0,0 0 0,0-1 0,1 1 0,-1-1 0,1 1 0,0-1-1,0 0 1,0 1 0,0-1-10,40 50 8,-13-17 91,-22-27-38,-1 0 0,-1 1-1,0-1 1,0 1-1,-1 0 1,0 0 0,0 0-1,-2 1 1,1-1 0,-1 4-61,-1-10 57,-1 1 0,0 0 0,0-1 0,-1 1 0,0-1 0,1 1 0,-1 0 1,-1-1-1,1 0 0,-1 1 0,0-1 0,0 0 0,0 0 0,0 0 0,-1 0 1,1 0-1,-1 0 0,0-1 0,0 0 0,-1 1 0,1-1 0,-1 0 1,1-1-1,-1 1 0,-1 0-57,-8 5 29,-1-1 1,-1-1 0,1 0-1,-1 0 1,0-2-1,-1 0 1,1 0-1,-1-2 1,1 0 0,-1 0-1,0-2 1,0 0-1,0-1 1,1 0-1,-1-1 1,1-1 0,-1-1-1,1 0 1,0-1-1,0 0 1,-6-4-30,15 6-71,0-1 0,1 0 0,-1 0 0,1 0 0,-1 0 0,1-1 0,0 0 0,1 0 0,-1 0 0,1-1 1,0 0-1,1 1 0,-1-1 0,1-1 0,0 1 0,1 0 0,-1-1 0,1 1 0,1-1 0,-1 0 0,1 1 0,0-5 71,1 4-558,0 1 0,0 0 0,1 0-1,-1 0 1,2 0 0,-1 0 0,1-3 558,0 3-1140,1 0-1,-1 0 1,1 1 0,0-1 0,1 1 0,-1-1-1,4-2 1141,9-13-3576</inkml:trace>
  <inkml:trace contextRef="#ctx0" brushRef="#br0" timeOffset="6515.662">10845 1077 12721,'0'0'3727,"0"0"-129,-38 8-257,8-4-2827,-13 0-514,-5 2-514,6 12-1285,-9-9-1542,11 7-257,4-6 0,12 4 0</inkml:trace>
  <inkml:trace contextRef="#ctx0" brushRef="#br0" timeOffset="7557.572">9944 578 7967,'-1'-4'3062,"1"2"-2577,-1 0 0,0 0 0,0-1-1,0 1 1,0 0 0,0 0 0,0 0 0,-1 0-1,1 1 1,-1-1 0,1 0 0,-1 1-1,0-1 1,1 1 0,-2-1-485,-7-6 374,-2 5 804,4 3-995,0 1-1,1 0 1,-1 1 0,1 0-1,-1 0 1,1 0 0,0 1-1,0 0 1,0 1 0,0-1-1,1 1 1,-1 1 0,1-1-1,0 1 1,0 0 0,-1 3-183,4-5 42,0 0 1,0 0-1,1 0 1,-1 0-1,1 1 1,0-1-1,0 1 1,0 0-1,1 0 1,-1-1-1,1 1 1,0 0-1,0 0 1,0 0-1,0 1 1,1-1 0,0 0-1,0 0 1,0 0-1,0 0 1,1 0-1,-1 0 1,1 1-1,0-1 1,0 0-1,1-1 1,-1 1-1,1 0 1,0 0-1,0-1 1,0 1-1,2 2-42,2 1 21,-1-1 0,1 0 0,0 0 0,1 0 1,-1-1-1,1 0 0,0 0 0,1-1 0,-1 0 0,1 0 0,-1 0 0,1-1 0,0 0 0,1-1 0,7 2-21,-8-3 14,0 1 0,0-1-1,0 0 1,1-1 0,-1 0-1,0 0 1,0-1 0,0 0 0,0 0-1,0-1 1,0 0 0,0-1-1,-1 1 1,1-1 0,-1-1 0,6-3-14,-11 6-1,0 0 0,0-1 0,0 1 0,0-1 0,-1 1 0,1-1 1,0 0-1,-1 0 0,0 0 0,1 0 0,-1 0 0,0 0 0,0 0 0,0 0 1,0 0-1,0-1 0,0 1 0,-1 0 0,1-1 0,-1-1 1,0 0-3,0 0-1,0 0 1,-1 0-1,0 0 1,0 0-1,0 0 1,0 0 0,0 0-1,-1 0 1,0 1-1,1-1 1,-2 1 3,-5-10-15,0 1-1,-2 0 1,1 0 0,-2 1 0,1 1 0,-7-5 15,3 3-31,0 0 0,-1 2 0,0 0 0,-1 0 0,-7-2 31,19 10-8,1 0 0,-1 0 1,0 1-1,0-1 0,0 1 0,1 0 1,-1 0-1,0 0 0,-1 1 0,1 0 1,0-1-1,0 1 0,0 1 0,0-1 1,0 1-1,0-1 0,0 1 0,0 0 1,0 0-1,0 1 0,1-1 0,-1 1 1,0 0-1,1 0 0,-1 0 0,1 1 1,-1 0 7,-17 18-32,2 1 0,-17 25 32,20-25 0,-1-1 0,-1 0-1,-17 14 1,16-18 118,-1-1-1,-1-1 0,-9 5-117,24-17 31,1 0 1,0 0 0,-1 0-1,1-1 1,-1 0-1,0 0 1,1 0-1,-1-1 1,0 1 0,0-1-1,0-1 1,0 1-1,-1-1 1,1-1-1,0 1 1,-3-1-32,7 0 16,1 1-1,-1 0 1,0-1-1,1 0 1,-1 1-1,1-1 1,-1 0 0,1 0-1,-1 0 1,1 0-1,0 0 1,-1 0-1,1 0 1,0-1-1,0 1-15,-3-3 24,-4-5 62,2-4-49,0 0 1,1-1 0,1 0-1,0 0 1,1 0 0,0 0 0,0-8-38,-3-41 105,3-11-105,0-6-91,-1-42-573,12-118 664,-8 230-328,2 0 1,0 1-1,0-1 0,3-7 328,-2 5-938,-3-5-2210,0 14-450,3 9-107,12 24-21</inkml:trace>
  <inkml:trace contextRef="#ctx0" brushRef="#br0" timeOffset="8661.432">8593 649 9123,'0'0'3598,"0"0"22,0 0-237,3-2-1305,0-1-1863,0-1 0,0 1 0,0-1 0,-1 1 0,1-1 0,-1 0 0,0 0 0,0 0 0,0 0 0,0 0 0,-1 0 0,0-1 0,0 1 0,0-1 0,0 1 1,-1-1-1,0-2-215,1-19-157,-1 0 0,-3-21 157,0-6 170,3 33-143,1 1 0,1-1-1,1 1 1,3-13-27,4 7-85,-9 23 82,1-1 1,0 1-1,0-1 1,0 1 0,0 0-1,0-1 1,0 1 0,1 0-1,0 0 3,0 1-5,-1 0-1,1-1 0,0 1 1,0 1-1,1-1 1,-1 0-1,0 1 0,0 0 1,0 0-1,0 0 1,0 0-1,1 0 0,-1 0 1,0 1-1,0 0 1,0-1-1,0 1 1,0 0-1,0 1 0,0-1 1,-1 0-1,1 1 1,2 1 5,9 5-43,-1 1 0,0 1 0,12 11 43,-14-12-1,27 24-67,20 24 68,-49-47-8,0 1 1,0 0 0,-1 0-1,0 1 1,-1 0-1,-1 1 1,1-1 0,-1 3 7,-5-12 0,-1-1 0,1 1 0,0 0 0,-1-1 0,0 1 0,1 0 0,-1-1 0,0 1 0,0 0 0,-1-1 0,1 1 0,-1 1 0,-9 16 0,2-12 0,0 0 0,0-1 0,-1 0 0,0 0 0,0-1 0,-1-1 0,1 1 0,-1-1 0,-1-1 0,1 0 0,-1-1 0,-10 3 0,-26 5 0,-1-3 0,-19 1 0,53-7 0,-32 4 0,0-1 0,1-3 0,-1-1 0,0-3 0,0-2 0,-3-2 0,44 5-6,1 0 1,-1 0 0,0-1-1,1 1 1,-1-1 0,1 0-1,0-1 1,0 1-1,-1-1 1,2 1 0,-1-1-1,-2-3 6,5 5-2,-1-1 0,1 1 0,0-1 0,0 1 0,0-1 0,0 0 0,0 1 0,0-1 0,1 0 0,-1 0 0,1 0 0,-1 0-1,1 0 1,-1 0 0,1 0 0,0 0 0,0 1 0,0-1 0,0 0 0,1 0 0,-1 0 0,0 0 0,1 0 0,-1 0 0,1 0-1,0 0 1,0 1 0,-1-1 0,1 0 0,0 1 0,1-2 2,10-13-96,1 0-1,1 1 1,0 0 0,3-1 96,-12 12-129,-5 4 1,0 0-1,-7-2 1,-18-4 43,0 2 0,0 1 0,0 1 0,0 1 1,-10 2 84,-33-2-90,51 0 92,-30-1 64,-1-3-1,-21-5-65,57 8 12,0 0 0,0-1 1,0-1-1,1 0 0,0-1 0,0 0 0,0-1 0,0 0 0,1 0 0,0-1 0,0-1 0,-1-1-12,8 6 3,0 0 0,0-1 0,0 1 0,1 0 0,-1-1 0,1 0 0,0 0 0,0 0 0,0 0 0,1 0 0,-1 0 0,1 0 0,0 0 0,0-1 0,1 1 0,-1 0 0,1-1 0,0-1-3,1-1 4,-1 0 0,2 1 0,-1-1 0,1 1 0,0-1 0,0 1 0,1 0 0,0 0 0,0 0 0,0 0 0,3-2-4,2-4-567,1 1 1,1 0-1,-1 0 1,2 1-1,-1 0 0,2 1 1,-1 1-1,1-1 0,0 2 1,10-5 566,-5 5-1703,0 1 1,0 0-1,1 2 0,4-1 1703,21-7-3576</inkml:trace>
  <inkml:trace contextRef="#ctx0" brushRef="#br0" timeOffset="9561.454">8129 673 2827,'0'0'2420,"-4"1"-21,-46 12 4904,4 6-4798,20-8-2075,1 0 1,-1-2-1,0 0 0,-1-2 0,0-1 0,0-1 0,-1-1 0,1-2 0,-1-1 0,0-1 1,1-1-1,-20-4-430,33 4 105,1-2 0,-1 1 1,1-2-1,0 0 0,0-1 0,0 0 1,0-1-1,1 0 0,0-1 1,0 0-1,1-1 0,-1-1-105,-3 1 22,-5 12-22,-3 3 103,0-2 0,0-1 0,-1-1 0,1-1 1,-1-1-1,0-1 0,1 0 0,-1-2 0,1-1 1,-1-2-1,-2 0-103,11 2 15,-1 1 1,1 0 0,-1 2 0,1 0-1,-1 0 1,0 1 0,1 1 0,-1 1-1,-10 3-15,-16 7 133,1 1 0,-33 18-133,30-21 492,42-10-479,1-1 1,0 0-1,-1 0 0,1 1 0,0-1 1,-1 0-1,1 0 0,-1 0 0,1-1 0,0 1 1,-1 0-1,1-1 0,0 1 0,-1 0 0,1-1 1,0 1-1,0-1 0,-2 0-13,0-1 41,-7-5 87,0-7-72,-1 0 0,2-1 0,0 0 0,1-1 0,0 0 0,2-1 1,-1 1-1,2-1 0,-2-12-56,-7-39-86,-5-63 86,6 31-12,7 64-83,-35-190-1052,40 222 76,3 4 576,-1 0 0,1 1 0,0-1 0,-1 1 0,1 0-1,-1 0 1,0-1 0,1 1 0,-1 0 0,0 0 0,1 0 0,-1 0 0,0 1 0,0-1-1,0 0 1,0 0 0,0 1 0,1 0 495,15 27-4118,-15-24 3913,15 25-3543</inkml:trace>
  <inkml:trace contextRef="#ctx0" brushRef="#br0" timeOffset="9930.591">7559 1138 8866,'-18'0'3213,"-7"-2"128,-5 0-129,-14-6-2184,13 12-128,-13-6-643,6 2-257,1 4-643,-3-11-1156,12 1-1413,2-4 128,6-4-129,5-8 1</inkml:trace>
  <inkml:trace contextRef="#ctx0" brushRef="#br0" timeOffset="10287.288">7113 156 11179,'0'0'3598,"0"0"-128,-2-18-258,2 18-2569,0 0-386,22 26-771,-10-7-2442,-12-19-256,0 26-129,0-26-129</inkml:trace>
  <inkml:trace contextRef="#ctx0" brushRef="#br0" timeOffset="11676.583">11979 1941 6682,'0'0'2634,"0"-4"193,-4-25 2400,-16-35 1197,25 77-6305,0 1 1,-1-1-1,-1 1 1,0-1-1,-1 1 1,0 0 0,-1 0-1,-1 0 1,0 0-1,-1 0 1,0 0-1,-1 1-119,-3 6 117,-1-1-1,-1 0 0,-1 0 0,0-1 1,-1 0-1,-1-1 0,-12 17-116,-8 7 279,-2-2-1,-24 23-278,50-57 39,0 1-1,1-1 1,-1 1-1,1 0 1,1 0-1,-1 0 1,1 1-1,1 0 1,-1-1 0,-1 8-39,5-14 8,0 0 1,-1 0-1,1 1 1,0-1-1,0 0 1,0 1 0,0-1-1,0 0 1,0 0-1,0 1 1,1-1-1,-1 0 1,0 1 0,1-1-1,0 1-8,0 0 8,0 0 0,1 1 0,-1-1 1,1 0-1,0-1 0,0 1 0,0 0 0,0 0 0,0-1 0,0 1 0,0-1 0,0 0 1,1 1-1,-1-1 0,0 0 0,1 0 0,0 0-8,4 1 28,0-1 0,0 0 0,0 0-1,1 0 1,-1-1 0,6 0-28,4-1 68,0-1-1,-1 0 1,1-2-1,-1 0 1,10-4-68,-17 5 27,-1 0 1,0-1 0,0 0 0,0-1 0,0 0 0,-1 0 0,0 0 0,0-1 0,0 0 0,-1 0 0,1-1-1,-2 0 1,4-5-28,-6 8 7,-1 0-1,0 0 1,0 0-1,0 0 0,-1-1 1,0 1-1,1 0 0,-2-1 1,1 1-1,0-1 1,-1 1-1,0-1 0,0 1 1,0-1-1,-1 1 1,1-1-1,-1 1 0,0-1 1,0 1-1,-1-1 1,1 1-1,-1 0 0,0 0 1,0 0-1,-1 0 1,1 0-1,-3-2-6,-15-21-99,-2 1 0,0 2 0,-1 0 0,-22-16 99,-110-78-685,3 4 331,145 107 297,-1 1 0,1-2 0,1 1 0,-1-1 0,1 0-1,-4-7 58,9 12-30,-1 0 0,0 0 0,1 0 0,-1 0 1,1-1-1,0 1 0,0 0 0,0-1 0,1 1 0,-1-1 0,1 0 0,0 1 0,0-1 0,0 1 0,0-1 0,1 1 0,-1-1 0,1 1 0,0-1 0,0-1 30,3-1-459,-1-1 0,1 1 0,0 0 0,1-1 0,0 2 0,0-1 0,0 1 0,0-1 0,1 1 0,0 1 0,6-4 459,2-2-2668,2 1 0,-1 1 1,1 1-1,13-5 2668,3 5-3512</inkml:trace>
  <inkml:trace contextRef="#ctx0" brushRef="#br0" timeOffset="12905.513">11275 2162 6425,'-2'-3'2955,"-1"-8"-971,-1-13 5849,0 5-4993,3 15-2154,1 4-172,3 4-129,4 10-219,0 0-1,-1 0 1,-1 1-1,0 0 1,-1 0-1,0 0 1,-1 0-1,-1 1 1,0-1-1,-2 1 1,0 14-166,-5-22 128,0-3-101,-1 0 0,0 0 0,0-1 1,0 0-1,0 0 0,-1-1 0,0 0 0,0 0 0,0 0 0,0-1 1,0 0-1,0 0 0,0-1 0,-1 0 0,-4 0-27,-25 1 79,0-1-1,0-2 1,0-2-1,-27-6-78,42 5-28,0-1-1,0-1 0,0-1 1,1 0-1,0-2 1,1-1-1,0 0 1,-7-7 28,19 12-32,0 0 1,1-1 0,0 0 0,0-1-1,0 1 1,1-1 0,0-1-1,0 1 1,1-1 0,0 0 0,-1-3 31,4 6-7,0 0-1,0 1 1,1-1 0,0 0 0,0 0 0,0 0 0,0 0 0,1 0 0,0-1 0,0 1 0,0 0 0,1 0 0,0 0 0,0 0 0,0 0-1,0 0 1,1 1 0,0-1 0,0 0 0,0 1 0,2-3 7,1-2 5,1 0 1,0 1-1,0 0 1,1 0-1,0 1 0,0 0 1,1 0-1,0 0 0,0 1 1,0 0-1,1 1 0,0 0 1,0 0-1,1 1 0,-1 0 1,1 1-1,0 0 0,0 0 1,0 1-1,7 0-5,5 4 22,-19 0-17,-1-1 0,0 0 0,0 1 0,0-1 0,1 1 1,-2 0-1,1-1 0,0 1 0,0 0 0,-1 0 0,1 0 1,-1 1-1,1-1 0,-1 0 0,0 1 0,0-1 0,0 0 1,0 1-1,0-1 0,-1 1 0,1-1 0,-1 1 1,0 0-1,1-1 0,-1 1 0,0-1 0,-1 1 0,1 1-5,-2 13 56,0-1 0,-1 1 0,-1-1 0,-3 7-56,0 3 39,0 0 15,1 1 0,1 0 1,2-1-1,1 2 1,1-1-1,1 2-54,0-22 19,1 0-1,0 0 1,1 0-1,-1 0 1,1 0-1,1 0 1,-1-1-1,1 1 1,0-1-1,1 0 1,2 5-19,-2-7 5,-1 0 0,1-1 1,0 1-1,0-1 0,0 1 1,0-1-1,0-1 0,1 1 1,-1 0-1,1-1 0,0 0 1,0 0-1,-1-1 1,1 1-1,0-1 0,1 0 1,1 0-6,-3-1 9,-1 1-1,1-1 1,0 0 0,-1 0 0,1 0 0,0-1 0,-1 1 0,1-1 0,-1 0 0,1 0 0,-1 0 0,2-1-9,14-15 21,-17 15-18,0-1 1,0 0-1,0 0 1,-1 0-1,1 0 0,-1 0 1,0 0-1,0 0 1,0 0-1,-1 0 0,1-1 1,-1 1-1,1 0 0,-1-1 1,0 1-1,0 0 1,-1-1-1,1 1 0,-1-3-3,-1 2 5,1 0-1,-1-1 0,0 1 0,0 0 1,0 0-1,0 0 0,-1 0 1,0 0-1,0 1 0,0-1 0,0 1 1,0 0-1,-1-1 0,1 2 1,-3-3-5,-5-2-14,1 1 0,-1 0 1,0 0-1,-1 1 0,1 1 1,-1 0-1,0 1 1,0 0-1,-1 0 0,-1 1 14,-6 0-45,-1 1 0,1 1-1,-1 1 1,1 0-1,-1 2 1,1 0 45,-25 7-72,0 2-1,1 2 1,0 2-1,2 2 1,-8 6 72,42-21 5,-67 30 113,68-31-79,1 0 0,-1-1 0,1 1 0,-1-1 0,1 0 0,-1-1 0,0 0 1,0 0-1,1 0 0,-5-1-39,3-5 128,3 1-80,0-2 0,0 1-1,1 0 1,0-1 0,0 0 0,0 0 0,1 0-1,0 0 1,1 0 0,-1-1 0,1 0-1,1 1 1,-1-5-48,-12-208-235,-3 99-686,-19-61 921,15 82-1457,20 78-2740,3 18 3083,4-6-4178,8 5 3791,-13 5 841,18-3-3088</inkml:trace>
  <inkml:trace contextRef="#ctx0" brushRef="#br0" timeOffset="13260.161">10926 1557 12207,'0'0'3598,"24"13"-128,-24-13-129,0 0-2570,10 24-257,-10-24-514,-4 40-771,4-40-2442,-18 35-128,18-35-128,-20 28-1</inkml:trace>
  <inkml:trace contextRef="#ctx0" brushRef="#br0" timeOffset="15107.551">12144 3306 4112,'3'0'2591,"-3"0"-2494,30-10 6644,-28 10-6300,-1 0 1,1-1-1,0 1 0,-1-1 1,1 0-1,-1 1 0,1-1 0,-1 0 1,0 0-1,1 0 0,-1 0 1,0 0-1,0 0 0,1 0 1,-1 0-1,0-1 0,0 1 0,0 0 1,0-1-1,-1 1 0,1-1-441,-1 1 39,0 0-1,0 0 0,-1 0 0,1 0 0,0 1 0,-1-1 0,1 0 1,-1 0-1,1 0 0,-1 0 0,1 0 0,-1 1 0,1-1 1,-1 0-1,0 0 0,0 1 0,1-1 0,-1 1 0,0-1 0,0 0 1,0 1-1,1-1 0,-1 1 0,0 0 0,0-1-38,-33-5 578,13 7-318,-1 1 1,-14 2-261,25-2 68,-8 1 59,-1 0 0,1 1 0,-15 6-127,30-9 15,0 1 0,0-1-1,0 1 1,0 0 0,0 0 0,0 0 0,0 1 0,0-1 0,1 1 0,-1 0-1,1 0 1,0 0 0,0 0 0,0 1 0,0-1 0,1 1 0,-1 0 0,1 0 0,-1 2-15,3-3 20,-1-1 0,1 1 0,0 0 0,0 0 0,0 0 0,1-1 0,-1 1 0,1 0 0,-1 0 0,1-1 0,0 1 0,0 0 0,0-1 0,1 1 0,-1-1 0,1 1 0,-1-1 1,1 0-1,0 0 0,-1 0 0,1 0 0,0 0 0,1 0 0,-1 0 0,2 0-20,6 7 62,1-1 0,1 0 0,0-1 0,6 3-62,9 3 85,1-1 1,1-1-1,13 3-85,-26-10 0,0 0 0,0-1 1,0-1-1,0 0 0,0-1 0,0-1 0,6-1 0,-3-3 0,-19 4 0,1 0 0,-1 0 0,1 0 0,-1 0 0,0-1 0,1 1 0,-1 0 0,1 0 0,-1 0 0,0 0 0,1 0 0,-1-1 0,0 1 0,1 0 0,-1 0 0,0-1 0,1 1 0,-1 0 0,0-1 0,1 1 0,-1 0 0,0-1 0,0 1 0,0 0 0,1-1 0,-1 1 0,0 0 0,0-1 0,0 1 0,0-1 0,0 1 0,0 0 0,1-1 0,-4-1 0,1 1 0,0 0 0,-1-1 0,1 1 0,-1 0 1,1 0-1,-1 1 0,0-1 0,1 0 0,-1 1 0,0 0 0,1-1 0,-1 1 0,0 0 0,0 1 0,1-1 0,-1 0 0,-62 6-11,52-5 0,-180 26-314,-88 7-186,273-33 529,-1-1-1,1 0 0,0-1 0,0 0 0,-1 0-17,-23-7-4,25 2 7,3 1 20,3 5-17,-1-1-1,1 0 1,-1-1 0,1 1 0,-1 0 0,1 0 0,0 0 0,0-1 0,0 1 0,0-1 0,0 1 0,0-1 0,0 1 0,0-1 0,0 0 0,1 1 0,-1-1-6,-1-4 6,-6-11 31,0 0 1,2 0 0,0 0-1,-1-8-37,-10-26 64,3 5-128,6 30 21,7 17 40,1-1 0,0 0 1,-1 0-1,1 1 1,0-1-1,-1 0 1,1 1-1,0-1 0,-1 0 1,1 1-1,0-1 1,0 0-1,0 1 0,-1-1 1,1 1-1,0-1 1,0 0-1,0 1 0,0-1 1,0 1-1,0-1 1,0 1-1,0-1 0,0 0 1,0 1-1,0-1 1,0 1-1,0-1 0,0 1 1,0-1-1,0 0 1,0 1-1,1-1 3,2 43-23,-1-28 23,-1 0 1,-1 0-1,0-1 1,-1 5-1,-7 1 0,5-16 7,-1-1 1,0 1 0,0-1 0,0 0 0,0 0 0,-1 0 0,1 0-1,-1-1 1,1 0 0,-1 0 0,0 0 0,0 0 0,0-1-1,0 0 1,0 0 0,0 0 0,0-1 0,0 1 0,-1-1 0,1-1-1,0 1 1,0-1 0,0 0 0,0 0-8,-7-1 35,1 0-1,0-1 1,1 0 0,-1-1-1,0 0 1,1 0 0,0-2 0,0 1-1,1-1 1,-6-4-35,8 3 21,1 1 0,0-1 1,0 0-1,0 0 0,1-1 0,0 1 1,-3-9-22,5 12 1,-5-21-1,7 21 43,1 4-86,-4 3 86,-42 28-122,36-23 78,0-1 0,-1-1 0,0 1 0,0-2 0,0 1 0,-1-2 0,-9 4 1,6-4 13,0 1 1,0-2-1,-1 0 1,1 0-1,-1-2 0,1 0 1,-1-1-1,-13-1-13,6-6 22,22 6-20,-1 0 0,0-1 0,0 1 0,1 0 1,-1-1-1,1 1 0,-1-1 0,1 1 0,0-1 1,-1 1-1,1-1 0,0 0 0,0 0 0,0 0 1,0 0-1,1 0 0,-1 0-2,0-3 12,0-1-1,0 1 1,0-1-1,1 1 1,0-1 0,0-4-12,0-6-50,0-1-1,-1 1 1,-1 0 0,-1 0 0,0 0 0,-1 0 0,-1 0 0,0 1-1,-1-1 1,-1 1 0,-2-3 50,3 7-39,0 0 0,-1 1 0,-1 0 1,0 0-1,0 1 0,-1 0 0,0 0 0,0 1 0,-1 0 0,0 1 0,0 0 0,-1 0 0,0 1 0,0 1 1,-2-1 38,6 4 2,-1 0 1,1 1-1,-1 0 1,0 0-1,1 1 1,-1 0-1,0 0 1,1 0-1,-1 1 1,0 1-1,1-1 1,0 1-1,-1 0 1,1 1-1,-6 3-2,8-5 3,1 1-1,0 0 1,0 0 0,0 0-1,0 0 1,0 1 0,0 0 0,1 0-1,-1 0 1,1 0 0,0 0-1,0 1 1,0-1 0,1 1-1,-1 0 1,1 0 0,0 0-1,0 0 1,0 0 0,0 1-1,1-1 1,0 0 0,0 1-1,0-1 1,0 1 0,0 3-3,2-4 1,0-1 0,0 0 0,0 0 0,0 0 0,0 0 0,1 0 0,-1 0 0,1 0 1,0 0-1,0 0 0,0-1 0,0 1 0,0-1 0,0 1 0,1-1 0,-1 0 0,1 0 0,0 0 1,0-1-1,-1 1 0,1 0 0,0-1 0,1 0-1,13 7 21,0-1-1,1-1 1,11 3-21,-20-7 20,158 40-2250,3-12-10082,-139-29 8521</inkml:trace>
  <inkml:trace contextRef="#ctx0" brushRef="#br0" timeOffset="15465.13">11394 3784 12721,'0'0'3598,"0"0"-128,0 0-129,-42-22-2699,15 20-385,-7-2-257,-4 2-128,3 10-515,-5-14-513,18 14-2057,-6-14-128,28 6-128,-35-12 128</inkml:trace>
  <inkml:trace contextRef="#ctx0" brushRef="#br0" timeOffset="15902.46">11101 2947 9766,'0'0'3341,"17"-4"0,-17 4-129,20 8-1541,-20-8-772,20 30-770,-20-30-900,18 30-2185,-18-30-256,2 27 128,-2-27-257</inkml:trace>
  <inkml:trace contextRef="#ctx0" brushRef="#br0" timeOffset="16274.803">10593 2792 9766,'-22'-4'3084,"-6"2"0,-10 2-257,-7 4-2699,-7 2-1156,-1 3-1542,3 5-257,0 2 0,9 2-257</inkml:trace>
  <inkml:trace contextRef="#ctx0" brushRef="#br0" timeOffset="18202.51">10087 3958 6939,'0'0'3491,"-1"3"85,-1 7 1619,-3-11-1863,-7-21-675,-9-45-2276,13 23-252,1 0 0,3-1 0,0-37-129,4 52 28,2 0 0,1 0 1,1 0-1,2 1 1,0 0-1,5-8-28,-6 24 14,0 0 0,0 1 1,2 0-1,-1 0 0,1 1 1,6-7-15,7-5-22,-18 21 16,0-1 1,1 1 0,-1-1-1,1 1 1,0-1 0,0 1-1,0 0 1,0 0 0,0 0-1,0 0 1,1 1 0,-1-1-1,0 1 1,1 0 0,0 0-1,-1 0 1,1 1 0,-1-1-1,1 1 1,1 0 5,16 8-21,-11-1-1,-1 1 1,1 1 0,-2-1-1,1 1 1,-1 1-1,-1 0 1,0 0 0,0 0-1,-1 1 1,0 0 0,2 7 21,-3-8-20,-1 1 0,-1-1 0,1 1 0,-2 0 1,1-1-1,-2 1 0,1 0 0,-2 0 0,1 0 1,-1 0-1,-1 1 0,0-1 0,-2 3 20,2-9 7,0-1-1,-1 1 1,0-1-1,0 0 1,0 0 0,-1 0-1,0 0 1,1 0-1,-1-1 1,0 1 0,-1-1-1,1 0 1,-2 1-7,3 0-6,-2-1-1,1 0 1,0 0 0,-1 0 0,1 0 0,-1-1 0,0 1 0,0-1-1,0 0 1,0 0 0,0 0 6,-7 2-18,3 0 21,0 0 0,-1-1 0,0 0 0,0 0 0,0-1 0,0 0 1,0 0-1,0-1 0,0 0 0,0-1 0,-1 0 0,1-1 0,0 0 0,0 0 0,0-1 0,0 0 0,0 0 0,0-1 0,0 0 0,1-1 0,-7-3-3,2-1 6,0 0-1,1 0 0,-1-1 1,2-1-1,0 0 0,0-1 1,0 0-1,2 0 1,-1-1-1,2 0 0,-1-1 1,-3-8-6,-14-30 107,26 50-107,0 1 0,0-1 0,0 1 0,-1-1 0,1 1 0,0-1 0,0 1 0,-1-1 0,1 1 0,0-1 0,0 1 0,-1 0 0,1-1 0,-1 1 0,1-1 0,0 1 0,-1 0 0,1-1 0,-1 1 0,1 0 0,-1 0 0,1 0 0,-1-1 0,-2 4-8,0 0 1,0-1 0,0 1 0,0 1-1,0-1 1,1 0 0,0 1 0,-1-1-1,1 1 1,1-1 0,-1 1 0,-1 4 7,-13 21-20,6-16 52,0-1 0,-2 0 0,1 0 0,-2 0-32,-9 4 22,-6-3 63,27-13-84,0 1 0,0-1 1,0 0-1,-1 0 0,1 0 0,0 0 0,0 0 0,0 0 0,0 0 0,0 0 1,0 0-1,-1 0 0,1-1 0,0 1 0,0 0 0,0-1 0,0 1 0,0-1 1,0 0-2,-22-19-22,1 3-55,-1 1 0,0 1-1,0 1 1,-2 2 0,-18-8 77,0-1-85,36 16 171,-12-13-65,18 17-21,0-1 0,0 1 0,0-1 0,0 1 0,1-1 0,-1 0 0,0 1 0,1-1 0,-1 0 0,1 1 0,0-1 0,-1-1 0,4-18 0,7 1 0,8 4 22,3 5 63,-15 9-78,18-1-99,0 5 70,7 11 1,-27-10 19,1 0 1,0 0 0,-1 1 0,0 0 0,0 0-1,0 0 1,-1 0 0,1 1 0,-1-1 0,0 1-1,0 0 1,-1 0 0,1 0 0,-1 0-1,0 1 1,-1-1 0,1 0 0,-1 1 0,0-1-1,0 1 1,-1 0 0,0-1 0,0 3 1,0-1-19,-1 0 0,1 0 0,-2 0 0,1-1 1,-1 1-1,0 0 0,0-1 0,-1 1 0,0-1 1,0 0-1,-1 0 0,1 0 0,-1-1 0,0 1 0,-1-1 1,0 0-1,1 0 0,-2 0 0,1 0 19,-9 5-20,-1 0 1,1-1-1,-1 0 0,-1-1 1,0-1-1,-8 3 20,16-7 2,0-1 1,0 0-1,-1 0 0,1 0 1,-1-1-1,1 0 0,-1-1 1,1 0-1,-1 0 0,1-1 1,-1 0-1,1-1 0,-1 1 1,0-2-3,-12-8 107,-5-10 0,3-7-64,6-1 42,5 2-63,6 9-44,5 16-21,2 5 1,5 19 20,-5 6 1,-1-25 4,1 0 18,-1 0 0,-1 0 0,1 0 0,0 1 0,-1-1 0,1 0 0,-1 0-1,0 0 1,0 0 0,0 0 0,-1 0 0,1 0 0,-1-1 0,1 1 0,-1 0 0,0-1 0,0 1 0,0-1-1,-25 11 24,18-13-19,5-1 9,3 1-8,-1 0 0,1 0 0,-1 0 0,1 0 0,-1 0 0,1 0 1,0 0-1,-1-1 0,1 1 0,-1-1 0,1 1 0,0-1 0,-1 1 1,1-1-1,0 0 0,0 1 0,-1-1 0,1 0-6,-2-2 18,-7-2 68,-11-13-43,-2-8 64,3 1 21,9 6 1,9 16-1,5 4 1,4 4-80,0 1 1,0-1 0,-1 1-1,0 0 1,0 1 0,0 0-1,-1-1 1,0 2 0,0-1-1,-1 1 1,3 7-50,2 2 62,-2 1-1,0 1 1,-1-1-1,4 20-61,-8-29-7,-1 0 1,1 0-1,-1 1 1,-1-1-1,0 0 0,0 0 1,-1 0-1,0 0 1,0 0-1,-1 0 1,-1 0-1,1 0 0,-1 0 1,-1-1-1,0 1 1,0-1-1,0 0 0,-1 0 1,0-1-1,-1 0 1,0 1-1,0-2 0,0 1 1,-1-1-1,0 0 1,-2 1 6,-5 3-309,-1-2 0,0 1 1,-1-2-1,1 0 0,-1-1 1,-5 1 308,14-4-247,-1 0-551,1 0 1,-1 0 0,0-1-1,0 0 1,0 0-1,0-1 1,0 0-1,-1-1 1,1 0-1,0 0 1,0 0 0,0-1-1,-1 0 1,1-1-1,0 0 1,0 0-1,-1-2 798,-19-8-3855</inkml:trace>
  <inkml:trace contextRef="#ctx0" brushRef="#br0" timeOffset="18656.423">8494 3912 9380,'0'0'3620,"-5"-3"63,2 0-2987,0-1-1,-1 1 0,1 0 0,1-1 0,-1 0 0,0 1 1,1-1-1,0 0 0,-1-2-695,-9-31 1282,3-11-833,1 0 0,1-25-449,6 58 6,1 0 1,0 0 0,1 0-1,1 0 1,1 0-1,0 0 1,0 0-1,2 1 1,0 0 0,2-4-7,-4 12 8,0 1 1,1 0 0,0 0 0,0 0-1,0 1 1,0-1 0,1 1 0,0 0-1,0 0 1,0 1 0,0-1 0,1 1-1,-1 0 1,1 1 0,0-1 0,-1 1-1,1 0 1,0 1 0,1-1 0,-1 1-1,0 0 1,0 1-9,-2-1 6,1 1 0,-1 0 0,0 0 0,0 0 0,1 0 0,-1 1 0,0 0 0,0 0 0,0 0 0,0 0 1,0 0-1,0 1 0,0 0 0,-1 0 0,1 0 0,0 0 0,-1 1 0,0-1 0,1 1 0,-1 0 0,0 0 0,0 0 0,-1 0 0,1 1 0,-1-1 0,0 1 0,1-1 0,-2 1 0,1 0 0,0 0 0,-1 0 0,1 3-6,-1-2 0,0 1-1,0 0 1,0 0 0,-1 0-1,0 0 1,-1 0-1,1-1 1,-1 1 0,0 0-1,0 0 1,-1 0 0,0-1-1,0 1 1,0-1-1,-1 0 1,1 1 0,-1-1-1,-1 0 1,1-1-1,-1 1 1,0 0 0,-1 0 0,-13 13-150,0 0 1,-1-2 0,-1 0-1,-14 7 150,26-18-101,-59 31-1676,55-30 954,9-4 370,0 0 0,0 0 0,0 0 1,0-1-1,-1 0 0,1 1 0,-1-1 0,1-1 1,-1 1-1,1 0 0,-1-1 0,1 0 0,-1 1 1,1-2-1,-1 1 0,0 0 0,1-1 0,-4 0 453,-13-5-3662,16 4 150</inkml:trace>
  <inkml:trace contextRef="#ctx0" brushRef="#br0" timeOffset="19010.218">8619 3259 11436,'20'-14'3341,"-20"14"129,0 0-258,-34-2-2312,2 12-515,-4 2-513,3 10-643,-13-12-1414,18 11-1156,0-7 0,11 0-128,17-14 128</inkml:trace>
  <inkml:trace contextRef="#ctx0" brushRef="#br0" timeOffset="19353.802">9311 2874 10665,'0'0'3470,"0"0"-258,0 0 129,0 0-2698,8 32-258,-12-14-642,4-18-1413,-10 35-1414,10-35-129,4 34 129,-4-34-257</inkml:trace>
  <inkml:trace contextRef="#ctx0" brushRef="#br0" timeOffset="19707.968">9686 4054 12593,'0'0'3726,"0"0"129,0 0-257,-26 6-2955,-13 0-515,-9 2-770,8 18-1543,-17-13-1413,9 3-128,3-6-1,15 8 1</inkml:trace>
  <inkml:trace contextRef="#ctx0" brushRef="#br0" timeOffset="20612.563">12200 4800 6296,'0'0'3256,"4"-2"149,13-8-171,-13 8-643,-4 2-642,5 5-536,1 5-1163,0 0 0,-1 0 0,0 0 0,-1 0 0,0 1 0,-1-1 0,0 1-1,-1 0 1,1 9-250,9 62-334,-2 22 334,-4 15-3692,-5-99 977,-2 0 1,0 0-1,-1 0 1,-4 17 2714,1-9-3727</inkml:trace>
  <inkml:trace contextRef="#ctx0" brushRef="#br0" timeOffset="21347.757">12011 4510 4754,'-4'-4'2228,"1"0"-1715,0 0 0,0 1 0,-1-1 0,1 1 0,-1 0 0,0 0 0,0 0 0,0 1-1,0 0 1,-1-1 0,1 1 0,-1 1 0,1-1 0,-1 1 0,0 0 0,1 0 0,-1 0 0,0 0 0,0 1 0,0 0 0,-1 0-513,5 0 77,-1 1 0,1 0 1,0-1-1,-1 1 0,1 0 0,0 0 0,-1-1 0,1 1 0,0 0 1,0 0-1,0 1 0,0-1 0,0 0 0,0 0 0,0 0 0,0 1 1,0-1-1,1 0 0,-1 1 0,0-1 0,1 1 0,0-1 0,-1 1 1,1-1-1,0 1 0,-1-1 0,1 1 0,0 0-77,1 41 1010,4-18-668,1 0 0,1-1 0,1 0 0,1 0 1,8 13-343,18 32 595,11 9-595,-7-11 307,2 12-307,-37-70 38,0 0 1,0 0 0,-1 0 0,0 1 0,0 0-1,-2-1 1,1 1 0,-1 0 0,0 5-39,-1-11 27,0 0 1,-1 0-1,0 0 0,1 0 1,-1 0-1,-1 0 1,1 0-1,-1 0 0,1-1 1,-1 1-1,0-1 1,0 1-1,0-1 0,-1 0 1,1 0-1,-1 0 0,0 0 1,0 0-1,0 0 1,0-1-1,0 0 0,-1 1 1,1-1-1,-3 1-27,-18 7 72,0-1 0,0-1 0,0-1 0,-1-2 0,-24 4-72,-28 6-703,68-13 104,1 0-1,-1 0 1,0-1-1,0-1 0,-1 1 1,-1-2 599,0 3-3534,4 2 2264,-3 1-284,-6 1-3204,-5 2 925</inkml:trace>
  <inkml:trace contextRef="#ctx0" brushRef="#br0" timeOffset="23539.267">8847 4901 6553,'1'-3'1109,"1"0"0,-1 1 1,0-1-1,0 0 0,0 0 0,0 1 0,0-1 0,-1 0 0,1-3-1109,-1-3 84,0 5 858,-1 4-910,1 0 0,0 0 0,-1 0 0,1 0 0,0 0 0,-1 0 0,1 0 0,0 0-1,-1 0 1,1-1 0,0 1 0,-1 0 0,1 0 0,0 0 0,-1-1 0,1 1-1,0 0 1,-1 0 0,1-1 0,0 1 0,0 0 0,-1 0 0,1-1 0,0 1 0,0 0-1,0-1 1,0 1 0,-1 0-32,1-1 38,-1 0-1,1 0 1,-1 0-1,0 0 1,0 0 0,1 0-1,-1 0 1,0 1-1,0-1 1,0 0-1,0 1 1,0-1 0,0 1-1,0-1 1,-1 0-38,-7-2 157,-1-1 0,0 1 0,-1 1 0,1-1 0,0 2 0,-1 0 0,1 0 0,-1 1 0,1 0 0,-1 0 0,1 1 0,0 1 0,-1 0 0,1 0 1,0 1-1,0 1 0,0-1 0,-2 3-157,10-5 26,-1 0 1,1 0 0,-1 1 0,1-1-1,0 1 1,0-1 0,0 1-1,0 0 1,0 0 0,0 0-1,0 0 1,1 0 0,-1 1-27,-5 6 60,-5 5 42,0 1 0,1 0 0,1 1 1,0 0-1,1 1 0,1 0 0,0 0 0,1 1 1,1 0-1,1 0 0,1 0 0,-2 19-102,-1 20 263,3 0-1,2 0 0,4 33-262,-1-78 33,0 0 0,0-1 1,1 1-1,0 0 0,1-1 1,0 1-1,1-1 0,0 0 1,2 1-34,6 8 107,10 5 21,3-5-21,3-8-64,0-8 43,-21-3-69,-5-1-8,0 1-1,0-1 1,-1 0-1,1 0 1,0 0-1,-1 0 1,1 0-1,0 0 1,-1-1 0,1 1-1,0-1 1,-1 1-1,2-1-8,2 0 3,-1 0 0,1 0 1,-1-1-1,1 1 0,-1-1 0,0 0 0,0 0 0,0 0 0,3-3-3,-1 1 15,3-4 71,23-27-63,-27 27-26,-1-2 4,0 3-5,-1 0 0,1-1-1,-2 1 1,1-1 0,-1 0-1,0 0 1,-1 0 0,0 0 0,0 0-1,-1 0 1,0 0 0,0 0-1,0 0 1,-1 0 0,-1 0 0,0 0-1,0 0 1,0 1 0,-1-1-1,0 0 1,0 1 0,-1 0 0,0 0-1,0 0 1,-3-2 4,-17-23-24,15 26 20,2 2-11,-5-8-68,-4 2 98,5 5 53,-9-4-46,6 3-1,31 1 65,23-3-465,34-6 676,-24 11-8332,-47-1 2831,2-7 2484,-3 8-1264</inkml:trace>
  <inkml:trace contextRef="#ctx0" brushRef="#br0" timeOffset="24270.305">8964 5090 5525,'0'3'3363,"0"-2"-3147,0-1 0,0 1 0,0-1 0,0 1 0,0 0 0,0-1 0,0 1 0,0-1 0,0 1 0,0-1 0,1 1 0,-1-1 0,0 1 0,0-1 0,0 1 0,1-1 0,-1 1 1,0-1-1,1 1 0,-1-1 0,0 0 0,1 1 0,-1-1 0,1 1 0,-1-1 0,0 0 0,1 1 0,-1-1 0,1 0 0,-1 0 0,1 0 0,-1 1 0,1-1 0,-1 0 0,1 0 0,0 0 0,-1 0 0,1 0 0,-1 0 0,1 0 1,0 0-218,9 2 396,-9-2-353,6 3 475,1-1 0,0-1-1,0 1 1,0-1 0,0-1-1,0 0 1,1 0 0,4-1-517,3 1 102,-1-2-1,1 0 1,-1-1 0,0 0-1,0-1 1,0-1 0,-1 0 0,15-7-102,-9-3 0,7-11 0,-7-3 0,-12-3 0,-7 31-10,-1-1 0,0 0 1,0 0-1,0 0 1,0 0-1,0 0 1,0 0-1,-1 0 0,1 0 1,-1 0-1,1 0 1,-1 0-1,0 0 1,0 1-1,0-1 0,0 0 1,0 1-1,0-1 1,0 0-1,0 1 0,-1-1 1,1 1-1,0 0 1,-1-1-1,1 1 1,-1 0-1,0 0 0,1 0 1,-1 0-1,0 0 1,0 1-1,0-1 0,0 0 1,1 1-1,-1-1 1,0 1-1,0 0 1,-1 0 9,-7 0-7,0 2 1,0 0-1,1 0 1,-1 0-1,1 1 1,0 1 0,0 0-1,0 0 1,0 1-1,1 0 1,-7 5 6,3-1 39,0 1 1,1 0-1,0 1 0,1 0 0,0 1 1,1 0-1,-4 8-39,0 0 142,2 1 1,0 0-1,2 1 0,0 0 1,1 1-1,2 0 0,0 0 1,1 0-1,2 1 0,0 2-142,2-16 61,1-1-1,0 1 0,0-1 1,1 1-1,0-1 1,1 1-1,0-1 0,1 0 1,0 2-61,0-4 40,0-1 0,0 0 1,1 0-1,-1-1 1,1 1-1,1-1 0,-1 0 1,1 0-1,0 0 0,0 0 1,0-1-1,6 4-40,-2-3-29,1 1-1,0-1 0,0-1 1,0 0-1,1 0 0,0-1 1,-1 0-1,1-1 1,6 0 29,31 9-2175,-40-13-1081,-2-1 1973,2-2-313,4-6-3406,12-9 1126</inkml:trace>
  <inkml:trace contextRef="#ctx0" brushRef="#br0" timeOffset="25071.662">9480 4940 7196,'0'-4'3341,"1"-4"-1620,-1 6 2831,-1 21 865,1-3-6185,-2 189 2791,0-123-1754,2-59-256,-2 66 274,5 20-287,-2-105 107,-1-4 21,0 0 1,1-3-108,1 1 0,-1 0 1,0-1-1,1 1 1,-1-1-1,-1 0 1,1 1-1,0-1 0,0 0 1,-1 1-1,0-1 1,1-2-22,6-96 22,6-42 45,-10 120-59,1 1 0,2-1-1,0 1 1,1 0 0,2-1-8,-7 18 12,0 0 1,1 1-1,-1-1 0,1 0 0,0 1 1,0 0-1,1-1 0,-1 1 0,1 0 0,0 1 1,0-1-1,0 1 0,1 0 0,-1 0 1,1 0-1,0 0 0,0 1 0,0 0 1,0 0-1,0 0 0,4 0-12,-7 1 0,0 1 0,0 0 0,0 0 0,-1 0 0,1 0 0,0 0 0,0 0 0,0 1 0,0-1 0,0 1 0,-1-1 0,1 1 0,4 2 1,-1 0-1,0 0 1,-1 1-1,1 0 1,0 0-1,-1 0 1,0 0-1,0 1 1,0 0-1,-1 0 0,0 0 1,1 0-1,-2 0 1,1 1-1,-1-1 1,0 1-1,1 4 0,7 20 59,-1 1 0,3 26-59,-9-44 24,5 26-60,-2 0 1,-2 0-1,-1 0 0,-2 0 1,-2 1-1,-2 9 36,3-40-2061,2-1 3141,-1-4-3503,-3 1-8993,2-5 7539</inkml:trace>
  <inkml:trace contextRef="#ctx0" brushRef="#br0" timeOffset="25898.038">9815 5096 8224,'0'0'3598,"4"2"-43,38 26 1563,-41-27-5003,0 0 0,1 0-1,-1 0 1,1 0-1,-1 0 1,1 0-1,-1-1 1,1 1-1,-1-1 1,1 1-1,0-1 1,0 0-1,-1 1 1,1-1-1,0 0 1,-1 0 0,1 0-1,1 0-114,2-1 273,9 3-123,0-2 0,0 0 0,0 0-1,0-2 1,0 1 0,0-2 0,-1 0 0,1 0 0,-1-2 0,0 1 0,0-2 0,0 1 0,7-6-150,2-7 21,-17 14-21,0-1 0,-1 0 0,0 0 0,0-1 0,0 1 0,-1-1 0,1 0 0,-1 0 0,-1 0 0,1 0 0,-1-1 0,0 1 0,-1-1 0,1 1 0,-1-1 0,-1 1 0,1-7 0,-4-8-21,-8-5-86,9 24 95,1 0 0,-1 0 1,1 1-1,-1-1 0,0 0 1,0 1-1,0-1 0,0 1 0,0 0 1,0-1-1,-1 1 12,-4-2-14,1 1 1,-1 0-1,1 1 1,-1 0-1,0 0 0,0 0 1,0 1-1,1 0 0,-1 0 1,0 1-1,0 0 0,0 0 1,1 0-1,-1 1 0,1 0 1,-1 0-1,1 1 1,0 0-1,0 0 0,0 0 1,0 1-1,0 0 0,-1 1 14,-3 3-4,1 0 0,-1 0 0,1 1 0,1 0-1,-1 1 1,2 0 0,-1 0 0,2 0 0,-1 1-1,1 0 1,1 1 0,-2 3 4,2 3 34,0 0-1,1 1 1,1-1-1,1 1 1,0 0-1,2 0 1,0 0-1,1-1 1,2 8-34,2 11 112,2-1 0,2 0 0,1-1 0,6 11-112,-13-38 73,2 0 0,-1 0 1,1 0-1,0-1 1,1 1-1,-1-1 1,5 3-74,0-4 150,2-3-105,1-1 1,-1-1-1,0 0 1,1 0-1,-1-2 1,1 1-1,-1-1 1,0-1-1,1 0 1,-1-1-1,0 0 1,0-1-1,-1-1 1,1 1-1,-1-2 1,8-4-46,-15 6-417,0 1 1,-1-1 0,1 1 0,-1-1-1,0 0 1,0 0 0,0-1-1,-1 0 417,5-6-3201,-1 0-2272,-6-1 3936,0 9 344,1-1-2940</inkml:trace>
  <inkml:trace contextRef="#ctx0" brushRef="#br0" timeOffset="26386.453">10436 4820 8738,'2'-4'3362,"-2"3"-3134,0 1 0,0-1-1,0 1 1,0-1 0,0 1-1,0-1 1,0 1 0,0-1-1,1 1 1,-1-1 0,0 1-1,0 0 1,0-1 0,1 1-1,-1-1 1,0 1 0,1 0-1,-1-1 1,0 1 0,1 0-1,-1-1 1,1 1 0,-1 0-1,0 0 1,1-1 0,-1 1-1,1 0 1,-1 0 0,1 0-1,-1 0 1,1-1 0,-1 1-1,1 0 1,-1 0-228,7 8 3591,-2 3-4707,0 3 1313,-1-1 0,-1 0 0,0 1 0,-1 0 0,0 0 0,-1 0 0,-1 0-197,3 22 206,38 264-485,-28-259-760,-5-14-2790,-4-4-4238,-4-23 4447</inkml:trace>
  <inkml:trace contextRef="#ctx0" brushRef="#br0" timeOffset="26742.564">10664 5060 8224,'7'-5'941,"-4"2"511,1-1 0,0 1 0,0 0 1,0 0-1,1 1 0,-1-1 0,4 0-1452,8 2 1744,-13 2-395,-8-4-450,-5 0-811,0-1 1,-1 1-1,1 1 0,0 0 0,-1 0 0,0 1 0,-4 1-88,-86 0 567,31 2-401,-163-8-8519,216 4 5803,13 0-2460,4 2 1262</inkml:trace>
  <inkml:trace contextRef="#ctx0" brushRef="#br0" timeOffset="27086.191">10739 4812 9894,'15'-8'1616,"4"1"5096,-18 7-6324,0 0 1,0 0-1,0 0 1,0 0-1,0 0 1,1 1-1,-1-1 1,0 0-1,0 0 1,0 1-1,0-1 1,0 0-1,0 1 1,0-1 0,0 1-389,10 10 43,-5-1 180,-1 1 0,-1-1 0,1 1 0,-2 0 0,1 0 0,-2 0 0,1 1 0,-2-1 0,2 11-223,3 18 221,4 16-155,3 17-417,-4-29-3541,-8-40 230,-6-8-300,-16-12-21,16 12-1</inkml:trace>
  <inkml:trace contextRef="#ctx0" brushRef="#br0" timeOffset="27446.178">10690 4553 9123,'10'-19'3598,"-10"19"0,0 0 129,10-20-1928,-10 20-386,0 0-642,0 0-257,16 18-257,-16-18-128,8 19-386,-8-19-900,11 18-2055,-11-18-515,8 20 1,-8-20-129</inkml:trace>
  <inkml:trace contextRef="#ctx0" brushRef="#br0" timeOffset="28068.93">11390 4788 7710,'0'0'3469,"0"0"-21,5-2-299,13-4-965,-13 4-642,-5 2-493,0-1-999,-1 1-1,1-1 0,-1 0 1,1 0-1,-1 0 1,0 1-1,1-1 0,-1 0 1,0 1-1,0-1 0,1 0 1,-1 1-1,0-1 0,0 1 1,0-1-1,1 1 1,-1 0-1,0-1 0,0 1 1,0 0-1,0-1 0,0 1 1,0 0-1,0 0 0,0 0 1,0 0-1,0 0 0,0 0 1,0 0-50,-25 0 196,14 1-130,1 0-1,-1 1 0,0 0 1,0 0-1,1 2 1,0-1-1,-1 2 1,1-1-1,1 1 1,-1 1-1,1 0 1,0 1-1,0-1 1,1 2-1,0 0 1,0 0-1,1 0 1,0 1-1,0 0 1,1 1-1,0 0 0,1 0 1,0 0-1,0 1 1,2 0-1,-1 0 1,1 0-1,1 1 1,0-1-1,0 1 1,1 0-1,1-1 1,0 1-1,0 0 1,2 6-66,-1-6 45,2 0 0,-1 0 0,1-1 1,1 1-1,0 0 0,1-1 0,0 0 0,1 0 1,0 0-1,0 0 0,2-1 0,4 7-45,-5-9 24,0-1 0,1 0-1,-1-1 1,2 0 0,-1 0-1,0 0 1,1-1-1,0 0 1,0 0 0,1-1-1,-1 0 1,1-1 0,0 0-1,0 0 1,0-1 0,4 1-24,-4-2-6,0-1 0,0 1 0,0-1 0,0-1 0,9-1 6,20-1-592,-29 4 1668,-9-1-1289,1 0 0,-1 0 0,0 0 0,1 0-1,-1 0 1,0 1 0,1-1 0,-1 0-1,0 0 1,1 0 0,-1 0 0,0 0 0,0 0-1,1 0 1,-1 0 0,0-1 0,1 1 0,-1 0-1,0 0 1,1 0 0,-1 0 0,0 0 0,1 0-1,-1-1 1,0 1 0,0 0 0,1 0-1,-1 0 1,0-1 0,0 1 0,0 0 0,1 0-1,-1-1 1,0 1 0,0 0 0,0-1 0,0 1-1,1 0 1,-1 0 0,0-1 0,0 1 0,0 0-1,0-1 1,0 1 0,0 0 0,0-1-1,0 1 1,0 0 0,0-1 0,0 1 0,0 0-1,0-1 1,0 1 0,0 0 0,0-1 0,-1 1-1,1 0 1,0 0 0,0-1 0,0 1 0,0 0-1,-1-1 214,1-2-4219,0 3-21</inkml:trace>
  <inkml:trace contextRef="#ctx0" brushRef="#br0" timeOffset="29174.737">8678 5891 6939,'0'0'3448,"0"0"-86,0 0-256,4 7-1072,2 4-1438,-1 1-1,-1 0 0,1 1 1,-2-1-1,0 1-595,9 103 2229,-3 102-2229,-7-110 320,-2-98-320,5 33 0,0-21 21,1-3-382,-3-30 2469,-3-12-4262,-1 12-2625,0 4-3591,1 3 4172</inkml:trace>
  <inkml:trace contextRef="#ctx0" brushRef="#br0" timeOffset="29752.466">8744 5901 4112,'49'-4'5652,"-37"3"-4424,0 0 0,1 0 0,-1 1 1,0 1-1,1 0 0,7 1-1228,-10 1 111,1-1-1,-1 2 1,0-1-1,0 1 1,0 1-1,0-1 1,-1 2-1,1-1 1,-1 2-1,-1-1 1,1 1 0,-1 0-1,0 1 1,-1 0-1,0 0 1,0 0-1,-1 1 1,0 0-1,0 1 1,-1-1-1,0 1 1,-1 0-1,0 0 1,-1 0-1,0 1 1,0-1 0,-1 1-1,-1 0 1,0 0-1,0-1 1,-1 9-111,-1-8 40,0 0 0,-1 0 0,0 0 0,-1 0 0,0-1 0,-1 1 0,0-1 0,-1 0 0,0 0 0,0 0 0,-1 0 1,0-1-1,-1 0 0,0-1 0,-1 1 0,1-1 0,-1-1 0,-1 1 0,0-2 0,0 1 0,0-1 0,-1 0 0,0-1 0,0 0 0,0-1 0,0 0 1,-1 0-1,0-1 0,1-1 0,-1 0 0,-12 1-40,8-2-1229,0 0 1,0-2-1,-8 0 1229,18 0-772,1 0-1,-1 0 1,1 0-1,-1-1 0,1 1 1,-1-1-1,1 0 0,0 0 1,0-1-1,0 1 1,0-1-1,-3-3 773,4 3-3705</inkml:trace>
  <inkml:trace contextRef="#ctx0" brushRef="#br0" timeOffset="30358.51">9196 5982 6553,'0'0'3341,"0"0"22,0 0-258,0 0-1392,0 0-642,2 3-535,3 12-317,0 0 1,-1 1-1,-1 0 1,0 0-1,-1 0 1,-1 0-1,0 0 1,-1 3-220,2 22 171,3 25 343,-3 0 0,-5 35-514,3-97 343,0-4-65,2-18 343,2-17-454,2 1 1,1 1-1,2-1 0,1 1 0,2 1 1,4-8-168,-9 24-38,1 0 1,1 0 0,0 1 0,1 0 0,1 0-1,0 1 1,0 1 0,2 0 0,0 1-1,0 0 1,1 1 0,12-8 37,-18 15-378,0 0 0,0 0 0,1 0 0,-1 1 1,1 1-1,0-1 0,0 1 0,8 0 378,-10 1-1037,0 1-1,0 0 1,0 0-1,0 1 1,0-1-1,0 2 1,0-1 0,-1 1-1,1 0 1,-1 0-1,1 1 1038,-2-1-3833</inkml:trace>
  <inkml:trace contextRef="#ctx0" brushRef="#br0" timeOffset="31277.24">9599 6138 5911,'0'0'3726,"0"0"1,0 0-194,5 0-898,21 0 277,-24 4-2162,8 43-657,-2 0 0,-2 0-1,-2 5-92,-4-51-251,0 0 0,0 1 0,0-1 0,0 0 0,-1 1 0,1-1 0,0 0 0,-1 0 0,1 1 0,0-1 0,-1 0 0,0 0 0,1 0 0,-1 0 0,0 0 0,0 0 251,-3 1-9155,-13-8 5279</inkml:trace>
  <inkml:trace contextRef="#ctx0" brushRef="#br0" timeOffset="31649.375">9726 5853 7581,'10'-17'3341,"-10"17"514,0 0-257,17 6-1542,-17-6-642,0 0-643,0 0-386,8 23-256,-8-23-258,2 22-642,-2-22-2056,8 20-899,-8-20-1,0 0-128,0 0 257</inkml:trace>
  <inkml:trace contextRef="#ctx0" brushRef="#br0" timeOffset="32271.476">10140 5836 9123,'5'0'3641,"-1"0"-2642,0-1 0,0 1-1,0 0 1,0-1 0,-1 0-1,1 0 1,0 0 0,3-2-999,-5 2 108,-1 0 0,1 0 1,-1 1-1,1-1 1,-1-1-1,0 1 1,0 0-1,1 0 0,-1 0 1,0-1-1,0 1 1,0 0-1,0-1 1,0 1-1,-1-1-108,1 1 26,-1 1 0,0-1 0,0 0 0,1 1-1,-1-1 1,0 0 0,1 1 0,-1-1 0,1 1 0,-1-1 0,0 0-1,1 1 1,-1-1 0,1 1 0,0-1 0,-1 1 0,1 0 0,-1-1 0,1 1-1,0 0 1,-1-1 0,1 1 0,0 0 0,-1 0 0,2-1-26,-1 1 13,0 0 0,0-1 0,0 1 0,0-1 0,0 1 0,0-1 1,0 1-1,0-1 0,0 0 0,0 1 0,0-1 0,0 0 0,0 0 0,0 0 1,0 0-1,0 0-13,11-17 0,-6-3-86,-6 19 74,0-1 0,-1 0-1,1 0 1,-1 1 0,0-1 0,0 1-1,0-1 1,0 1 0,0-1 0,-1 1-1,1 0 1,-1-1 0,0 1 0,1 0-1,-1 0 1,0 0 0,0 0 0,0 1 0,0-1-1,-1 0 1,-1 0 12,-34-28-75,28 26 46,0 0 5,4 2 17,0 0 0,0 0 0,0 0 0,0 1 0,-1 0 0,1 0 0,0 1 0,0-1 0,-1 2 0,1-1 0,0 0 1,-1 1-1,1 0 0,0 1 0,0-1 0,0 1 0,0 1 0,0-1 0,0 1 0,0 0 7,-1 1 6,1 0 0,-1 0 0,1 0 0,1 1 0,-1 0 0,0 0 0,1 0 0,0 1 0,1-1 0,-1 1 0,1 1 0,0-1 0,1 0 0,-1 1 0,1 0 0,-1 3-6,0 6 56,0 0 1,2 0 0,-1 0-1,2 1 1,0-1-1,1 1 1,2 9-57,4 27 464,9 36-464,2 10 275,14 186-147,-28-265 726,-1-6-5162,-8-32-4317,5 7 4728,6-15 127</inkml:trace>
  <inkml:trace contextRef="#ctx0" brushRef="#br0" timeOffset="32613.939">10192 6163 8995,'0'0'3469,"0"0"258,-26-4-386,-12-4-2185,7 12-385,-15-6-514,2 2-128,1 2-258,-3-6-642,20 14-1927,-5-10-772,9-4-256,22 4 128,-22-6-129</inkml:trace>
  <inkml:trace contextRef="#ctx0" brushRef="#br0" timeOffset="32972.337">10577 5938 8995,'5'-3'3876,"5"-1"-1616,0 0-1,0 0 0,1 1 1,1 0-2260,-7 3 985,9 19-64,-11-9-863,0-1 0,-1 1 0,-1 0 0,1 0 0,-1 0-1,-1 0 1,0 0 0,-1 0 0,-1 9-58,1 7-28,0 12-157,-2 52-1061,-3-32-4691,6-50 4570,1 0-423,-3 1-2763,-3 7 591</inkml:trace>
  <inkml:trace contextRef="#ctx0" brushRef="#br0" timeOffset="33345.452">10823 6098 8866,'0'0'3727,"0"0"-258,-30-10 258,30 10-2314,-56-2-513,19 6-515,-13-8-128,3 2-128,-1 8-515,-6-8-642,19 10-2570,-11-8 129,10 0-386,1-2 257</inkml:trace>
  <inkml:trace contextRef="#ctx0" brushRef="#br0" timeOffset="37670.63">10714 6102 2955,'0'0'1992,"3"3"-279,3 3-852,-1-1 1776,1 0 0,-1 0 0,-1 1 0,1-1 0,2 6-2637,-1 8-39,-6-11 209,-2 0 0,1 0 0,-1-1 0,0 1 0,0-1-1,-1 1 1,0-1 0,0 0 0,-2 2-170,-12 31 548,-40 141 1230,52-161-1578,1-1-1,-2 18-199,0 0 393,5-34-243,1-3 64,1 2-188,0-1-1,1 0 0,-1 1 0,0-1 1,0 0-1,1 0 0,-1 0 1,1 0-1,-1 0 0,1 0 1,0 0-26,7 1 150,16-4 12,-12 2-327,0-1-1,0 0 1,0-1 0,0-1 0,5-1 165,29-22-6575,-43 24 5718,0-1 0,0 1 1,0-1-1,0 0 1,0 0-1,-1 0 0,1 0 1,-1 0-1,0-1 0,2-2 857,6-18-4262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2:58.960"/>
    </inkml:context>
    <inkml:brush xml:id="br0">
      <inkml:brushProperty name="width" value="0.1" units="cm"/>
      <inkml:brushProperty name="height" value="0.1" units="cm"/>
      <inkml:brushProperty name="color" value="#E71224"/>
    </inkml:brush>
  </inkml:definitions>
  <inkml:trace contextRef="#ctx0" brushRef="#br0">407 1194 5654,'0'0'3619,"0"0"86,1 4-257,3 5-1938,-5-9-280,-6-7 1235,7 7-1395,0 0-277,2-4-151,1-3-461,-1 0-1,1 0 1,-1-1-1,-1 1 1,1 0-1,-1-1 1,-1 1-1,1-1 1,-1 1-1,0 0 1,-2-7-181,2-14 349,2-58 438,0 48-585,-1 1 1,-2 0-1,-1 0 0,-3 0 1,-5-26-203,-8-1 297,4 18-264,3 0-1,1-1 1,3 0-1,2 0 1,1 0-1,3-6-32,2 31 19,-1 13-11,0 1-1,0-1 1,-1 0-1,0 0 1,0 1-1,-2-6-7,-4-11 43,-1-3-107,-4 2 43,0 4 21,6-2 21,-2-7 86,2 25-120,3 4 5,1-1-99,-2 6-1,-13 15 87,-27 38 19,42-53 5,0 0 0,-1 0 0,1 0 0,-1-1 0,1 1 0,-1-1 0,0 1-1,-2 0-2,-29 27-52,2 1-1,0 2 53,26-26-2,-30 40-83,18-27 20,-1-3 65,23-25 108,-3 7-101,-1 0-1,0 0 0,1-1 1,-1 1-1,1 0 1,0 0-1,-1 0 0,1 0 1,0 0-1,0 0 0,-1 0 1,1 0-1,0 1 1,0-1-1,0 0 0,0 0 1,0 1-1,0-1 1,0 0-1,1 1-6,7-8 9,0 0-1,-1 0 1,0-1 0,0 0-1,-1 0 1,1-2-9,21-25 141,-7 11-154,-2-1 0,-1-1 0,-1 0 0,-1-1 1,5-14 12,16-29-22,-38 71 20,0 0 0,0 0-1,0-1 1,0 1 0,0 0-1,0 0 1,0 0 0,0 0 0,1 0-1,-1 0 1,0 0 0,0-1 0,0 1-1,0 0 1,0 0 0,0 0-1,0 0 1,0 0 0,1 0 0,-1 0-1,0 0 1,0 0 0,0 0-1,0-1 1,0 1 0,0 0 0,1 0-1,-1 0 1,0 0 0,0 0-1,0 0 1,0 0 0,0 0 0,1 0-1,-1 0 1,0 0 0,0 0 0,0 0-1,0 0 1,0 1 0,1-1-1,-1 0 1,0 0 0,0 0 0,0 0-1,0 0 1,0 0 2,18 9-107,-4 4 102,-1 1-1,-1 1 1,0 0 0,3 7 5,13 16 0,29 28 75,3-3-1,18 12-74,-70-67 86,4 10-64,-1-3-44,-59-9-363,10-5 332,1-1-1,-13-3 54,-18-1-22,-3 0-87,-43 1 111,67 1-2,34 1 0,0 0 0,0 1 0,-13 2 0,11-3-4,10 0-30,0 0-1,1 1 1,-1-1 0,0 1 0,1 0-1,-1 0 1,0 1 0,-3 0 34,8-1-4,0 0-1,0 0 1,0-1 0,0 1 0,0 0 0,0 0 0,0 0 0,0 0 0,0 0-1,0 0 1,0 0 0,0 0 0,0 0 0,0 0 0,0 0 0,0 0 0,0 0 0,0 0-1,0-1 1,0 1 0,-1 0 0,1 0 0,0 0 0,0 0 0,0 0 0,0 0 4,5-3-23,1-1 1,-1 1-1,1 0 1,-1 1 0,1 0-1,0 0 1,0 0-1,5-1 23,9-2-35,4-1-7,-1 1-1,0 1 0,1 1 1,17 0 42,-37 3-1,65-5 1,-28 0 343,-38 4-386,-3 1 129,0 0-1,0 0-192,0 0-128,-3 1-22,-12 1 131,1 0 0,-1 0 0,1-2 0,-1 0 0,0 0 0,-3-2 126,-19 0 92,-96 7-49,128-5-1,11 0-234,28-5 1,-22 3-11,1 0 0,-1 1 1,1 0-1,0 1 0,1 0 202,-13 0-234,0 1-1,1-1 0,-1 0 0,0 0 1,1 0-1,-1 0 0,0 0 0,1 0 1,-1-1-1,0 1 0,1 0 0,-1 0 1,0-1-1,1 1 0,-1-1 0,0 0 1,0 1-1,0-1 0,0 0 0,1 0 235,0 0-1023,3-1-3110,-5 2-22,0 0-171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3:00.608"/>
    </inkml:context>
    <inkml:brush xml:id="br0">
      <inkml:brushProperty name="width" value="0.1" units="cm"/>
      <inkml:brushProperty name="height" value="0.1" units="cm"/>
      <inkml:brushProperty name="color" value="#E71224"/>
    </inkml:brush>
  </inkml:definitions>
  <inkml:trace contextRef="#ctx0" brushRef="#br0">923 73 26706,'10'-52'0,"-7"33"-1307,-3 19 1220,0 0 1,0 0-1,0 0 0,0 0 0,0 0 0,0 0 0,0 0 0,0 0 0,0-1 1,0 1-1,-1 0 0,1 0 0,0 0 0,0 0 0,0 0 0,0 0 0,0 0 0,0 0 1,0 0-1,0 0 0,0 0 0,0-1 0,0 1 0,0 0 0,0 0 0,-1 0 1,1 0-1,0 0 0,0 0 0,0 0 0,0 0 0,0 0 0,0 0 0,0 0 0,0 0 1,0 0-1,-1 0 0,1 0 0,0 0 0,0 0 0,0 0 0,0 0 0,0 0 1,0 0-1,0 0 0,0 0 0,-1 0 0,1 0 0,0 0 0,0 0 0,0 0 0,0 0 1,0 1-1,0-1 0,0 0 0,0 0 0,0 0 0,0 0 0,0 0 0,0 0 1,-1 0-1,1 0 0,0 0 0,0 0 0,0 1 87,-20 26-11714,11-13 11407,-14 14-3955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3T20:54:25.753"/>
    </inkml:context>
    <inkml:brush xml:id="br0">
      <inkml:brushProperty name="width" value="0.1" units="cm"/>
      <inkml:brushProperty name="height" value="0.1" units="cm"/>
      <inkml:brushProperty name="color" value="#E71224"/>
    </inkml:brush>
  </inkml:definitions>
  <inkml:trace contextRef="#ctx0" brushRef="#br0">1924 186 3726,'4'-4'2956,"-3"4"-3102,25-24 7543,-15 17-2803,-11 7-4561,0 1 1,1-1 0,-1 0-1,0 1 1,0-1 0,0 0 0,0 1-1,0-1 1,0 1 0,0-1-1,0 0 1,0 1 0,0-1-1,0 1 1,0-1 0,0 0 0,0 1-1,0-1 1,0 0 0,0 1-1,0-1 1,-1 1 0,1-1-1,0 0 1,0 1 0,0-1 0,-1 0-1,1 0 1,0 1 0,0-1-1,-1 0 1,1 1 0,0-1-34,-35 40 1777,-38 32-832,-3-3 0,-3-3 0,-37 20-945,34-24 421,-455 307 840,390-272-1109,-82 49-67,-117 80-191,304-197-162,-81 61-854,51-25-4534,65-54 4022,7-11 1537,0 0 0,0 0 1,1 0-1,-1 0 0,0 0 0,0 0 1,0 0-1,0 0 0,0 0 0,1 0 1,-1 0-1,0 0 0,0 0 0,0 0 1,0 0-1,0 0 0,1 0 0,-1 0 0,0 1 1,0-1-1,0 0 0,0 0 0,0 0 1,1 0-1,-1 0 0,0 0 0,0 0 1,0 0-1,0 0 0,0 1 0,0-1 1,0 0-1,0 0 0,0 0 0,1 0 1,-1 0-1,0 1 0,0-1 0,0 0 0,0 0 1,0 0-1,0 0 0,0 0 0,0 1 1,0-1-1,0 0 0,0 0 0,0 0 1,0 0-1,0 0 0,0 1 0,0-1 1,0 0-1,-1 0 0,1 0 0,0 0 1,0 0-1,0 0 0,0 1 0,0-1 0,0 0 1,0 0-1,0 0 0,0 0 0,-1 0 1,1 0-1,0 0 97,37-14-4219</inkml:trace>
  <inkml:trace contextRef="#ctx0" brushRef="#br0" timeOffset="437.484">2400 642 4497,'-4'5'769,"-1"1"0,0-1 0,-1 0 0,1 0 0,-1 0 0,0-1 0,0 0 0,0 0 0,-5 2-769,-25 16 2438,-37 21-77,20-13-995,-19 19 283,-213 116 1670,-7 12-2247,-181 107-127,-13-27-477,335-196-1239,140-56 55,0-1 0,-1 0 0,1-1 0,-1 0 0,1 0 0,-1-1 0,-9 0 716,20-2-230,-1 1 0,1-1 1,-1 0-1,1 0 0,-1 0 0,1 0 0,-1 0 0,1 0 0,-1-1 0,1 1 0,0 0 0,-1-1 0,1 1 1,-1-1-1,1 1 0,0-1 0,-1 0 0,1 0 0,0 1 0,0-1 0,-1 0 0,1 0 0,0 0 0,0 0 1,0-1-1,0 1 0,0 0 0,1 0 0,-1 0 0,0-1 0,1 1 0,-1 0 0,0-1 0,1 0 230,-1-27-3983</inkml:trace>
  <inkml:trace contextRef="#ctx0" brushRef="#br0" timeOffset="906.216">1004 26 8609,'-1'-4'3491,"0"-13"107,1 12-343,8 26-642,106 255 1221,35 9-1986,64 78-1848,-43-76 293,-64-108 78,16 9-371,-77-126-430,2-1 0,3-3 0,3-1 0,31 23 430,-58-63-6114,-26-20 1859,-11-8 768,-17-11-754</inkml:trace>
  <inkml:trace contextRef="#ctx0" brushRef="#br0" timeOffset="1374.953">341 391 6039,'0'-1'356,"0"1"-1,0-1 1,0 0-1,0 1 0,0-1 1,0 0-1,0 0 1,0 1-1,0-1 1,0 0-1,0 1 0,0-1 1,0 0-1,1 1 1,-1-1-1,0 0 0,1 1 1,-1-1-1,0 1 1,1-1-1,-1 1 0,1-1-355,8 9 2418,11 30-2298,-18-34 531,107 218 4890,13 1-5541,134 204 1875,-117-197-917,75 111 95,-147-245-1494,5-2 1,36 32 440,-68-82-2591,6 8-5612,-42-48 3898,-4-4-150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AC3D4-F865-4336-A147-972D81B5F6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5F2A85-7FB0-4911-ADFE-EA3F74F659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48980D-A6A7-475A-9667-A6E2A46775D6}"/>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5" name="Footer Placeholder 4">
            <a:extLst>
              <a:ext uri="{FF2B5EF4-FFF2-40B4-BE49-F238E27FC236}">
                <a16:creationId xmlns:a16="http://schemas.microsoft.com/office/drawing/2014/main" id="{1F98304E-7292-4B5F-9EAC-4CB32CE94C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2061E-F6FA-4289-85C1-188A98C2555F}"/>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2463750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76F4-A097-4052-9C97-287BE81EC2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742D91-E570-494F-87B7-FC86C77755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D8CC4E-A84B-48F4-826E-0FA00BD40CE7}"/>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5" name="Footer Placeholder 4">
            <a:extLst>
              <a:ext uri="{FF2B5EF4-FFF2-40B4-BE49-F238E27FC236}">
                <a16:creationId xmlns:a16="http://schemas.microsoft.com/office/drawing/2014/main" id="{8C090CFA-5ADD-44E1-A26B-F6AD49D4A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4B2C8E-C501-484D-B96F-EA55DA70D4B9}"/>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147490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3498-D9F4-43E2-9679-1BFFAB87E0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D97BB2-BFC7-4388-9B40-2D12CDEE4A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5FC518-4F2E-4C7E-B572-F3BC102B43D7}"/>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5" name="Footer Placeholder 4">
            <a:extLst>
              <a:ext uri="{FF2B5EF4-FFF2-40B4-BE49-F238E27FC236}">
                <a16:creationId xmlns:a16="http://schemas.microsoft.com/office/drawing/2014/main" id="{F996D754-1C22-4926-8834-73A89B1201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379A7-BB53-440B-9C12-C9FEC2D59FEC}"/>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3067897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C49C1-FD70-4E4C-9D4F-C5DAC43928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1C5C45-AD32-4195-97F6-615988AA7D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F3D779-3DDE-4BD0-9133-F5BE94DAF6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EF2978-9BD9-43AD-99F2-185A92AE9E47}"/>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6" name="Footer Placeholder 5">
            <a:extLst>
              <a:ext uri="{FF2B5EF4-FFF2-40B4-BE49-F238E27FC236}">
                <a16:creationId xmlns:a16="http://schemas.microsoft.com/office/drawing/2014/main" id="{E67B1856-1126-4CD4-8D24-2E07557853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0C8FE4-2DA0-48AE-B0F9-75A0A9D7CE6E}"/>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3622392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83303-10CA-4355-B949-D571402319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500C14-4E83-41C2-BD9F-B3BA524912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70A97B-0D0D-4E35-A820-7B0B7E0FB1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5EA7AE-A95E-48C6-8EC5-0902B529B9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889367-A20A-4050-A9C2-18994798C6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B35B35-FA4F-4F5B-87F9-06C1DDCC82BE}"/>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8" name="Footer Placeholder 7">
            <a:extLst>
              <a:ext uri="{FF2B5EF4-FFF2-40B4-BE49-F238E27FC236}">
                <a16:creationId xmlns:a16="http://schemas.microsoft.com/office/drawing/2014/main" id="{71F8A645-BE9E-4D8B-B96F-3F879EBEB8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ECE3A7-EE8B-4AB0-BB30-5BE85302D4D7}"/>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1784078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79279-64B6-4B83-A621-047F633204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2860A5-7494-4E46-BDAF-C6DF86F1CD28}"/>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4" name="Footer Placeholder 3">
            <a:extLst>
              <a:ext uri="{FF2B5EF4-FFF2-40B4-BE49-F238E27FC236}">
                <a16:creationId xmlns:a16="http://schemas.microsoft.com/office/drawing/2014/main" id="{3E867F83-67D1-426C-8A7C-E5ACA86EFB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F7872D-75D9-467D-9BD7-E11831AA4AF4}"/>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1067278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2DD309-B1A2-4F1F-BCE7-258D6D99780C}"/>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3" name="Footer Placeholder 2">
            <a:extLst>
              <a:ext uri="{FF2B5EF4-FFF2-40B4-BE49-F238E27FC236}">
                <a16:creationId xmlns:a16="http://schemas.microsoft.com/office/drawing/2014/main" id="{B23EF7BE-3221-4AAB-B34F-C511C05015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B358A3-E805-42B0-834B-A25A35DC1149}"/>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2635386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E35D-243A-4F47-96A2-63550BAF24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9AE2DA-42D7-4F4E-BCB9-8BD9A76573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BD4831-0C31-4354-9CF2-9280957E3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AF8E14-413A-46D9-ADF2-284591ED44D1}"/>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6" name="Footer Placeholder 5">
            <a:extLst>
              <a:ext uri="{FF2B5EF4-FFF2-40B4-BE49-F238E27FC236}">
                <a16:creationId xmlns:a16="http://schemas.microsoft.com/office/drawing/2014/main" id="{08C12F88-9462-40B8-9836-F7E6B82AC6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D09E41-DE34-4F44-A0E9-B05EE2C3072E}"/>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4209142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45FA7-6A88-43F9-92F5-8C98ED266D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5DA278-1EF3-48FE-B4CF-2400ADF8F1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2549A1-04FF-43ED-968B-96CADAE522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2F8B6-B668-44C6-BFB6-FEC5F11C35D6}"/>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6" name="Footer Placeholder 5">
            <a:extLst>
              <a:ext uri="{FF2B5EF4-FFF2-40B4-BE49-F238E27FC236}">
                <a16:creationId xmlns:a16="http://schemas.microsoft.com/office/drawing/2014/main" id="{BB2F3865-8FD9-4301-9017-F5DED38156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95A73B-BAEB-46F3-8D6A-3C548BAF5427}"/>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4230239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72ED0-9BE8-444A-A6C2-0AB533A612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ACE07F-ECF5-44B6-97D6-B04A9E737E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7BE871-DD3D-4B55-B3A3-65FC7F3C5E16}"/>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5" name="Footer Placeholder 4">
            <a:extLst>
              <a:ext uri="{FF2B5EF4-FFF2-40B4-BE49-F238E27FC236}">
                <a16:creationId xmlns:a16="http://schemas.microsoft.com/office/drawing/2014/main" id="{8DA34186-7C0C-4F28-B730-A3BFFD871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F10FCA-248F-45F1-AC2A-E387215B43F4}"/>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963319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6B34CA-F175-4C78-9170-53CC3142A2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DD76FE-BADF-479F-A8BC-EA389F1C06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BAFF90-E80B-488A-921D-A4EB96E6FEEA}"/>
              </a:ext>
            </a:extLst>
          </p:cNvPr>
          <p:cNvSpPr>
            <a:spLocks noGrp="1"/>
          </p:cNvSpPr>
          <p:nvPr>
            <p:ph type="dt" sz="half" idx="10"/>
          </p:nvPr>
        </p:nvSpPr>
        <p:spPr/>
        <p:txBody>
          <a:bodyPr/>
          <a:lstStyle/>
          <a:p>
            <a:fld id="{08EDA267-564C-47B8-A7DF-BBDBA1485E3B}" type="datetimeFigureOut">
              <a:rPr lang="en-US" smtClean="0"/>
              <a:t>12/20/2023</a:t>
            </a:fld>
            <a:endParaRPr lang="en-US"/>
          </a:p>
        </p:txBody>
      </p:sp>
      <p:sp>
        <p:nvSpPr>
          <p:cNvPr id="5" name="Footer Placeholder 4">
            <a:extLst>
              <a:ext uri="{FF2B5EF4-FFF2-40B4-BE49-F238E27FC236}">
                <a16:creationId xmlns:a16="http://schemas.microsoft.com/office/drawing/2014/main" id="{C64AFAF1-BBF7-43BD-9DFE-676F3E6B3B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030193-0229-4C66-BDE3-7887E0D930D6}"/>
              </a:ext>
            </a:extLst>
          </p:cNvPr>
          <p:cNvSpPr>
            <a:spLocks noGrp="1"/>
          </p:cNvSpPr>
          <p:nvPr>
            <p:ph type="sldNum" sz="quarter" idx="12"/>
          </p:nvPr>
        </p:nvSpPr>
        <p:spPr/>
        <p:txBody>
          <a:bodyPr/>
          <a:lstStyle/>
          <a:p>
            <a:fld id="{D6591C78-03DE-41DD-9C56-F3DC89BDE5D7}" type="slidenum">
              <a:rPr lang="en-US" smtClean="0"/>
              <a:t>‹#›</a:t>
            </a:fld>
            <a:endParaRPr lang="en-US"/>
          </a:p>
        </p:txBody>
      </p:sp>
    </p:spTree>
    <p:extLst>
      <p:ext uri="{BB962C8B-B14F-4D97-AF65-F5344CB8AC3E}">
        <p14:creationId xmlns:p14="http://schemas.microsoft.com/office/powerpoint/2010/main" val="942342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9249AD-3B4E-4EFC-820B-13BAC8FB6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718400-877C-4784-9CBB-E3D6B28873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37045-21A4-462A-B628-4B85F6941C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EDA267-564C-47B8-A7DF-BBDBA1485E3B}" type="datetimeFigureOut">
              <a:rPr lang="en-US" smtClean="0"/>
              <a:t>12/20/2023</a:t>
            </a:fld>
            <a:endParaRPr lang="en-US"/>
          </a:p>
        </p:txBody>
      </p:sp>
      <p:sp>
        <p:nvSpPr>
          <p:cNvPr id="5" name="Footer Placeholder 4">
            <a:extLst>
              <a:ext uri="{FF2B5EF4-FFF2-40B4-BE49-F238E27FC236}">
                <a16:creationId xmlns:a16="http://schemas.microsoft.com/office/drawing/2014/main" id="{763184E6-AA70-4AE9-BCA6-C2F79C2DE3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EF98CB-57A3-4A28-BEC7-46ECC2E381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591C78-03DE-41DD-9C56-F3DC89BDE5D7}" type="slidenum">
              <a:rPr lang="en-US" smtClean="0"/>
              <a:t>‹#›</a:t>
            </a:fld>
            <a:endParaRPr lang="en-US"/>
          </a:p>
        </p:txBody>
      </p:sp>
    </p:spTree>
    <p:extLst>
      <p:ext uri="{BB962C8B-B14F-4D97-AF65-F5344CB8AC3E}">
        <p14:creationId xmlns:p14="http://schemas.microsoft.com/office/powerpoint/2010/main" val="11519297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customXml" Target="../ink/ink4.xml"/><Relationship Id="rId1" Type="http://schemas.openxmlformats.org/officeDocument/2006/relationships/slideLayout" Target="../slideLayouts/slideLayout1.xml"/><Relationship Id="rId6" Type="http://schemas.openxmlformats.org/officeDocument/2006/relationships/customXml" Target="../ink/ink6.xml"/><Relationship Id="rId5" Type="http://schemas.openxmlformats.org/officeDocument/2006/relationships/image" Target="../media/image5.png"/><Relationship Id="rId4" Type="http://schemas.openxmlformats.org/officeDocument/2006/relationships/customXml" Target="../ink/ink5.xml"/><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customXml" Target="../ink/ink13.xml"/><Relationship Id="rId3" Type="http://schemas.openxmlformats.org/officeDocument/2006/relationships/customXml" Target="../ink/ink8.xml"/><Relationship Id="rId7" Type="http://schemas.openxmlformats.org/officeDocument/2006/relationships/customXml" Target="../ink/ink10.xml"/><Relationship Id="rId12"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customXml" Target="../ink/ink12.xml"/><Relationship Id="rId5" Type="http://schemas.openxmlformats.org/officeDocument/2006/relationships/customXml" Target="../ink/ink9.xm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customXml" Target="../ink/ink11.xml"/><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7.png"/><Relationship Id="rId12" Type="http://schemas.openxmlformats.org/officeDocument/2006/relationships/customXml" Target="../ink/ink19.xml"/><Relationship Id="rId2" Type="http://schemas.openxmlformats.org/officeDocument/2006/relationships/customXml" Target="../ink/ink14.xml"/><Relationship Id="rId1" Type="http://schemas.openxmlformats.org/officeDocument/2006/relationships/slideLayout" Target="../slideLayouts/slideLayout1.xml"/><Relationship Id="rId6" Type="http://schemas.openxmlformats.org/officeDocument/2006/relationships/customXml" Target="../ink/ink16.xml"/><Relationship Id="rId11" Type="http://schemas.openxmlformats.org/officeDocument/2006/relationships/image" Target="../media/image19.png"/><Relationship Id="rId5" Type="http://schemas.openxmlformats.org/officeDocument/2006/relationships/image" Target="../media/image16.png"/><Relationship Id="rId10" Type="http://schemas.openxmlformats.org/officeDocument/2006/relationships/customXml" Target="../ink/ink18.xml"/><Relationship Id="rId4" Type="http://schemas.openxmlformats.org/officeDocument/2006/relationships/customXml" Target="../ink/ink15.xml"/><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customXml" Target="../ink/ink21.xml"/></Relationships>
</file>

<file path=ppt/slides/_rels/slide7.xml.rels><?xml version="1.0" encoding="UTF-8" standalone="yes"?>
<Relationships xmlns="http://schemas.openxmlformats.org/package/2006/relationships"><Relationship Id="rId8" Type="http://schemas.openxmlformats.org/officeDocument/2006/relationships/customXml" Target="../ink/ink25.xml"/><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customXml" Target="../ink/ink22.xml"/><Relationship Id="rId1" Type="http://schemas.openxmlformats.org/officeDocument/2006/relationships/slideLayout" Target="../slideLayouts/slideLayout1.xml"/><Relationship Id="rId6" Type="http://schemas.openxmlformats.org/officeDocument/2006/relationships/customXml" Target="../ink/ink24.xml"/><Relationship Id="rId5" Type="http://schemas.openxmlformats.org/officeDocument/2006/relationships/image" Target="../media/image24.png"/><Relationship Id="rId4" Type="http://schemas.openxmlformats.org/officeDocument/2006/relationships/customXml" Target="../ink/ink23.xml"/><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customXml" Target="../ink/ink26.xml"/><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customXml" Target="../ink/ink32.xml"/><Relationship Id="rId3" Type="http://schemas.openxmlformats.org/officeDocument/2006/relationships/customXml" Target="../ink/ink27.xml"/><Relationship Id="rId7" Type="http://schemas.openxmlformats.org/officeDocument/2006/relationships/customXml" Target="../ink/ink29.xml"/><Relationship Id="rId12" Type="http://schemas.openxmlformats.org/officeDocument/2006/relationships/image" Target="../media/image34.png"/><Relationship Id="rId2" Type="http://schemas.openxmlformats.org/officeDocument/2006/relationships/image" Target="../media/image29.png"/><Relationship Id="rId16"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customXml" Target="../ink/ink31.xml"/><Relationship Id="rId5" Type="http://schemas.openxmlformats.org/officeDocument/2006/relationships/customXml" Target="../ink/ink28.xml"/><Relationship Id="rId15" Type="http://schemas.openxmlformats.org/officeDocument/2006/relationships/customXml" Target="../ink/ink33.xml"/><Relationship Id="rId10" Type="http://schemas.openxmlformats.org/officeDocument/2006/relationships/image" Target="../media/image33.png"/><Relationship Id="rId4" Type="http://schemas.openxmlformats.org/officeDocument/2006/relationships/image" Target="../media/image30.png"/><Relationship Id="rId9" Type="http://schemas.openxmlformats.org/officeDocument/2006/relationships/customXml" Target="../ink/ink30.xml"/><Relationship Id="rId14"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customXml" Target="../ink/ink36.xml"/><Relationship Id="rId13" Type="http://schemas.openxmlformats.org/officeDocument/2006/relationships/image" Target="../media/image910.png"/><Relationship Id="rId18" Type="http://schemas.openxmlformats.org/officeDocument/2006/relationships/customXml" Target="../ink/ink39.xml"/><Relationship Id="rId3" Type="http://schemas.openxmlformats.org/officeDocument/2006/relationships/image" Target="../media/image410.png"/><Relationship Id="rId21" Type="http://schemas.openxmlformats.org/officeDocument/2006/relationships/image" Target="../media/image40.png"/><Relationship Id="rId7" Type="http://schemas.openxmlformats.org/officeDocument/2006/relationships/image" Target="../media/image610.png"/><Relationship Id="rId17" Type="http://schemas.openxmlformats.org/officeDocument/2006/relationships/image" Target="../media/image38.png"/><Relationship Id="rId2" Type="http://schemas.openxmlformats.org/officeDocument/2006/relationships/customXml" Target="../ink/ink34.xml"/><Relationship Id="rId16" Type="http://schemas.openxmlformats.org/officeDocument/2006/relationships/customXml" Target="../ink/ink38.xml"/><Relationship Id="rId20" Type="http://schemas.openxmlformats.org/officeDocument/2006/relationships/customXml" Target="../ink/ink40.xml"/><Relationship Id="rId1" Type="http://schemas.openxmlformats.org/officeDocument/2006/relationships/slideLayout" Target="../slideLayouts/slideLayout1.xml"/><Relationship Id="rId15" Type="http://schemas.openxmlformats.org/officeDocument/2006/relationships/image" Target="../media/image37.png"/><Relationship Id="rId19" Type="http://schemas.openxmlformats.org/officeDocument/2006/relationships/image" Target="../media/image39.png"/><Relationship Id="rId4" Type="http://schemas.openxmlformats.org/officeDocument/2006/relationships/customXml" Target="../ink/ink35.xml"/><Relationship Id="rId14" Type="http://schemas.openxmlformats.org/officeDocument/2006/relationships/customXml" Target="../ink/ink37.xml"/></Relationships>
</file>

<file path=ppt/slides/_rels/slide11.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customXml" Target="../ink/ink4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customXml" Target="../ink/ink48.xml"/><Relationship Id="rId18" Type="http://schemas.openxmlformats.org/officeDocument/2006/relationships/image" Target="../media/image51.png"/><Relationship Id="rId3" Type="http://schemas.openxmlformats.org/officeDocument/2006/relationships/customXml" Target="../ink/ink43.xml"/><Relationship Id="rId21" Type="http://schemas.openxmlformats.org/officeDocument/2006/relationships/customXml" Target="../ink/ink52.xml"/><Relationship Id="rId7" Type="http://schemas.openxmlformats.org/officeDocument/2006/relationships/customXml" Target="../ink/ink45.xml"/><Relationship Id="rId12" Type="http://schemas.openxmlformats.org/officeDocument/2006/relationships/image" Target="../media/image48.png"/><Relationship Id="rId17" Type="http://schemas.openxmlformats.org/officeDocument/2006/relationships/customXml" Target="../ink/ink50.xml"/><Relationship Id="rId2" Type="http://schemas.openxmlformats.org/officeDocument/2006/relationships/image" Target="../media/image43.png"/><Relationship Id="rId16" Type="http://schemas.openxmlformats.org/officeDocument/2006/relationships/image" Target="../media/image50.png"/><Relationship Id="rId20"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customXml" Target="../ink/ink47.xml"/><Relationship Id="rId24" Type="http://schemas.openxmlformats.org/officeDocument/2006/relationships/image" Target="../media/image54.png"/><Relationship Id="rId5" Type="http://schemas.openxmlformats.org/officeDocument/2006/relationships/customXml" Target="../ink/ink44.xml"/><Relationship Id="rId15" Type="http://schemas.openxmlformats.org/officeDocument/2006/relationships/customXml" Target="../ink/ink49.xml"/><Relationship Id="rId23" Type="http://schemas.openxmlformats.org/officeDocument/2006/relationships/customXml" Target="../ink/ink53.xml"/><Relationship Id="rId10" Type="http://schemas.openxmlformats.org/officeDocument/2006/relationships/image" Target="../media/image47.png"/><Relationship Id="rId19" Type="http://schemas.openxmlformats.org/officeDocument/2006/relationships/customXml" Target="../ink/ink51.xml"/><Relationship Id="rId4" Type="http://schemas.openxmlformats.org/officeDocument/2006/relationships/image" Target="../media/image44.png"/><Relationship Id="rId9" Type="http://schemas.openxmlformats.org/officeDocument/2006/relationships/customXml" Target="../ink/ink46.xml"/><Relationship Id="rId14" Type="http://schemas.openxmlformats.org/officeDocument/2006/relationships/image" Target="../media/image49.png"/><Relationship Id="rId22" Type="http://schemas.openxmlformats.org/officeDocument/2006/relationships/image" Target="../media/image53.png"/></Relationships>
</file>

<file path=ppt/slides/_rels/slide14.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customXml" Target="../ink/ink59.xml"/><Relationship Id="rId3" Type="http://schemas.openxmlformats.org/officeDocument/2006/relationships/customXml" Target="../ink/ink54.xml"/><Relationship Id="rId7" Type="http://schemas.openxmlformats.org/officeDocument/2006/relationships/customXml" Target="../ink/ink56.xml"/><Relationship Id="rId12"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57.png"/><Relationship Id="rId11" Type="http://schemas.openxmlformats.org/officeDocument/2006/relationships/customXml" Target="../ink/ink58.xml"/><Relationship Id="rId5" Type="http://schemas.openxmlformats.org/officeDocument/2006/relationships/customXml" Target="../ink/ink55.xml"/><Relationship Id="rId10" Type="http://schemas.openxmlformats.org/officeDocument/2006/relationships/image" Target="../media/image59.png"/><Relationship Id="rId4" Type="http://schemas.openxmlformats.org/officeDocument/2006/relationships/image" Target="../media/image56.png"/><Relationship Id="rId9" Type="http://schemas.openxmlformats.org/officeDocument/2006/relationships/customXml" Target="../ink/ink57.xml"/><Relationship Id="rId14" Type="http://schemas.openxmlformats.org/officeDocument/2006/relationships/image" Target="../media/image61.png"/></Relationships>
</file>

<file path=ppt/slides/_rels/slide1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customXml" Target="../ink/ink60.xml"/><Relationship Id="rId7" Type="http://schemas.openxmlformats.org/officeDocument/2006/relationships/customXml" Target="../ink/ink62.xml"/><Relationship Id="rId12"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customXml" Target="../ink/ink64.xml"/><Relationship Id="rId5" Type="http://schemas.openxmlformats.org/officeDocument/2006/relationships/customXml" Target="../ink/ink61.xml"/><Relationship Id="rId10" Type="http://schemas.openxmlformats.org/officeDocument/2006/relationships/image" Target="../media/image66.png"/><Relationship Id="rId4" Type="http://schemas.openxmlformats.org/officeDocument/2006/relationships/image" Target="../media/image63.png"/><Relationship Id="rId9" Type="http://schemas.openxmlformats.org/officeDocument/2006/relationships/customXml" Target="../ink/ink63.xml"/></Relationships>
</file>

<file path=ppt/slides/_rels/slide16.xml.rels><?xml version="1.0" encoding="UTF-8" standalone="yes"?>
<Relationships xmlns="http://schemas.openxmlformats.org/package/2006/relationships"><Relationship Id="rId8" Type="http://schemas.openxmlformats.org/officeDocument/2006/relationships/customXml" Target="../ink/ink68.xml"/><Relationship Id="rId3" Type="http://schemas.openxmlformats.org/officeDocument/2006/relationships/image" Target="../media/image68.png"/><Relationship Id="rId7" Type="http://schemas.openxmlformats.org/officeDocument/2006/relationships/image" Target="../media/image70.png"/><Relationship Id="rId2" Type="http://schemas.openxmlformats.org/officeDocument/2006/relationships/customXml" Target="../ink/ink65.xml"/><Relationship Id="rId1" Type="http://schemas.openxmlformats.org/officeDocument/2006/relationships/slideLayout" Target="../slideLayouts/slideLayout2.xml"/><Relationship Id="rId6" Type="http://schemas.openxmlformats.org/officeDocument/2006/relationships/customXml" Target="../ink/ink67.xml"/><Relationship Id="rId11" Type="http://schemas.openxmlformats.org/officeDocument/2006/relationships/image" Target="../media/image72.png"/><Relationship Id="rId5" Type="http://schemas.openxmlformats.org/officeDocument/2006/relationships/image" Target="../media/image69.png"/><Relationship Id="rId10" Type="http://schemas.openxmlformats.org/officeDocument/2006/relationships/customXml" Target="../ink/ink69.xml"/><Relationship Id="rId4" Type="http://schemas.openxmlformats.org/officeDocument/2006/relationships/customXml" Target="../ink/ink66.xml"/><Relationship Id="rId9" Type="http://schemas.openxmlformats.org/officeDocument/2006/relationships/image" Target="../media/image7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customXml" Target="../ink/ink73.xml"/><Relationship Id="rId13"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5.png"/><Relationship Id="rId12" Type="http://schemas.openxmlformats.org/officeDocument/2006/relationships/customXml" Target="../ink/ink75.xml"/><Relationship Id="rId2" Type="http://schemas.openxmlformats.org/officeDocument/2006/relationships/customXml" Target="../ink/ink70.xml"/><Relationship Id="rId1" Type="http://schemas.openxmlformats.org/officeDocument/2006/relationships/slideLayout" Target="../slideLayouts/slideLayout1.xml"/><Relationship Id="rId6" Type="http://schemas.openxmlformats.org/officeDocument/2006/relationships/customXml" Target="../ink/ink72.xml"/><Relationship Id="rId11" Type="http://schemas.openxmlformats.org/officeDocument/2006/relationships/image" Target="../media/image77.png"/><Relationship Id="rId5" Type="http://schemas.openxmlformats.org/officeDocument/2006/relationships/image" Target="../media/image74.png"/><Relationship Id="rId10" Type="http://schemas.openxmlformats.org/officeDocument/2006/relationships/customXml" Target="../ink/ink74.xml"/><Relationship Id="rId4" Type="http://schemas.openxmlformats.org/officeDocument/2006/relationships/customXml" Target="../ink/ink71.xml"/><Relationship Id="rId9" Type="http://schemas.openxmlformats.org/officeDocument/2006/relationships/image" Target="../media/image76.png"/></Relationships>
</file>

<file path=ppt/slides/_rels/slide19.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customXml" Target="../ink/ink81.xml"/><Relationship Id="rId18" Type="http://schemas.openxmlformats.org/officeDocument/2006/relationships/image" Target="../media/image87.png"/><Relationship Id="rId26" Type="http://schemas.openxmlformats.org/officeDocument/2006/relationships/image" Target="../media/image91.png"/><Relationship Id="rId3" Type="http://schemas.openxmlformats.org/officeDocument/2006/relationships/customXml" Target="../ink/ink76.xml"/><Relationship Id="rId21" Type="http://schemas.openxmlformats.org/officeDocument/2006/relationships/customXml" Target="../ink/ink85.xml"/><Relationship Id="rId7" Type="http://schemas.openxmlformats.org/officeDocument/2006/relationships/customXml" Target="../ink/ink78.xml"/><Relationship Id="rId12" Type="http://schemas.openxmlformats.org/officeDocument/2006/relationships/image" Target="../media/image84.png"/><Relationship Id="rId17" Type="http://schemas.openxmlformats.org/officeDocument/2006/relationships/customXml" Target="../ink/ink83.xml"/><Relationship Id="rId25" Type="http://schemas.openxmlformats.org/officeDocument/2006/relationships/customXml" Target="../ink/ink87.xml"/><Relationship Id="rId2" Type="http://schemas.openxmlformats.org/officeDocument/2006/relationships/image" Target="../media/image79.png"/><Relationship Id="rId16" Type="http://schemas.openxmlformats.org/officeDocument/2006/relationships/image" Target="../media/image86.png"/><Relationship Id="rId20" Type="http://schemas.openxmlformats.org/officeDocument/2006/relationships/image" Target="../media/image88.png"/><Relationship Id="rId1" Type="http://schemas.openxmlformats.org/officeDocument/2006/relationships/slideLayout" Target="../slideLayouts/slideLayout1.xml"/><Relationship Id="rId6" Type="http://schemas.openxmlformats.org/officeDocument/2006/relationships/image" Target="../media/image81.png"/><Relationship Id="rId11" Type="http://schemas.openxmlformats.org/officeDocument/2006/relationships/customXml" Target="../ink/ink80.xml"/><Relationship Id="rId24" Type="http://schemas.openxmlformats.org/officeDocument/2006/relationships/image" Target="../media/image90.png"/><Relationship Id="rId5" Type="http://schemas.openxmlformats.org/officeDocument/2006/relationships/customXml" Target="../ink/ink77.xml"/><Relationship Id="rId15" Type="http://schemas.openxmlformats.org/officeDocument/2006/relationships/customXml" Target="../ink/ink82.xml"/><Relationship Id="rId23" Type="http://schemas.openxmlformats.org/officeDocument/2006/relationships/customXml" Target="../ink/ink86.xml"/><Relationship Id="rId28" Type="http://schemas.openxmlformats.org/officeDocument/2006/relationships/image" Target="../media/image92.png"/><Relationship Id="rId10" Type="http://schemas.openxmlformats.org/officeDocument/2006/relationships/image" Target="../media/image83.png"/><Relationship Id="rId19" Type="http://schemas.openxmlformats.org/officeDocument/2006/relationships/customXml" Target="../ink/ink84.xml"/><Relationship Id="rId4" Type="http://schemas.openxmlformats.org/officeDocument/2006/relationships/image" Target="../media/image80.png"/><Relationship Id="rId9" Type="http://schemas.openxmlformats.org/officeDocument/2006/relationships/customXml" Target="../ink/ink79.xml"/><Relationship Id="rId14" Type="http://schemas.openxmlformats.org/officeDocument/2006/relationships/image" Target="../media/image85.png"/><Relationship Id="rId22" Type="http://schemas.openxmlformats.org/officeDocument/2006/relationships/image" Target="../media/image89.png"/><Relationship Id="rId27" Type="http://schemas.openxmlformats.org/officeDocument/2006/relationships/customXml" Target="../ink/ink88.xml"/></Relationships>
</file>

<file path=ppt/slides/_rels/slide2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customXml" Target="../ink/ink89.xml"/><Relationship Id="rId1" Type="http://schemas.openxmlformats.org/officeDocument/2006/relationships/slideLayout" Target="../slideLayouts/slideLayout1.xml"/><Relationship Id="rId5" Type="http://schemas.openxmlformats.org/officeDocument/2006/relationships/image" Target="../media/image94.png"/><Relationship Id="rId4" Type="http://schemas.openxmlformats.org/officeDocument/2006/relationships/customXml" Target="../ink/ink90.xml"/></Relationships>
</file>

<file path=ppt/slides/_rels/slide21.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customXml" Target="../ink/ink96.xml"/><Relationship Id="rId18" Type="http://schemas.openxmlformats.org/officeDocument/2006/relationships/image" Target="../media/image103.png"/><Relationship Id="rId3" Type="http://schemas.openxmlformats.org/officeDocument/2006/relationships/customXml" Target="../ink/ink91.xml"/><Relationship Id="rId7" Type="http://schemas.openxmlformats.org/officeDocument/2006/relationships/customXml" Target="../ink/ink93.xml"/><Relationship Id="rId12" Type="http://schemas.openxmlformats.org/officeDocument/2006/relationships/image" Target="../media/image100.png"/><Relationship Id="rId17" Type="http://schemas.openxmlformats.org/officeDocument/2006/relationships/customXml" Target="../ink/ink98.xml"/><Relationship Id="rId2" Type="http://schemas.openxmlformats.org/officeDocument/2006/relationships/image" Target="../media/image95.png"/><Relationship Id="rId16" Type="http://schemas.openxmlformats.org/officeDocument/2006/relationships/image" Target="../media/image102.png"/><Relationship Id="rId20" Type="http://schemas.openxmlformats.org/officeDocument/2006/relationships/image" Target="../media/image104.png"/><Relationship Id="rId1" Type="http://schemas.openxmlformats.org/officeDocument/2006/relationships/slideLayout" Target="../slideLayouts/slideLayout1.xml"/><Relationship Id="rId6" Type="http://schemas.openxmlformats.org/officeDocument/2006/relationships/image" Target="../media/image97.png"/><Relationship Id="rId11" Type="http://schemas.openxmlformats.org/officeDocument/2006/relationships/customXml" Target="../ink/ink95.xml"/><Relationship Id="rId5" Type="http://schemas.openxmlformats.org/officeDocument/2006/relationships/customXml" Target="../ink/ink92.xml"/><Relationship Id="rId15" Type="http://schemas.openxmlformats.org/officeDocument/2006/relationships/customXml" Target="../ink/ink97.xml"/><Relationship Id="rId10" Type="http://schemas.openxmlformats.org/officeDocument/2006/relationships/image" Target="../media/image99.png"/><Relationship Id="rId19" Type="http://schemas.openxmlformats.org/officeDocument/2006/relationships/customXml" Target="../ink/ink99.xml"/><Relationship Id="rId4" Type="http://schemas.openxmlformats.org/officeDocument/2006/relationships/image" Target="../media/image96.png"/><Relationship Id="rId9" Type="http://schemas.openxmlformats.org/officeDocument/2006/relationships/customXml" Target="../ink/ink94.xml"/><Relationship Id="rId1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BAAA1-3C97-4E30-8340-C4F87C09FAEF}"/>
              </a:ext>
            </a:extLst>
          </p:cNvPr>
          <p:cNvSpPr>
            <a:spLocks noGrp="1"/>
          </p:cNvSpPr>
          <p:nvPr>
            <p:ph type="ctrTitle"/>
          </p:nvPr>
        </p:nvSpPr>
        <p:spPr>
          <a:xfrm>
            <a:off x="4873954" y="-1579095"/>
            <a:ext cx="5956353" cy="3404488"/>
          </a:xfrm>
        </p:spPr>
        <p:txBody>
          <a:bodyPr>
            <a:normAutofit/>
          </a:bodyPr>
          <a:lstStyle/>
          <a:p>
            <a:pPr algn="l"/>
            <a:r>
              <a:rPr lang="en-US" sz="6600" dirty="0"/>
              <a:t>The proof </a:t>
            </a:r>
          </a:p>
        </p:txBody>
      </p:sp>
      <p:sp>
        <p:nvSpPr>
          <p:cNvPr id="3" name="Subtitle 2">
            <a:extLst>
              <a:ext uri="{FF2B5EF4-FFF2-40B4-BE49-F238E27FC236}">
                <a16:creationId xmlns:a16="http://schemas.microsoft.com/office/drawing/2014/main" id="{56C189C6-8829-43D5-BFB9-8C1DDCCD9E7F}"/>
              </a:ext>
            </a:extLst>
          </p:cNvPr>
          <p:cNvSpPr>
            <a:spLocks noGrp="1"/>
          </p:cNvSpPr>
          <p:nvPr>
            <p:ph type="subTitle" idx="1"/>
          </p:nvPr>
        </p:nvSpPr>
        <p:spPr>
          <a:xfrm>
            <a:off x="5141495" y="1334125"/>
            <a:ext cx="5956353" cy="4780019"/>
          </a:xfrm>
        </p:spPr>
        <p:txBody>
          <a:bodyPr>
            <a:normAutofit/>
          </a:bodyPr>
          <a:lstStyle/>
          <a:p>
            <a:pPr algn="l"/>
            <a:endParaRPr lang="en-US" sz="600" b="1" dirty="0">
              <a:solidFill>
                <a:srgbClr val="FFFFFF"/>
              </a:solidFill>
            </a:endParaRPr>
          </a:p>
          <a:p>
            <a:pPr algn="l"/>
            <a:r>
              <a:rPr lang="en-US" sz="3200" b="1" dirty="0"/>
              <a:t>In</a:t>
            </a:r>
            <a:r>
              <a:rPr lang="en-US" sz="3200" b="1" dirty="0">
                <a:solidFill>
                  <a:srgbClr val="FFFFFF"/>
                </a:solidFill>
              </a:rPr>
              <a:t> </a:t>
            </a:r>
            <a:r>
              <a:rPr lang="en-US" sz="3200" b="1" dirty="0"/>
              <a:t>Biology102</a:t>
            </a:r>
          </a:p>
          <a:p>
            <a:pPr algn="l"/>
            <a:endParaRPr lang="en-US" sz="600" b="1" dirty="0">
              <a:solidFill>
                <a:srgbClr val="FFFFFF"/>
              </a:solidFill>
            </a:endParaRPr>
          </a:p>
          <a:p>
            <a:pPr algn="l"/>
            <a:endParaRPr lang="en-US" sz="600" b="1" dirty="0">
              <a:solidFill>
                <a:srgbClr val="FFFFFF"/>
              </a:solidFill>
            </a:endParaRPr>
          </a:p>
          <a:p>
            <a:pPr algn="l"/>
            <a:r>
              <a:rPr lang="en-US" sz="3200" b="1" dirty="0"/>
              <a:t>Microevolution(chapter</a:t>
            </a:r>
            <a:r>
              <a:rPr lang="ar-AE" sz="3200" b="1" dirty="0"/>
              <a:t>(23</a:t>
            </a:r>
          </a:p>
          <a:p>
            <a:pPr algn="l"/>
            <a:endParaRPr lang="ar-AE" sz="3200" b="1" dirty="0">
              <a:solidFill>
                <a:srgbClr val="FFFFFF"/>
              </a:solidFill>
            </a:endParaRPr>
          </a:p>
          <a:p>
            <a:pPr algn="l"/>
            <a:endParaRPr lang="en-US" sz="600" dirty="0">
              <a:solidFill>
                <a:srgbClr val="FFFFFF"/>
              </a:solidFill>
            </a:endParaRPr>
          </a:p>
          <a:p>
            <a:pPr algn="l"/>
            <a:endParaRPr lang="en-US" sz="600" dirty="0">
              <a:solidFill>
                <a:srgbClr val="FFFFFF"/>
              </a:solidFill>
            </a:endParaRPr>
          </a:p>
          <a:p>
            <a:pPr algn="l"/>
            <a:r>
              <a:rPr lang="en-US" sz="600" b="1" dirty="0">
                <a:solidFill>
                  <a:srgbClr val="FFFFFF"/>
                </a:solidFill>
              </a:rPr>
              <a:t>-</a:t>
            </a:r>
            <a:r>
              <a:rPr lang="en-US" sz="3200" b="1" dirty="0" err="1"/>
              <a:t>Hala</a:t>
            </a:r>
            <a:r>
              <a:rPr lang="en-US" sz="3200" b="1" dirty="0"/>
              <a:t> Jehad </a:t>
            </a:r>
            <a:r>
              <a:rPr lang="en-US" sz="3200" b="1" dirty="0" err="1"/>
              <a:t>Dabour</a:t>
            </a:r>
            <a:endParaRPr lang="en-US" sz="3200" b="1" dirty="0"/>
          </a:p>
          <a:p>
            <a:pPr algn="l"/>
            <a:endParaRPr lang="en-US" sz="600" b="1" dirty="0">
              <a:solidFill>
                <a:srgbClr val="FFFFFF"/>
              </a:solidFill>
            </a:endParaRPr>
          </a:p>
          <a:p>
            <a:pPr algn="l"/>
            <a:endParaRPr lang="en-US" sz="600" b="1" i="1" dirty="0">
              <a:solidFill>
                <a:srgbClr val="FFFFFF"/>
              </a:solidFill>
            </a:endParaRPr>
          </a:p>
          <a:p>
            <a:pPr algn="l"/>
            <a:endParaRPr lang="en-US" sz="600" b="1" i="1" dirty="0">
              <a:solidFill>
                <a:srgbClr val="FFFFFF"/>
              </a:solidFill>
            </a:endParaRPr>
          </a:p>
          <a:p>
            <a:pPr algn="l"/>
            <a:endParaRPr lang="en-US" sz="600" b="1" dirty="0">
              <a:solidFill>
                <a:srgbClr val="FFFFFF"/>
              </a:solidFill>
            </a:endParaRPr>
          </a:p>
        </p:txBody>
      </p:sp>
      <p:pic>
        <p:nvPicPr>
          <p:cNvPr id="5" name="Picture 4">
            <a:extLst>
              <a:ext uri="{FF2B5EF4-FFF2-40B4-BE49-F238E27FC236}">
                <a16:creationId xmlns:a16="http://schemas.microsoft.com/office/drawing/2014/main" id="{CB6ACEA5-B722-4C0D-9E3D-75850402FE2F}"/>
              </a:ext>
            </a:extLst>
          </p:cNvPr>
          <p:cNvPicPr>
            <a:picLocks noChangeAspect="1"/>
          </p:cNvPicPr>
          <p:nvPr/>
        </p:nvPicPr>
        <p:blipFill rotWithShape="1">
          <a:blip r:embed="rId2">
            <a:extLst>
              <a:ext uri="{28A0092B-C50C-407E-A947-70E740481C1C}">
                <a14:useLocalDpi xmlns:a14="http://schemas.microsoft.com/office/drawing/2010/main" val="0"/>
              </a:ext>
            </a:extLst>
          </a:blip>
          <a:srcRect l="7343" r="5633" b="2"/>
          <a:stretch/>
        </p:blipFill>
        <p:spPr>
          <a:xfrm>
            <a:off x="475488" y="476777"/>
            <a:ext cx="3864383" cy="5920653"/>
          </a:xfrm>
          <a:prstGeom prst="rect">
            <a:avLst/>
          </a:prstGeom>
        </p:spPr>
      </p:pic>
    </p:spTree>
    <p:extLst>
      <p:ext uri="{BB962C8B-B14F-4D97-AF65-F5344CB8AC3E}">
        <p14:creationId xmlns:p14="http://schemas.microsoft.com/office/powerpoint/2010/main" val="2438942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FB427E-04CE-4960-91DA-F27B23CC4C3C}"/>
              </a:ext>
            </a:extLst>
          </p:cNvPr>
          <p:cNvSpPr/>
          <p:nvPr/>
        </p:nvSpPr>
        <p:spPr>
          <a:xfrm>
            <a:off x="217714" y="396895"/>
            <a:ext cx="6096000" cy="3539430"/>
          </a:xfrm>
          <a:prstGeom prst="rect">
            <a:avLst/>
          </a:prstGeom>
        </p:spPr>
        <p:txBody>
          <a:bodyPr>
            <a:spAutoFit/>
          </a:bodyPr>
          <a:lstStyle/>
          <a:p>
            <a:r>
              <a:rPr lang="en-US" sz="2400" b="1" i="0" u="none" strike="noStrike" baseline="0" dirty="0">
                <a:solidFill>
                  <a:srgbClr val="000000"/>
                </a:solidFill>
                <a:latin typeface="Arial" panose="020B0604020202020204" pitchFamily="34" charset="0"/>
              </a:rPr>
              <a:t>The Smallest Unit of Evolution</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A common misconception is that individual organisms evolve </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Natural selection acts on individuals, but only populations evolve</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Consider, for example, a population of medium ground finches on Daphne Major Island</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During a drought, large-beaked birds were more likely to crack large seeds and survive</a:t>
            </a:r>
          </a:p>
          <a:p>
            <a:endParaRPr lang="en-US" sz="2000" b="1" dirty="0">
              <a:solidFill>
                <a:srgbClr val="000000"/>
              </a:solidFill>
              <a:latin typeface="Arial" panose="020B0604020202020204" pitchFamily="34" charset="0"/>
            </a:endParaRPr>
          </a:p>
          <a:p>
            <a:endParaRPr lang="en-US" sz="2000" b="1" dirty="0"/>
          </a:p>
        </p:txBody>
      </p:sp>
      <p:sp>
        <p:nvSpPr>
          <p:cNvPr id="6" name="Rectangle 5">
            <a:extLst>
              <a:ext uri="{FF2B5EF4-FFF2-40B4-BE49-F238E27FC236}">
                <a16:creationId xmlns:a16="http://schemas.microsoft.com/office/drawing/2014/main" id="{3DD27C51-E1D6-4183-85A2-D398826FDD44}"/>
              </a:ext>
            </a:extLst>
          </p:cNvPr>
          <p:cNvSpPr/>
          <p:nvPr/>
        </p:nvSpPr>
        <p:spPr>
          <a:xfrm>
            <a:off x="217714" y="3413105"/>
            <a:ext cx="6096000" cy="800219"/>
          </a:xfrm>
          <a:prstGeom prst="rect">
            <a:avLst/>
          </a:prstGeom>
        </p:spPr>
        <p:txBody>
          <a:bodyPr>
            <a:spAutoFit/>
          </a:bodyPr>
          <a:lstStyle/>
          <a:p>
            <a:endParaRPr lang="en-US" sz="1000" b="1" i="0" u="none" strike="noStrike" baseline="0" dirty="0">
              <a:solidFill>
                <a:srgbClr val="000000"/>
              </a:solidFill>
              <a:latin typeface="Arial" panose="020B0604020202020204" pitchFamily="34" charset="0"/>
            </a:endParaRPr>
          </a:p>
          <a:p>
            <a:r>
              <a:rPr lang="en-US" b="1" dirty="0">
                <a:solidFill>
                  <a:srgbClr val="000000"/>
                </a:solidFill>
                <a:latin typeface="Arial" panose="020B0604020202020204" pitchFamily="34" charset="0"/>
              </a:rPr>
              <a:t>The finch population evolved, not its individual members</a:t>
            </a:r>
          </a:p>
        </p:txBody>
      </p:sp>
      <p:sp>
        <p:nvSpPr>
          <p:cNvPr id="7" name="Rectangle 6">
            <a:extLst>
              <a:ext uri="{FF2B5EF4-FFF2-40B4-BE49-F238E27FC236}">
                <a16:creationId xmlns:a16="http://schemas.microsoft.com/office/drawing/2014/main" id="{268C454B-6C33-45B0-A537-8F1541C54461}"/>
              </a:ext>
            </a:extLst>
          </p:cNvPr>
          <p:cNvSpPr/>
          <p:nvPr/>
        </p:nvSpPr>
        <p:spPr>
          <a:xfrm>
            <a:off x="217714" y="4213324"/>
            <a:ext cx="6096000" cy="2739211"/>
          </a:xfrm>
          <a:prstGeom prst="rect">
            <a:avLst/>
          </a:prstGeom>
        </p:spPr>
        <p:txBody>
          <a:bodyPr>
            <a:spAutoFit/>
          </a:bodyPr>
          <a:lstStyle/>
          <a:p>
            <a:endParaRPr lang="en-US" sz="1000" b="1" i="0" u="none" strike="noStrike" baseline="0" dirty="0">
              <a:solidFill>
                <a:srgbClr val="000000"/>
              </a:solidFill>
              <a:latin typeface="Arial" panose="020B0604020202020204" pitchFamily="34" charset="0"/>
            </a:endParaRPr>
          </a:p>
          <a:p>
            <a:r>
              <a:rPr lang="en-US" b="1" dirty="0" err="1">
                <a:solidFill>
                  <a:srgbClr val="000000"/>
                </a:solidFill>
                <a:latin typeface="Arial" panose="020B0604020202020204" pitchFamily="34" charset="0"/>
              </a:rPr>
              <a:t>Microevolutionis</a:t>
            </a:r>
            <a:r>
              <a:rPr lang="en-US" b="1" dirty="0">
                <a:solidFill>
                  <a:srgbClr val="000000"/>
                </a:solidFill>
                <a:latin typeface="Arial" panose="020B0604020202020204" pitchFamily="34" charset="0"/>
              </a:rPr>
              <a:t> a change in allele frequencies in a population over generations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Three main mechanisms cause allele frequency change:</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Natural selection</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Genetic drift</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Gene flow</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Only natural selection consistently causes adaptive evolution</a:t>
            </a:r>
          </a:p>
        </p:txBody>
      </p:sp>
      <p:sp>
        <p:nvSpPr>
          <p:cNvPr id="2" name="TextBox 1">
            <a:extLst>
              <a:ext uri="{FF2B5EF4-FFF2-40B4-BE49-F238E27FC236}">
                <a16:creationId xmlns:a16="http://schemas.microsoft.com/office/drawing/2014/main" id="{C32D55D3-EB47-463F-9C15-F3548B75F52C}"/>
              </a:ext>
            </a:extLst>
          </p:cNvPr>
          <p:cNvSpPr txBox="1"/>
          <p:nvPr/>
        </p:nvSpPr>
        <p:spPr>
          <a:xfrm>
            <a:off x="7997371" y="397915"/>
            <a:ext cx="3991429"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هون رح يبلش بمقدمة عن الشابتر والي بحكيلنا عن الانتخاب الطبيعي </a:t>
            </a:r>
            <a:endParaRPr lang="en-US" sz="18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5D029A5B-0BB7-45B0-B453-8B6359825128}"/>
              </a:ext>
            </a:extLst>
          </p:cNvPr>
          <p:cNvSpPr txBox="1"/>
          <p:nvPr/>
        </p:nvSpPr>
        <p:spPr>
          <a:xfrm>
            <a:off x="8548915" y="1044246"/>
            <a:ext cx="3425371" cy="1200329"/>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فكانوا زمان يفكرو ان التطور بصير على مستوى الفرد فقط وهاد طبعا مفهوم خاطئ لانه لما احكي عن التطور لازم احكي عن مجتمع كامل</a:t>
            </a:r>
            <a:endParaRPr lang="en-US" sz="1800" b="1" kern="1200" dirty="0">
              <a:solidFill>
                <a:schemeClr val="tx1"/>
              </a:solidFill>
              <a:latin typeface="+mn-lt"/>
              <a:ea typeface="+mn-ea"/>
              <a:cs typeface="+mn-cs"/>
            </a:endParaRPr>
          </a:p>
        </p:txBody>
      </p:sp>
      <p:sp>
        <p:nvSpPr>
          <p:cNvPr id="4" name="TextBox 3">
            <a:extLst>
              <a:ext uri="{FF2B5EF4-FFF2-40B4-BE49-F238E27FC236}">
                <a16:creationId xmlns:a16="http://schemas.microsoft.com/office/drawing/2014/main" id="{46CBF9BE-1F0F-4709-8A7C-19206219658A}"/>
              </a:ext>
            </a:extLst>
          </p:cNvPr>
          <p:cNvSpPr txBox="1"/>
          <p:nvPr/>
        </p:nvSpPr>
        <p:spPr>
          <a:xfrm>
            <a:off x="7315200" y="2244575"/>
            <a:ext cx="4572000" cy="1323439"/>
          </a:xfrm>
          <a:prstGeom prst="rect">
            <a:avLst/>
          </a:prstGeom>
          <a:noFill/>
        </p:spPr>
        <p:txBody>
          <a:bodyPr wrap="square" rtlCol="0">
            <a:spAutoFit/>
          </a:bodyPr>
          <a:lstStyle/>
          <a:p>
            <a:pPr algn="r"/>
            <a:r>
              <a:rPr lang="ar-AE" sz="2000" b="1" dirty="0"/>
              <a:t>مثلا مجموعة من العصافير عايشين في منطقة معينة واثناء الجفاف كانت الطيور فقط ذات المناقير الكبيرة قادرة انها تكسر البذور حتى تاكل احسن واكثر من غيرها وبالتالي هي فقط رح تضل على قيد الحياة</a:t>
            </a:r>
            <a:endParaRPr lang="en-US" sz="2000" b="1"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id="{E66402DE-EDBA-4C44-ACAC-4B0DF8CC970B}"/>
              </a:ext>
            </a:extLst>
          </p:cNvPr>
          <p:cNvSpPr txBox="1"/>
          <p:nvPr/>
        </p:nvSpPr>
        <p:spPr>
          <a:xfrm>
            <a:off x="5950857" y="3613159"/>
            <a:ext cx="5936344"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الذي تطور سكان العصافير ومجتمعها وليس الافراد</a:t>
            </a:r>
            <a:endParaRPr lang="en-US" sz="1800" b="1" kern="1200"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723634DD-03A2-4D84-8B2D-B315360E7EC4}"/>
              </a:ext>
            </a:extLst>
          </p:cNvPr>
          <p:cNvSpPr txBox="1"/>
          <p:nvPr/>
        </p:nvSpPr>
        <p:spPr>
          <a:xfrm>
            <a:off x="5914572" y="4158226"/>
            <a:ext cx="6226629"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التغيير الجزئي هو عبارة عن تغيير في ترددات الاليل في مجموعة سكانية عبر الاجيال </a:t>
            </a:r>
            <a:endParaRPr lang="en-US" sz="1800" b="1" kern="1200" dirty="0">
              <a:solidFill>
                <a:schemeClr val="tx1"/>
              </a:solidFill>
              <a:latin typeface="+mn-lt"/>
              <a:ea typeface="+mn-ea"/>
              <a:cs typeface="+mn-cs"/>
            </a:endParaRPr>
          </a:p>
        </p:txBody>
      </p:sp>
      <p:sp>
        <p:nvSpPr>
          <p:cNvPr id="11" name="TextBox 10">
            <a:extLst>
              <a:ext uri="{FF2B5EF4-FFF2-40B4-BE49-F238E27FC236}">
                <a16:creationId xmlns:a16="http://schemas.microsoft.com/office/drawing/2014/main" id="{A58FC8D0-A7AF-4D5E-B7BA-BE77352E0BEE}"/>
              </a:ext>
            </a:extLst>
          </p:cNvPr>
          <p:cNvSpPr txBox="1"/>
          <p:nvPr/>
        </p:nvSpPr>
        <p:spPr>
          <a:xfrm>
            <a:off x="6429828" y="4751932"/>
            <a:ext cx="5675086"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عنا تلت اسباب بتخلي يصير عندي تغيير في تردد الاليل</a:t>
            </a:r>
            <a:endParaRPr lang="en-US" sz="1800" b="1" kern="1200" dirty="0">
              <a:solidFill>
                <a:schemeClr val="tx1"/>
              </a:solidFill>
              <a:latin typeface="+mn-lt"/>
              <a:ea typeface="+mn-ea"/>
              <a:cs typeface="+mn-cs"/>
            </a:endParaRPr>
          </a:p>
        </p:txBody>
      </p:sp>
      <p:sp>
        <p:nvSpPr>
          <p:cNvPr id="12" name="TextBox 11">
            <a:extLst>
              <a:ext uri="{FF2B5EF4-FFF2-40B4-BE49-F238E27FC236}">
                <a16:creationId xmlns:a16="http://schemas.microsoft.com/office/drawing/2014/main" id="{DC89FCCD-3380-4B92-9E00-6D966CF23870}"/>
              </a:ext>
            </a:extLst>
          </p:cNvPr>
          <p:cNvSpPr txBox="1"/>
          <p:nvPr/>
        </p:nvSpPr>
        <p:spPr>
          <a:xfrm>
            <a:off x="10232572" y="5058746"/>
            <a:ext cx="1828800"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1-الانتخاب الطبيعي</a:t>
            </a:r>
            <a:endParaRPr lang="en-US" sz="1800" b="1" kern="1200" dirty="0">
              <a:solidFill>
                <a:schemeClr val="tx1"/>
              </a:solidFill>
              <a:latin typeface="+mn-lt"/>
              <a:ea typeface="+mn-ea"/>
              <a:cs typeface="+mn-cs"/>
            </a:endParaRPr>
          </a:p>
        </p:txBody>
      </p:sp>
      <p:sp>
        <p:nvSpPr>
          <p:cNvPr id="13" name="TextBox 12">
            <a:extLst>
              <a:ext uri="{FF2B5EF4-FFF2-40B4-BE49-F238E27FC236}">
                <a16:creationId xmlns:a16="http://schemas.microsoft.com/office/drawing/2014/main" id="{239C44B2-7D83-446C-AEE0-C3E9905DFA2F}"/>
              </a:ext>
            </a:extLst>
          </p:cNvPr>
          <p:cNvSpPr txBox="1"/>
          <p:nvPr/>
        </p:nvSpPr>
        <p:spPr>
          <a:xfrm>
            <a:off x="9463316" y="5351075"/>
            <a:ext cx="2569027"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2-الانجراف الجيني</a:t>
            </a:r>
            <a:endParaRPr lang="en-US" sz="1800" b="1" kern="1200" dirty="0">
              <a:solidFill>
                <a:schemeClr val="tx1"/>
              </a:solidFill>
              <a:latin typeface="+mn-lt"/>
              <a:ea typeface="+mn-ea"/>
              <a:cs typeface="+mn-cs"/>
            </a:endParaRPr>
          </a:p>
        </p:txBody>
      </p:sp>
      <p:sp>
        <p:nvSpPr>
          <p:cNvPr id="14" name="TextBox 13">
            <a:extLst>
              <a:ext uri="{FF2B5EF4-FFF2-40B4-BE49-F238E27FC236}">
                <a16:creationId xmlns:a16="http://schemas.microsoft.com/office/drawing/2014/main" id="{415BF3CA-31BE-4A09-BAF1-7E181B0EB00A}"/>
              </a:ext>
            </a:extLst>
          </p:cNvPr>
          <p:cNvSpPr txBox="1"/>
          <p:nvPr/>
        </p:nvSpPr>
        <p:spPr>
          <a:xfrm>
            <a:off x="8926287" y="5629088"/>
            <a:ext cx="2960913"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3- التدفق الجيني</a:t>
            </a:r>
            <a:endParaRPr lang="en-US" sz="1800" b="1" kern="1200" dirty="0">
              <a:solidFill>
                <a:schemeClr val="tx1"/>
              </a:solidFill>
              <a:latin typeface="+mn-lt"/>
              <a:ea typeface="+mn-ea"/>
              <a:cs typeface="+mn-cs"/>
            </a:endParaRPr>
          </a:p>
        </p:txBody>
      </p:sp>
      <p:sp>
        <p:nvSpPr>
          <p:cNvPr id="15" name="TextBox 14">
            <a:extLst>
              <a:ext uri="{FF2B5EF4-FFF2-40B4-BE49-F238E27FC236}">
                <a16:creationId xmlns:a16="http://schemas.microsoft.com/office/drawing/2014/main" id="{569B783E-EB8A-4297-8ACC-EFBD711184C8}"/>
              </a:ext>
            </a:extLst>
          </p:cNvPr>
          <p:cNvSpPr txBox="1"/>
          <p:nvPr/>
        </p:nvSpPr>
        <p:spPr>
          <a:xfrm>
            <a:off x="7634514" y="6090798"/>
            <a:ext cx="4397829"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معلومة مهمة جدا وهي انه بس الانتخاب الطبيعي الوحيد الي بعمل استمرار في التطور التكيفي</a:t>
            </a:r>
            <a:endParaRPr lang="en-US" sz="18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F636C1B7-17A9-46C9-ACAA-FDC1B6DB359E}"/>
                  </a:ext>
                </a:extLst>
              </p14:cNvPr>
              <p14:cNvContentPartPr/>
              <p14:nvPr/>
            </p14:nvContentPartPr>
            <p14:xfrm>
              <a:off x="10995126" y="4479154"/>
              <a:ext cx="738720" cy="70200"/>
            </p14:xfrm>
          </p:contentPart>
        </mc:Choice>
        <mc:Fallback xmlns="">
          <p:pic>
            <p:nvPicPr>
              <p:cNvPr id="9" name="Ink 8">
                <a:extLst>
                  <a:ext uri="{FF2B5EF4-FFF2-40B4-BE49-F238E27FC236}">
                    <a16:creationId xmlns:a16="http://schemas.microsoft.com/office/drawing/2014/main" id="{F636C1B7-17A9-46C9-ACAA-FDC1B6DB359E}"/>
                  </a:ext>
                </a:extLst>
              </p:cNvPr>
              <p:cNvPicPr/>
              <p:nvPr/>
            </p:nvPicPr>
            <p:blipFill>
              <a:blip r:embed="rId3"/>
              <a:stretch>
                <a:fillRect/>
              </a:stretch>
            </p:blipFill>
            <p:spPr>
              <a:xfrm>
                <a:off x="10977126" y="4461514"/>
                <a:ext cx="7743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190E34EF-E655-4F3F-B46C-0D5CC761E165}"/>
                  </a:ext>
                </a:extLst>
              </p14:cNvPr>
              <p14:cNvContentPartPr/>
              <p14:nvPr/>
            </p14:nvContentPartPr>
            <p14:xfrm>
              <a:off x="10960566" y="4456114"/>
              <a:ext cx="955080" cy="86400"/>
            </p14:xfrm>
          </p:contentPart>
        </mc:Choice>
        <mc:Fallback xmlns="">
          <p:pic>
            <p:nvPicPr>
              <p:cNvPr id="16" name="Ink 15">
                <a:extLst>
                  <a:ext uri="{FF2B5EF4-FFF2-40B4-BE49-F238E27FC236}">
                    <a16:creationId xmlns:a16="http://schemas.microsoft.com/office/drawing/2014/main" id="{190E34EF-E655-4F3F-B46C-0D5CC761E165}"/>
                  </a:ext>
                </a:extLst>
              </p:cNvPr>
              <p:cNvPicPr/>
              <p:nvPr/>
            </p:nvPicPr>
            <p:blipFill>
              <a:blip r:embed="rId5"/>
              <a:stretch>
                <a:fillRect/>
              </a:stretch>
            </p:blipFill>
            <p:spPr>
              <a:xfrm>
                <a:off x="10942926" y="4438114"/>
                <a:ext cx="9907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B53888F9-5088-4580-B80B-376A6030FDB3}"/>
                  </a:ext>
                </a:extLst>
              </p14:cNvPr>
              <p14:cNvContentPartPr/>
              <p14:nvPr/>
            </p14:nvContentPartPr>
            <p14:xfrm>
              <a:off x="1650606" y="3958954"/>
              <a:ext cx="10008720" cy="453240"/>
            </p14:xfrm>
          </p:contentPart>
        </mc:Choice>
        <mc:Fallback xmlns="">
          <p:pic>
            <p:nvPicPr>
              <p:cNvPr id="18" name="Ink 17">
                <a:extLst>
                  <a:ext uri="{FF2B5EF4-FFF2-40B4-BE49-F238E27FC236}">
                    <a16:creationId xmlns:a16="http://schemas.microsoft.com/office/drawing/2014/main" id="{B53888F9-5088-4580-B80B-376A6030FDB3}"/>
                  </a:ext>
                </a:extLst>
              </p:cNvPr>
              <p:cNvPicPr/>
              <p:nvPr/>
            </p:nvPicPr>
            <p:blipFill>
              <a:blip r:embed="rId7"/>
              <a:stretch>
                <a:fillRect/>
              </a:stretch>
            </p:blipFill>
            <p:spPr>
              <a:xfrm>
                <a:off x="1632606" y="3940954"/>
                <a:ext cx="10044360" cy="488880"/>
              </a:xfrm>
              <a:prstGeom prst="rect">
                <a:avLst/>
              </a:prstGeom>
            </p:spPr>
          </p:pic>
        </mc:Fallback>
      </mc:AlternateContent>
      <p:sp>
        <p:nvSpPr>
          <p:cNvPr id="19" name="Rectangle 18">
            <a:extLst>
              <a:ext uri="{FF2B5EF4-FFF2-40B4-BE49-F238E27FC236}">
                <a16:creationId xmlns:a16="http://schemas.microsoft.com/office/drawing/2014/main" id="{CE77A523-E243-4DA1-B295-839BF833B25B}"/>
              </a:ext>
            </a:extLst>
          </p:cNvPr>
          <p:cNvSpPr/>
          <p:nvPr/>
        </p:nvSpPr>
        <p:spPr>
          <a:xfrm>
            <a:off x="0" y="-23827"/>
            <a:ext cx="12192000" cy="328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56A3FDA-2939-4131-A6E3-56C3A8A301D7}"/>
              </a:ext>
            </a:extLst>
          </p:cNvPr>
          <p:cNvSpPr txBox="1"/>
          <p:nvPr/>
        </p:nvSpPr>
        <p:spPr>
          <a:xfrm>
            <a:off x="217714" y="-47135"/>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2601395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43D8DB7-2F09-4387-AAAF-E0978E6DBEC5}"/>
              </a:ext>
            </a:extLst>
          </p:cNvPr>
          <p:cNvSpPr/>
          <p:nvPr/>
        </p:nvSpPr>
        <p:spPr>
          <a:xfrm>
            <a:off x="101600" y="358429"/>
            <a:ext cx="6139543" cy="2062103"/>
          </a:xfrm>
          <a:prstGeom prst="rect">
            <a:avLst/>
          </a:prstGeom>
        </p:spPr>
        <p:txBody>
          <a:bodyPr wrap="square">
            <a:spAutoFit/>
          </a:bodyPr>
          <a:lstStyle/>
          <a:p>
            <a:r>
              <a:rPr lang="en-US" sz="2400" b="1" u="none" strike="noStrike" baseline="0" dirty="0">
                <a:solidFill>
                  <a:srgbClr val="000000"/>
                </a:solidFill>
                <a:latin typeface="Arial" panose="020B0604020202020204" pitchFamily="34" charset="0"/>
              </a:rPr>
              <a:t>Concept 23.1: Genetic variation makes evolution possible</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Variation in heritable traits is a prerequisite for evolution by natural selection</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Gregor Mendel’s work on pea plants provided evidence of discrete heritable units (genes)</a:t>
            </a:r>
          </a:p>
        </p:txBody>
      </p:sp>
      <p:sp>
        <p:nvSpPr>
          <p:cNvPr id="5" name="Rectangle 4">
            <a:extLst>
              <a:ext uri="{FF2B5EF4-FFF2-40B4-BE49-F238E27FC236}">
                <a16:creationId xmlns:a16="http://schemas.microsoft.com/office/drawing/2014/main" id="{1D9F0FAC-61D6-469A-A873-4D270A758EAA}"/>
              </a:ext>
            </a:extLst>
          </p:cNvPr>
          <p:cNvSpPr/>
          <p:nvPr/>
        </p:nvSpPr>
        <p:spPr>
          <a:xfrm>
            <a:off x="145143" y="2804349"/>
            <a:ext cx="6096000" cy="2062103"/>
          </a:xfrm>
          <a:prstGeom prst="rect">
            <a:avLst/>
          </a:prstGeom>
        </p:spPr>
        <p:txBody>
          <a:bodyPr>
            <a:spAutoFit/>
          </a:bodyPr>
          <a:lstStyle/>
          <a:p>
            <a:r>
              <a:rPr lang="en-US" sz="2000" b="1" i="0" u="none" strike="noStrike" baseline="0" dirty="0">
                <a:solidFill>
                  <a:srgbClr val="000000"/>
                </a:solidFill>
                <a:latin typeface="Arial" panose="020B0604020202020204" pitchFamily="34" charset="0"/>
              </a:rPr>
              <a:t>Genetic Variation </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Genetic </a:t>
            </a:r>
            <a:r>
              <a:rPr lang="en-US" b="1" dirty="0" err="1">
                <a:solidFill>
                  <a:srgbClr val="000000"/>
                </a:solidFill>
                <a:latin typeface="Arial" panose="020B0604020202020204" pitchFamily="34" charset="0"/>
              </a:rPr>
              <a:t>variationamong</a:t>
            </a:r>
            <a:r>
              <a:rPr lang="en-US" b="1" dirty="0">
                <a:solidFill>
                  <a:srgbClr val="000000"/>
                </a:solidFill>
                <a:latin typeface="Arial" panose="020B0604020202020204" pitchFamily="34" charset="0"/>
              </a:rPr>
              <a:t> individuals is caused by differences in genes or other DNA segments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Phenotype is the product of inherited genotype and environmental influences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Natural selection can only act on variation with a genetic component</a:t>
            </a:r>
          </a:p>
        </p:txBody>
      </p:sp>
      <p:sp>
        <p:nvSpPr>
          <p:cNvPr id="6" name="Rectangle 5">
            <a:extLst>
              <a:ext uri="{FF2B5EF4-FFF2-40B4-BE49-F238E27FC236}">
                <a16:creationId xmlns:a16="http://schemas.microsoft.com/office/drawing/2014/main" id="{7BFB87E5-4B21-4E1B-802E-AD2EA10E1366}"/>
              </a:ext>
            </a:extLst>
          </p:cNvPr>
          <p:cNvSpPr/>
          <p:nvPr/>
        </p:nvSpPr>
        <p:spPr>
          <a:xfrm>
            <a:off x="101600" y="4866452"/>
            <a:ext cx="5283200" cy="1908215"/>
          </a:xfrm>
          <a:prstGeom prst="rect">
            <a:avLst/>
          </a:prstGeom>
        </p:spPr>
        <p:txBody>
          <a:bodyPr wrap="square">
            <a:spAutoFit/>
          </a:bodyPr>
          <a:lstStyle/>
          <a:p>
            <a:endParaRPr lang="en-US" sz="1000" b="1" i="0" u="none" strike="noStrike" baseline="0" dirty="0">
              <a:solidFill>
                <a:srgbClr val="000000"/>
              </a:solidFill>
              <a:latin typeface="Arial" panose="020B0604020202020204" pitchFamily="34" charset="0"/>
            </a:endParaRPr>
          </a:p>
          <a:p>
            <a:r>
              <a:rPr lang="en-US" b="1" dirty="0">
                <a:solidFill>
                  <a:srgbClr val="000000"/>
                </a:solidFill>
                <a:latin typeface="Arial" panose="020B0604020202020204" pitchFamily="34" charset="0"/>
              </a:rPr>
              <a:t>Some phenotypic differences are determined by a single gene and can be classified on an “either-or” basis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Other phenotypic differences are determined by the influence of two or more genes and vary along a continuum within a population</a:t>
            </a:r>
          </a:p>
        </p:txBody>
      </p:sp>
      <p:sp>
        <p:nvSpPr>
          <p:cNvPr id="2" name="TextBox 1">
            <a:extLst>
              <a:ext uri="{FF2B5EF4-FFF2-40B4-BE49-F238E27FC236}">
                <a16:creationId xmlns:a16="http://schemas.microsoft.com/office/drawing/2014/main" id="{8128EFFD-68B4-4154-AE95-A97FEA127683}"/>
              </a:ext>
            </a:extLst>
          </p:cNvPr>
          <p:cNvSpPr txBox="1"/>
          <p:nvPr/>
        </p:nvSpPr>
        <p:spPr>
          <a:xfrm>
            <a:off x="7924800" y="358429"/>
            <a:ext cx="4165600" cy="369332"/>
          </a:xfrm>
          <a:prstGeom prst="rect">
            <a:avLst/>
          </a:prstGeom>
          <a:noFill/>
        </p:spPr>
        <p:txBody>
          <a:bodyPr wrap="square" rtlCol="0">
            <a:spAutoFit/>
          </a:bodyPr>
          <a:lstStyle/>
          <a:p>
            <a:pPr algn="r"/>
            <a:r>
              <a:rPr lang="ar-AE" b="1" kern="1200" dirty="0">
                <a:solidFill>
                  <a:schemeClr val="tx1"/>
                </a:solidFill>
                <a:latin typeface="+mn-lt"/>
                <a:ea typeface="+mn-ea"/>
                <a:cs typeface="+mn-cs"/>
              </a:rPr>
              <a:t>هون رح نبلش كونسبت وباهم معلومة والي هي</a:t>
            </a:r>
            <a:endParaRPr lang="en-US"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FE56D1AB-B99B-4D0D-8814-C05379C9C4C8}"/>
              </a:ext>
            </a:extLst>
          </p:cNvPr>
          <p:cNvSpPr txBox="1"/>
          <p:nvPr/>
        </p:nvSpPr>
        <p:spPr>
          <a:xfrm rot="10800000" flipV="1">
            <a:off x="4717143" y="343040"/>
            <a:ext cx="3773715" cy="400110"/>
          </a:xfrm>
          <a:prstGeom prst="rect">
            <a:avLst/>
          </a:prstGeom>
          <a:noFill/>
        </p:spPr>
        <p:txBody>
          <a:bodyPr wrap="square" rtlCol="0">
            <a:spAutoFit/>
          </a:bodyPr>
          <a:lstStyle/>
          <a:p>
            <a:pPr algn="r"/>
            <a:r>
              <a:rPr lang="en-US" sz="2000" b="1" kern="1200" dirty="0">
                <a:solidFill>
                  <a:schemeClr val="tx1"/>
                </a:solidFill>
                <a:latin typeface="+mn-lt"/>
                <a:ea typeface="+mn-ea"/>
                <a:cs typeface="+mn-cs"/>
              </a:rPr>
              <a:t>Genetic variation</a:t>
            </a:r>
          </a:p>
        </p:txBody>
      </p:sp>
      <p:sp>
        <p:nvSpPr>
          <p:cNvPr id="7" name="TextBox 6">
            <a:extLst>
              <a:ext uri="{FF2B5EF4-FFF2-40B4-BE49-F238E27FC236}">
                <a16:creationId xmlns:a16="http://schemas.microsoft.com/office/drawing/2014/main" id="{07351F18-E495-4F8D-AEEB-6230418DB24A}"/>
              </a:ext>
            </a:extLst>
          </p:cNvPr>
          <p:cNvSpPr txBox="1"/>
          <p:nvPr/>
        </p:nvSpPr>
        <p:spPr>
          <a:xfrm>
            <a:off x="7387771" y="786311"/>
            <a:ext cx="4702629" cy="707886"/>
          </a:xfrm>
          <a:prstGeom prst="rect">
            <a:avLst/>
          </a:prstGeom>
          <a:noFill/>
        </p:spPr>
        <p:txBody>
          <a:bodyPr wrap="square" rtlCol="0">
            <a:spAutoFit/>
          </a:bodyPr>
          <a:lstStyle/>
          <a:p>
            <a:pPr algn="r"/>
            <a:r>
              <a:rPr lang="ar-AE" sz="2000" b="1" dirty="0"/>
              <a:t>هاد المفهوم جدا مهم وهو يعتبر شرط اساسي لحتى يصير عنا تطور عن طريق الانتخاب الطبيعي</a:t>
            </a:r>
            <a:endParaRPr lang="en-US" sz="2000"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EE752BD9-14CA-4E29-B84D-FE0EE235D319}"/>
              </a:ext>
            </a:extLst>
          </p:cNvPr>
          <p:cNvSpPr txBox="1"/>
          <p:nvPr/>
        </p:nvSpPr>
        <p:spPr>
          <a:xfrm rot="10800000" flipV="1">
            <a:off x="6052456" y="1530052"/>
            <a:ext cx="6139544"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العالم الي درس الجينات واكتشف انها وحدات وراثية منفصلة هو العالم مندل ودرس هالامر على نبات البازيلاء</a:t>
            </a:r>
            <a:endParaRPr lang="en-US" sz="1800" b="1" kern="1200"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FFB6EB45-CF42-4919-981C-F791601E4D4D}"/>
              </a:ext>
            </a:extLst>
          </p:cNvPr>
          <p:cNvSpPr txBox="1"/>
          <p:nvPr/>
        </p:nvSpPr>
        <p:spPr>
          <a:xfrm>
            <a:off x="6284686" y="3116092"/>
            <a:ext cx="5762171"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التباين الجيني يحدث بين الافراد نتيجة الاختلافات في الجينات او اجزاء من الحمض النووي</a:t>
            </a:r>
            <a:endParaRPr lang="en-US" sz="2000" b="1" kern="1200" dirty="0">
              <a:solidFill>
                <a:schemeClr val="tx1"/>
              </a:solidFill>
              <a:latin typeface="+mn-lt"/>
              <a:ea typeface="+mn-ea"/>
              <a:cs typeface="+mn-cs"/>
            </a:endParaRPr>
          </a:p>
        </p:txBody>
      </p:sp>
      <p:sp>
        <p:nvSpPr>
          <p:cNvPr id="11" name="TextBox 10">
            <a:extLst>
              <a:ext uri="{FF2B5EF4-FFF2-40B4-BE49-F238E27FC236}">
                <a16:creationId xmlns:a16="http://schemas.microsoft.com/office/drawing/2014/main" id="{C0C467A7-56FE-45C6-96DD-E1E73AF9ED86}"/>
              </a:ext>
            </a:extLst>
          </p:cNvPr>
          <p:cNvSpPr txBox="1"/>
          <p:nvPr/>
        </p:nvSpPr>
        <p:spPr>
          <a:xfrm>
            <a:off x="6923315" y="3823978"/>
            <a:ext cx="5181599" cy="1477328"/>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الطراز الشكلي هو عبارة عن ناتج من الطراز الجيني والعوامل البيئية كيف يعني؟ يعني الطراز الشكلي بتحكم فيه الطراز الجيني والعوامل البيئية يعني زي الطفرات لما تصير وتظهر عالشكل الخارجي هي سببها تغير اولا فالطراز الجيني لانه الجيني رح يتترجم لشكلي</a:t>
            </a:r>
            <a:endParaRPr lang="en-US" sz="1800" b="1" kern="1200" dirty="0">
              <a:solidFill>
                <a:schemeClr val="tx1"/>
              </a:solidFill>
              <a:latin typeface="+mn-lt"/>
              <a:ea typeface="+mn-ea"/>
              <a:cs typeface="+mn-cs"/>
            </a:endParaRPr>
          </a:p>
        </p:txBody>
      </p:sp>
      <p:sp>
        <p:nvSpPr>
          <p:cNvPr id="12" name="TextBox 11">
            <a:extLst>
              <a:ext uri="{FF2B5EF4-FFF2-40B4-BE49-F238E27FC236}">
                <a16:creationId xmlns:a16="http://schemas.microsoft.com/office/drawing/2014/main" id="{9AA4EE40-7203-41BF-9633-8A7BBB30BA70}"/>
              </a:ext>
            </a:extLst>
          </p:cNvPr>
          <p:cNvSpPr txBox="1"/>
          <p:nvPr/>
        </p:nvSpPr>
        <p:spPr>
          <a:xfrm>
            <a:off x="7445830" y="5445790"/>
            <a:ext cx="4571999" cy="1015663"/>
          </a:xfrm>
          <a:prstGeom prst="rect">
            <a:avLst/>
          </a:prstGeom>
          <a:noFill/>
        </p:spPr>
        <p:txBody>
          <a:bodyPr wrap="square" rtlCol="0">
            <a:spAutoFit/>
          </a:bodyPr>
          <a:lstStyle/>
          <a:p>
            <a:pPr algn="r"/>
            <a:r>
              <a:rPr lang="ar-AE" sz="2000" b="1" kern="1200" dirty="0">
                <a:solidFill>
                  <a:schemeClr val="tx1"/>
                </a:solidFill>
                <a:latin typeface="+mn-lt"/>
                <a:ea typeface="+mn-ea"/>
                <a:cs typeface="+mn-cs"/>
              </a:rPr>
              <a:t>ممكن يكون سبب الاختلاف في الطراز الشكلي بسبب جين واحد مختلف وممكن اكثر من جين بكون عنا سلسلة متصلة من السكان تختلف فيهم الطراز الشكلي</a:t>
            </a:r>
            <a:endParaRPr lang="en-US" sz="20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81CD4A96-D83B-4877-8F73-2674EF099761}"/>
                  </a:ext>
                </a:extLst>
              </p14:cNvPr>
              <p14:cNvContentPartPr/>
              <p14:nvPr/>
            </p14:nvContentPartPr>
            <p14:xfrm>
              <a:off x="128166" y="2452749"/>
              <a:ext cx="2460600" cy="770760"/>
            </p14:xfrm>
          </p:contentPart>
        </mc:Choice>
        <mc:Fallback xmlns="">
          <p:pic>
            <p:nvPicPr>
              <p:cNvPr id="8" name="Ink 7">
                <a:extLst>
                  <a:ext uri="{FF2B5EF4-FFF2-40B4-BE49-F238E27FC236}">
                    <a16:creationId xmlns:a16="http://schemas.microsoft.com/office/drawing/2014/main" id="{81CD4A96-D83B-4877-8F73-2674EF099761}"/>
                  </a:ext>
                </a:extLst>
              </p:cNvPr>
              <p:cNvPicPr/>
              <p:nvPr/>
            </p:nvPicPr>
            <p:blipFill>
              <a:blip r:embed="rId3"/>
              <a:stretch>
                <a:fillRect/>
              </a:stretch>
            </p:blipFill>
            <p:spPr>
              <a:xfrm>
                <a:off x="110526" y="2435109"/>
                <a:ext cx="2496240" cy="806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9B8FB4CD-EA04-4D2A-AEFB-14AF1CD55148}"/>
                  </a:ext>
                </a:extLst>
              </p14:cNvPr>
              <p14:cNvContentPartPr/>
              <p14:nvPr/>
            </p14:nvContentPartPr>
            <p14:xfrm>
              <a:off x="2613606" y="2439789"/>
              <a:ext cx="8929800" cy="858960"/>
            </p14:xfrm>
          </p:contentPart>
        </mc:Choice>
        <mc:Fallback xmlns="">
          <p:pic>
            <p:nvPicPr>
              <p:cNvPr id="19" name="Ink 18">
                <a:extLst>
                  <a:ext uri="{FF2B5EF4-FFF2-40B4-BE49-F238E27FC236}">
                    <a16:creationId xmlns:a16="http://schemas.microsoft.com/office/drawing/2014/main" id="{9B8FB4CD-EA04-4D2A-AEFB-14AF1CD55148}"/>
                  </a:ext>
                </a:extLst>
              </p:cNvPr>
              <p:cNvPicPr/>
              <p:nvPr/>
            </p:nvPicPr>
            <p:blipFill>
              <a:blip r:embed="rId5"/>
              <a:stretch>
                <a:fillRect/>
              </a:stretch>
            </p:blipFill>
            <p:spPr>
              <a:xfrm>
                <a:off x="2595966" y="2421789"/>
                <a:ext cx="8965440" cy="894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3B1A9E6E-333F-44C1-B5F3-1D5944E6C731}"/>
                  </a:ext>
                </a:extLst>
              </p14:cNvPr>
              <p14:cNvContentPartPr/>
              <p14:nvPr/>
            </p14:nvContentPartPr>
            <p14:xfrm>
              <a:off x="2314086" y="698829"/>
              <a:ext cx="2313720" cy="205920"/>
            </p14:xfrm>
          </p:contentPart>
        </mc:Choice>
        <mc:Fallback xmlns="">
          <p:pic>
            <p:nvPicPr>
              <p:cNvPr id="20" name="Ink 19">
                <a:extLst>
                  <a:ext uri="{FF2B5EF4-FFF2-40B4-BE49-F238E27FC236}">
                    <a16:creationId xmlns:a16="http://schemas.microsoft.com/office/drawing/2014/main" id="{3B1A9E6E-333F-44C1-B5F3-1D5944E6C731}"/>
                  </a:ext>
                </a:extLst>
              </p:cNvPr>
              <p:cNvPicPr/>
              <p:nvPr/>
            </p:nvPicPr>
            <p:blipFill>
              <a:blip r:embed="rId7"/>
              <a:stretch>
                <a:fillRect/>
              </a:stretch>
            </p:blipFill>
            <p:spPr>
              <a:xfrm>
                <a:off x="2296086" y="680829"/>
                <a:ext cx="23493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FF326FA3-6002-4CBC-A69F-E15532700C3F}"/>
                  </a:ext>
                </a:extLst>
              </p14:cNvPr>
              <p14:cNvContentPartPr/>
              <p14:nvPr/>
            </p14:nvContentPartPr>
            <p14:xfrm>
              <a:off x="6168606" y="353229"/>
              <a:ext cx="180360" cy="1843920"/>
            </p14:xfrm>
          </p:contentPart>
        </mc:Choice>
        <mc:Fallback xmlns="">
          <p:pic>
            <p:nvPicPr>
              <p:cNvPr id="21" name="Ink 20">
                <a:extLst>
                  <a:ext uri="{FF2B5EF4-FFF2-40B4-BE49-F238E27FC236}">
                    <a16:creationId xmlns:a16="http://schemas.microsoft.com/office/drawing/2014/main" id="{FF326FA3-6002-4CBC-A69F-E15532700C3F}"/>
                  </a:ext>
                </a:extLst>
              </p:cNvPr>
              <p:cNvPicPr/>
              <p:nvPr/>
            </p:nvPicPr>
            <p:blipFill>
              <a:blip r:embed="rId9"/>
              <a:stretch>
                <a:fillRect/>
              </a:stretch>
            </p:blipFill>
            <p:spPr>
              <a:xfrm>
                <a:off x="6150606" y="335229"/>
                <a:ext cx="216000" cy="1879560"/>
              </a:xfrm>
              <a:prstGeom prst="rect">
                <a:avLst/>
              </a:prstGeom>
            </p:spPr>
          </p:pic>
        </mc:Fallback>
      </mc:AlternateContent>
      <p:sp>
        <p:nvSpPr>
          <p:cNvPr id="22" name="Rectangle 21">
            <a:extLst>
              <a:ext uri="{FF2B5EF4-FFF2-40B4-BE49-F238E27FC236}">
                <a16:creationId xmlns:a16="http://schemas.microsoft.com/office/drawing/2014/main" id="{C5EFDF90-2C74-404A-BD66-4E2307DC3A98}"/>
              </a:ext>
            </a:extLst>
          </p:cNvPr>
          <p:cNvSpPr/>
          <p:nvPr/>
        </p:nvSpPr>
        <p:spPr>
          <a:xfrm>
            <a:off x="0" y="11156"/>
            <a:ext cx="12192000" cy="3420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C92BA63-E3FD-4886-B9B4-CEA93E7348B9}"/>
              </a:ext>
            </a:extLst>
          </p:cNvPr>
          <p:cNvSpPr txBox="1"/>
          <p:nvPr/>
        </p:nvSpPr>
        <p:spPr>
          <a:xfrm>
            <a:off x="101600" y="11156"/>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20613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E7B8A2-9731-4FB2-816A-E5FCBB7AD083}"/>
              </a:ext>
            </a:extLst>
          </p:cNvPr>
          <p:cNvSpPr/>
          <p:nvPr/>
        </p:nvSpPr>
        <p:spPr>
          <a:xfrm>
            <a:off x="145143" y="378192"/>
            <a:ext cx="6096000" cy="1792798"/>
          </a:xfrm>
          <a:prstGeom prst="rect">
            <a:avLst/>
          </a:prstGeom>
        </p:spPr>
        <p:txBody>
          <a:bodyPr>
            <a:spAutoFit/>
          </a:bodyPr>
          <a:lstStyle/>
          <a:p>
            <a:endParaRPr lang="en-US" sz="1050" b="1" i="0" u="none" strike="noStrike" baseline="0" dirty="0">
              <a:solidFill>
                <a:srgbClr val="000000"/>
              </a:solidFill>
              <a:latin typeface="Arial" panose="020B0604020202020204" pitchFamily="34" charset="0"/>
            </a:endParaRPr>
          </a:p>
          <a:p>
            <a:r>
              <a:rPr lang="en-US" sz="2000" b="1" dirty="0">
                <a:solidFill>
                  <a:srgbClr val="000000"/>
                </a:solidFill>
                <a:latin typeface="Arial" panose="020B0604020202020204" pitchFamily="34" charset="0"/>
              </a:rPr>
              <a:t>Genetic variation can be measured as gene variability or nucleotide variability</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For gene variability, average heterozygosity measures the average percent of loci that are heterozygous in a population </a:t>
            </a:r>
          </a:p>
        </p:txBody>
      </p:sp>
      <p:sp>
        <p:nvSpPr>
          <p:cNvPr id="5" name="Rectangle 4">
            <a:extLst>
              <a:ext uri="{FF2B5EF4-FFF2-40B4-BE49-F238E27FC236}">
                <a16:creationId xmlns:a16="http://schemas.microsoft.com/office/drawing/2014/main" id="{406F43B7-0871-4043-A113-752E5544EBF5}"/>
              </a:ext>
            </a:extLst>
          </p:cNvPr>
          <p:cNvSpPr/>
          <p:nvPr/>
        </p:nvSpPr>
        <p:spPr>
          <a:xfrm>
            <a:off x="145143" y="2170990"/>
            <a:ext cx="6096000" cy="2739211"/>
          </a:xfrm>
          <a:prstGeom prst="rect">
            <a:avLst/>
          </a:prstGeom>
        </p:spPr>
        <p:txBody>
          <a:bodyPr>
            <a:spAutoFit/>
          </a:bodyPr>
          <a:lstStyle/>
          <a:p>
            <a:endParaRPr lang="en-US" sz="1000" b="1" u="none" strike="noStrike" baseline="0" dirty="0">
              <a:solidFill>
                <a:srgbClr val="000000"/>
              </a:solidFill>
              <a:latin typeface="Wingdings" panose="05000000000000000000" pitchFamily="2" charset="2"/>
            </a:endParaRP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Nucleotide variability is measured by comparing the DNA sequences of two or more individuals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Nucleotide variation rarely results in phenotypic variation</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Most differences occur in noncoding regions (introns)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Variations that occur in coding regions (exons) rarely change the amino acid sequence of the encoded protein</a:t>
            </a:r>
          </a:p>
        </p:txBody>
      </p:sp>
      <p:pic>
        <p:nvPicPr>
          <p:cNvPr id="6" name="Picture 5">
            <a:extLst>
              <a:ext uri="{FF2B5EF4-FFF2-40B4-BE49-F238E27FC236}">
                <a16:creationId xmlns:a16="http://schemas.microsoft.com/office/drawing/2014/main" id="{DEB6C9B8-0FFB-47B8-9C3D-D88661D1C5BF}"/>
              </a:ext>
            </a:extLst>
          </p:cNvPr>
          <p:cNvPicPr>
            <a:picLocks noChangeAspect="1"/>
          </p:cNvPicPr>
          <p:nvPr/>
        </p:nvPicPr>
        <p:blipFill>
          <a:blip r:embed="rId2"/>
          <a:stretch>
            <a:fillRect/>
          </a:stretch>
        </p:blipFill>
        <p:spPr>
          <a:xfrm>
            <a:off x="6415189" y="3495495"/>
            <a:ext cx="5631668" cy="3337849"/>
          </a:xfrm>
          <a:prstGeom prst="rect">
            <a:avLst/>
          </a:prstGeom>
        </p:spPr>
      </p:pic>
      <p:sp>
        <p:nvSpPr>
          <p:cNvPr id="2" name="TextBox 1">
            <a:extLst>
              <a:ext uri="{FF2B5EF4-FFF2-40B4-BE49-F238E27FC236}">
                <a16:creationId xmlns:a16="http://schemas.microsoft.com/office/drawing/2014/main" id="{6347ABC8-E205-4820-8E86-AB2C8827C220}"/>
              </a:ext>
            </a:extLst>
          </p:cNvPr>
          <p:cNvSpPr txBox="1"/>
          <p:nvPr/>
        </p:nvSpPr>
        <p:spPr>
          <a:xfrm>
            <a:off x="7111875" y="378192"/>
            <a:ext cx="4934857"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ممكن اقيس نسبة التباين الجيني ومعلومة مهمة لازم اعرفها انه التباين الجيني هو سبب التنوع الجيني</a:t>
            </a:r>
            <a:endParaRPr lang="en-US" sz="20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2E083FEB-2D98-4058-8F96-FF06E42C8D30}"/>
              </a:ext>
            </a:extLst>
          </p:cNvPr>
          <p:cNvSpPr txBox="1"/>
          <p:nvPr/>
        </p:nvSpPr>
        <p:spPr>
          <a:xfrm rot="10800000" flipV="1">
            <a:off x="6095998" y="1228957"/>
            <a:ext cx="6096002"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بقيس النسبة عن طريق نسبة متوسط الزايجوت على نسبة متوسط النسبة المئوية لل</a:t>
            </a:r>
            <a:endParaRPr lang="en-US" sz="2000" b="1" kern="1200" dirty="0">
              <a:solidFill>
                <a:schemeClr val="tx1"/>
              </a:solidFill>
              <a:latin typeface="+mn-lt"/>
              <a:ea typeface="+mn-ea"/>
              <a:cs typeface="+mn-cs"/>
            </a:endParaRPr>
          </a:p>
        </p:txBody>
      </p:sp>
      <p:sp>
        <p:nvSpPr>
          <p:cNvPr id="7" name="TextBox 6">
            <a:extLst>
              <a:ext uri="{FF2B5EF4-FFF2-40B4-BE49-F238E27FC236}">
                <a16:creationId xmlns:a16="http://schemas.microsoft.com/office/drawing/2014/main" id="{9AA2BF5E-1D50-462A-B352-348A3E39CFE7}"/>
              </a:ext>
            </a:extLst>
          </p:cNvPr>
          <p:cNvSpPr txBox="1"/>
          <p:nvPr/>
        </p:nvSpPr>
        <p:spPr>
          <a:xfrm>
            <a:off x="9231023" y="1465293"/>
            <a:ext cx="1828800" cy="400110"/>
          </a:xfrm>
          <a:prstGeom prst="rect">
            <a:avLst/>
          </a:prstGeom>
          <a:noFill/>
        </p:spPr>
        <p:txBody>
          <a:bodyPr wrap="square" rtlCol="0">
            <a:spAutoFit/>
          </a:bodyPr>
          <a:lstStyle/>
          <a:p>
            <a:r>
              <a:rPr lang="en-US" sz="2000" b="1" kern="1200" dirty="0" err="1">
                <a:solidFill>
                  <a:schemeClr val="tx1"/>
                </a:solidFill>
                <a:latin typeface="+mn-lt"/>
                <a:ea typeface="+mn-ea"/>
                <a:cs typeface="+mn-cs"/>
              </a:rPr>
              <a:t>Hetro</a:t>
            </a:r>
            <a:r>
              <a:rPr lang="en-US" sz="2000" b="1" dirty="0" err="1"/>
              <a:t>zygosit</a:t>
            </a:r>
            <a:endParaRPr lang="en-US" sz="2000" b="1"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id="{228EAA45-A6CE-4A15-B9D2-6CADB1E872B5}"/>
              </a:ext>
            </a:extLst>
          </p:cNvPr>
          <p:cNvSpPr txBox="1"/>
          <p:nvPr/>
        </p:nvSpPr>
        <p:spPr>
          <a:xfrm>
            <a:off x="7050189" y="2008283"/>
            <a:ext cx="5058228" cy="707886"/>
          </a:xfrm>
          <a:prstGeom prst="rect">
            <a:avLst/>
          </a:prstGeom>
          <a:noFill/>
        </p:spPr>
        <p:txBody>
          <a:bodyPr wrap="square" rtlCol="0">
            <a:spAutoFit/>
          </a:bodyPr>
          <a:lstStyle/>
          <a:p>
            <a:pPr algn="r"/>
            <a:r>
              <a:rPr lang="ar-AE" sz="2000" b="1" dirty="0"/>
              <a:t>حتى اقيس التباين بين شخصين لازم اشوف الاختلافات بتسلسل النيوكليتيدات بينهم </a:t>
            </a:r>
            <a:endParaRPr lang="en-US" sz="2000"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B7972F20-8EF1-4B11-A858-50808016F708}"/>
              </a:ext>
            </a:extLst>
          </p:cNvPr>
          <p:cNvSpPr txBox="1"/>
          <p:nvPr/>
        </p:nvSpPr>
        <p:spPr>
          <a:xfrm>
            <a:off x="1262744" y="4910201"/>
            <a:ext cx="4376056" cy="1200329"/>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ونادرا ما يصير عندي اختلاف ويتاثر الطراز الشكلي ليش؟؟ لانه اغلب هاي الاختلافات رح تكون بالمناطق الي مارح تترجم زي الانترونات ونادرا ما يكون الاختلاف موجود بالاكسونز</a:t>
            </a:r>
            <a:endParaRPr lang="en-US" sz="18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499D5355-B503-4449-ACBC-B52D87C06BB1}"/>
                  </a:ext>
                </a:extLst>
              </p14:cNvPr>
              <p14:cNvContentPartPr/>
              <p14:nvPr/>
            </p14:nvContentPartPr>
            <p14:xfrm>
              <a:off x="7032966" y="1542669"/>
              <a:ext cx="2166840" cy="520920"/>
            </p14:xfrm>
          </p:contentPart>
        </mc:Choice>
        <mc:Fallback xmlns="">
          <p:pic>
            <p:nvPicPr>
              <p:cNvPr id="18" name="Ink 17">
                <a:extLst>
                  <a:ext uri="{FF2B5EF4-FFF2-40B4-BE49-F238E27FC236}">
                    <a16:creationId xmlns:a16="http://schemas.microsoft.com/office/drawing/2014/main" id="{499D5355-B503-4449-ACBC-B52D87C06BB1}"/>
                  </a:ext>
                </a:extLst>
              </p:cNvPr>
              <p:cNvPicPr/>
              <p:nvPr/>
            </p:nvPicPr>
            <p:blipFill>
              <a:blip r:embed="rId4"/>
              <a:stretch>
                <a:fillRect/>
              </a:stretch>
            </p:blipFill>
            <p:spPr>
              <a:xfrm>
                <a:off x="7015326" y="1525017"/>
                <a:ext cx="2202480" cy="556585"/>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5" name="Ink 24">
                <a:extLst>
                  <a:ext uri="{FF2B5EF4-FFF2-40B4-BE49-F238E27FC236}">
                    <a16:creationId xmlns:a16="http://schemas.microsoft.com/office/drawing/2014/main" id="{83A47E6C-6331-49C4-8FBA-954BCA39E7E4}"/>
                  </a:ext>
                </a:extLst>
              </p14:cNvPr>
              <p14:cNvContentPartPr/>
              <p14:nvPr/>
            </p14:nvContentPartPr>
            <p14:xfrm>
              <a:off x="6192726" y="1591269"/>
              <a:ext cx="493200" cy="554400"/>
            </p14:xfrm>
          </p:contentPart>
        </mc:Choice>
        <mc:Fallback xmlns="">
          <p:pic>
            <p:nvPicPr>
              <p:cNvPr id="25" name="Ink 24">
                <a:extLst>
                  <a:ext uri="{FF2B5EF4-FFF2-40B4-BE49-F238E27FC236}">
                    <a16:creationId xmlns:a16="http://schemas.microsoft.com/office/drawing/2014/main" id="{83A47E6C-6331-49C4-8FBA-954BCA39E7E4}"/>
                  </a:ext>
                </a:extLst>
              </p:cNvPr>
              <p:cNvPicPr/>
              <p:nvPr/>
            </p:nvPicPr>
            <p:blipFill>
              <a:blip r:embed="rId6"/>
              <a:stretch>
                <a:fillRect/>
              </a:stretch>
            </p:blipFill>
            <p:spPr>
              <a:xfrm>
                <a:off x="6175086" y="1573281"/>
                <a:ext cx="528840" cy="59001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9" name="Ink 28">
                <a:extLst>
                  <a:ext uri="{FF2B5EF4-FFF2-40B4-BE49-F238E27FC236}">
                    <a16:creationId xmlns:a16="http://schemas.microsoft.com/office/drawing/2014/main" id="{CEACDECE-BBC4-41DA-B412-3DC8E5FC2D4C}"/>
                  </a:ext>
                </a:extLst>
              </p14:cNvPr>
              <p14:cNvContentPartPr/>
              <p14:nvPr/>
            </p14:nvContentPartPr>
            <p14:xfrm>
              <a:off x="6940806" y="4399269"/>
              <a:ext cx="400320" cy="70560"/>
            </p14:xfrm>
          </p:contentPart>
        </mc:Choice>
        <mc:Fallback xmlns="">
          <p:pic>
            <p:nvPicPr>
              <p:cNvPr id="29" name="Ink 28">
                <a:extLst>
                  <a:ext uri="{FF2B5EF4-FFF2-40B4-BE49-F238E27FC236}">
                    <a16:creationId xmlns:a16="http://schemas.microsoft.com/office/drawing/2014/main" id="{CEACDECE-BBC4-41DA-B412-3DC8E5FC2D4C}"/>
                  </a:ext>
                </a:extLst>
              </p:cNvPr>
              <p:cNvPicPr/>
              <p:nvPr/>
            </p:nvPicPr>
            <p:blipFill>
              <a:blip r:embed="rId8"/>
              <a:stretch>
                <a:fillRect/>
              </a:stretch>
            </p:blipFill>
            <p:spPr>
              <a:xfrm>
                <a:off x="6922806" y="4381629"/>
                <a:ext cx="43596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2" name="Ink 31">
                <a:extLst>
                  <a:ext uri="{FF2B5EF4-FFF2-40B4-BE49-F238E27FC236}">
                    <a16:creationId xmlns:a16="http://schemas.microsoft.com/office/drawing/2014/main" id="{3182BACA-BECD-4E62-9793-6FD57AF09240}"/>
                  </a:ext>
                </a:extLst>
              </p14:cNvPr>
              <p14:cNvContentPartPr/>
              <p14:nvPr/>
            </p14:nvContentPartPr>
            <p14:xfrm>
              <a:off x="6859446" y="4664229"/>
              <a:ext cx="2892960" cy="614520"/>
            </p14:xfrm>
          </p:contentPart>
        </mc:Choice>
        <mc:Fallback xmlns="">
          <p:pic>
            <p:nvPicPr>
              <p:cNvPr id="32" name="Ink 31">
                <a:extLst>
                  <a:ext uri="{FF2B5EF4-FFF2-40B4-BE49-F238E27FC236}">
                    <a16:creationId xmlns:a16="http://schemas.microsoft.com/office/drawing/2014/main" id="{3182BACA-BECD-4E62-9793-6FD57AF09240}"/>
                  </a:ext>
                </a:extLst>
              </p:cNvPr>
              <p:cNvPicPr/>
              <p:nvPr/>
            </p:nvPicPr>
            <p:blipFill>
              <a:blip r:embed="rId10"/>
              <a:stretch>
                <a:fillRect/>
              </a:stretch>
            </p:blipFill>
            <p:spPr>
              <a:xfrm>
                <a:off x="6841446" y="4646579"/>
                <a:ext cx="2928600" cy="650181"/>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3" name="Ink 32">
                <a:extLst>
                  <a:ext uri="{FF2B5EF4-FFF2-40B4-BE49-F238E27FC236}">
                    <a16:creationId xmlns:a16="http://schemas.microsoft.com/office/drawing/2014/main" id="{35B9A29F-F276-48DD-A0ED-54DE3D2B9B12}"/>
                  </a:ext>
                </a:extLst>
              </p14:cNvPr>
              <p14:cNvContentPartPr/>
              <p14:nvPr/>
            </p14:nvContentPartPr>
            <p14:xfrm>
              <a:off x="5470206" y="4766469"/>
              <a:ext cx="807480" cy="1390320"/>
            </p14:xfrm>
          </p:contentPart>
        </mc:Choice>
        <mc:Fallback xmlns="">
          <p:pic>
            <p:nvPicPr>
              <p:cNvPr id="33" name="Ink 32">
                <a:extLst>
                  <a:ext uri="{FF2B5EF4-FFF2-40B4-BE49-F238E27FC236}">
                    <a16:creationId xmlns:a16="http://schemas.microsoft.com/office/drawing/2014/main" id="{35B9A29F-F276-48DD-A0ED-54DE3D2B9B12}"/>
                  </a:ext>
                </a:extLst>
              </p:cNvPr>
              <p:cNvPicPr/>
              <p:nvPr/>
            </p:nvPicPr>
            <p:blipFill>
              <a:blip r:embed="rId12"/>
              <a:stretch>
                <a:fillRect/>
              </a:stretch>
            </p:blipFill>
            <p:spPr>
              <a:xfrm>
                <a:off x="5452206" y="4748829"/>
                <a:ext cx="843120" cy="1425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4" name="Ink 33">
                <a:extLst>
                  <a:ext uri="{FF2B5EF4-FFF2-40B4-BE49-F238E27FC236}">
                    <a16:creationId xmlns:a16="http://schemas.microsoft.com/office/drawing/2014/main" id="{5214AC56-2BC6-47C7-8572-22B56AB3041F}"/>
                  </a:ext>
                </a:extLst>
              </p14:cNvPr>
              <p14:cNvContentPartPr/>
              <p14:nvPr/>
            </p14:nvContentPartPr>
            <p14:xfrm>
              <a:off x="9136806" y="5618229"/>
              <a:ext cx="2739960" cy="524160"/>
            </p14:xfrm>
          </p:contentPart>
        </mc:Choice>
        <mc:Fallback xmlns="">
          <p:pic>
            <p:nvPicPr>
              <p:cNvPr id="34" name="Ink 33">
                <a:extLst>
                  <a:ext uri="{FF2B5EF4-FFF2-40B4-BE49-F238E27FC236}">
                    <a16:creationId xmlns:a16="http://schemas.microsoft.com/office/drawing/2014/main" id="{5214AC56-2BC6-47C7-8572-22B56AB3041F}"/>
                  </a:ext>
                </a:extLst>
              </p:cNvPr>
              <p:cNvPicPr/>
              <p:nvPr/>
            </p:nvPicPr>
            <p:blipFill>
              <a:blip r:embed="rId14"/>
              <a:stretch>
                <a:fillRect/>
              </a:stretch>
            </p:blipFill>
            <p:spPr>
              <a:xfrm>
                <a:off x="9119166" y="5600589"/>
                <a:ext cx="2775600" cy="559800"/>
              </a:xfrm>
              <a:prstGeom prst="rect">
                <a:avLst/>
              </a:prstGeom>
            </p:spPr>
          </p:pic>
        </mc:Fallback>
      </mc:AlternateContent>
    </p:spTree>
    <p:extLst>
      <p:ext uri="{BB962C8B-B14F-4D97-AF65-F5344CB8AC3E}">
        <p14:creationId xmlns:p14="http://schemas.microsoft.com/office/powerpoint/2010/main" val="1872468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387E98-F9D5-4782-9B86-BB7E533BCBE0}"/>
              </a:ext>
            </a:extLst>
          </p:cNvPr>
          <p:cNvSpPr/>
          <p:nvPr/>
        </p:nvSpPr>
        <p:spPr>
          <a:xfrm>
            <a:off x="0" y="334649"/>
            <a:ext cx="6096000" cy="1631216"/>
          </a:xfrm>
          <a:prstGeom prst="rect">
            <a:avLst/>
          </a:prstGeom>
        </p:spPr>
        <p:txBody>
          <a:bodyPr>
            <a:spAutoFit/>
          </a:bodyPr>
          <a:lstStyle/>
          <a:p>
            <a:endParaRPr lang="en-US" sz="1000" b="1" i="0" u="none" strike="noStrike" baseline="0" dirty="0">
              <a:solidFill>
                <a:srgbClr val="000000"/>
              </a:solidFill>
              <a:latin typeface="Wingdings" panose="05000000000000000000" pitchFamily="2" charset="2"/>
            </a:endParaRP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Some phenotypic variation does not result from genetic differences among individuals, but rather from environmental influences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Only genetically determined variation can have evolutionary consequences</a:t>
            </a:r>
          </a:p>
        </p:txBody>
      </p:sp>
      <p:sp>
        <p:nvSpPr>
          <p:cNvPr id="5" name="Rectangle 4">
            <a:extLst>
              <a:ext uri="{FF2B5EF4-FFF2-40B4-BE49-F238E27FC236}">
                <a16:creationId xmlns:a16="http://schemas.microsoft.com/office/drawing/2014/main" id="{3DAD3547-5381-479D-AFD7-7ACAF0A6060C}"/>
              </a:ext>
            </a:extLst>
          </p:cNvPr>
          <p:cNvSpPr/>
          <p:nvPr/>
        </p:nvSpPr>
        <p:spPr>
          <a:xfrm>
            <a:off x="0" y="2254033"/>
            <a:ext cx="6096000" cy="1508105"/>
          </a:xfrm>
          <a:prstGeom prst="rect">
            <a:avLst/>
          </a:prstGeom>
        </p:spPr>
        <p:txBody>
          <a:bodyPr>
            <a:spAutoFit/>
          </a:bodyPr>
          <a:lstStyle/>
          <a:p>
            <a:r>
              <a:rPr lang="en-US" sz="2000" b="1" i="0" u="none" strike="noStrike" baseline="0" dirty="0">
                <a:solidFill>
                  <a:srgbClr val="000000"/>
                </a:solidFill>
                <a:latin typeface="Arial" panose="020B0604020202020204" pitchFamily="34" charset="0"/>
              </a:rPr>
              <a:t>Sources of Genetic Variation</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New genes and alleles can arise by mutation or gene duplication</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Sexual reproduction can result in genetic variation by recombining existing alleles</a:t>
            </a:r>
          </a:p>
        </p:txBody>
      </p:sp>
      <p:sp>
        <p:nvSpPr>
          <p:cNvPr id="6" name="Rectangle 5">
            <a:extLst>
              <a:ext uri="{FF2B5EF4-FFF2-40B4-BE49-F238E27FC236}">
                <a16:creationId xmlns:a16="http://schemas.microsoft.com/office/drawing/2014/main" id="{4D3B8074-31F2-490C-ADCD-FDEAD3E2EF3C}"/>
              </a:ext>
            </a:extLst>
          </p:cNvPr>
          <p:cNvSpPr/>
          <p:nvPr/>
        </p:nvSpPr>
        <p:spPr>
          <a:xfrm>
            <a:off x="116114" y="4111992"/>
            <a:ext cx="6096000" cy="2062103"/>
          </a:xfrm>
          <a:prstGeom prst="rect">
            <a:avLst/>
          </a:prstGeom>
        </p:spPr>
        <p:txBody>
          <a:bodyPr>
            <a:spAutoFit/>
          </a:bodyPr>
          <a:lstStyle/>
          <a:p>
            <a:r>
              <a:rPr lang="en-US" sz="2000" b="1" i="1" u="none" strike="noStrike" baseline="0" dirty="0">
                <a:solidFill>
                  <a:srgbClr val="000000"/>
                </a:solidFill>
                <a:latin typeface="Arial" panose="020B0604020202020204" pitchFamily="34" charset="0"/>
              </a:rPr>
              <a:t>Formation of New Alleles</a:t>
            </a:r>
            <a:endParaRPr lang="en-US" sz="2000" b="1" i="0" u="none" strike="noStrike" baseline="0" dirty="0">
              <a:solidFill>
                <a:srgbClr val="000000"/>
              </a:solidFill>
              <a:latin typeface="Arial" panose="020B0604020202020204" pitchFamily="34" charset="0"/>
            </a:endParaRP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New alleles arise by mutation, a change in the nucleotide sequence of DNA</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Only mutations in cells that produce gametes can be passed to offspring</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A point mutation is a change in a single nucleotide in a DNA sequence</a:t>
            </a:r>
          </a:p>
        </p:txBody>
      </p:sp>
      <p:sp>
        <p:nvSpPr>
          <p:cNvPr id="2" name="TextBox 1">
            <a:extLst>
              <a:ext uri="{FF2B5EF4-FFF2-40B4-BE49-F238E27FC236}">
                <a16:creationId xmlns:a16="http://schemas.microsoft.com/office/drawing/2014/main" id="{F91C7738-F22E-4AAC-99F7-55E0645EBA67}"/>
              </a:ext>
            </a:extLst>
          </p:cNvPr>
          <p:cNvSpPr txBox="1"/>
          <p:nvPr/>
        </p:nvSpPr>
        <p:spPr>
          <a:xfrm>
            <a:off x="7402285" y="334649"/>
            <a:ext cx="4434114"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زي ما حكينا قبل مش بس الطراز الجيني باثر بالطراز الشكلي لا وممكن الطراز الشكلي يتاثر بالعوامل البيئية</a:t>
            </a:r>
            <a:endParaRPr lang="en-US" sz="18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FA6E3F1B-11B7-4D22-9081-504A66EBA126}"/>
              </a:ext>
            </a:extLst>
          </p:cNvPr>
          <p:cNvSpPr txBox="1"/>
          <p:nvPr/>
        </p:nvSpPr>
        <p:spPr>
          <a:xfrm>
            <a:off x="5914572" y="1007668"/>
            <a:ext cx="6096000"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بس مارح يصير عندي تطور بهالحالة لانه فقط التباين والاختلاف الي رح يصير بالطراز الجيني رح يعمل تطور ليش؟ لانه رح يتورث</a:t>
            </a:r>
            <a:endParaRPr lang="en-US" sz="1800" b="1" kern="1200" dirty="0">
              <a:solidFill>
                <a:schemeClr val="tx1"/>
              </a:solidFill>
              <a:latin typeface="+mn-lt"/>
              <a:ea typeface="+mn-ea"/>
              <a:cs typeface="+mn-cs"/>
            </a:endParaRPr>
          </a:p>
        </p:txBody>
      </p:sp>
      <p:sp>
        <p:nvSpPr>
          <p:cNvPr id="7" name="TextBox 6">
            <a:extLst>
              <a:ext uri="{FF2B5EF4-FFF2-40B4-BE49-F238E27FC236}">
                <a16:creationId xmlns:a16="http://schemas.microsoft.com/office/drawing/2014/main" id="{25B81CDD-CCAD-4EEF-A3EC-BBD5356DB896}"/>
              </a:ext>
            </a:extLst>
          </p:cNvPr>
          <p:cNvSpPr txBox="1"/>
          <p:nvPr/>
        </p:nvSpPr>
        <p:spPr>
          <a:xfrm>
            <a:off x="5834743" y="2328997"/>
            <a:ext cx="6255658"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طيب هون رح نحكي عن مصادر التباين او التنوع الجيني </a:t>
            </a:r>
            <a:endParaRPr lang="en-US" sz="1800" b="1"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id="{E302469F-F536-403D-9FA6-59190EDF5BD7}"/>
              </a:ext>
            </a:extLst>
          </p:cNvPr>
          <p:cNvSpPr txBox="1"/>
          <p:nvPr/>
        </p:nvSpPr>
        <p:spPr>
          <a:xfrm>
            <a:off x="6212115" y="2746696"/>
            <a:ext cx="5798458"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1-ممكن تنشأ عن جينات جديدة عن طريق الطفرت او التضاعف الجيني</a:t>
            </a:r>
            <a:endParaRPr lang="en-US" sz="2000"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15B7C4DF-E716-4436-8412-6AA119B0763E}"/>
              </a:ext>
            </a:extLst>
          </p:cNvPr>
          <p:cNvSpPr txBox="1"/>
          <p:nvPr/>
        </p:nvSpPr>
        <p:spPr>
          <a:xfrm>
            <a:off x="6342743" y="3483794"/>
            <a:ext cx="5667829"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2-عن طريق التكاثر الجنسي لانه بهاي الطريقة رح يصير عنا عبور جيني وبالتالي رح يصير جينات جديدة</a:t>
            </a:r>
            <a:endParaRPr lang="en-US" sz="2000" b="1" kern="1200"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E6B6DB83-4992-4654-B9BD-7F15FA6C50FF}"/>
              </a:ext>
            </a:extLst>
          </p:cNvPr>
          <p:cNvSpPr txBox="1"/>
          <p:nvPr/>
        </p:nvSpPr>
        <p:spPr>
          <a:xfrm>
            <a:off x="7242628" y="4432625"/>
            <a:ext cx="4564743"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زي ماحكينا قبل التغييرات في الجينات بتصير عن طريق الطفرات او تغيير في التسلسل للنيوكليوتيد</a:t>
            </a:r>
            <a:endParaRPr lang="en-US" sz="2000" b="1" kern="1200" dirty="0">
              <a:solidFill>
                <a:schemeClr val="tx1"/>
              </a:solidFill>
              <a:latin typeface="+mn-lt"/>
              <a:ea typeface="+mn-ea"/>
              <a:cs typeface="+mn-cs"/>
            </a:endParaRPr>
          </a:p>
        </p:txBody>
      </p:sp>
      <p:sp>
        <p:nvSpPr>
          <p:cNvPr id="11" name="TextBox 10">
            <a:extLst>
              <a:ext uri="{FF2B5EF4-FFF2-40B4-BE49-F238E27FC236}">
                <a16:creationId xmlns:a16="http://schemas.microsoft.com/office/drawing/2014/main" id="{F7417F37-98E0-4421-9D03-1FB1694AAB4D}"/>
              </a:ext>
            </a:extLst>
          </p:cNvPr>
          <p:cNvSpPr txBox="1"/>
          <p:nvPr/>
        </p:nvSpPr>
        <p:spPr>
          <a:xfrm>
            <a:off x="7242629" y="5246914"/>
            <a:ext cx="4782458"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والطفرات الي تتورث فقط الطفرات التي تحدث في الجاميتات هاي نقطة مهمة جدااا</a:t>
            </a:r>
            <a:endParaRPr lang="en-US" sz="2000" b="1" kern="1200" dirty="0">
              <a:solidFill>
                <a:schemeClr val="tx1"/>
              </a:solidFill>
              <a:latin typeface="+mn-lt"/>
              <a:ea typeface="+mn-ea"/>
              <a:cs typeface="+mn-cs"/>
            </a:endParaRPr>
          </a:p>
        </p:txBody>
      </p:sp>
      <p:sp>
        <p:nvSpPr>
          <p:cNvPr id="12" name="TextBox 11">
            <a:extLst>
              <a:ext uri="{FF2B5EF4-FFF2-40B4-BE49-F238E27FC236}">
                <a16:creationId xmlns:a16="http://schemas.microsoft.com/office/drawing/2014/main" id="{5A1EC51A-B96D-4876-AA4A-6881271EFFB1}"/>
              </a:ext>
            </a:extLst>
          </p:cNvPr>
          <p:cNvSpPr txBox="1"/>
          <p:nvPr/>
        </p:nvSpPr>
        <p:spPr>
          <a:xfrm>
            <a:off x="7910287" y="5984012"/>
            <a:ext cx="4100285"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وتعريف الطفرة النقطية هي عبارة عن تغير في نيوكليوتيد واحد فقط في تسلسل الحمض النووي</a:t>
            </a:r>
            <a:endParaRPr lang="en-US" sz="18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02DAC935-0AF9-4537-8C4E-0003A537D4CC}"/>
                  </a:ext>
                </a:extLst>
              </p14:cNvPr>
              <p14:cNvContentPartPr/>
              <p14:nvPr/>
            </p14:nvContentPartPr>
            <p14:xfrm>
              <a:off x="11935446" y="2816349"/>
              <a:ext cx="109800" cy="120240"/>
            </p14:xfrm>
          </p:contentPart>
        </mc:Choice>
        <mc:Fallback xmlns="">
          <p:pic>
            <p:nvPicPr>
              <p:cNvPr id="13" name="Ink 12">
                <a:extLst>
                  <a:ext uri="{FF2B5EF4-FFF2-40B4-BE49-F238E27FC236}">
                    <a16:creationId xmlns:a16="http://schemas.microsoft.com/office/drawing/2014/main" id="{02DAC935-0AF9-4537-8C4E-0003A537D4CC}"/>
                  </a:ext>
                </a:extLst>
              </p:cNvPr>
              <p:cNvPicPr/>
              <p:nvPr/>
            </p:nvPicPr>
            <p:blipFill>
              <a:blip r:embed="rId3"/>
              <a:stretch>
                <a:fillRect/>
              </a:stretch>
            </p:blipFill>
            <p:spPr>
              <a:xfrm>
                <a:off x="11917806" y="2798709"/>
                <a:ext cx="1454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8E338B32-FEBE-44C4-B4AF-8A576D28D554}"/>
                  </a:ext>
                </a:extLst>
              </p14:cNvPr>
              <p14:cNvContentPartPr/>
              <p14:nvPr/>
            </p14:nvContentPartPr>
            <p14:xfrm>
              <a:off x="11992326" y="3598269"/>
              <a:ext cx="128520" cy="118080"/>
            </p14:xfrm>
          </p:contentPart>
        </mc:Choice>
        <mc:Fallback xmlns="">
          <p:pic>
            <p:nvPicPr>
              <p:cNvPr id="14" name="Ink 13">
                <a:extLst>
                  <a:ext uri="{FF2B5EF4-FFF2-40B4-BE49-F238E27FC236}">
                    <a16:creationId xmlns:a16="http://schemas.microsoft.com/office/drawing/2014/main" id="{8E338B32-FEBE-44C4-B4AF-8A576D28D554}"/>
                  </a:ext>
                </a:extLst>
              </p:cNvPr>
              <p:cNvPicPr/>
              <p:nvPr/>
            </p:nvPicPr>
            <p:blipFill>
              <a:blip r:embed="rId5"/>
              <a:stretch>
                <a:fillRect/>
              </a:stretch>
            </p:blipFill>
            <p:spPr>
              <a:xfrm>
                <a:off x="11974686" y="3580269"/>
                <a:ext cx="1641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DD7341D2-A14F-4225-9676-C460529C2187}"/>
                  </a:ext>
                </a:extLst>
              </p14:cNvPr>
              <p14:cNvContentPartPr/>
              <p14:nvPr/>
            </p14:nvContentPartPr>
            <p14:xfrm>
              <a:off x="9363246" y="5825589"/>
              <a:ext cx="1314000" cy="78480"/>
            </p14:xfrm>
          </p:contentPart>
        </mc:Choice>
        <mc:Fallback xmlns="">
          <p:pic>
            <p:nvPicPr>
              <p:cNvPr id="15" name="Ink 14">
                <a:extLst>
                  <a:ext uri="{FF2B5EF4-FFF2-40B4-BE49-F238E27FC236}">
                    <a16:creationId xmlns:a16="http://schemas.microsoft.com/office/drawing/2014/main" id="{DD7341D2-A14F-4225-9676-C460529C2187}"/>
                  </a:ext>
                </a:extLst>
              </p:cNvPr>
              <p:cNvPicPr/>
              <p:nvPr/>
            </p:nvPicPr>
            <p:blipFill>
              <a:blip r:embed="rId7"/>
              <a:stretch>
                <a:fillRect/>
              </a:stretch>
            </p:blipFill>
            <p:spPr>
              <a:xfrm>
                <a:off x="9345246" y="5807949"/>
                <a:ext cx="13496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D05BB382-2EEA-4DCC-A6C1-E122664EF398}"/>
                  </a:ext>
                </a:extLst>
              </p14:cNvPr>
              <p14:cNvContentPartPr/>
              <p14:nvPr/>
            </p14:nvContentPartPr>
            <p14:xfrm>
              <a:off x="8190366" y="5942229"/>
              <a:ext cx="251640" cy="580320"/>
            </p14:xfrm>
          </p:contentPart>
        </mc:Choice>
        <mc:Fallback xmlns="">
          <p:pic>
            <p:nvPicPr>
              <p:cNvPr id="16" name="Ink 15">
                <a:extLst>
                  <a:ext uri="{FF2B5EF4-FFF2-40B4-BE49-F238E27FC236}">
                    <a16:creationId xmlns:a16="http://schemas.microsoft.com/office/drawing/2014/main" id="{D05BB382-2EEA-4DCC-A6C1-E122664EF398}"/>
                  </a:ext>
                </a:extLst>
              </p:cNvPr>
              <p:cNvPicPr/>
              <p:nvPr/>
            </p:nvPicPr>
            <p:blipFill>
              <a:blip r:embed="rId9"/>
              <a:stretch>
                <a:fillRect/>
              </a:stretch>
            </p:blipFill>
            <p:spPr>
              <a:xfrm>
                <a:off x="8172726" y="5924589"/>
                <a:ext cx="287280" cy="615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84B9B572-E372-41AA-9125-E6056E359E22}"/>
                  </a:ext>
                </a:extLst>
              </p14:cNvPr>
              <p14:cNvContentPartPr/>
              <p14:nvPr/>
            </p14:nvContentPartPr>
            <p14:xfrm>
              <a:off x="11862726" y="6023589"/>
              <a:ext cx="195120" cy="538560"/>
            </p14:xfrm>
          </p:contentPart>
        </mc:Choice>
        <mc:Fallback xmlns="">
          <p:pic>
            <p:nvPicPr>
              <p:cNvPr id="17" name="Ink 16">
                <a:extLst>
                  <a:ext uri="{FF2B5EF4-FFF2-40B4-BE49-F238E27FC236}">
                    <a16:creationId xmlns:a16="http://schemas.microsoft.com/office/drawing/2014/main" id="{84B9B572-E372-41AA-9125-E6056E359E22}"/>
                  </a:ext>
                </a:extLst>
              </p:cNvPr>
              <p:cNvPicPr/>
              <p:nvPr/>
            </p:nvPicPr>
            <p:blipFill>
              <a:blip r:embed="rId11"/>
              <a:stretch>
                <a:fillRect/>
              </a:stretch>
            </p:blipFill>
            <p:spPr>
              <a:xfrm>
                <a:off x="11845086" y="6005949"/>
                <a:ext cx="230760" cy="574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E06B96C8-92C7-47E8-8FC1-0E1CF7794724}"/>
                  </a:ext>
                </a:extLst>
              </p14:cNvPr>
              <p14:cNvContentPartPr/>
              <p14:nvPr/>
            </p14:nvContentPartPr>
            <p14:xfrm>
              <a:off x="3473646" y="2117589"/>
              <a:ext cx="301320" cy="311760"/>
            </p14:xfrm>
          </p:contentPart>
        </mc:Choice>
        <mc:Fallback xmlns="">
          <p:pic>
            <p:nvPicPr>
              <p:cNvPr id="23" name="Ink 22">
                <a:extLst>
                  <a:ext uri="{FF2B5EF4-FFF2-40B4-BE49-F238E27FC236}">
                    <a16:creationId xmlns:a16="http://schemas.microsoft.com/office/drawing/2014/main" id="{E06B96C8-92C7-47E8-8FC1-0E1CF7794724}"/>
                  </a:ext>
                </a:extLst>
              </p:cNvPr>
              <p:cNvPicPr/>
              <p:nvPr/>
            </p:nvPicPr>
            <p:blipFill>
              <a:blip r:embed="rId13"/>
              <a:stretch>
                <a:fillRect/>
              </a:stretch>
            </p:blipFill>
            <p:spPr>
              <a:xfrm>
                <a:off x="3455646" y="2099949"/>
                <a:ext cx="336960" cy="347400"/>
              </a:xfrm>
              <a:prstGeom prst="rect">
                <a:avLst/>
              </a:prstGeom>
            </p:spPr>
          </p:pic>
        </mc:Fallback>
      </mc:AlternateContent>
      <p:sp>
        <p:nvSpPr>
          <p:cNvPr id="24" name="Rectangle 23">
            <a:extLst>
              <a:ext uri="{FF2B5EF4-FFF2-40B4-BE49-F238E27FC236}">
                <a16:creationId xmlns:a16="http://schemas.microsoft.com/office/drawing/2014/main" id="{EE5A398C-BD1B-4D64-B772-531336E7FE2B}"/>
              </a:ext>
            </a:extLst>
          </p:cNvPr>
          <p:cNvSpPr/>
          <p:nvPr/>
        </p:nvSpPr>
        <p:spPr>
          <a:xfrm>
            <a:off x="0" y="8331"/>
            <a:ext cx="12192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453FF58-6D77-4A97-A5D8-A7195C7877FB}"/>
              </a:ext>
            </a:extLst>
          </p:cNvPr>
          <p:cNvSpPr txBox="1"/>
          <p:nvPr/>
        </p:nvSpPr>
        <p:spPr>
          <a:xfrm>
            <a:off x="0" y="46481"/>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2222425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BB365C-A430-40FB-B454-5798B3C4626E}"/>
              </a:ext>
            </a:extLst>
          </p:cNvPr>
          <p:cNvSpPr/>
          <p:nvPr/>
        </p:nvSpPr>
        <p:spPr>
          <a:xfrm>
            <a:off x="0" y="167122"/>
            <a:ext cx="6096000" cy="1908215"/>
          </a:xfrm>
          <a:prstGeom prst="rect">
            <a:avLst/>
          </a:prstGeom>
        </p:spPr>
        <p:txBody>
          <a:bodyPr>
            <a:spAutoFit/>
          </a:bodyPr>
          <a:lstStyle/>
          <a:p>
            <a:endParaRPr lang="en-US" sz="1000" b="1" i="0" u="none" strike="noStrike" baseline="0" dirty="0">
              <a:solidFill>
                <a:srgbClr val="000000"/>
              </a:solidFill>
              <a:latin typeface="Arial" panose="020B0604020202020204" pitchFamily="34" charset="0"/>
            </a:endParaRPr>
          </a:p>
          <a:p>
            <a:r>
              <a:rPr lang="en-US" b="1" dirty="0">
                <a:solidFill>
                  <a:srgbClr val="000000"/>
                </a:solidFill>
                <a:latin typeface="Arial" panose="020B0604020202020204" pitchFamily="34" charset="0"/>
              </a:rPr>
              <a:t>The effects of point mutations can vary</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Mutations that alter the phenotype are often harmful</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Harmful mutations can be hidden from selection in recessive alleles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Mutations that result in a change in phenotype are sometimes, though rarely, beneficial</a:t>
            </a:r>
          </a:p>
        </p:txBody>
      </p:sp>
      <p:sp>
        <p:nvSpPr>
          <p:cNvPr id="5" name="Rectangle 4">
            <a:extLst>
              <a:ext uri="{FF2B5EF4-FFF2-40B4-BE49-F238E27FC236}">
                <a16:creationId xmlns:a16="http://schemas.microsoft.com/office/drawing/2014/main" id="{7CE2FF61-D94F-4F70-970B-683E996C131A}"/>
              </a:ext>
            </a:extLst>
          </p:cNvPr>
          <p:cNvSpPr/>
          <p:nvPr/>
        </p:nvSpPr>
        <p:spPr>
          <a:xfrm>
            <a:off x="0" y="2075337"/>
            <a:ext cx="6096000" cy="1908215"/>
          </a:xfrm>
          <a:prstGeom prst="rect">
            <a:avLst/>
          </a:prstGeom>
        </p:spPr>
        <p:txBody>
          <a:bodyPr>
            <a:spAutoFit/>
          </a:bodyPr>
          <a:lstStyle/>
          <a:p>
            <a:endParaRPr lang="en-US" sz="1000" b="1" i="0" u="none" strike="noStrike" baseline="0" dirty="0">
              <a:solidFill>
                <a:srgbClr val="000000"/>
              </a:solidFill>
              <a:latin typeface="Arial" panose="020B0604020202020204" pitchFamily="34" charset="0"/>
            </a:endParaRPr>
          </a:p>
          <a:p>
            <a:r>
              <a:rPr lang="en-US" b="1" dirty="0">
                <a:solidFill>
                  <a:srgbClr val="000000"/>
                </a:solidFill>
                <a:latin typeface="Arial" panose="020B0604020202020204" pitchFamily="34" charset="0"/>
              </a:rPr>
              <a:t>The effects of point mutations can vary</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Point mutations in noncoding regions generally result in neutral variation, conferring no selective advantage or disadvantage</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Mutations to genes can be neutral because of redundancy in the genetic code</a:t>
            </a:r>
          </a:p>
        </p:txBody>
      </p:sp>
      <p:sp>
        <p:nvSpPr>
          <p:cNvPr id="6" name="Rectangle 5">
            <a:extLst>
              <a:ext uri="{FF2B5EF4-FFF2-40B4-BE49-F238E27FC236}">
                <a16:creationId xmlns:a16="http://schemas.microsoft.com/office/drawing/2014/main" id="{B4B91312-D381-4C2D-BA76-5887BFAB2FA7}"/>
              </a:ext>
            </a:extLst>
          </p:cNvPr>
          <p:cNvSpPr/>
          <p:nvPr/>
        </p:nvSpPr>
        <p:spPr>
          <a:xfrm>
            <a:off x="0" y="3983552"/>
            <a:ext cx="6096000" cy="3170099"/>
          </a:xfrm>
          <a:prstGeom prst="rect">
            <a:avLst/>
          </a:prstGeom>
        </p:spPr>
        <p:txBody>
          <a:bodyPr>
            <a:spAutoFit/>
          </a:bodyPr>
          <a:lstStyle/>
          <a:p>
            <a:r>
              <a:rPr lang="en-US" sz="2000" b="1" i="1" u="none" strike="noStrike" baseline="0" dirty="0">
                <a:solidFill>
                  <a:srgbClr val="000000"/>
                </a:solidFill>
                <a:latin typeface="Arial" panose="020B0604020202020204" pitchFamily="34" charset="0"/>
              </a:rPr>
              <a:t>Altering Gene Number or Position</a:t>
            </a:r>
            <a:endParaRPr lang="en-US" sz="2000" b="1" i="0" u="none" strike="noStrike" baseline="0" dirty="0">
              <a:solidFill>
                <a:srgbClr val="000000"/>
              </a:solidFill>
              <a:latin typeface="Arial" panose="020B0604020202020204" pitchFamily="34" charset="0"/>
            </a:endParaRP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Chromosomal mutations that delete, disrupt, or rearrange many loci are typically harmful</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Duplication of small pieces of DNA increases genome size and is usually less harmful</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Duplicated genes can take on new functions by further mutation</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An ancestral odor-detecting gene has been duplicated many times: Humans have 380 copies of the gene, and mice have 1,200</a:t>
            </a:r>
          </a:p>
          <a:p>
            <a:endParaRPr lang="en-US" b="1" dirty="0">
              <a:solidFill>
                <a:srgbClr val="000000"/>
              </a:solidFill>
              <a:latin typeface="Arial" panose="020B0604020202020204" pitchFamily="34" charset="0"/>
            </a:endParaRPr>
          </a:p>
        </p:txBody>
      </p:sp>
      <p:sp>
        <p:nvSpPr>
          <p:cNvPr id="2" name="TextBox 1">
            <a:extLst>
              <a:ext uri="{FF2B5EF4-FFF2-40B4-BE49-F238E27FC236}">
                <a16:creationId xmlns:a16="http://schemas.microsoft.com/office/drawing/2014/main" id="{FA666A76-484F-4497-8A4E-7249844EB90B}"/>
              </a:ext>
            </a:extLst>
          </p:cNvPr>
          <p:cNvSpPr txBox="1"/>
          <p:nvPr/>
        </p:nvSpPr>
        <p:spPr>
          <a:xfrm>
            <a:off x="5892801" y="515257"/>
            <a:ext cx="6096000"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اثار الطفرة النقطية ممكن بتأثر فالطراز الشكلي واغلب هاي الطفرات تعتبر ضارة ,نادرا ما يكون منها مفيد</a:t>
            </a:r>
            <a:endParaRPr lang="en-US" sz="20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502DD932-D996-4D95-B546-3B83163353F9}"/>
              </a:ext>
            </a:extLst>
          </p:cNvPr>
          <p:cNvSpPr txBox="1"/>
          <p:nvPr/>
        </p:nvSpPr>
        <p:spPr>
          <a:xfrm>
            <a:off x="7641772" y="2141682"/>
            <a:ext cx="4492171" cy="923330"/>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وهاد بسسب انه ممكن الطفرة تكون زي ماحكينا بالمناطق الغير مشفرة زي الانترونات فالطفرة هون ما بتأثر لا سلبي ولا ايجابي</a:t>
            </a:r>
            <a:endParaRPr lang="en-US" sz="1800" b="1" kern="1200" dirty="0">
              <a:solidFill>
                <a:schemeClr val="tx1"/>
              </a:solidFill>
              <a:latin typeface="+mn-lt"/>
              <a:ea typeface="+mn-ea"/>
              <a:cs typeface="+mn-cs"/>
            </a:endParaRPr>
          </a:p>
        </p:txBody>
      </p:sp>
      <p:sp>
        <p:nvSpPr>
          <p:cNvPr id="7" name="TextBox 6">
            <a:extLst>
              <a:ext uri="{FF2B5EF4-FFF2-40B4-BE49-F238E27FC236}">
                <a16:creationId xmlns:a16="http://schemas.microsoft.com/office/drawing/2014/main" id="{B099EE7A-1C95-4BE3-A163-4E9DA35B366F}"/>
              </a:ext>
            </a:extLst>
          </p:cNvPr>
          <p:cNvSpPr txBox="1"/>
          <p:nvPr/>
        </p:nvSpPr>
        <p:spPr>
          <a:xfrm>
            <a:off x="7424058" y="3065012"/>
            <a:ext cx="4709885" cy="923330"/>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وممكن الطفرة تكون بالمناطق المكررة زي ماحكينا بالشباتر الي قبل انه حجم الجينوم تبعنا كبير بسبب المناطق المكررة فالطفرة بهاي المناطق ما بتعمل ضرر</a:t>
            </a:r>
            <a:endParaRPr lang="en-US" sz="1800" b="1"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id="{B1289C86-C1F2-4791-BCC8-45052063A993}"/>
              </a:ext>
            </a:extLst>
          </p:cNvPr>
          <p:cNvSpPr txBox="1"/>
          <p:nvPr/>
        </p:nvSpPr>
        <p:spPr>
          <a:xfrm>
            <a:off x="6858001" y="4274457"/>
            <a:ext cx="5130800" cy="923330"/>
          </a:xfrm>
          <a:prstGeom prst="rect">
            <a:avLst/>
          </a:prstGeom>
          <a:noFill/>
        </p:spPr>
        <p:txBody>
          <a:bodyPr wrap="square" rtlCol="0">
            <a:spAutoFit/>
          </a:bodyPr>
          <a:lstStyle/>
          <a:p>
            <a:pPr algn="r"/>
            <a:r>
              <a:rPr lang="ar-AE" b="1" dirty="0"/>
              <a:t>هون الوضع بختلف لانه هون الطفرات نوعها رح يكون بالكروموسوم نفسه يا بصير حذف يا تغيير موقع وهكذا واغلب هاي الطفرات ضار</a:t>
            </a:r>
            <a:endParaRPr lang="en-US" sz="1800"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4267A3C2-7EF2-4DD3-BFD5-387EB316D2FC}"/>
              </a:ext>
            </a:extLst>
          </p:cNvPr>
          <p:cNvSpPr txBox="1"/>
          <p:nvPr/>
        </p:nvSpPr>
        <p:spPr>
          <a:xfrm>
            <a:off x="6255659" y="5214658"/>
            <a:ext cx="5733142"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اما لما يكون تأثير الطفرة انها بس تعمل تكرار فالبتالي رح تكون اقل ضرر ليش؟ لانها رح تزيد فقط حجم الجينوم</a:t>
            </a:r>
            <a:endParaRPr lang="en-US" sz="2000" b="1" kern="1200"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867B41A6-9667-4D8C-80B8-CEB483358F23}"/>
              </a:ext>
            </a:extLst>
          </p:cNvPr>
          <p:cNvSpPr txBox="1"/>
          <p:nvPr/>
        </p:nvSpPr>
        <p:spPr>
          <a:xfrm>
            <a:off x="5936343" y="5939415"/>
            <a:ext cx="6255657"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هون بحكيلنا مثال على تكرار الجينات فمثلا الجين المسؤول عن الرائحة عنا منه 380 نسخة اما الفئران عندهم 1200 نسخة</a:t>
            </a:r>
            <a:endParaRPr lang="en-US" sz="20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C097BC85-BE53-4A05-B006-954E5015791F}"/>
                  </a:ext>
                </a:extLst>
              </p14:cNvPr>
              <p14:cNvContentPartPr/>
              <p14:nvPr/>
            </p14:nvContentPartPr>
            <p14:xfrm>
              <a:off x="7916766" y="2769154"/>
              <a:ext cx="987480" cy="52920"/>
            </p14:xfrm>
          </p:contentPart>
        </mc:Choice>
        <mc:Fallback xmlns="">
          <p:pic>
            <p:nvPicPr>
              <p:cNvPr id="11" name="Ink 10">
                <a:extLst>
                  <a:ext uri="{FF2B5EF4-FFF2-40B4-BE49-F238E27FC236}">
                    <a16:creationId xmlns:a16="http://schemas.microsoft.com/office/drawing/2014/main" id="{C097BC85-BE53-4A05-B006-954E5015791F}"/>
                  </a:ext>
                </a:extLst>
              </p:cNvPr>
              <p:cNvPicPr/>
              <p:nvPr/>
            </p:nvPicPr>
            <p:blipFill>
              <a:blip r:embed="rId3"/>
              <a:stretch>
                <a:fillRect/>
              </a:stretch>
            </p:blipFill>
            <p:spPr>
              <a:xfrm>
                <a:off x="7899126" y="2751154"/>
                <a:ext cx="10231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DF58E243-79EA-44CB-8C31-C52F35040EC7}"/>
                  </a:ext>
                </a:extLst>
              </p14:cNvPr>
              <p14:cNvContentPartPr/>
              <p14:nvPr/>
            </p14:nvContentPartPr>
            <p14:xfrm>
              <a:off x="11565006" y="3080914"/>
              <a:ext cx="318240" cy="11880"/>
            </p14:xfrm>
          </p:contentPart>
        </mc:Choice>
        <mc:Fallback xmlns="">
          <p:pic>
            <p:nvPicPr>
              <p:cNvPr id="12" name="Ink 11">
                <a:extLst>
                  <a:ext uri="{FF2B5EF4-FFF2-40B4-BE49-F238E27FC236}">
                    <a16:creationId xmlns:a16="http://schemas.microsoft.com/office/drawing/2014/main" id="{DF58E243-79EA-44CB-8C31-C52F35040EC7}"/>
                  </a:ext>
                </a:extLst>
              </p:cNvPr>
              <p:cNvPicPr/>
              <p:nvPr/>
            </p:nvPicPr>
            <p:blipFill>
              <a:blip r:embed="rId5"/>
              <a:stretch>
                <a:fillRect/>
              </a:stretch>
            </p:blipFill>
            <p:spPr>
              <a:xfrm>
                <a:off x="11547006" y="3062914"/>
                <a:ext cx="353880" cy="47520"/>
              </a:xfrm>
              <a:prstGeom prst="rect">
                <a:avLst/>
              </a:prstGeom>
            </p:spPr>
          </p:pic>
        </mc:Fallback>
      </mc:AlternateContent>
      <p:sp>
        <p:nvSpPr>
          <p:cNvPr id="13" name="Rectangle 12">
            <a:extLst>
              <a:ext uri="{FF2B5EF4-FFF2-40B4-BE49-F238E27FC236}">
                <a16:creationId xmlns:a16="http://schemas.microsoft.com/office/drawing/2014/main" id="{D1B927FC-2C92-4647-B1B5-32D91474A7C1}"/>
              </a:ext>
            </a:extLst>
          </p:cNvPr>
          <p:cNvSpPr/>
          <p:nvPr/>
        </p:nvSpPr>
        <p:spPr>
          <a:xfrm>
            <a:off x="0" y="-37577"/>
            <a:ext cx="12133942" cy="4149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616D6FE-B9A2-4865-B476-B2F56F4B77CD}"/>
              </a:ext>
            </a:extLst>
          </p:cNvPr>
          <p:cNvSpPr txBox="1"/>
          <p:nvPr/>
        </p:nvSpPr>
        <p:spPr>
          <a:xfrm>
            <a:off x="217714" y="-47135"/>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379677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F763268-B6AF-446F-AB90-4425CE1EB17C}"/>
              </a:ext>
            </a:extLst>
          </p:cNvPr>
          <p:cNvSpPr/>
          <p:nvPr/>
        </p:nvSpPr>
        <p:spPr>
          <a:xfrm>
            <a:off x="0" y="445162"/>
            <a:ext cx="6096000" cy="2616101"/>
          </a:xfrm>
          <a:prstGeom prst="rect">
            <a:avLst/>
          </a:prstGeom>
        </p:spPr>
        <p:txBody>
          <a:bodyPr>
            <a:spAutoFit/>
          </a:bodyPr>
          <a:lstStyle/>
          <a:p>
            <a:r>
              <a:rPr lang="en-US" sz="2000" b="1" i="1" u="none" strike="noStrike" baseline="0" dirty="0">
                <a:solidFill>
                  <a:srgbClr val="000000"/>
                </a:solidFill>
                <a:latin typeface="Arial" panose="020B0604020202020204" pitchFamily="34" charset="0"/>
              </a:rPr>
              <a:t>Rapid Reproduction</a:t>
            </a:r>
            <a:endParaRPr lang="en-US" sz="2000" b="1" i="0" u="none" strike="noStrike" baseline="0" dirty="0">
              <a:solidFill>
                <a:srgbClr val="000000"/>
              </a:solidFill>
              <a:latin typeface="Arial" panose="020B0604020202020204" pitchFamily="34" charset="0"/>
            </a:endParaRP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Mutation rates are low in animals and plants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The average is about one mutation in every 100,000 genes per generation</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Mutation rates are often lower in prokaryotes, but short generation times allow mutations to accumulate rapidly</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Viruses have both high mutation rates and short generation times</a:t>
            </a:r>
          </a:p>
        </p:txBody>
      </p:sp>
      <p:sp>
        <p:nvSpPr>
          <p:cNvPr id="5" name="Rectangle 4">
            <a:extLst>
              <a:ext uri="{FF2B5EF4-FFF2-40B4-BE49-F238E27FC236}">
                <a16:creationId xmlns:a16="http://schemas.microsoft.com/office/drawing/2014/main" id="{B4F8780A-4610-44D3-8914-C8C7812DF32A}"/>
              </a:ext>
            </a:extLst>
          </p:cNvPr>
          <p:cNvSpPr/>
          <p:nvPr/>
        </p:nvSpPr>
        <p:spPr>
          <a:xfrm>
            <a:off x="0" y="3379452"/>
            <a:ext cx="6096000" cy="2062103"/>
          </a:xfrm>
          <a:prstGeom prst="rect">
            <a:avLst/>
          </a:prstGeom>
        </p:spPr>
        <p:txBody>
          <a:bodyPr>
            <a:spAutoFit/>
          </a:bodyPr>
          <a:lstStyle/>
          <a:p>
            <a:r>
              <a:rPr lang="en-US" sz="2000" b="1" i="1" u="none" strike="noStrike" baseline="0" dirty="0">
                <a:solidFill>
                  <a:srgbClr val="000000"/>
                </a:solidFill>
                <a:latin typeface="Arial" panose="020B0604020202020204" pitchFamily="34" charset="0"/>
              </a:rPr>
              <a:t>Sexual Reproduction</a:t>
            </a:r>
            <a:endParaRPr lang="en-US" sz="2000" b="1" i="0" u="none" strike="noStrike" baseline="0" dirty="0">
              <a:solidFill>
                <a:srgbClr val="000000"/>
              </a:solidFill>
              <a:latin typeface="Arial" panose="020B0604020202020204" pitchFamily="34" charset="0"/>
            </a:endParaRP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In organisms that reproduce sexually, most genetic variation results from recombination of alleles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Sexual reproduction can shuffle existing alleles into new combinations through three mechanisms: crossing over, independent assortment, and fertilization</a:t>
            </a:r>
          </a:p>
        </p:txBody>
      </p:sp>
      <p:sp>
        <p:nvSpPr>
          <p:cNvPr id="2" name="TextBox 1">
            <a:extLst>
              <a:ext uri="{FF2B5EF4-FFF2-40B4-BE49-F238E27FC236}">
                <a16:creationId xmlns:a16="http://schemas.microsoft.com/office/drawing/2014/main" id="{3581F087-A010-429D-9BE8-13A2831D1D71}"/>
              </a:ext>
            </a:extLst>
          </p:cNvPr>
          <p:cNvSpPr txBox="1"/>
          <p:nvPr/>
        </p:nvSpPr>
        <p:spPr>
          <a:xfrm>
            <a:off x="6988629" y="445162"/>
            <a:ext cx="5058228"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هون بدنا نحكي عن التكاثر السريع وشو تأثيره بالطفرات</a:t>
            </a:r>
            <a:endParaRPr lang="en-US" sz="18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BF222914-1E32-4061-B991-36A6121729E8}"/>
              </a:ext>
            </a:extLst>
          </p:cNvPr>
          <p:cNvSpPr txBox="1"/>
          <p:nvPr/>
        </p:nvSpPr>
        <p:spPr>
          <a:xfrm>
            <a:off x="5950857" y="814494"/>
            <a:ext cx="6096000"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معدل الطفرات في الحيوانات والنبات بطيء جدا يعني ممكن يصير عنا طفرة وحدة بين 1000 جين</a:t>
            </a:r>
            <a:endParaRPr lang="en-US" sz="1800" b="1" kern="1200" dirty="0">
              <a:solidFill>
                <a:schemeClr val="tx1"/>
              </a:solidFill>
              <a:latin typeface="+mn-lt"/>
              <a:ea typeface="+mn-ea"/>
              <a:cs typeface="+mn-cs"/>
            </a:endParaRPr>
          </a:p>
        </p:txBody>
      </p:sp>
      <p:sp>
        <p:nvSpPr>
          <p:cNvPr id="6" name="TextBox 5">
            <a:extLst>
              <a:ext uri="{FF2B5EF4-FFF2-40B4-BE49-F238E27FC236}">
                <a16:creationId xmlns:a16="http://schemas.microsoft.com/office/drawing/2014/main" id="{AD3F055B-3310-4005-A22D-ADFCC26617BC}"/>
              </a:ext>
            </a:extLst>
          </p:cNvPr>
          <p:cNvSpPr txBox="1"/>
          <p:nvPr/>
        </p:nvSpPr>
        <p:spPr>
          <a:xfrm>
            <a:off x="6890657" y="1496808"/>
            <a:ext cx="5254171" cy="923330"/>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عكس البكتيريا والفيروسات هدول عندهم معدل طفرات عالي جدا وعندهم اوقات جيل قصيرة زي بكورونا كل فترة كان يطلع متحور جديد هاد بسبب الطفرات السريعة وبسبب الوقت القصير لكل جيل</a:t>
            </a:r>
            <a:endParaRPr lang="en-US" sz="1800" b="1"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id="{250E0EBE-B108-4584-A21F-964122136680}"/>
              </a:ext>
            </a:extLst>
          </p:cNvPr>
          <p:cNvSpPr txBox="1"/>
          <p:nvPr/>
        </p:nvSpPr>
        <p:spPr>
          <a:xfrm>
            <a:off x="6270171" y="3105834"/>
            <a:ext cx="5776686"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نيجي على اخر موضوع بالكونسبت والي هو التكاثر الجنسي</a:t>
            </a:r>
            <a:endParaRPr lang="en-US" sz="1800"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6FAFDC23-6940-4F96-B2D0-A82D315FDE26}"/>
              </a:ext>
            </a:extLst>
          </p:cNvPr>
          <p:cNvSpPr txBox="1"/>
          <p:nvPr/>
        </p:nvSpPr>
        <p:spPr>
          <a:xfrm>
            <a:off x="7438572" y="3514531"/>
            <a:ext cx="4608285"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بدنا نعرف هون انه كل الكائنات الحية بتنتج اختلافات جينية كبيرة ليش؟بسبب اعادة ترتيب اللايلات فيها</a:t>
            </a:r>
            <a:endParaRPr lang="en-US" sz="1800" b="1" kern="1200"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13745008-2BA8-414D-95CE-798BC2EA3C7C}"/>
              </a:ext>
            </a:extLst>
          </p:cNvPr>
          <p:cNvSpPr txBox="1"/>
          <p:nvPr/>
        </p:nvSpPr>
        <p:spPr>
          <a:xfrm>
            <a:off x="7010399" y="4225837"/>
            <a:ext cx="5181601"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ممكن يصير عنا خلط او اعدة ترتيب للاليلات بثلاث اشكال</a:t>
            </a:r>
            <a:endParaRPr lang="en-US" sz="1800" b="1" kern="1200" dirty="0">
              <a:solidFill>
                <a:schemeClr val="tx1"/>
              </a:solidFill>
              <a:latin typeface="+mn-lt"/>
              <a:ea typeface="+mn-ea"/>
              <a:cs typeface="+mn-cs"/>
            </a:endParaRPr>
          </a:p>
        </p:txBody>
      </p:sp>
      <p:sp>
        <p:nvSpPr>
          <p:cNvPr id="11" name="TextBox 10">
            <a:extLst>
              <a:ext uri="{FF2B5EF4-FFF2-40B4-BE49-F238E27FC236}">
                <a16:creationId xmlns:a16="http://schemas.microsoft.com/office/drawing/2014/main" id="{105CA483-E521-49A9-BEBD-14470FD65ADF}"/>
              </a:ext>
            </a:extLst>
          </p:cNvPr>
          <p:cNvSpPr txBox="1"/>
          <p:nvPr/>
        </p:nvSpPr>
        <p:spPr>
          <a:xfrm>
            <a:off x="7786913" y="4726867"/>
            <a:ext cx="1828800" cy="369332"/>
          </a:xfrm>
          <a:prstGeom prst="rect">
            <a:avLst/>
          </a:prstGeom>
          <a:noFill/>
        </p:spPr>
        <p:txBody>
          <a:bodyPr wrap="square" rtlCol="0">
            <a:spAutoFit/>
          </a:bodyPr>
          <a:lstStyle/>
          <a:p>
            <a:r>
              <a:rPr lang="ar-AE" sz="1800" b="1" kern="1200" dirty="0">
                <a:solidFill>
                  <a:schemeClr val="tx1"/>
                </a:solidFill>
                <a:latin typeface="+mn-lt"/>
                <a:ea typeface="+mn-ea"/>
                <a:cs typeface="+mn-cs"/>
              </a:rPr>
              <a:t>1-</a:t>
            </a:r>
            <a:r>
              <a:rPr lang="en-US" sz="1800" b="1" kern="1200" dirty="0">
                <a:solidFill>
                  <a:schemeClr val="tx1"/>
                </a:solidFill>
                <a:latin typeface="+mn-lt"/>
                <a:ea typeface="+mn-ea"/>
                <a:cs typeface="+mn-cs"/>
              </a:rPr>
              <a:t>crossing over</a:t>
            </a:r>
          </a:p>
        </p:txBody>
      </p:sp>
      <p:sp>
        <p:nvSpPr>
          <p:cNvPr id="12" name="TextBox 11">
            <a:extLst>
              <a:ext uri="{FF2B5EF4-FFF2-40B4-BE49-F238E27FC236}">
                <a16:creationId xmlns:a16="http://schemas.microsoft.com/office/drawing/2014/main" id="{71164F33-E4F0-4289-AE61-E75FAC60A323}"/>
              </a:ext>
            </a:extLst>
          </p:cNvPr>
          <p:cNvSpPr txBox="1"/>
          <p:nvPr/>
        </p:nvSpPr>
        <p:spPr>
          <a:xfrm>
            <a:off x="7797800" y="5072223"/>
            <a:ext cx="2721428" cy="369332"/>
          </a:xfrm>
          <a:prstGeom prst="rect">
            <a:avLst/>
          </a:prstGeom>
          <a:noFill/>
        </p:spPr>
        <p:txBody>
          <a:bodyPr wrap="square" rtlCol="0">
            <a:spAutoFit/>
          </a:bodyPr>
          <a:lstStyle/>
          <a:p>
            <a:r>
              <a:rPr lang="en-US" sz="1800" b="1" kern="1200" dirty="0">
                <a:solidFill>
                  <a:schemeClr val="tx1"/>
                </a:solidFill>
                <a:latin typeface="+mn-lt"/>
                <a:ea typeface="+mn-ea"/>
                <a:cs typeface="+mn-cs"/>
              </a:rPr>
              <a:t>2-independent assortment</a:t>
            </a:r>
          </a:p>
        </p:txBody>
      </p:sp>
      <p:sp>
        <p:nvSpPr>
          <p:cNvPr id="13" name="TextBox 12">
            <a:extLst>
              <a:ext uri="{FF2B5EF4-FFF2-40B4-BE49-F238E27FC236}">
                <a16:creationId xmlns:a16="http://schemas.microsoft.com/office/drawing/2014/main" id="{4EEDDD2A-3E0A-4A97-8AB7-A018D725B139}"/>
              </a:ext>
            </a:extLst>
          </p:cNvPr>
          <p:cNvSpPr txBox="1"/>
          <p:nvPr/>
        </p:nvSpPr>
        <p:spPr>
          <a:xfrm>
            <a:off x="7830456" y="5388587"/>
            <a:ext cx="1828800" cy="369332"/>
          </a:xfrm>
          <a:prstGeom prst="rect">
            <a:avLst/>
          </a:prstGeom>
          <a:noFill/>
        </p:spPr>
        <p:txBody>
          <a:bodyPr wrap="square" rtlCol="0">
            <a:spAutoFit/>
          </a:bodyPr>
          <a:lstStyle/>
          <a:p>
            <a:r>
              <a:rPr lang="en-US" sz="1800" b="1" kern="1200" dirty="0">
                <a:solidFill>
                  <a:schemeClr val="tx1"/>
                </a:solidFill>
                <a:latin typeface="+mn-lt"/>
                <a:ea typeface="+mn-ea"/>
                <a:cs typeface="+mn-cs"/>
              </a:rPr>
              <a:t>3-fertillizaion</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DF591F09-DE07-4111-A145-25CBBBE15512}"/>
                  </a:ext>
                </a:extLst>
              </p14:cNvPr>
              <p14:cNvContentPartPr/>
              <p14:nvPr/>
            </p14:nvContentPartPr>
            <p14:xfrm>
              <a:off x="115206" y="750669"/>
              <a:ext cx="2392200" cy="60120"/>
            </p14:xfrm>
          </p:contentPart>
        </mc:Choice>
        <mc:Fallback xmlns="">
          <p:pic>
            <p:nvPicPr>
              <p:cNvPr id="7" name="Ink 6">
                <a:extLst>
                  <a:ext uri="{FF2B5EF4-FFF2-40B4-BE49-F238E27FC236}">
                    <a16:creationId xmlns:a16="http://schemas.microsoft.com/office/drawing/2014/main" id="{DF591F09-DE07-4111-A145-25CBBBE15512}"/>
                  </a:ext>
                </a:extLst>
              </p:cNvPr>
              <p:cNvPicPr/>
              <p:nvPr/>
            </p:nvPicPr>
            <p:blipFill>
              <a:blip r:embed="rId3"/>
              <a:stretch>
                <a:fillRect/>
              </a:stretch>
            </p:blipFill>
            <p:spPr>
              <a:xfrm>
                <a:off x="97206" y="733029"/>
                <a:ext cx="242784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B0BA57D6-06D8-49A5-8809-D6698B4F5D81}"/>
                  </a:ext>
                </a:extLst>
              </p14:cNvPr>
              <p14:cNvContentPartPr/>
              <p14:nvPr/>
            </p14:nvContentPartPr>
            <p14:xfrm>
              <a:off x="109446" y="3687549"/>
              <a:ext cx="2444400" cy="51480"/>
            </p14:xfrm>
          </p:contentPart>
        </mc:Choice>
        <mc:Fallback xmlns="">
          <p:pic>
            <p:nvPicPr>
              <p:cNvPr id="14" name="Ink 13">
                <a:extLst>
                  <a:ext uri="{FF2B5EF4-FFF2-40B4-BE49-F238E27FC236}">
                    <a16:creationId xmlns:a16="http://schemas.microsoft.com/office/drawing/2014/main" id="{B0BA57D6-06D8-49A5-8809-D6698B4F5D81}"/>
                  </a:ext>
                </a:extLst>
              </p:cNvPr>
              <p:cNvPicPr/>
              <p:nvPr/>
            </p:nvPicPr>
            <p:blipFill>
              <a:blip r:embed="rId5"/>
              <a:stretch>
                <a:fillRect/>
              </a:stretch>
            </p:blipFill>
            <p:spPr>
              <a:xfrm>
                <a:off x="91446" y="3669909"/>
                <a:ext cx="24800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BFF52976-C7CD-4F70-B4B4-C78D5F19BA80}"/>
                  </a:ext>
                </a:extLst>
              </p14:cNvPr>
              <p14:cNvContentPartPr/>
              <p14:nvPr/>
            </p14:nvContentPartPr>
            <p14:xfrm>
              <a:off x="7540206" y="4759989"/>
              <a:ext cx="178920" cy="1192320"/>
            </p14:xfrm>
          </p:contentPart>
        </mc:Choice>
        <mc:Fallback xmlns="">
          <p:pic>
            <p:nvPicPr>
              <p:cNvPr id="15" name="Ink 14">
                <a:extLst>
                  <a:ext uri="{FF2B5EF4-FFF2-40B4-BE49-F238E27FC236}">
                    <a16:creationId xmlns:a16="http://schemas.microsoft.com/office/drawing/2014/main" id="{BFF52976-C7CD-4F70-B4B4-C78D5F19BA80}"/>
                  </a:ext>
                </a:extLst>
              </p:cNvPr>
              <p:cNvPicPr/>
              <p:nvPr/>
            </p:nvPicPr>
            <p:blipFill>
              <a:blip r:embed="rId7"/>
              <a:stretch>
                <a:fillRect/>
              </a:stretch>
            </p:blipFill>
            <p:spPr>
              <a:xfrm>
                <a:off x="7522566" y="4742349"/>
                <a:ext cx="214560" cy="1227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36C5D4A5-E21B-4F77-8C62-C32665D654A5}"/>
                  </a:ext>
                </a:extLst>
              </p14:cNvPr>
              <p14:cNvContentPartPr/>
              <p14:nvPr/>
            </p14:nvContentPartPr>
            <p14:xfrm>
              <a:off x="8363166" y="5924949"/>
              <a:ext cx="830160" cy="505080"/>
            </p14:xfrm>
          </p:contentPart>
        </mc:Choice>
        <mc:Fallback xmlns="">
          <p:pic>
            <p:nvPicPr>
              <p:cNvPr id="20" name="Ink 19">
                <a:extLst>
                  <a:ext uri="{FF2B5EF4-FFF2-40B4-BE49-F238E27FC236}">
                    <a16:creationId xmlns:a16="http://schemas.microsoft.com/office/drawing/2014/main" id="{36C5D4A5-E21B-4F77-8C62-C32665D654A5}"/>
                  </a:ext>
                </a:extLst>
              </p:cNvPr>
              <p:cNvPicPr/>
              <p:nvPr/>
            </p:nvPicPr>
            <p:blipFill>
              <a:blip r:embed="rId9"/>
              <a:stretch>
                <a:fillRect/>
              </a:stretch>
            </p:blipFill>
            <p:spPr>
              <a:xfrm>
                <a:off x="8345526" y="5906949"/>
                <a:ext cx="865800" cy="540720"/>
              </a:xfrm>
              <a:prstGeom prst="rect">
                <a:avLst/>
              </a:prstGeom>
            </p:spPr>
          </p:pic>
        </mc:Fallback>
      </mc:AlternateContent>
      <p:sp>
        <p:nvSpPr>
          <p:cNvPr id="21" name="Rectangle 20">
            <a:extLst>
              <a:ext uri="{FF2B5EF4-FFF2-40B4-BE49-F238E27FC236}">
                <a16:creationId xmlns:a16="http://schemas.microsoft.com/office/drawing/2014/main" id="{365A888A-9638-4EDF-ACF3-0A5475954F4D}"/>
              </a:ext>
            </a:extLst>
          </p:cNvPr>
          <p:cNvSpPr/>
          <p:nvPr/>
        </p:nvSpPr>
        <p:spPr>
          <a:xfrm>
            <a:off x="0" y="-16795"/>
            <a:ext cx="12191999" cy="425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C2DA293-F1B9-4813-B75F-AEBEB7D5A674}"/>
              </a:ext>
            </a:extLst>
          </p:cNvPr>
          <p:cNvSpPr txBox="1"/>
          <p:nvPr/>
        </p:nvSpPr>
        <p:spPr>
          <a:xfrm>
            <a:off x="0" y="9069"/>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3860421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831EF9-5B3F-4196-8EF1-15578B4758F1}"/>
              </a:ext>
            </a:extLst>
          </p:cNvPr>
          <p:cNvSpPr/>
          <p:nvPr/>
        </p:nvSpPr>
        <p:spPr>
          <a:xfrm>
            <a:off x="0" y="329402"/>
            <a:ext cx="6096000" cy="1815882"/>
          </a:xfrm>
          <a:prstGeom prst="rect">
            <a:avLst/>
          </a:prstGeom>
        </p:spPr>
        <p:txBody>
          <a:bodyPr>
            <a:spAutoFit/>
          </a:bodyPr>
          <a:lstStyle/>
          <a:p>
            <a:r>
              <a:rPr lang="en-US" sz="2000" b="1" i="0" u="none" strike="noStrike" baseline="0" dirty="0">
                <a:solidFill>
                  <a:srgbClr val="000000"/>
                </a:solidFill>
                <a:latin typeface="Arial" panose="020B0604020202020204" pitchFamily="34" charset="0"/>
              </a:rPr>
              <a:t>Concept 23.2: The Hardy-Weinberg equation can be used to test whether a population is evolving</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Genetic variation is required for a population to evolve, but does not guarantee that it will</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One or more factors that cause evolution must be at work for a population to evolve</a:t>
            </a:r>
          </a:p>
        </p:txBody>
      </p:sp>
      <p:sp>
        <p:nvSpPr>
          <p:cNvPr id="5" name="Rectangle 4">
            <a:extLst>
              <a:ext uri="{FF2B5EF4-FFF2-40B4-BE49-F238E27FC236}">
                <a16:creationId xmlns:a16="http://schemas.microsoft.com/office/drawing/2014/main" id="{8A7D0ACA-6266-4063-86B0-87577BDBDC68}"/>
              </a:ext>
            </a:extLst>
          </p:cNvPr>
          <p:cNvSpPr/>
          <p:nvPr/>
        </p:nvSpPr>
        <p:spPr>
          <a:xfrm>
            <a:off x="0" y="2536448"/>
            <a:ext cx="6096000" cy="2062103"/>
          </a:xfrm>
          <a:prstGeom prst="rect">
            <a:avLst/>
          </a:prstGeom>
        </p:spPr>
        <p:txBody>
          <a:bodyPr>
            <a:spAutoFit/>
          </a:bodyPr>
          <a:lstStyle/>
          <a:p>
            <a:r>
              <a:rPr lang="en-US" sz="2000" b="1" i="0" u="none" strike="noStrike" baseline="0" dirty="0">
                <a:solidFill>
                  <a:srgbClr val="000000"/>
                </a:solidFill>
                <a:latin typeface="Arial" panose="020B0604020202020204" pitchFamily="34" charset="0"/>
              </a:rPr>
              <a:t>Gene Pools and Allele Frequencies</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A population is a localized group of individuals capable of interbreeding and producing fertile offspring</a:t>
            </a:r>
          </a:p>
          <a:p>
            <a:r>
              <a:rPr lang="en-US" b="1" dirty="0">
                <a:solidFill>
                  <a:srgbClr val="000000"/>
                </a:solidFill>
                <a:latin typeface="Wingdings" panose="05000000000000000000" pitchFamily="2" charset="2"/>
              </a:rPr>
              <a:t></a:t>
            </a:r>
            <a:r>
              <a:rPr lang="en-US" b="1" dirty="0">
                <a:solidFill>
                  <a:srgbClr val="000000"/>
                </a:solidFill>
                <a:latin typeface="Arial" panose="020B0604020202020204" pitchFamily="34" charset="0"/>
              </a:rPr>
              <a:t>Populations are not always geographically isolated, but individuals typically only breed with members of their own population</a:t>
            </a:r>
          </a:p>
        </p:txBody>
      </p:sp>
      <p:pic>
        <p:nvPicPr>
          <p:cNvPr id="6" name="Picture 5">
            <a:extLst>
              <a:ext uri="{FF2B5EF4-FFF2-40B4-BE49-F238E27FC236}">
                <a16:creationId xmlns:a16="http://schemas.microsoft.com/office/drawing/2014/main" id="{E15B0888-AD89-49FA-9BE7-90C9B72AD9D9}"/>
              </a:ext>
            </a:extLst>
          </p:cNvPr>
          <p:cNvPicPr>
            <a:picLocks noChangeAspect="1"/>
          </p:cNvPicPr>
          <p:nvPr/>
        </p:nvPicPr>
        <p:blipFill>
          <a:blip r:embed="rId2"/>
          <a:stretch>
            <a:fillRect/>
          </a:stretch>
        </p:blipFill>
        <p:spPr>
          <a:xfrm>
            <a:off x="6560332" y="3992632"/>
            <a:ext cx="5631668" cy="2865368"/>
          </a:xfrm>
          <a:prstGeom prst="rect">
            <a:avLst/>
          </a:prstGeom>
        </p:spPr>
      </p:pic>
      <p:sp>
        <p:nvSpPr>
          <p:cNvPr id="2" name="TextBox 1">
            <a:extLst>
              <a:ext uri="{FF2B5EF4-FFF2-40B4-BE49-F238E27FC236}">
                <a16:creationId xmlns:a16="http://schemas.microsoft.com/office/drawing/2014/main" id="{9709E255-DCEF-462B-B21B-777C10D820D9}"/>
              </a:ext>
            </a:extLst>
          </p:cNvPr>
          <p:cNvSpPr txBox="1"/>
          <p:nvPr/>
        </p:nvSpPr>
        <p:spPr>
          <a:xfrm>
            <a:off x="6444342" y="329402"/>
            <a:ext cx="5631668" cy="646331"/>
          </a:xfrm>
          <a:prstGeom prst="rect">
            <a:avLst/>
          </a:prstGeom>
          <a:noFill/>
        </p:spPr>
        <p:txBody>
          <a:bodyPr wrap="square" rtlCol="0">
            <a:spAutoFit/>
          </a:bodyPr>
          <a:lstStyle/>
          <a:p>
            <a:pPr algn="r"/>
            <a:r>
              <a:rPr lang="ar-AE" b="1" dirty="0"/>
              <a:t>طيب ان كيف بدي اعرف صار عندي تطور بالسكان او لا؟ عن طريق معادلة حطها عالم اسمه هاردي واينبرغ</a:t>
            </a:r>
            <a:endParaRPr lang="en-US" sz="18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C430F927-9381-41AC-8D05-24661C9AC8DA}"/>
              </a:ext>
            </a:extLst>
          </p:cNvPr>
          <p:cNvSpPr txBox="1"/>
          <p:nvPr/>
        </p:nvSpPr>
        <p:spPr>
          <a:xfrm>
            <a:off x="6901667" y="975733"/>
            <a:ext cx="5174343"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صار يحكي احنا ممكن يكون عنا تنوع بس ممكن ما نضمن حصول التطور لهيك حطلنا معادلة عن طريق نعرف</a:t>
            </a:r>
            <a:endParaRPr lang="en-US" sz="1800" b="1" kern="1200" dirty="0">
              <a:solidFill>
                <a:schemeClr val="tx1"/>
              </a:solidFill>
              <a:latin typeface="+mn-lt"/>
              <a:ea typeface="+mn-ea"/>
              <a:cs typeface="+mn-cs"/>
            </a:endParaRPr>
          </a:p>
        </p:txBody>
      </p:sp>
      <p:sp>
        <p:nvSpPr>
          <p:cNvPr id="7" name="TextBox 6">
            <a:extLst>
              <a:ext uri="{FF2B5EF4-FFF2-40B4-BE49-F238E27FC236}">
                <a16:creationId xmlns:a16="http://schemas.microsoft.com/office/drawing/2014/main" id="{3197C91F-F94A-44F9-B79F-78C76F91A772}"/>
              </a:ext>
            </a:extLst>
          </p:cNvPr>
          <p:cNvSpPr txBox="1"/>
          <p:nvPr/>
        </p:nvSpPr>
        <p:spPr>
          <a:xfrm>
            <a:off x="6560333" y="1655965"/>
            <a:ext cx="5305096"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لهيك لازم يكون عنا عامل و اكثر من العوامل الي بتسبب التطور موجودة</a:t>
            </a:r>
            <a:endParaRPr lang="en-US" sz="1800" b="1"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id="{38AED2F3-3B69-4739-A8FF-221358DF27C9}"/>
              </a:ext>
            </a:extLst>
          </p:cNvPr>
          <p:cNvSpPr txBox="1"/>
          <p:nvPr/>
        </p:nvSpPr>
        <p:spPr>
          <a:xfrm>
            <a:off x="6560332" y="2302296"/>
            <a:ext cx="5588249"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تعريف السكان مهم وهو السكان هم مجموعة من الافراد القادرين على التزاوج وانتاج ذرية خصبة</a:t>
            </a:r>
            <a:endParaRPr lang="en-US" sz="1800"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5CFDB3BE-6934-41F9-ADD1-293E2761CBEF}"/>
              </a:ext>
            </a:extLst>
          </p:cNvPr>
          <p:cNvSpPr txBox="1"/>
          <p:nvPr/>
        </p:nvSpPr>
        <p:spPr>
          <a:xfrm>
            <a:off x="7184696" y="2999269"/>
            <a:ext cx="4862285"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طبعا السكان مو دائما بكونو معزولين عن سكان غيرهم بس الافراد ممكن يتكاثرو فقط مع نوعهم</a:t>
            </a:r>
            <a:endParaRPr lang="en-US" sz="18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56FB9854-138F-427E-AE67-877D42BD1DAE}"/>
                  </a:ext>
                </a:extLst>
              </p14:cNvPr>
              <p14:cNvContentPartPr/>
              <p14:nvPr/>
            </p14:nvContentPartPr>
            <p14:xfrm>
              <a:off x="1977126" y="629709"/>
              <a:ext cx="3284280" cy="47160"/>
            </p14:xfrm>
          </p:contentPart>
        </mc:Choice>
        <mc:Fallback xmlns="">
          <p:pic>
            <p:nvPicPr>
              <p:cNvPr id="10" name="Ink 9">
                <a:extLst>
                  <a:ext uri="{FF2B5EF4-FFF2-40B4-BE49-F238E27FC236}">
                    <a16:creationId xmlns:a16="http://schemas.microsoft.com/office/drawing/2014/main" id="{56FB9854-138F-427E-AE67-877D42BD1DAE}"/>
                  </a:ext>
                </a:extLst>
              </p:cNvPr>
              <p:cNvPicPr/>
              <p:nvPr/>
            </p:nvPicPr>
            <p:blipFill>
              <a:blip r:embed="rId4"/>
              <a:stretch>
                <a:fillRect/>
              </a:stretch>
            </p:blipFill>
            <p:spPr>
              <a:xfrm>
                <a:off x="1959126" y="611709"/>
                <a:ext cx="3319920" cy="82800"/>
              </a:xfrm>
              <a:prstGeom prst="rect">
                <a:avLst/>
              </a:prstGeom>
            </p:spPr>
          </p:pic>
        </mc:Fallback>
      </mc:AlternateContent>
      <p:sp>
        <p:nvSpPr>
          <p:cNvPr id="11" name="Rectangle 10">
            <a:extLst>
              <a:ext uri="{FF2B5EF4-FFF2-40B4-BE49-F238E27FC236}">
                <a16:creationId xmlns:a16="http://schemas.microsoft.com/office/drawing/2014/main" id="{252ABD42-6219-4C94-AD35-8CC1CC2EB5BC}"/>
              </a:ext>
            </a:extLst>
          </p:cNvPr>
          <p:cNvSpPr/>
          <p:nvPr/>
        </p:nvSpPr>
        <p:spPr>
          <a:xfrm>
            <a:off x="1" y="8082"/>
            <a:ext cx="12191999" cy="321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D717EF2-7D28-4D9B-9884-21B72C72498B}"/>
              </a:ext>
            </a:extLst>
          </p:cNvPr>
          <p:cNvSpPr txBox="1"/>
          <p:nvPr/>
        </p:nvSpPr>
        <p:spPr>
          <a:xfrm>
            <a:off x="-1" y="0"/>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3272184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F5B234-5EF6-4779-B2ED-4EAA2EE54F31}"/>
              </a:ext>
            </a:extLst>
          </p:cNvPr>
          <p:cNvSpPr/>
          <p:nvPr/>
        </p:nvSpPr>
        <p:spPr>
          <a:xfrm>
            <a:off x="0" y="196150"/>
            <a:ext cx="6096000" cy="2408352"/>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A gene pool consists of all the alleles for all loci in a population</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A locus is fixed if all individuals in a population are homozygous for the same allele</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If there are two or more alleles for a locus, diploid individuals may be either homozygous or heterozygous</a:t>
            </a:r>
          </a:p>
        </p:txBody>
      </p:sp>
      <p:pic>
        <p:nvPicPr>
          <p:cNvPr id="5" name="Picture 4">
            <a:extLst>
              <a:ext uri="{FF2B5EF4-FFF2-40B4-BE49-F238E27FC236}">
                <a16:creationId xmlns:a16="http://schemas.microsoft.com/office/drawing/2014/main" id="{F3039E5E-7FA1-4A19-926E-F48E3A1693B2}"/>
              </a:ext>
            </a:extLst>
          </p:cNvPr>
          <p:cNvPicPr>
            <a:picLocks noChangeAspect="1"/>
          </p:cNvPicPr>
          <p:nvPr/>
        </p:nvPicPr>
        <p:blipFill>
          <a:blip r:embed="rId2"/>
          <a:stretch>
            <a:fillRect/>
          </a:stretch>
        </p:blipFill>
        <p:spPr>
          <a:xfrm>
            <a:off x="9323645" y="2381364"/>
            <a:ext cx="2743438" cy="4214225"/>
          </a:xfrm>
          <a:prstGeom prst="rect">
            <a:avLst/>
          </a:prstGeom>
        </p:spPr>
      </p:pic>
      <p:sp>
        <p:nvSpPr>
          <p:cNvPr id="6" name="Rectangle 5">
            <a:extLst>
              <a:ext uri="{FF2B5EF4-FFF2-40B4-BE49-F238E27FC236}">
                <a16:creationId xmlns:a16="http://schemas.microsoft.com/office/drawing/2014/main" id="{D43A22B0-F586-488A-9327-CFAD8D4BB351}"/>
              </a:ext>
            </a:extLst>
          </p:cNvPr>
          <p:cNvSpPr/>
          <p:nvPr/>
        </p:nvSpPr>
        <p:spPr>
          <a:xfrm>
            <a:off x="0" y="2527678"/>
            <a:ext cx="6096000" cy="3331681"/>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frequency of an allele in a population can be calculated</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For diploid organisms, the total number of alleles at a locus is the total number of individuals times 2 </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total number of dominant alleles at a locus is two alleles for each homozygous dominant individual plus one allele for each heterozygous individual; the same logic applies for recessive alleles</a:t>
            </a:r>
          </a:p>
        </p:txBody>
      </p:sp>
      <p:sp>
        <p:nvSpPr>
          <p:cNvPr id="2" name="TextBox 1">
            <a:extLst>
              <a:ext uri="{FF2B5EF4-FFF2-40B4-BE49-F238E27FC236}">
                <a16:creationId xmlns:a16="http://schemas.microsoft.com/office/drawing/2014/main" id="{A8C0C027-44BA-4565-88A8-319C60538B49}"/>
              </a:ext>
            </a:extLst>
          </p:cNvPr>
          <p:cNvSpPr txBox="1"/>
          <p:nvPr/>
        </p:nvSpPr>
        <p:spPr>
          <a:xfrm>
            <a:off x="7380515" y="378525"/>
            <a:ext cx="4811485"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اهم اشي بهاي الفقرة نميز بين مصطلحين الي هم </a:t>
            </a:r>
            <a:endParaRPr lang="en-US" sz="20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C93C439E-428B-4F80-90FE-7F4338758571}"/>
              </a:ext>
            </a:extLst>
          </p:cNvPr>
          <p:cNvSpPr txBox="1"/>
          <p:nvPr/>
        </p:nvSpPr>
        <p:spPr>
          <a:xfrm>
            <a:off x="10238283" y="778635"/>
            <a:ext cx="1828800" cy="400110"/>
          </a:xfrm>
          <a:prstGeom prst="rect">
            <a:avLst/>
          </a:prstGeom>
          <a:noFill/>
        </p:spPr>
        <p:txBody>
          <a:bodyPr wrap="square" rtlCol="0">
            <a:spAutoFit/>
          </a:bodyPr>
          <a:lstStyle/>
          <a:p>
            <a:pPr algn="r"/>
            <a:r>
              <a:rPr lang="en-US" sz="2000" b="1" dirty="0"/>
              <a:t>loci</a:t>
            </a:r>
            <a:endParaRPr lang="en-US" sz="2000" b="1" kern="1200" dirty="0">
              <a:solidFill>
                <a:schemeClr val="tx1"/>
              </a:solidFill>
              <a:latin typeface="+mn-lt"/>
              <a:ea typeface="+mn-ea"/>
              <a:cs typeface="+mn-cs"/>
            </a:endParaRPr>
          </a:p>
        </p:txBody>
      </p:sp>
      <p:sp>
        <p:nvSpPr>
          <p:cNvPr id="7" name="TextBox 6">
            <a:extLst>
              <a:ext uri="{FF2B5EF4-FFF2-40B4-BE49-F238E27FC236}">
                <a16:creationId xmlns:a16="http://schemas.microsoft.com/office/drawing/2014/main" id="{70FDA220-5360-4D0E-B378-6D3147B88703}"/>
              </a:ext>
            </a:extLst>
          </p:cNvPr>
          <p:cNvSpPr txBox="1"/>
          <p:nvPr/>
        </p:nvSpPr>
        <p:spPr>
          <a:xfrm>
            <a:off x="10406743" y="778635"/>
            <a:ext cx="1828800" cy="400110"/>
          </a:xfrm>
          <a:prstGeom prst="rect">
            <a:avLst/>
          </a:prstGeom>
          <a:noFill/>
        </p:spPr>
        <p:txBody>
          <a:bodyPr wrap="square" rtlCol="0">
            <a:spAutoFit/>
          </a:bodyPr>
          <a:lstStyle/>
          <a:p>
            <a:r>
              <a:rPr lang="en-US" sz="2000" b="1" kern="1200" dirty="0">
                <a:solidFill>
                  <a:schemeClr val="tx1"/>
                </a:solidFill>
                <a:latin typeface="+mn-lt"/>
                <a:ea typeface="+mn-ea"/>
                <a:cs typeface="+mn-cs"/>
              </a:rPr>
              <a:t>Locus and</a:t>
            </a:r>
          </a:p>
        </p:txBody>
      </p:sp>
      <p:sp>
        <p:nvSpPr>
          <p:cNvPr id="8" name="TextBox 7">
            <a:extLst>
              <a:ext uri="{FF2B5EF4-FFF2-40B4-BE49-F238E27FC236}">
                <a16:creationId xmlns:a16="http://schemas.microsoft.com/office/drawing/2014/main" id="{D664FF8D-8507-4C04-A6E3-AEDEBCEFB91C}"/>
              </a:ext>
            </a:extLst>
          </p:cNvPr>
          <p:cNvSpPr txBox="1"/>
          <p:nvPr/>
        </p:nvSpPr>
        <p:spPr>
          <a:xfrm>
            <a:off x="7924800" y="1179889"/>
            <a:ext cx="3976914"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وبين مصطلحين كمان الي هم </a:t>
            </a:r>
            <a:endParaRPr lang="en-US" sz="2000"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C1B2208D-A381-49BC-BA01-093821B29BD0}"/>
              </a:ext>
            </a:extLst>
          </p:cNvPr>
          <p:cNvSpPr txBox="1"/>
          <p:nvPr/>
        </p:nvSpPr>
        <p:spPr>
          <a:xfrm>
            <a:off x="10608278" y="1578855"/>
            <a:ext cx="1828800" cy="400110"/>
          </a:xfrm>
          <a:prstGeom prst="rect">
            <a:avLst/>
          </a:prstGeom>
          <a:noFill/>
        </p:spPr>
        <p:txBody>
          <a:bodyPr wrap="square" rtlCol="0">
            <a:spAutoFit/>
          </a:bodyPr>
          <a:lstStyle/>
          <a:p>
            <a:r>
              <a:rPr lang="en-US" sz="2000" b="1" kern="1200" dirty="0">
                <a:solidFill>
                  <a:schemeClr val="tx1"/>
                </a:solidFill>
                <a:latin typeface="+mn-lt"/>
                <a:ea typeface="+mn-ea"/>
                <a:cs typeface="+mn-cs"/>
              </a:rPr>
              <a:t>homozygous</a:t>
            </a:r>
          </a:p>
        </p:txBody>
      </p:sp>
      <p:sp>
        <p:nvSpPr>
          <p:cNvPr id="10" name="TextBox 9">
            <a:extLst>
              <a:ext uri="{FF2B5EF4-FFF2-40B4-BE49-F238E27FC236}">
                <a16:creationId xmlns:a16="http://schemas.microsoft.com/office/drawing/2014/main" id="{86600403-0D8E-4776-A0B2-FA37AB8BF1C2}"/>
              </a:ext>
            </a:extLst>
          </p:cNvPr>
          <p:cNvSpPr txBox="1"/>
          <p:nvPr/>
        </p:nvSpPr>
        <p:spPr>
          <a:xfrm>
            <a:off x="8715828" y="1578855"/>
            <a:ext cx="2605315" cy="400110"/>
          </a:xfrm>
          <a:prstGeom prst="rect">
            <a:avLst/>
          </a:prstGeom>
          <a:noFill/>
        </p:spPr>
        <p:txBody>
          <a:bodyPr wrap="square" rtlCol="0">
            <a:spAutoFit/>
          </a:bodyPr>
          <a:lstStyle/>
          <a:p>
            <a:r>
              <a:rPr lang="en-US" sz="2000" b="1" kern="1200" dirty="0" err="1">
                <a:solidFill>
                  <a:schemeClr val="tx1"/>
                </a:solidFill>
                <a:latin typeface="+mn-lt"/>
                <a:ea typeface="+mn-ea"/>
                <a:cs typeface="+mn-cs"/>
              </a:rPr>
              <a:t>Hetrozygous</a:t>
            </a:r>
            <a:r>
              <a:rPr lang="en-US" sz="2000" b="1" kern="1200" dirty="0">
                <a:solidFill>
                  <a:schemeClr val="tx1"/>
                </a:solidFill>
                <a:latin typeface="+mn-lt"/>
                <a:ea typeface="+mn-ea"/>
                <a:cs typeface="+mn-cs"/>
              </a:rPr>
              <a:t> and</a:t>
            </a:r>
          </a:p>
        </p:txBody>
      </p:sp>
      <p:sp>
        <p:nvSpPr>
          <p:cNvPr id="11" name="TextBox 10">
            <a:extLst>
              <a:ext uri="{FF2B5EF4-FFF2-40B4-BE49-F238E27FC236}">
                <a16:creationId xmlns:a16="http://schemas.microsoft.com/office/drawing/2014/main" id="{13FE5F9D-6084-46F1-8013-E5145CD12F03}"/>
              </a:ext>
            </a:extLst>
          </p:cNvPr>
          <p:cNvSpPr txBox="1"/>
          <p:nvPr/>
        </p:nvSpPr>
        <p:spPr>
          <a:xfrm>
            <a:off x="5602515" y="3003468"/>
            <a:ext cx="4408714" cy="716148"/>
          </a:xfrm>
          <a:prstGeom prst="rect">
            <a:avLst/>
          </a:prstGeom>
          <a:noFill/>
        </p:spPr>
        <p:txBody>
          <a:bodyPr wrap="square" rtlCol="0">
            <a:spAutoFit/>
          </a:bodyPr>
          <a:lstStyle/>
          <a:p>
            <a:pPr algn="r"/>
            <a:r>
              <a:rPr lang="ar-AE" sz="2000" b="1" dirty="0"/>
              <a:t>لحتى احسب التردد للايل عن طريق بجمع الايليلات لموقع معين وبضربها ب2</a:t>
            </a:r>
            <a:endParaRPr lang="en-US" sz="2000" b="1" kern="1200" dirty="0">
              <a:solidFill>
                <a:schemeClr val="tx1"/>
              </a:solidFill>
              <a:latin typeface="+mn-lt"/>
              <a:ea typeface="+mn-ea"/>
              <a:cs typeface="+mn-cs"/>
            </a:endParaRPr>
          </a:p>
        </p:txBody>
      </p:sp>
      <p:sp>
        <p:nvSpPr>
          <p:cNvPr id="12" name="TextBox 11">
            <a:extLst>
              <a:ext uri="{FF2B5EF4-FFF2-40B4-BE49-F238E27FC236}">
                <a16:creationId xmlns:a16="http://schemas.microsoft.com/office/drawing/2014/main" id="{C4C27E42-F4B3-4B4B-ACEE-72C47E391B15}"/>
              </a:ext>
            </a:extLst>
          </p:cNvPr>
          <p:cNvSpPr txBox="1"/>
          <p:nvPr/>
        </p:nvSpPr>
        <p:spPr>
          <a:xfrm>
            <a:off x="6338817" y="3918527"/>
            <a:ext cx="3550825"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التوتل للاليلات السائدة بحالة ال</a:t>
            </a:r>
            <a:endParaRPr lang="en-US" sz="2000" b="1" kern="1200" dirty="0">
              <a:solidFill>
                <a:schemeClr val="tx1"/>
              </a:solidFill>
              <a:latin typeface="+mn-lt"/>
              <a:ea typeface="+mn-ea"/>
              <a:cs typeface="+mn-cs"/>
            </a:endParaRPr>
          </a:p>
        </p:txBody>
      </p:sp>
      <p:sp>
        <p:nvSpPr>
          <p:cNvPr id="14" name="TextBox 13">
            <a:extLst>
              <a:ext uri="{FF2B5EF4-FFF2-40B4-BE49-F238E27FC236}">
                <a16:creationId xmlns:a16="http://schemas.microsoft.com/office/drawing/2014/main" id="{B9C73642-E842-4179-B39E-9940A7AFD239}"/>
              </a:ext>
            </a:extLst>
          </p:cNvPr>
          <p:cNvSpPr txBox="1"/>
          <p:nvPr/>
        </p:nvSpPr>
        <p:spPr>
          <a:xfrm>
            <a:off x="7199829" y="4298611"/>
            <a:ext cx="1828800" cy="400110"/>
          </a:xfrm>
          <a:prstGeom prst="rect">
            <a:avLst/>
          </a:prstGeom>
          <a:noFill/>
        </p:spPr>
        <p:txBody>
          <a:bodyPr wrap="square" rtlCol="0">
            <a:spAutoFit/>
          </a:bodyPr>
          <a:lstStyle/>
          <a:p>
            <a:r>
              <a:rPr lang="en-US" sz="2000" b="1" kern="1200" dirty="0">
                <a:solidFill>
                  <a:schemeClr val="tx1"/>
                </a:solidFill>
                <a:latin typeface="+mn-lt"/>
                <a:ea typeface="+mn-ea"/>
                <a:cs typeface="+mn-cs"/>
              </a:rPr>
              <a:t>Homo=2</a:t>
            </a:r>
          </a:p>
        </p:txBody>
      </p:sp>
      <p:sp>
        <p:nvSpPr>
          <p:cNvPr id="15" name="TextBox 14">
            <a:extLst>
              <a:ext uri="{FF2B5EF4-FFF2-40B4-BE49-F238E27FC236}">
                <a16:creationId xmlns:a16="http://schemas.microsoft.com/office/drawing/2014/main" id="{0E672085-93FB-42DB-8989-5A52DE94761A}"/>
              </a:ext>
            </a:extLst>
          </p:cNvPr>
          <p:cNvSpPr txBox="1"/>
          <p:nvPr/>
        </p:nvSpPr>
        <p:spPr>
          <a:xfrm>
            <a:off x="7199829" y="4943030"/>
            <a:ext cx="1828800" cy="400110"/>
          </a:xfrm>
          <a:prstGeom prst="rect">
            <a:avLst/>
          </a:prstGeom>
          <a:noFill/>
        </p:spPr>
        <p:txBody>
          <a:bodyPr wrap="square" rtlCol="0">
            <a:spAutoFit/>
          </a:bodyPr>
          <a:lstStyle/>
          <a:p>
            <a:r>
              <a:rPr lang="en-US" sz="2000" b="1" kern="1200" dirty="0" err="1">
                <a:solidFill>
                  <a:schemeClr val="tx1"/>
                </a:solidFill>
                <a:latin typeface="+mn-lt"/>
                <a:ea typeface="+mn-ea"/>
                <a:cs typeface="+mn-cs"/>
              </a:rPr>
              <a:t>Hetro</a:t>
            </a:r>
            <a:r>
              <a:rPr lang="en-US" sz="2000" b="1" kern="1200" dirty="0">
                <a:solidFill>
                  <a:schemeClr val="tx1"/>
                </a:solidFill>
                <a:latin typeface="+mn-lt"/>
                <a:ea typeface="+mn-ea"/>
                <a:cs typeface="+mn-cs"/>
              </a:rPr>
              <a:t>=1</a:t>
            </a:r>
          </a:p>
        </p:txBody>
      </p:sp>
      <mc:AlternateContent xmlns:mc="http://schemas.openxmlformats.org/markup-compatibility/2006" xmlns:p14="http://schemas.microsoft.com/office/powerpoint/2010/main">
        <mc:Choice Requires="p14">
          <p:contentPart p14:bwMode="auto" r:id="rId3">
            <p14:nvContentPartPr>
              <p14:cNvPr id="23" name="Ink 22">
                <a:extLst>
                  <a:ext uri="{FF2B5EF4-FFF2-40B4-BE49-F238E27FC236}">
                    <a16:creationId xmlns:a16="http://schemas.microsoft.com/office/drawing/2014/main" id="{383C3A13-3D04-488D-99FE-54905925EDD0}"/>
                  </a:ext>
                </a:extLst>
              </p14:cNvPr>
              <p14:cNvContentPartPr/>
              <p14:nvPr/>
            </p14:nvContentPartPr>
            <p14:xfrm>
              <a:off x="7234566" y="623949"/>
              <a:ext cx="3051720" cy="636120"/>
            </p14:xfrm>
          </p:contentPart>
        </mc:Choice>
        <mc:Fallback xmlns="">
          <p:pic>
            <p:nvPicPr>
              <p:cNvPr id="23" name="Ink 22">
                <a:extLst>
                  <a:ext uri="{FF2B5EF4-FFF2-40B4-BE49-F238E27FC236}">
                    <a16:creationId xmlns:a16="http://schemas.microsoft.com/office/drawing/2014/main" id="{383C3A13-3D04-488D-99FE-54905925EDD0}"/>
                  </a:ext>
                </a:extLst>
              </p:cNvPr>
              <p:cNvPicPr/>
              <p:nvPr/>
            </p:nvPicPr>
            <p:blipFill>
              <a:blip r:embed="rId4"/>
              <a:stretch>
                <a:fillRect/>
              </a:stretch>
            </p:blipFill>
            <p:spPr>
              <a:xfrm>
                <a:off x="7216924" y="605959"/>
                <a:ext cx="3087364" cy="6717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6" name="Ink 25">
                <a:extLst>
                  <a:ext uri="{FF2B5EF4-FFF2-40B4-BE49-F238E27FC236}">
                    <a16:creationId xmlns:a16="http://schemas.microsoft.com/office/drawing/2014/main" id="{89B13D2B-E1E5-4056-BF5B-E503052D4C82}"/>
                  </a:ext>
                </a:extLst>
              </p14:cNvPr>
              <p14:cNvContentPartPr/>
              <p14:nvPr/>
            </p14:nvContentPartPr>
            <p14:xfrm>
              <a:off x="11697486" y="1116069"/>
              <a:ext cx="386280" cy="276480"/>
            </p14:xfrm>
          </p:contentPart>
        </mc:Choice>
        <mc:Fallback xmlns="">
          <p:pic>
            <p:nvPicPr>
              <p:cNvPr id="26" name="Ink 25">
                <a:extLst>
                  <a:ext uri="{FF2B5EF4-FFF2-40B4-BE49-F238E27FC236}">
                    <a16:creationId xmlns:a16="http://schemas.microsoft.com/office/drawing/2014/main" id="{89B13D2B-E1E5-4056-BF5B-E503052D4C82}"/>
                  </a:ext>
                </a:extLst>
              </p:cNvPr>
              <p:cNvPicPr/>
              <p:nvPr/>
            </p:nvPicPr>
            <p:blipFill>
              <a:blip r:embed="rId6"/>
              <a:stretch>
                <a:fillRect/>
              </a:stretch>
            </p:blipFill>
            <p:spPr>
              <a:xfrm>
                <a:off x="11679486" y="1098429"/>
                <a:ext cx="42192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0" name="Ink 29">
                <a:extLst>
                  <a:ext uri="{FF2B5EF4-FFF2-40B4-BE49-F238E27FC236}">
                    <a16:creationId xmlns:a16="http://schemas.microsoft.com/office/drawing/2014/main" id="{BA46DDB6-216D-43AD-B835-F5F7B69C7B22}"/>
                  </a:ext>
                </a:extLst>
              </p14:cNvPr>
              <p14:cNvContentPartPr/>
              <p14:nvPr/>
            </p14:nvContentPartPr>
            <p14:xfrm>
              <a:off x="10511646" y="1081149"/>
              <a:ext cx="608040" cy="237600"/>
            </p14:xfrm>
          </p:contentPart>
        </mc:Choice>
        <mc:Fallback xmlns="">
          <p:pic>
            <p:nvPicPr>
              <p:cNvPr id="30" name="Ink 29">
                <a:extLst>
                  <a:ext uri="{FF2B5EF4-FFF2-40B4-BE49-F238E27FC236}">
                    <a16:creationId xmlns:a16="http://schemas.microsoft.com/office/drawing/2014/main" id="{BA46DDB6-216D-43AD-B835-F5F7B69C7B22}"/>
                  </a:ext>
                </a:extLst>
              </p:cNvPr>
              <p:cNvPicPr/>
              <p:nvPr/>
            </p:nvPicPr>
            <p:blipFill>
              <a:blip r:embed="rId8"/>
              <a:stretch>
                <a:fillRect/>
              </a:stretch>
            </p:blipFill>
            <p:spPr>
              <a:xfrm>
                <a:off x="10493657" y="1063509"/>
                <a:ext cx="643659"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6" name="Ink 35">
                <a:extLst>
                  <a:ext uri="{FF2B5EF4-FFF2-40B4-BE49-F238E27FC236}">
                    <a16:creationId xmlns:a16="http://schemas.microsoft.com/office/drawing/2014/main" id="{1320661F-D9FD-4B5C-AC25-F2A78F3F1323}"/>
                  </a:ext>
                </a:extLst>
              </p14:cNvPr>
              <p14:cNvContentPartPr/>
              <p14:nvPr/>
            </p14:nvContentPartPr>
            <p14:xfrm>
              <a:off x="10805046" y="1944069"/>
              <a:ext cx="1108440" cy="2361600"/>
            </p14:xfrm>
          </p:contentPart>
        </mc:Choice>
        <mc:Fallback xmlns="">
          <p:pic>
            <p:nvPicPr>
              <p:cNvPr id="36" name="Ink 35">
                <a:extLst>
                  <a:ext uri="{FF2B5EF4-FFF2-40B4-BE49-F238E27FC236}">
                    <a16:creationId xmlns:a16="http://schemas.microsoft.com/office/drawing/2014/main" id="{1320661F-D9FD-4B5C-AC25-F2A78F3F1323}"/>
                  </a:ext>
                </a:extLst>
              </p:cNvPr>
              <p:cNvPicPr/>
              <p:nvPr/>
            </p:nvPicPr>
            <p:blipFill>
              <a:blip r:embed="rId10"/>
              <a:stretch>
                <a:fillRect/>
              </a:stretch>
            </p:blipFill>
            <p:spPr>
              <a:xfrm>
                <a:off x="10787400" y="1926426"/>
                <a:ext cx="1144092" cy="2397245"/>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9" name="Ink 48">
                <a:extLst>
                  <a:ext uri="{FF2B5EF4-FFF2-40B4-BE49-F238E27FC236}">
                    <a16:creationId xmlns:a16="http://schemas.microsoft.com/office/drawing/2014/main" id="{0F2FB7DB-37D4-4929-9B1C-BCE5FBEB05D4}"/>
                  </a:ext>
                </a:extLst>
              </p14:cNvPr>
              <p14:cNvContentPartPr/>
              <p14:nvPr/>
            </p14:nvContentPartPr>
            <p14:xfrm>
              <a:off x="8365326" y="1949469"/>
              <a:ext cx="1759680" cy="3632040"/>
            </p14:xfrm>
          </p:contentPart>
        </mc:Choice>
        <mc:Fallback xmlns="">
          <p:pic>
            <p:nvPicPr>
              <p:cNvPr id="49" name="Ink 48">
                <a:extLst>
                  <a:ext uri="{FF2B5EF4-FFF2-40B4-BE49-F238E27FC236}">
                    <a16:creationId xmlns:a16="http://schemas.microsoft.com/office/drawing/2014/main" id="{0F2FB7DB-37D4-4929-9B1C-BCE5FBEB05D4}"/>
                  </a:ext>
                </a:extLst>
              </p:cNvPr>
              <p:cNvPicPr/>
              <p:nvPr/>
            </p:nvPicPr>
            <p:blipFill>
              <a:blip r:embed="rId12"/>
              <a:stretch>
                <a:fillRect/>
              </a:stretch>
            </p:blipFill>
            <p:spPr>
              <a:xfrm>
                <a:off x="8347682" y="1931829"/>
                <a:ext cx="1795327" cy="3667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0" name="Ink 59">
                <a:extLst>
                  <a:ext uri="{FF2B5EF4-FFF2-40B4-BE49-F238E27FC236}">
                    <a16:creationId xmlns:a16="http://schemas.microsoft.com/office/drawing/2014/main" id="{29C7B9D8-7264-4062-95D2-E0188D5D30B8}"/>
                  </a:ext>
                </a:extLst>
              </p14:cNvPr>
              <p14:cNvContentPartPr/>
              <p14:nvPr/>
            </p14:nvContentPartPr>
            <p14:xfrm>
              <a:off x="10427766" y="2123709"/>
              <a:ext cx="1089000" cy="592560"/>
            </p14:xfrm>
          </p:contentPart>
        </mc:Choice>
        <mc:Fallback xmlns="">
          <p:pic>
            <p:nvPicPr>
              <p:cNvPr id="60" name="Ink 59">
                <a:extLst>
                  <a:ext uri="{FF2B5EF4-FFF2-40B4-BE49-F238E27FC236}">
                    <a16:creationId xmlns:a16="http://schemas.microsoft.com/office/drawing/2014/main" id="{29C7B9D8-7264-4062-95D2-E0188D5D30B8}"/>
                  </a:ext>
                </a:extLst>
              </p:cNvPr>
              <p:cNvPicPr/>
              <p:nvPr/>
            </p:nvPicPr>
            <p:blipFill>
              <a:blip r:embed="rId14"/>
              <a:stretch>
                <a:fillRect/>
              </a:stretch>
            </p:blipFill>
            <p:spPr>
              <a:xfrm>
                <a:off x="10409766" y="2105720"/>
                <a:ext cx="1124640" cy="628178"/>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0" name="Ink 79">
                <a:extLst>
                  <a:ext uri="{FF2B5EF4-FFF2-40B4-BE49-F238E27FC236}">
                    <a16:creationId xmlns:a16="http://schemas.microsoft.com/office/drawing/2014/main" id="{E874BB07-EE74-45AE-8C12-2088605F2DDE}"/>
                  </a:ext>
                </a:extLst>
              </p14:cNvPr>
              <p14:cNvContentPartPr/>
              <p14:nvPr/>
            </p14:nvContentPartPr>
            <p14:xfrm>
              <a:off x="7970766" y="4309269"/>
              <a:ext cx="1877040" cy="1038960"/>
            </p14:xfrm>
          </p:contentPart>
        </mc:Choice>
        <mc:Fallback xmlns="">
          <p:pic>
            <p:nvPicPr>
              <p:cNvPr id="80" name="Ink 79">
                <a:extLst>
                  <a:ext uri="{FF2B5EF4-FFF2-40B4-BE49-F238E27FC236}">
                    <a16:creationId xmlns:a16="http://schemas.microsoft.com/office/drawing/2014/main" id="{E874BB07-EE74-45AE-8C12-2088605F2DDE}"/>
                  </a:ext>
                </a:extLst>
              </p:cNvPr>
              <p:cNvPicPr/>
              <p:nvPr/>
            </p:nvPicPr>
            <p:blipFill>
              <a:blip r:embed="rId16"/>
              <a:stretch>
                <a:fillRect/>
              </a:stretch>
            </p:blipFill>
            <p:spPr>
              <a:xfrm>
                <a:off x="7953126" y="4291629"/>
                <a:ext cx="1912680" cy="1074600"/>
              </a:xfrm>
              <a:prstGeom prst="rect">
                <a:avLst/>
              </a:prstGeom>
            </p:spPr>
          </p:pic>
        </mc:Fallback>
      </mc:AlternateContent>
      <p:sp>
        <p:nvSpPr>
          <p:cNvPr id="81" name="Rectangle 80">
            <a:extLst>
              <a:ext uri="{FF2B5EF4-FFF2-40B4-BE49-F238E27FC236}">
                <a16:creationId xmlns:a16="http://schemas.microsoft.com/office/drawing/2014/main" id="{1114A8FC-4715-4377-BFDA-FFF132FC6D97}"/>
              </a:ext>
            </a:extLst>
          </p:cNvPr>
          <p:cNvSpPr/>
          <p:nvPr/>
        </p:nvSpPr>
        <p:spPr>
          <a:xfrm>
            <a:off x="0" y="-22059"/>
            <a:ext cx="12192000" cy="338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E773B784-5464-4419-815C-5BE44B180BDD}"/>
              </a:ext>
            </a:extLst>
          </p:cNvPr>
          <p:cNvSpPr txBox="1"/>
          <p:nvPr/>
        </p:nvSpPr>
        <p:spPr>
          <a:xfrm>
            <a:off x="0" y="-17188"/>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2482152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73D21D-03EA-446E-B8BB-F8D94CF7BCAE}"/>
              </a:ext>
            </a:extLst>
          </p:cNvPr>
          <p:cNvSpPr/>
          <p:nvPr/>
        </p:nvSpPr>
        <p:spPr>
          <a:xfrm>
            <a:off x="0" y="244946"/>
            <a:ext cx="6096000" cy="1792798"/>
          </a:xfrm>
          <a:prstGeom prst="rect">
            <a:avLst/>
          </a:prstGeom>
        </p:spPr>
        <p:txBody>
          <a:bodyPr>
            <a:spAutoFit/>
          </a:bodyPr>
          <a:lstStyle/>
          <a:p>
            <a:endParaRPr lang="en-US" sz="1050" b="1" i="0" u="none" strike="noStrike" baseline="0" dirty="0">
              <a:solidFill>
                <a:srgbClr val="000000"/>
              </a:solidFill>
              <a:latin typeface="Arial" panose="020B0604020202020204" pitchFamily="34" charset="0"/>
            </a:endParaRPr>
          </a:p>
          <a:p>
            <a:r>
              <a:rPr lang="en-US" sz="2000" b="1" dirty="0">
                <a:solidFill>
                  <a:srgbClr val="000000"/>
                </a:solidFill>
                <a:latin typeface="Arial" panose="020B0604020202020204" pitchFamily="34" charset="0"/>
              </a:rPr>
              <a:t>By convention, if there are two alleles at a locus, </a:t>
            </a:r>
            <a:r>
              <a:rPr lang="en-US" sz="2000" b="1" i="1" dirty="0" err="1">
                <a:solidFill>
                  <a:srgbClr val="000000"/>
                </a:solidFill>
                <a:latin typeface="Arial" panose="020B0604020202020204" pitchFamily="34" charset="0"/>
              </a:rPr>
              <a:t>p</a:t>
            </a:r>
            <a:r>
              <a:rPr lang="en-US" sz="2000" b="1" dirty="0" err="1">
                <a:solidFill>
                  <a:srgbClr val="000000"/>
                </a:solidFill>
                <a:latin typeface="Arial" panose="020B0604020202020204" pitchFamily="34" charset="0"/>
              </a:rPr>
              <a:t>and</a:t>
            </a:r>
            <a:r>
              <a:rPr lang="en-US" sz="2000" b="1" dirty="0">
                <a:solidFill>
                  <a:srgbClr val="000000"/>
                </a:solidFill>
                <a:latin typeface="Arial" panose="020B0604020202020204" pitchFamily="34" charset="0"/>
              </a:rPr>
              <a:t> </a:t>
            </a:r>
            <a:r>
              <a:rPr lang="en-US" sz="2000" b="1" i="1" dirty="0" err="1">
                <a:solidFill>
                  <a:srgbClr val="000000"/>
                </a:solidFill>
                <a:latin typeface="Arial" panose="020B0604020202020204" pitchFamily="34" charset="0"/>
              </a:rPr>
              <a:t>q</a:t>
            </a:r>
            <a:r>
              <a:rPr lang="en-US" sz="2000" b="1" dirty="0" err="1">
                <a:solidFill>
                  <a:srgbClr val="000000"/>
                </a:solidFill>
                <a:latin typeface="Arial" panose="020B0604020202020204" pitchFamily="34" charset="0"/>
              </a:rPr>
              <a:t>are</a:t>
            </a:r>
            <a:r>
              <a:rPr lang="en-US" sz="2000" b="1" dirty="0">
                <a:solidFill>
                  <a:srgbClr val="000000"/>
                </a:solidFill>
                <a:latin typeface="Arial" panose="020B0604020202020204" pitchFamily="34" charset="0"/>
              </a:rPr>
              <a:t> used to represent their frequencies</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frequency of all alleles in a population will add up to 1</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That is, </a:t>
            </a:r>
            <a:r>
              <a:rPr lang="en-US" sz="2000" b="1" i="1" dirty="0" err="1">
                <a:solidFill>
                  <a:srgbClr val="000000"/>
                </a:solidFill>
                <a:latin typeface="Arial" panose="020B0604020202020204" pitchFamily="34" charset="0"/>
              </a:rPr>
              <a:t>p</a:t>
            </a:r>
            <a:r>
              <a:rPr lang="en-US" sz="2000" b="1" dirty="0" err="1">
                <a:solidFill>
                  <a:srgbClr val="000000"/>
                </a:solidFill>
                <a:latin typeface="Times New Roman" panose="02020603050405020304" pitchFamily="18" charset="0"/>
              </a:rPr>
              <a:t>+</a:t>
            </a:r>
            <a:r>
              <a:rPr lang="en-US" sz="2000" b="1" i="1" dirty="0" err="1">
                <a:solidFill>
                  <a:srgbClr val="000000"/>
                </a:solidFill>
                <a:latin typeface="Arial" panose="020B0604020202020204" pitchFamily="34" charset="0"/>
              </a:rPr>
              <a:t>q</a:t>
            </a:r>
            <a:r>
              <a:rPr lang="en-US" sz="2000" b="1" dirty="0">
                <a:solidFill>
                  <a:srgbClr val="000000"/>
                </a:solidFill>
                <a:latin typeface="Times New Roman" panose="02020603050405020304" pitchFamily="18" charset="0"/>
              </a:rPr>
              <a:t>=</a:t>
            </a:r>
            <a:r>
              <a:rPr lang="en-US" sz="2000" b="1" dirty="0">
                <a:solidFill>
                  <a:srgbClr val="000000"/>
                </a:solidFill>
                <a:latin typeface="Arial" panose="020B0604020202020204" pitchFamily="34" charset="0"/>
              </a:rPr>
              <a:t>1</a:t>
            </a:r>
          </a:p>
        </p:txBody>
      </p:sp>
      <p:sp>
        <p:nvSpPr>
          <p:cNvPr id="5" name="Rectangle 4">
            <a:extLst>
              <a:ext uri="{FF2B5EF4-FFF2-40B4-BE49-F238E27FC236}">
                <a16:creationId xmlns:a16="http://schemas.microsoft.com/office/drawing/2014/main" id="{DB667435-DD54-4BC4-8BD1-DD3EA2517D03}"/>
              </a:ext>
            </a:extLst>
          </p:cNvPr>
          <p:cNvSpPr/>
          <p:nvPr/>
        </p:nvSpPr>
        <p:spPr>
          <a:xfrm>
            <a:off x="4997" y="1812233"/>
            <a:ext cx="6096000" cy="2100575"/>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For example, consider a population of wildflowers that is incompletely dominant for color</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320 red flowers (</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R</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R</a:t>
            </a:r>
            <a:r>
              <a:rPr lang="en-US" sz="2000" b="1" dirty="0">
                <a:solidFill>
                  <a:srgbClr val="000000"/>
                </a:solidFill>
                <a:latin typeface="Arial" panose="020B0604020202020204" pitchFamily="34" charset="0"/>
              </a:rPr>
              <a:t>)</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160 pink flowers (</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R</a:t>
            </a:r>
            <a:r>
              <a:rPr lang="en-US" sz="2000" b="1" dirty="0">
                <a:solidFill>
                  <a:srgbClr val="000000"/>
                </a:solidFill>
                <a:latin typeface="Arial" panose="020B0604020202020204" pitchFamily="34" charset="0"/>
              </a:rPr>
              <a:t>C</a:t>
            </a:r>
            <a:r>
              <a:rPr lang="en-US" sz="1400" b="1" i="0" u="none" strike="noStrike" baseline="0" dirty="0">
                <a:solidFill>
                  <a:srgbClr val="000000"/>
                </a:solidFill>
                <a:latin typeface="Arial" panose="020B0604020202020204" pitchFamily="34" charset="0"/>
              </a:rPr>
              <a:t>W</a:t>
            </a:r>
            <a:r>
              <a:rPr lang="en-US" sz="2000" b="1" dirty="0">
                <a:solidFill>
                  <a:srgbClr val="000000"/>
                </a:solidFill>
                <a:latin typeface="Arial" panose="020B0604020202020204" pitchFamily="34" charset="0"/>
              </a:rPr>
              <a:t>)</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20 white flowers (</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W</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W</a:t>
            </a:r>
            <a:r>
              <a:rPr lang="en-US" sz="2000" b="1" dirty="0">
                <a:solidFill>
                  <a:srgbClr val="000000"/>
                </a:solidFill>
                <a:latin typeface="Arial" panose="020B0604020202020204" pitchFamily="34" charset="0"/>
              </a:rPr>
              <a:t>) </a:t>
            </a:r>
          </a:p>
        </p:txBody>
      </p:sp>
      <p:sp>
        <p:nvSpPr>
          <p:cNvPr id="6" name="Rectangle 5">
            <a:extLst>
              <a:ext uri="{FF2B5EF4-FFF2-40B4-BE49-F238E27FC236}">
                <a16:creationId xmlns:a16="http://schemas.microsoft.com/office/drawing/2014/main" id="{B55278BD-12C1-4943-B912-0EA55B95A57C}"/>
              </a:ext>
            </a:extLst>
          </p:cNvPr>
          <p:cNvSpPr/>
          <p:nvPr/>
        </p:nvSpPr>
        <p:spPr>
          <a:xfrm>
            <a:off x="9994" y="3816291"/>
            <a:ext cx="6096000" cy="1177245"/>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Calculate the number of copies of each allele</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R </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(320 ×2)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160 </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800</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W </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(20×2)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160 </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200</a:t>
            </a:r>
          </a:p>
        </p:txBody>
      </p:sp>
      <p:sp>
        <p:nvSpPr>
          <p:cNvPr id="7" name="Rectangle 6">
            <a:extLst>
              <a:ext uri="{FF2B5EF4-FFF2-40B4-BE49-F238E27FC236}">
                <a16:creationId xmlns:a16="http://schemas.microsoft.com/office/drawing/2014/main" id="{71722DC1-02FC-4FED-8BFB-C36A31655395}"/>
              </a:ext>
            </a:extLst>
          </p:cNvPr>
          <p:cNvSpPr/>
          <p:nvPr/>
        </p:nvSpPr>
        <p:spPr>
          <a:xfrm>
            <a:off x="9994" y="4820256"/>
            <a:ext cx="6096000" cy="1792798"/>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Calculate the frequency of each allele</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p</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frequency of </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R</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800/(800</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200)</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0.8 (80%)</a:t>
            </a:r>
          </a:p>
          <a:p>
            <a:r>
              <a:rPr lang="fr-FR" sz="2000" b="1" dirty="0">
                <a:solidFill>
                  <a:srgbClr val="000000"/>
                </a:solidFill>
                <a:latin typeface="Wingdings" panose="05000000000000000000" pitchFamily="2" charset="2"/>
              </a:rPr>
              <a:t></a:t>
            </a:r>
            <a:r>
              <a:rPr lang="fr-FR" sz="2000" b="1" i="1" dirty="0">
                <a:solidFill>
                  <a:srgbClr val="000000"/>
                </a:solidFill>
                <a:latin typeface="Arial" panose="020B0604020202020204" pitchFamily="34" charset="0"/>
              </a:rPr>
              <a:t>q</a:t>
            </a:r>
            <a:r>
              <a:rPr lang="fr-FR" sz="2000" b="1" dirty="0">
                <a:solidFill>
                  <a:srgbClr val="000000"/>
                </a:solidFill>
                <a:latin typeface="Times New Roman" panose="02020603050405020304" pitchFamily="18" charset="0"/>
              </a:rPr>
              <a:t>= </a:t>
            </a:r>
            <a:r>
              <a:rPr lang="fr-FR" sz="2000" b="1" dirty="0">
                <a:solidFill>
                  <a:srgbClr val="000000"/>
                </a:solidFill>
                <a:latin typeface="Arial" panose="020B0604020202020204" pitchFamily="34" charset="0"/>
              </a:rPr>
              <a:t>1</a:t>
            </a:r>
            <a:r>
              <a:rPr lang="fr-FR" sz="2000" b="1" dirty="0">
                <a:solidFill>
                  <a:srgbClr val="000000"/>
                </a:solidFill>
                <a:latin typeface="Times New Roman" panose="02020603050405020304" pitchFamily="18" charset="0"/>
              </a:rPr>
              <a:t>− </a:t>
            </a:r>
            <a:r>
              <a:rPr lang="fr-FR" sz="2000" b="1" i="1" dirty="0">
                <a:solidFill>
                  <a:srgbClr val="000000"/>
                </a:solidFill>
                <a:latin typeface="Arial" panose="020B0604020202020204" pitchFamily="34" charset="0"/>
              </a:rPr>
              <a:t>p</a:t>
            </a:r>
            <a:r>
              <a:rPr lang="fr-FR" sz="2000" b="1" dirty="0">
                <a:solidFill>
                  <a:srgbClr val="000000"/>
                </a:solidFill>
                <a:latin typeface="Times New Roman" panose="02020603050405020304" pitchFamily="18" charset="0"/>
              </a:rPr>
              <a:t>= </a:t>
            </a:r>
            <a:r>
              <a:rPr lang="fr-FR" sz="2000" b="1" dirty="0">
                <a:solidFill>
                  <a:srgbClr val="000000"/>
                </a:solidFill>
                <a:latin typeface="Arial" panose="020B0604020202020204" pitchFamily="34" charset="0"/>
              </a:rPr>
              <a:t>0.2 (20%)</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sum of alleles is always 1 (100%)</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0.8</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1</a:t>
            </a:r>
          </a:p>
        </p:txBody>
      </p:sp>
      <p:sp>
        <p:nvSpPr>
          <p:cNvPr id="2" name="TextBox 1">
            <a:extLst>
              <a:ext uri="{FF2B5EF4-FFF2-40B4-BE49-F238E27FC236}">
                <a16:creationId xmlns:a16="http://schemas.microsoft.com/office/drawing/2014/main" id="{288DC408-0B3F-4D2D-9430-1F7C5FD4C015}"/>
              </a:ext>
            </a:extLst>
          </p:cNvPr>
          <p:cNvSpPr txBox="1"/>
          <p:nvPr/>
        </p:nvSpPr>
        <p:spPr>
          <a:xfrm>
            <a:off x="6792686" y="433459"/>
            <a:ext cx="5399314" cy="707886"/>
          </a:xfrm>
          <a:prstGeom prst="rect">
            <a:avLst/>
          </a:prstGeom>
          <a:noFill/>
        </p:spPr>
        <p:txBody>
          <a:bodyPr wrap="square" rtlCol="0">
            <a:spAutoFit/>
          </a:bodyPr>
          <a:lstStyle/>
          <a:p>
            <a:pPr algn="r"/>
            <a:r>
              <a:rPr lang="ar-AE" sz="2000" b="1" dirty="0"/>
              <a:t>هون عنا معادلة هاردي الي بتنص على مجموع الاليلات للسائد ولمتنحي لازم دائما تساوي واحد</a:t>
            </a:r>
            <a:endParaRPr lang="en-US" sz="20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865BBB8B-4C6C-40B1-83B3-46679304F3E5}"/>
              </a:ext>
            </a:extLst>
          </p:cNvPr>
          <p:cNvSpPr txBox="1"/>
          <p:nvPr/>
        </p:nvSpPr>
        <p:spPr>
          <a:xfrm>
            <a:off x="7518401" y="1812233"/>
            <a:ext cx="4238171"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عنا هون مثل لحتى نفهم اكتر كيف الية الحل وهد المثال ينطبق تحت مسمى السيادة الغير تامة</a:t>
            </a:r>
            <a:endParaRPr lang="en-US" sz="20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63A25472-7AA3-4104-9259-DCB2CD7032F0}"/>
                  </a:ext>
                </a:extLst>
              </p14:cNvPr>
              <p14:cNvContentPartPr/>
              <p14:nvPr/>
            </p14:nvContentPartPr>
            <p14:xfrm>
              <a:off x="2980806" y="2998869"/>
              <a:ext cx="419760" cy="732960"/>
            </p14:xfrm>
          </p:contentPart>
        </mc:Choice>
        <mc:Fallback xmlns="">
          <p:pic>
            <p:nvPicPr>
              <p:cNvPr id="8" name="Ink 7">
                <a:extLst>
                  <a:ext uri="{FF2B5EF4-FFF2-40B4-BE49-F238E27FC236}">
                    <a16:creationId xmlns:a16="http://schemas.microsoft.com/office/drawing/2014/main" id="{63A25472-7AA3-4104-9259-DCB2CD7032F0}"/>
                  </a:ext>
                </a:extLst>
              </p:cNvPr>
              <p:cNvPicPr/>
              <p:nvPr/>
            </p:nvPicPr>
            <p:blipFill>
              <a:blip r:embed="rId3"/>
              <a:stretch>
                <a:fillRect/>
              </a:stretch>
            </p:blipFill>
            <p:spPr>
              <a:xfrm>
                <a:off x="2963166" y="2981229"/>
                <a:ext cx="455400" cy="768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0" name="Ink 19">
                <a:extLst>
                  <a:ext uri="{FF2B5EF4-FFF2-40B4-BE49-F238E27FC236}">
                    <a16:creationId xmlns:a16="http://schemas.microsoft.com/office/drawing/2014/main" id="{0632A422-311D-405E-8D8F-6215EECA65D2}"/>
                  </a:ext>
                </a:extLst>
              </p14:cNvPr>
              <p14:cNvContentPartPr/>
              <p14:nvPr/>
            </p14:nvContentPartPr>
            <p14:xfrm>
              <a:off x="2890446" y="2993109"/>
              <a:ext cx="1085760" cy="708120"/>
            </p14:xfrm>
          </p:contentPart>
        </mc:Choice>
        <mc:Fallback xmlns="">
          <p:pic>
            <p:nvPicPr>
              <p:cNvPr id="20" name="Ink 19">
                <a:extLst>
                  <a:ext uri="{FF2B5EF4-FFF2-40B4-BE49-F238E27FC236}">
                    <a16:creationId xmlns:a16="http://schemas.microsoft.com/office/drawing/2014/main" id="{0632A422-311D-405E-8D8F-6215EECA65D2}"/>
                  </a:ext>
                </a:extLst>
              </p:cNvPr>
              <p:cNvPicPr/>
              <p:nvPr/>
            </p:nvPicPr>
            <p:blipFill>
              <a:blip r:embed="rId7"/>
              <a:stretch>
                <a:fillRect/>
              </a:stretch>
            </p:blipFill>
            <p:spPr>
              <a:xfrm>
                <a:off x="2872446" y="2975469"/>
                <a:ext cx="1121400" cy="743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8" name="Ink 177">
                <a:extLst>
                  <a:ext uri="{FF2B5EF4-FFF2-40B4-BE49-F238E27FC236}">
                    <a16:creationId xmlns:a16="http://schemas.microsoft.com/office/drawing/2014/main" id="{E5DB0871-3C16-44B1-A524-7634616C8FBF}"/>
                  </a:ext>
                </a:extLst>
              </p14:cNvPr>
              <p14:cNvContentPartPr/>
              <p14:nvPr/>
            </p14:nvContentPartPr>
            <p14:xfrm>
              <a:off x="768246" y="3511509"/>
              <a:ext cx="474480" cy="74520"/>
            </p14:xfrm>
          </p:contentPart>
        </mc:Choice>
        <mc:Fallback xmlns="">
          <p:pic>
            <p:nvPicPr>
              <p:cNvPr id="178" name="Ink 177">
                <a:extLst>
                  <a:ext uri="{FF2B5EF4-FFF2-40B4-BE49-F238E27FC236}">
                    <a16:creationId xmlns:a16="http://schemas.microsoft.com/office/drawing/2014/main" id="{E5DB0871-3C16-44B1-A524-7634616C8FBF}"/>
                  </a:ext>
                </a:extLst>
              </p:cNvPr>
              <p:cNvPicPr/>
              <p:nvPr/>
            </p:nvPicPr>
            <p:blipFill>
              <a:blip r:embed="rId13"/>
              <a:stretch>
                <a:fillRect/>
              </a:stretch>
            </p:blipFill>
            <p:spPr>
              <a:xfrm>
                <a:off x="750246" y="3493869"/>
                <a:ext cx="5101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B0FF9852-3BA7-4225-946B-5D163021C36F}"/>
                  </a:ext>
                </a:extLst>
              </p14:cNvPr>
              <p14:cNvContentPartPr/>
              <p14:nvPr/>
            </p14:nvContentPartPr>
            <p14:xfrm>
              <a:off x="2876406" y="3461109"/>
              <a:ext cx="529200" cy="37440"/>
            </p14:xfrm>
          </p:contentPart>
        </mc:Choice>
        <mc:Fallback xmlns="">
          <p:pic>
            <p:nvPicPr>
              <p:cNvPr id="10" name="Ink 9">
                <a:extLst>
                  <a:ext uri="{FF2B5EF4-FFF2-40B4-BE49-F238E27FC236}">
                    <a16:creationId xmlns:a16="http://schemas.microsoft.com/office/drawing/2014/main" id="{B0FF9852-3BA7-4225-946B-5D163021C36F}"/>
                  </a:ext>
                </a:extLst>
              </p:cNvPr>
              <p:cNvPicPr/>
              <p:nvPr/>
            </p:nvPicPr>
            <p:blipFill>
              <a:blip r:embed="rId15"/>
              <a:stretch>
                <a:fillRect/>
              </a:stretch>
            </p:blipFill>
            <p:spPr>
              <a:xfrm>
                <a:off x="2858406" y="3443109"/>
                <a:ext cx="56484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24EB35B9-C382-42D6-AD39-AB953E22B022}"/>
                  </a:ext>
                </a:extLst>
              </p14:cNvPr>
              <p14:cNvContentPartPr/>
              <p14:nvPr/>
            </p14:nvContentPartPr>
            <p14:xfrm>
              <a:off x="2999886" y="6615429"/>
              <a:ext cx="360" cy="360"/>
            </p14:xfrm>
          </p:contentPart>
        </mc:Choice>
        <mc:Fallback xmlns="">
          <p:pic>
            <p:nvPicPr>
              <p:cNvPr id="9" name="Ink 8">
                <a:extLst>
                  <a:ext uri="{FF2B5EF4-FFF2-40B4-BE49-F238E27FC236}">
                    <a16:creationId xmlns:a16="http://schemas.microsoft.com/office/drawing/2014/main" id="{24EB35B9-C382-42D6-AD39-AB953E22B022}"/>
                  </a:ext>
                </a:extLst>
              </p:cNvPr>
              <p:cNvPicPr/>
              <p:nvPr/>
            </p:nvPicPr>
            <p:blipFill>
              <a:blip r:embed="rId17"/>
              <a:stretch>
                <a:fillRect/>
              </a:stretch>
            </p:blipFill>
            <p:spPr>
              <a:xfrm>
                <a:off x="2982246" y="659778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80FB9B09-880B-422E-B2EB-4993BDD8E827}"/>
                  </a:ext>
                </a:extLst>
              </p14:cNvPr>
              <p14:cNvContentPartPr/>
              <p14:nvPr/>
            </p14:nvContentPartPr>
            <p14:xfrm>
              <a:off x="4231086" y="2827509"/>
              <a:ext cx="1128600" cy="892080"/>
            </p14:xfrm>
          </p:contentPart>
        </mc:Choice>
        <mc:Fallback xmlns="">
          <p:pic>
            <p:nvPicPr>
              <p:cNvPr id="18" name="Ink 17">
                <a:extLst>
                  <a:ext uri="{FF2B5EF4-FFF2-40B4-BE49-F238E27FC236}">
                    <a16:creationId xmlns:a16="http://schemas.microsoft.com/office/drawing/2014/main" id="{80FB9B09-880B-422E-B2EB-4993BDD8E827}"/>
                  </a:ext>
                </a:extLst>
              </p:cNvPr>
              <p:cNvPicPr/>
              <p:nvPr/>
            </p:nvPicPr>
            <p:blipFill>
              <a:blip r:embed="rId19"/>
              <a:stretch>
                <a:fillRect/>
              </a:stretch>
            </p:blipFill>
            <p:spPr>
              <a:xfrm>
                <a:off x="4213440" y="2809869"/>
                <a:ext cx="1164251" cy="927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3" name="Ink 52">
                <a:extLst>
                  <a:ext uri="{FF2B5EF4-FFF2-40B4-BE49-F238E27FC236}">
                    <a16:creationId xmlns:a16="http://schemas.microsoft.com/office/drawing/2014/main" id="{F3EF8A45-90D5-4AE0-8FCB-F446A1659E1A}"/>
                  </a:ext>
                </a:extLst>
              </p14:cNvPr>
              <p14:cNvContentPartPr/>
              <p14:nvPr/>
            </p14:nvContentPartPr>
            <p14:xfrm>
              <a:off x="7087686" y="3448869"/>
              <a:ext cx="4751640" cy="3157920"/>
            </p14:xfrm>
          </p:contentPart>
        </mc:Choice>
        <mc:Fallback xmlns="">
          <p:pic>
            <p:nvPicPr>
              <p:cNvPr id="53" name="Ink 52">
                <a:extLst>
                  <a:ext uri="{FF2B5EF4-FFF2-40B4-BE49-F238E27FC236}">
                    <a16:creationId xmlns:a16="http://schemas.microsoft.com/office/drawing/2014/main" id="{F3EF8A45-90D5-4AE0-8FCB-F446A1659E1A}"/>
                  </a:ext>
                </a:extLst>
              </p:cNvPr>
              <p:cNvPicPr/>
              <p:nvPr/>
            </p:nvPicPr>
            <p:blipFill>
              <a:blip r:embed="rId21"/>
              <a:stretch>
                <a:fillRect/>
              </a:stretch>
            </p:blipFill>
            <p:spPr>
              <a:xfrm>
                <a:off x="7069687" y="3430871"/>
                <a:ext cx="4787277" cy="3193556"/>
              </a:xfrm>
              <a:prstGeom prst="rect">
                <a:avLst/>
              </a:prstGeom>
            </p:spPr>
          </p:pic>
        </mc:Fallback>
      </mc:AlternateContent>
      <p:sp>
        <p:nvSpPr>
          <p:cNvPr id="54" name="Rectangle 53">
            <a:extLst>
              <a:ext uri="{FF2B5EF4-FFF2-40B4-BE49-F238E27FC236}">
                <a16:creationId xmlns:a16="http://schemas.microsoft.com/office/drawing/2014/main" id="{535A2101-7F00-4149-B7B4-76A147656A57}"/>
              </a:ext>
            </a:extLst>
          </p:cNvPr>
          <p:cNvSpPr/>
          <p:nvPr/>
        </p:nvSpPr>
        <p:spPr>
          <a:xfrm>
            <a:off x="0" y="8560"/>
            <a:ext cx="12182006" cy="340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E977E6D1-F523-44E1-BC2D-54576B5DE8E8}"/>
              </a:ext>
            </a:extLst>
          </p:cNvPr>
          <p:cNvSpPr txBox="1"/>
          <p:nvPr/>
        </p:nvSpPr>
        <p:spPr>
          <a:xfrm>
            <a:off x="4997" y="-3460"/>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1355533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2212E5-EE6A-4BA2-9489-EDD7035FC72A}"/>
              </a:ext>
            </a:extLst>
          </p:cNvPr>
          <p:cNvSpPr/>
          <p:nvPr/>
        </p:nvSpPr>
        <p:spPr>
          <a:xfrm>
            <a:off x="0" y="284336"/>
            <a:ext cx="6096000" cy="2616101"/>
          </a:xfrm>
          <a:prstGeom prst="rect">
            <a:avLst/>
          </a:prstGeom>
        </p:spPr>
        <p:txBody>
          <a:bodyPr>
            <a:spAutoFit/>
          </a:bodyPr>
          <a:lstStyle/>
          <a:p>
            <a:r>
              <a:rPr lang="en-US" sz="2400" b="1" i="0" u="none" strike="noStrike" baseline="0" dirty="0">
                <a:solidFill>
                  <a:srgbClr val="000000"/>
                </a:solidFill>
                <a:latin typeface="Arial" panose="020B0604020202020204" pitchFamily="34" charset="0"/>
              </a:rPr>
              <a:t>The Hardy-Weinberg Equation</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Hardy-Weinberg equation describes the genetic makeup we expect for a population that is </a:t>
            </a:r>
            <a:r>
              <a:rPr lang="en-US" sz="2000" b="1" i="1" dirty="0">
                <a:solidFill>
                  <a:srgbClr val="000000"/>
                </a:solidFill>
                <a:latin typeface="Arial" panose="020B0604020202020204" pitchFamily="34" charset="0"/>
              </a:rPr>
              <a:t>not evolving</a:t>
            </a:r>
            <a:r>
              <a:rPr lang="en-US" sz="2000" b="1" dirty="0">
                <a:solidFill>
                  <a:srgbClr val="000000"/>
                </a:solidFill>
                <a:latin typeface="Arial" panose="020B0604020202020204" pitchFamily="34" charset="0"/>
              </a:rPr>
              <a:t> at a particular locus</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If the observed genetic makeup of the population differs from expectations under Hardy-Weinberg, it suggests that the population may be evolving</a:t>
            </a:r>
          </a:p>
        </p:txBody>
      </p:sp>
      <p:sp>
        <p:nvSpPr>
          <p:cNvPr id="5" name="Rectangle 4">
            <a:extLst>
              <a:ext uri="{FF2B5EF4-FFF2-40B4-BE49-F238E27FC236}">
                <a16:creationId xmlns:a16="http://schemas.microsoft.com/office/drawing/2014/main" id="{A4F11798-F437-44EC-9248-FE868D6F2575}"/>
              </a:ext>
            </a:extLst>
          </p:cNvPr>
          <p:cNvSpPr/>
          <p:nvPr/>
        </p:nvSpPr>
        <p:spPr>
          <a:xfrm>
            <a:off x="0" y="3141956"/>
            <a:ext cx="6096000" cy="2408352"/>
          </a:xfrm>
          <a:prstGeom prst="rect">
            <a:avLst/>
          </a:prstGeom>
        </p:spPr>
        <p:txBody>
          <a:bodyPr>
            <a:spAutoFit/>
          </a:bodyPr>
          <a:lstStyle/>
          <a:p>
            <a:endParaRPr lang="en-US" sz="1050" b="1" i="0" u="none" strike="noStrike" baseline="0" dirty="0">
              <a:solidFill>
                <a:srgbClr val="000000"/>
              </a:solidFill>
              <a:latin typeface="Arial" panose="020B0604020202020204" pitchFamily="34" charset="0"/>
            </a:endParaRPr>
          </a:p>
          <a:p>
            <a:r>
              <a:rPr lang="en-US" sz="2000" b="1" dirty="0">
                <a:solidFill>
                  <a:srgbClr val="000000"/>
                </a:solidFill>
                <a:latin typeface="Arial" panose="020B0604020202020204" pitchFamily="34" charset="0"/>
              </a:rPr>
              <a:t>In a population where gametes contribute to the next generation randomly and </a:t>
            </a:r>
            <a:r>
              <a:rPr lang="en-US" sz="2000" b="1" dirty="0" err="1">
                <a:solidFill>
                  <a:srgbClr val="000000"/>
                </a:solidFill>
                <a:latin typeface="Arial" panose="020B0604020202020204" pitchFamily="34" charset="0"/>
              </a:rPr>
              <a:t>Mendelianinheritance</a:t>
            </a:r>
            <a:r>
              <a:rPr lang="en-US" sz="2000" b="1" dirty="0">
                <a:solidFill>
                  <a:srgbClr val="000000"/>
                </a:solidFill>
                <a:latin typeface="Arial" panose="020B0604020202020204" pitchFamily="34" charset="0"/>
              </a:rPr>
              <a:t> occurs, allele and genotype frequencies remain constant from generation to generation</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Such a population is in Hardy-Weinberg equilibrium </a:t>
            </a:r>
          </a:p>
        </p:txBody>
      </p:sp>
      <mc:AlternateContent xmlns:mc="http://schemas.openxmlformats.org/markup-compatibility/2006" xmlns:p14="http://schemas.microsoft.com/office/powerpoint/2010/main">
        <mc:Choice Requires="p14">
          <p:contentPart p14:bwMode="auto" r:id="rId2">
            <p14:nvContentPartPr>
              <p14:cNvPr id="51" name="Ink 50">
                <a:extLst>
                  <a:ext uri="{FF2B5EF4-FFF2-40B4-BE49-F238E27FC236}">
                    <a16:creationId xmlns:a16="http://schemas.microsoft.com/office/drawing/2014/main" id="{FF2AFB55-F33F-4A40-8BEB-6DCBAB7B1E8E}"/>
                  </a:ext>
                </a:extLst>
              </p14:cNvPr>
              <p14:cNvContentPartPr/>
              <p14:nvPr/>
            </p14:nvContentPartPr>
            <p14:xfrm>
              <a:off x="6278766" y="22846"/>
              <a:ext cx="91440" cy="67320"/>
            </p14:xfrm>
          </p:contentPart>
        </mc:Choice>
        <mc:Fallback xmlns="">
          <p:pic>
            <p:nvPicPr>
              <p:cNvPr id="51" name="Ink 50">
                <a:extLst>
                  <a:ext uri="{FF2B5EF4-FFF2-40B4-BE49-F238E27FC236}">
                    <a16:creationId xmlns:a16="http://schemas.microsoft.com/office/drawing/2014/main" id="{FF2AFB55-F33F-4A40-8BEB-6DCBAB7B1E8E}"/>
                  </a:ext>
                </a:extLst>
              </p:cNvPr>
              <p:cNvPicPr/>
              <p:nvPr/>
            </p:nvPicPr>
            <p:blipFill>
              <a:blip r:embed="rId3"/>
              <a:stretch>
                <a:fillRect/>
              </a:stretch>
            </p:blipFill>
            <p:spPr>
              <a:xfrm>
                <a:off x="6274446" y="18526"/>
                <a:ext cx="100080" cy="75960"/>
              </a:xfrm>
              <a:prstGeom prst="rect">
                <a:avLst/>
              </a:prstGeom>
            </p:spPr>
          </p:pic>
        </mc:Fallback>
      </mc:AlternateContent>
      <p:sp>
        <p:nvSpPr>
          <p:cNvPr id="2" name="TextBox 1">
            <a:extLst>
              <a:ext uri="{FF2B5EF4-FFF2-40B4-BE49-F238E27FC236}">
                <a16:creationId xmlns:a16="http://schemas.microsoft.com/office/drawing/2014/main" id="{1ADA29CE-1741-4FD2-8270-E57D7610CA13}"/>
              </a:ext>
            </a:extLst>
          </p:cNvPr>
          <p:cNvSpPr txBox="1"/>
          <p:nvPr/>
        </p:nvSpPr>
        <p:spPr>
          <a:xfrm>
            <a:off x="7126514" y="553334"/>
            <a:ext cx="4945629" cy="1015663"/>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تصف معادلة  هاردي التركيب الجيني الي رح نتوقعه احنا للسكان الي ما بتطورو واي اشي رح يطلع عكس المعادلة معناته رح يكون في تطور</a:t>
            </a:r>
            <a:endParaRPr lang="en-US" sz="20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7E9EA9E0-EC29-40BC-83E6-B759BF2CED4A}"/>
              </a:ext>
            </a:extLst>
          </p:cNvPr>
          <p:cNvSpPr txBox="1"/>
          <p:nvPr/>
        </p:nvSpPr>
        <p:spPr>
          <a:xfrm>
            <a:off x="7791766" y="3643085"/>
            <a:ext cx="4259943" cy="163121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في مجتمع ما الجاميتات رح تكون السبب في الترتيب العشوائي للاليلات وهالاشي الي حكالنا اياه مندل فإذا ضل الطراز الشكلي والجيني متشابه للاجيال القادمة رح يكون هاد الاشي اسمه توازن هاردي واينبرغ</a:t>
            </a:r>
            <a:endParaRPr lang="en-US" sz="2000" b="1" kern="1200" dirty="0">
              <a:solidFill>
                <a:schemeClr val="tx1"/>
              </a:solidFill>
              <a:latin typeface="+mn-lt"/>
              <a:ea typeface="+mn-ea"/>
              <a:cs typeface="+mn-cs"/>
            </a:endParaRPr>
          </a:p>
        </p:txBody>
      </p:sp>
      <p:sp>
        <p:nvSpPr>
          <p:cNvPr id="6" name="Rectangle 5">
            <a:extLst>
              <a:ext uri="{FF2B5EF4-FFF2-40B4-BE49-F238E27FC236}">
                <a16:creationId xmlns:a16="http://schemas.microsoft.com/office/drawing/2014/main" id="{FDAA02DF-3025-412B-9CA9-6BB8417D2848}"/>
              </a:ext>
            </a:extLst>
          </p:cNvPr>
          <p:cNvSpPr/>
          <p:nvPr/>
        </p:nvSpPr>
        <p:spPr>
          <a:xfrm>
            <a:off x="0" y="-26440"/>
            <a:ext cx="12192000" cy="338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847B787-6316-4755-91FC-54C74B6EB780}"/>
              </a:ext>
            </a:extLst>
          </p:cNvPr>
          <p:cNvSpPr txBox="1"/>
          <p:nvPr/>
        </p:nvSpPr>
        <p:spPr>
          <a:xfrm>
            <a:off x="217714" y="-47135"/>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148857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18A164-AED2-4808-A55E-14D12383E89D}"/>
              </a:ext>
            </a:extLst>
          </p:cNvPr>
          <p:cNvSpPr/>
          <p:nvPr/>
        </p:nvSpPr>
        <p:spPr>
          <a:xfrm>
            <a:off x="0" y="481201"/>
            <a:ext cx="6096000" cy="2408352"/>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Hardy-Weinberg equilibrium describes the constant frequency of alleles in such a gene pool</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Consider, for example, the same population of 500 wildflowers and 1,000 alleles where</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p </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frequency of </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R</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0.8</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q </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frequency of </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W</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0.2</a:t>
            </a:r>
          </a:p>
        </p:txBody>
      </p:sp>
      <p:pic>
        <p:nvPicPr>
          <p:cNvPr id="6" name="Picture 5">
            <a:extLst>
              <a:ext uri="{FF2B5EF4-FFF2-40B4-BE49-F238E27FC236}">
                <a16:creationId xmlns:a16="http://schemas.microsoft.com/office/drawing/2014/main" id="{2FFE1673-FEBF-4A9A-91AB-CAB5806A3D76}"/>
              </a:ext>
            </a:extLst>
          </p:cNvPr>
          <p:cNvPicPr>
            <a:picLocks noChangeAspect="1"/>
          </p:cNvPicPr>
          <p:nvPr/>
        </p:nvPicPr>
        <p:blipFill>
          <a:blip r:embed="rId2"/>
          <a:stretch>
            <a:fillRect/>
          </a:stretch>
        </p:blipFill>
        <p:spPr>
          <a:xfrm>
            <a:off x="8572186" y="2624588"/>
            <a:ext cx="3619814" cy="4229467"/>
          </a:xfrm>
          <a:prstGeom prst="rect">
            <a:avLst/>
          </a:prstGeom>
        </p:spPr>
      </p:pic>
      <p:sp>
        <p:nvSpPr>
          <p:cNvPr id="7" name="Rectangle 6">
            <a:extLst>
              <a:ext uri="{FF2B5EF4-FFF2-40B4-BE49-F238E27FC236}">
                <a16:creationId xmlns:a16="http://schemas.microsoft.com/office/drawing/2014/main" id="{7FE036F2-3D22-4D5E-875F-E0C70BE4B11F}"/>
              </a:ext>
            </a:extLst>
          </p:cNvPr>
          <p:cNvSpPr/>
          <p:nvPr/>
        </p:nvSpPr>
        <p:spPr>
          <a:xfrm>
            <a:off x="0" y="3209411"/>
            <a:ext cx="6096000" cy="2100575"/>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frequency of genotypes can be calculated</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R</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R</a:t>
            </a:r>
            <a:r>
              <a:rPr lang="en-US" sz="2000" b="1" dirty="0">
                <a:solidFill>
                  <a:srgbClr val="000000"/>
                </a:solidFill>
                <a:latin typeface="Times New Roman" panose="02020603050405020304" pitchFamily="18" charset="0"/>
              </a:rPr>
              <a:t>= </a:t>
            </a:r>
            <a:r>
              <a:rPr lang="en-US" sz="2000" b="1" i="1" dirty="0">
                <a:solidFill>
                  <a:srgbClr val="000000"/>
                </a:solidFill>
                <a:latin typeface="Arial" panose="020B0604020202020204" pitchFamily="34" charset="0"/>
              </a:rPr>
              <a:t>p</a:t>
            </a:r>
            <a:r>
              <a:rPr lang="en-US" sz="1400" b="1" i="0" u="none" strike="noStrike" baseline="0" dirty="0">
                <a:solidFill>
                  <a:srgbClr val="000000"/>
                </a:solidFill>
                <a:latin typeface="Arial" panose="020B0604020202020204" pitchFamily="34" charset="0"/>
              </a:rPr>
              <a:t>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0.8×0.8 </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0.64</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R</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W</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2</a:t>
            </a:r>
            <a:r>
              <a:rPr lang="en-US" sz="2000" b="1" i="1" dirty="0">
                <a:solidFill>
                  <a:srgbClr val="000000"/>
                </a:solidFill>
                <a:latin typeface="Arial" panose="020B0604020202020204" pitchFamily="34" charset="0"/>
              </a:rPr>
              <a:t>pq</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2×0.8×0.2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0.32</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W</a:t>
            </a:r>
            <a:r>
              <a:rPr lang="en-US" sz="2000" b="1" i="1" dirty="0">
                <a:solidFill>
                  <a:srgbClr val="000000"/>
                </a:solidFill>
                <a:latin typeface="Arial" panose="020B0604020202020204" pitchFamily="34" charset="0"/>
              </a:rPr>
              <a:t>C</a:t>
            </a:r>
            <a:r>
              <a:rPr lang="en-US" sz="1400" b="1" i="1" u="none" strike="noStrike" baseline="0" dirty="0">
                <a:solidFill>
                  <a:srgbClr val="000000"/>
                </a:solidFill>
                <a:latin typeface="Arial" panose="020B0604020202020204" pitchFamily="34" charset="0"/>
              </a:rPr>
              <a:t>W</a:t>
            </a:r>
            <a:r>
              <a:rPr lang="en-US" sz="2000" b="1" dirty="0">
                <a:solidFill>
                  <a:srgbClr val="000000"/>
                </a:solidFill>
                <a:latin typeface="Times New Roman" panose="02020603050405020304" pitchFamily="18" charset="0"/>
              </a:rPr>
              <a:t>= </a:t>
            </a:r>
            <a:r>
              <a:rPr lang="en-US" sz="2000" b="1" i="1" dirty="0">
                <a:solidFill>
                  <a:srgbClr val="000000"/>
                </a:solidFill>
                <a:latin typeface="Arial" panose="020B0604020202020204" pitchFamily="34" charset="0"/>
              </a:rPr>
              <a:t>q</a:t>
            </a:r>
            <a:r>
              <a:rPr lang="en-US" sz="1400" b="1" i="0" u="none" strike="noStrike" baseline="0" dirty="0">
                <a:solidFill>
                  <a:srgbClr val="000000"/>
                </a:solidFill>
                <a:latin typeface="Arial" panose="020B0604020202020204" pitchFamily="34" charset="0"/>
              </a:rPr>
              <a:t>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0.2×0.2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0.04</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frequency of genotypes can be confirmed using a </a:t>
            </a:r>
            <a:r>
              <a:rPr lang="en-US" sz="2000" b="1" dirty="0" err="1">
                <a:solidFill>
                  <a:srgbClr val="000000"/>
                </a:solidFill>
                <a:latin typeface="Arial" panose="020B0604020202020204" pitchFamily="34" charset="0"/>
              </a:rPr>
              <a:t>Punnettsquare</a:t>
            </a:r>
            <a:endParaRPr lang="en-US" sz="2000" b="1" dirty="0">
              <a:solidFill>
                <a:srgbClr val="000000"/>
              </a:solidFill>
              <a:latin typeface="Arial" panose="020B0604020202020204" pitchFamily="34" charset="0"/>
            </a:endParaRPr>
          </a:p>
        </p:txBody>
      </p:sp>
      <p:sp>
        <p:nvSpPr>
          <p:cNvPr id="2" name="TextBox 1">
            <a:extLst>
              <a:ext uri="{FF2B5EF4-FFF2-40B4-BE49-F238E27FC236}">
                <a16:creationId xmlns:a16="http://schemas.microsoft.com/office/drawing/2014/main" id="{95364B57-99BB-40D1-AFFC-3D78A56E9B10}"/>
              </a:ext>
            </a:extLst>
          </p:cNvPr>
          <p:cNvSpPr txBox="1"/>
          <p:nvPr/>
        </p:nvSpPr>
        <p:spPr>
          <a:xfrm>
            <a:off x="364357" y="5450114"/>
            <a:ext cx="3619814" cy="646331"/>
          </a:xfrm>
          <a:prstGeom prst="rect">
            <a:avLst/>
          </a:prstGeom>
          <a:noFill/>
        </p:spPr>
        <p:txBody>
          <a:bodyPr wrap="square" rtlCol="0">
            <a:spAutoFit/>
          </a:bodyPr>
          <a:lstStyle/>
          <a:p>
            <a:r>
              <a:rPr lang="ar-AE" sz="1800" b="1" kern="1200" dirty="0">
                <a:solidFill>
                  <a:schemeClr val="tx1"/>
                </a:solidFill>
                <a:latin typeface="+mn-lt"/>
                <a:ea typeface="+mn-ea"/>
                <a:cs typeface="+mn-cs"/>
              </a:rPr>
              <a:t>يمكن استخدام مربع بانيت لحتى اتأكد من التردد للطراز الجيني</a:t>
            </a:r>
            <a:endParaRPr lang="en-US" sz="18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0A9756C-BCF9-4A7C-9CAB-04015BF73939}"/>
                  </a:ext>
                </a:extLst>
              </p14:cNvPr>
              <p14:cNvContentPartPr/>
              <p14:nvPr/>
            </p14:nvContentPartPr>
            <p14:xfrm>
              <a:off x="2828166" y="5028189"/>
              <a:ext cx="870840" cy="649800"/>
            </p14:xfrm>
          </p:contentPart>
        </mc:Choice>
        <mc:Fallback xmlns="">
          <p:pic>
            <p:nvPicPr>
              <p:cNvPr id="3" name="Ink 2">
                <a:extLst>
                  <a:ext uri="{FF2B5EF4-FFF2-40B4-BE49-F238E27FC236}">
                    <a16:creationId xmlns:a16="http://schemas.microsoft.com/office/drawing/2014/main" id="{80A9756C-BCF9-4A7C-9CAB-04015BF73939}"/>
                  </a:ext>
                </a:extLst>
              </p:cNvPr>
              <p:cNvPicPr/>
              <p:nvPr/>
            </p:nvPicPr>
            <p:blipFill>
              <a:blip r:embed="rId4"/>
              <a:stretch>
                <a:fillRect/>
              </a:stretch>
            </p:blipFill>
            <p:spPr>
              <a:xfrm>
                <a:off x="2810526" y="5010549"/>
                <a:ext cx="906480" cy="685440"/>
              </a:xfrm>
              <a:prstGeom prst="rect">
                <a:avLst/>
              </a:prstGeom>
            </p:spPr>
          </p:pic>
        </mc:Fallback>
      </mc:AlternateContent>
      <p:sp>
        <p:nvSpPr>
          <p:cNvPr id="4" name="Rectangle 3">
            <a:extLst>
              <a:ext uri="{FF2B5EF4-FFF2-40B4-BE49-F238E27FC236}">
                <a16:creationId xmlns:a16="http://schemas.microsoft.com/office/drawing/2014/main" id="{E30BEC01-9A6C-4110-A8FC-3388128D262E}"/>
              </a:ext>
            </a:extLst>
          </p:cNvPr>
          <p:cNvSpPr/>
          <p:nvPr/>
        </p:nvSpPr>
        <p:spPr>
          <a:xfrm>
            <a:off x="-7258" y="0"/>
            <a:ext cx="12192000" cy="481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E7EAE0E-3DE3-42E3-873C-A71CFFA2DC47}"/>
              </a:ext>
            </a:extLst>
          </p:cNvPr>
          <p:cNvSpPr txBox="1"/>
          <p:nvPr/>
        </p:nvSpPr>
        <p:spPr>
          <a:xfrm>
            <a:off x="7258" y="81091"/>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2087266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07B52F-AFD9-485E-BF18-B2579D2B34EB}"/>
              </a:ext>
            </a:extLst>
          </p:cNvPr>
          <p:cNvPicPr>
            <a:picLocks noChangeAspect="1"/>
          </p:cNvPicPr>
          <p:nvPr/>
        </p:nvPicPr>
        <p:blipFill>
          <a:blip r:embed="rId2"/>
          <a:stretch>
            <a:fillRect/>
          </a:stretch>
        </p:blipFill>
        <p:spPr>
          <a:xfrm>
            <a:off x="3312826" y="269822"/>
            <a:ext cx="6205928" cy="6588177"/>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C75CAAF-9ED9-423A-B3FC-42BAC3CD44A8}"/>
                  </a:ext>
                </a:extLst>
              </p14:cNvPr>
              <p14:cNvContentPartPr/>
              <p14:nvPr/>
            </p14:nvContentPartPr>
            <p14:xfrm>
              <a:off x="4403886" y="688029"/>
              <a:ext cx="3727800" cy="51480"/>
            </p14:xfrm>
          </p:contentPart>
        </mc:Choice>
        <mc:Fallback xmlns="">
          <p:pic>
            <p:nvPicPr>
              <p:cNvPr id="2" name="Ink 1">
                <a:extLst>
                  <a:ext uri="{FF2B5EF4-FFF2-40B4-BE49-F238E27FC236}">
                    <a16:creationId xmlns:a16="http://schemas.microsoft.com/office/drawing/2014/main" id="{DC75CAAF-9ED9-423A-B3FC-42BAC3CD44A8}"/>
                  </a:ext>
                </a:extLst>
              </p:cNvPr>
              <p:cNvPicPr/>
              <p:nvPr/>
            </p:nvPicPr>
            <p:blipFill>
              <a:blip r:embed="rId4"/>
              <a:stretch>
                <a:fillRect/>
              </a:stretch>
            </p:blipFill>
            <p:spPr>
              <a:xfrm>
                <a:off x="4385886" y="670389"/>
                <a:ext cx="37634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42765B6D-1F1F-4749-95BF-6F132B56FB91}"/>
                  </a:ext>
                </a:extLst>
              </p14:cNvPr>
              <p14:cNvContentPartPr/>
              <p14:nvPr/>
            </p14:nvContentPartPr>
            <p14:xfrm>
              <a:off x="4370406" y="1023909"/>
              <a:ext cx="3709080" cy="87120"/>
            </p14:xfrm>
          </p:contentPart>
        </mc:Choice>
        <mc:Fallback xmlns="">
          <p:pic>
            <p:nvPicPr>
              <p:cNvPr id="6" name="Ink 5">
                <a:extLst>
                  <a:ext uri="{FF2B5EF4-FFF2-40B4-BE49-F238E27FC236}">
                    <a16:creationId xmlns:a16="http://schemas.microsoft.com/office/drawing/2014/main" id="{42765B6D-1F1F-4749-95BF-6F132B56FB91}"/>
                  </a:ext>
                </a:extLst>
              </p:cNvPr>
              <p:cNvPicPr/>
              <p:nvPr/>
            </p:nvPicPr>
            <p:blipFill>
              <a:blip r:embed="rId6"/>
              <a:stretch>
                <a:fillRect/>
              </a:stretch>
            </p:blipFill>
            <p:spPr>
              <a:xfrm>
                <a:off x="4352406" y="1005983"/>
                <a:ext cx="3744720" cy="12261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D5CBCE47-2A94-4D88-BD94-E3DE0C19BAB1}"/>
                  </a:ext>
                </a:extLst>
              </p14:cNvPr>
              <p14:cNvContentPartPr/>
              <p14:nvPr/>
            </p14:nvContentPartPr>
            <p14:xfrm>
              <a:off x="5911566" y="1677309"/>
              <a:ext cx="1925640" cy="41040"/>
            </p14:xfrm>
          </p:contentPart>
        </mc:Choice>
        <mc:Fallback xmlns="">
          <p:pic>
            <p:nvPicPr>
              <p:cNvPr id="9" name="Ink 8">
                <a:extLst>
                  <a:ext uri="{FF2B5EF4-FFF2-40B4-BE49-F238E27FC236}">
                    <a16:creationId xmlns:a16="http://schemas.microsoft.com/office/drawing/2014/main" id="{D5CBCE47-2A94-4D88-BD94-E3DE0C19BAB1}"/>
                  </a:ext>
                </a:extLst>
              </p:cNvPr>
              <p:cNvPicPr/>
              <p:nvPr/>
            </p:nvPicPr>
            <p:blipFill>
              <a:blip r:embed="rId8"/>
              <a:stretch>
                <a:fillRect/>
              </a:stretch>
            </p:blipFill>
            <p:spPr>
              <a:xfrm>
                <a:off x="5893566" y="1659309"/>
                <a:ext cx="196128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E68645B5-69D4-4366-855D-7CBFFBA5D72A}"/>
                  </a:ext>
                </a:extLst>
              </p14:cNvPr>
              <p14:cNvContentPartPr/>
              <p14:nvPr/>
            </p14:nvContentPartPr>
            <p14:xfrm>
              <a:off x="7644246" y="2201469"/>
              <a:ext cx="1622880" cy="169920"/>
            </p14:xfrm>
          </p:contentPart>
        </mc:Choice>
        <mc:Fallback xmlns="">
          <p:pic>
            <p:nvPicPr>
              <p:cNvPr id="10" name="Ink 9">
                <a:extLst>
                  <a:ext uri="{FF2B5EF4-FFF2-40B4-BE49-F238E27FC236}">
                    <a16:creationId xmlns:a16="http://schemas.microsoft.com/office/drawing/2014/main" id="{E68645B5-69D4-4366-855D-7CBFFBA5D72A}"/>
                  </a:ext>
                </a:extLst>
              </p:cNvPr>
              <p:cNvPicPr/>
              <p:nvPr/>
            </p:nvPicPr>
            <p:blipFill>
              <a:blip r:embed="rId10"/>
              <a:stretch>
                <a:fillRect/>
              </a:stretch>
            </p:blipFill>
            <p:spPr>
              <a:xfrm>
                <a:off x="7626246" y="2183469"/>
                <a:ext cx="16585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3" name="Ink 32">
                <a:extLst>
                  <a:ext uri="{FF2B5EF4-FFF2-40B4-BE49-F238E27FC236}">
                    <a16:creationId xmlns:a16="http://schemas.microsoft.com/office/drawing/2014/main" id="{CDB4084D-B1EB-4D6A-A25B-80050C631772}"/>
                  </a:ext>
                </a:extLst>
              </p14:cNvPr>
              <p14:cNvContentPartPr/>
              <p14:nvPr/>
            </p14:nvContentPartPr>
            <p14:xfrm>
              <a:off x="9929886" y="1716909"/>
              <a:ext cx="1986480" cy="1788480"/>
            </p14:xfrm>
          </p:contentPart>
        </mc:Choice>
        <mc:Fallback xmlns="">
          <p:pic>
            <p:nvPicPr>
              <p:cNvPr id="33" name="Ink 32">
                <a:extLst>
                  <a:ext uri="{FF2B5EF4-FFF2-40B4-BE49-F238E27FC236}">
                    <a16:creationId xmlns:a16="http://schemas.microsoft.com/office/drawing/2014/main" id="{CDB4084D-B1EB-4D6A-A25B-80050C631772}"/>
                  </a:ext>
                </a:extLst>
              </p:cNvPr>
              <p:cNvPicPr/>
              <p:nvPr/>
            </p:nvPicPr>
            <p:blipFill>
              <a:blip r:embed="rId12"/>
              <a:stretch>
                <a:fillRect/>
              </a:stretch>
            </p:blipFill>
            <p:spPr>
              <a:xfrm>
                <a:off x="9911886" y="1698913"/>
                <a:ext cx="2022120" cy="182411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6" name="Ink 35">
                <a:extLst>
                  <a:ext uri="{FF2B5EF4-FFF2-40B4-BE49-F238E27FC236}">
                    <a16:creationId xmlns:a16="http://schemas.microsoft.com/office/drawing/2014/main" id="{2A685A40-DABF-466F-9AC9-DA45D99E3175}"/>
                  </a:ext>
                </a:extLst>
              </p14:cNvPr>
              <p14:cNvContentPartPr/>
              <p14:nvPr/>
            </p14:nvContentPartPr>
            <p14:xfrm>
              <a:off x="5612406" y="3044949"/>
              <a:ext cx="1078560" cy="457560"/>
            </p14:xfrm>
          </p:contentPart>
        </mc:Choice>
        <mc:Fallback xmlns="">
          <p:pic>
            <p:nvPicPr>
              <p:cNvPr id="36" name="Ink 35">
                <a:extLst>
                  <a:ext uri="{FF2B5EF4-FFF2-40B4-BE49-F238E27FC236}">
                    <a16:creationId xmlns:a16="http://schemas.microsoft.com/office/drawing/2014/main" id="{2A685A40-DABF-466F-9AC9-DA45D99E3175}"/>
                  </a:ext>
                </a:extLst>
              </p:cNvPr>
              <p:cNvPicPr/>
              <p:nvPr/>
            </p:nvPicPr>
            <p:blipFill>
              <a:blip r:embed="rId14"/>
              <a:stretch>
                <a:fillRect/>
              </a:stretch>
            </p:blipFill>
            <p:spPr>
              <a:xfrm>
                <a:off x="5594406" y="3027309"/>
                <a:ext cx="1114200" cy="493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7" name="Ink 36">
                <a:extLst>
                  <a:ext uri="{FF2B5EF4-FFF2-40B4-BE49-F238E27FC236}">
                    <a16:creationId xmlns:a16="http://schemas.microsoft.com/office/drawing/2014/main" id="{6886FE03-FE2D-48E6-891F-49E88A5EB053}"/>
                  </a:ext>
                </a:extLst>
              </p14:cNvPr>
              <p14:cNvContentPartPr/>
              <p14:nvPr/>
            </p14:nvContentPartPr>
            <p14:xfrm>
              <a:off x="4908246" y="2476149"/>
              <a:ext cx="2689200" cy="420480"/>
            </p14:xfrm>
          </p:contentPart>
        </mc:Choice>
        <mc:Fallback xmlns="">
          <p:pic>
            <p:nvPicPr>
              <p:cNvPr id="37" name="Ink 36">
                <a:extLst>
                  <a:ext uri="{FF2B5EF4-FFF2-40B4-BE49-F238E27FC236}">
                    <a16:creationId xmlns:a16="http://schemas.microsoft.com/office/drawing/2014/main" id="{6886FE03-FE2D-48E6-891F-49E88A5EB053}"/>
                  </a:ext>
                </a:extLst>
              </p:cNvPr>
              <p:cNvPicPr/>
              <p:nvPr/>
            </p:nvPicPr>
            <p:blipFill>
              <a:blip r:embed="rId16"/>
              <a:stretch>
                <a:fillRect/>
              </a:stretch>
            </p:blipFill>
            <p:spPr>
              <a:xfrm>
                <a:off x="4890246" y="2458509"/>
                <a:ext cx="272484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8" name="Ink 37">
                <a:extLst>
                  <a:ext uri="{FF2B5EF4-FFF2-40B4-BE49-F238E27FC236}">
                    <a16:creationId xmlns:a16="http://schemas.microsoft.com/office/drawing/2014/main" id="{5D3E9BA9-CE53-48DB-A191-3BAEDCE3015F}"/>
                  </a:ext>
                </a:extLst>
              </p14:cNvPr>
              <p14:cNvContentPartPr/>
              <p14:nvPr/>
            </p14:nvContentPartPr>
            <p14:xfrm>
              <a:off x="7441926" y="3008589"/>
              <a:ext cx="1010520" cy="698040"/>
            </p14:xfrm>
          </p:contentPart>
        </mc:Choice>
        <mc:Fallback xmlns="">
          <p:pic>
            <p:nvPicPr>
              <p:cNvPr id="38" name="Ink 37">
                <a:extLst>
                  <a:ext uri="{FF2B5EF4-FFF2-40B4-BE49-F238E27FC236}">
                    <a16:creationId xmlns:a16="http://schemas.microsoft.com/office/drawing/2014/main" id="{5D3E9BA9-CE53-48DB-A191-3BAEDCE3015F}"/>
                  </a:ext>
                </a:extLst>
              </p:cNvPr>
              <p:cNvPicPr/>
              <p:nvPr/>
            </p:nvPicPr>
            <p:blipFill>
              <a:blip r:embed="rId18"/>
              <a:stretch>
                <a:fillRect/>
              </a:stretch>
            </p:blipFill>
            <p:spPr>
              <a:xfrm>
                <a:off x="7424286" y="2990589"/>
                <a:ext cx="1046160" cy="7336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3" name="Ink 42">
                <a:extLst>
                  <a:ext uri="{FF2B5EF4-FFF2-40B4-BE49-F238E27FC236}">
                    <a16:creationId xmlns:a16="http://schemas.microsoft.com/office/drawing/2014/main" id="{71D1810F-0ED5-44DB-A53D-598663FE52A3}"/>
                  </a:ext>
                </a:extLst>
              </p14:cNvPr>
              <p14:cNvContentPartPr/>
              <p14:nvPr/>
            </p14:nvContentPartPr>
            <p14:xfrm>
              <a:off x="3571206" y="3710589"/>
              <a:ext cx="2008800" cy="341280"/>
            </p14:xfrm>
          </p:contentPart>
        </mc:Choice>
        <mc:Fallback xmlns="">
          <p:pic>
            <p:nvPicPr>
              <p:cNvPr id="43" name="Ink 42">
                <a:extLst>
                  <a:ext uri="{FF2B5EF4-FFF2-40B4-BE49-F238E27FC236}">
                    <a16:creationId xmlns:a16="http://schemas.microsoft.com/office/drawing/2014/main" id="{71D1810F-0ED5-44DB-A53D-598663FE52A3}"/>
                  </a:ext>
                </a:extLst>
              </p:cNvPr>
              <p:cNvPicPr/>
              <p:nvPr/>
            </p:nvPicPr>
            <p:blipFill>
              <a:blip r:embed="rId20"/>
              <a:stretch>
                <a:fillRect/>
              </a:stretch>
            </p:blipFill>
            <p:spPr>
              <a:xfrm>
                <a:off x="3553206" y="3692589"/>
                <a:ext cx="204444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4" name="Ink 43">
                <a:extLst>
                  <a:ext uri="{FF2B5EF4-FFF2-40B4-BE49-F238E27FC236}">
                    <a16:creationId xmlns:a16="http://schemas.microsoft.com/office/drawing/2014/main" id="{6E92B172-E77D-4646-97B2-8B22C1B217FC}"/>
                  </a:ext>
                </a:extLst>
              </p14:cNvPr>
              <p14:cNvContentPartPr/>
              <p14:nvPr/>
            </p14:nvContentPartPr>
            <p14:xfrm>
              <a:off x="4718166" y="4703469"/>
              <a:ext cx="2892240" cy="165960"/>
            </p14:xfrm>
          </p:contentPart>
        </mc:Choice>
        <mc:Fallback xmlns="">
          <p:pic>
            <p:nvPicPr>
              <p:cNvPr id="44" name="Ink 43">
                <a:extLst>
                  <a:ext uri="{FF2B5EF4-FFF2-40B4-BE49-F238E27FC236}">
                    <a16:creationId xmlns:a16="http://schemas.microsoft.com/office/drawing/2014/main" id="{6E92B172-E77D-4646-97B2-8B22C1B217FC}"/>
                  </a:ext>
                </a:extLst>
              </p:cNvPr>
              <p:cNvPicPr/>
              <p:nvPr/>
            </p:nvPicPr>
            <p:blipFill>
              <a:blip r:embed="rId22"/>
              <a:stretch>
                <a:fillRect/>
              </a:stretch>
            </p:blipFill>
            <p:spPr>
              <a:xfrm>
                <a:off x="4700166" y="4685469"/>
                <a:ext cx="292788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9" name="Ink 48">
                <a:extLst>
                  <a:ext uri="{FF2B5EF4-FFF2-40B4-BE49-F238E27FC236}">
                    <a16:creationId xmlns:a16="http://schemas.microsoft.com/office/drawing/2014/main" id="{181B624D-507D-4822-8D95-92EEA2D9F34F}"/>
                  </a:ext>
                </a:extLst>
              </p14:cNvPr>
              <p14:cNvContentPartPr/>
              <p14:nvPr/>
            </p14:nvContentPartPr>
            <p14:xfrm>
              <a:off x="10096566" y="5418429"/>
              <a:ext cx="582840" cy="723960"/>
            </p14:xfrm>
          </p:contentPart>
        </mc:Choice>
        <mc:Fallback xmlns="">
          <p:pic>
            <p:nvPicPr>
              <p:cNvPr id="49" name="Ink 48">
                <a:extLst>
                  <a:ext uri="{FF2B5EF4-FFF2-40B4-BE49-F238E27FC236}">
                    <a16:creationId xmlns:a16="http://schemas.microsoft.com/office/drawing/2014/main" id="{181B624D-507D-4822-8D95-92EEA2D9F34F}"/>
                  </a:ext>
                </a:extLst>
              </p:cNvPr>
              <p:cNvPicPr/>
              <p:nvPr/>
            </p:nvPicPr>
            <p:blipFill>
              <a:blip r:embed="rId24"/>
              <a:stretch>
                <a:fillRect/>
              </a:stretch>
            </p:blipFill>
            <p:spPr>
              <a:xfrm>
                <a:off x="10078937" y="5400789"/>
                <a:ext cx="618458" cy="759600"/>
              </a:xfrm>
              <a:prstGeom prst="rect">
                <a:avLst/>
              </a:prstGeom>
            </p:spPr>
          </p:pic>
        </mc:Fallback>
      </mc:AlternateContent>
      <p:sp>
        <p:nvSpPr>
          <p:cNvPr id="50" name="Rectangle 49">
            <a:extLst>
              <a:ext uri="{FF2B5EF4-FFF2-40B4-BE49-F238E27FC236}">
                <a16:creationId xmlns:a16="http://schemas.microsoft.com/office/drawing/2014/main" id="{576E87DB-90FA-48C4-9AD3-6B5377B77650}"/>
              </a:ext>
            </a:extLst>
          </p:cNvPr>
          <p:cNvSpPr/>
          <p:nvPr/>
        </p:nvSpPr>
        <p:spPr>
          <a:xfrm>
            <a:off x="0" y="10869"/>
            <a:ext cx="12192000" cy="383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C8FB9881-9690-42B9-A44E-CF39B3F9DB41}"/>
              </a:ext>
            </a:extLst>
          </p:cNvPr>
          <p:cNvSpPr txBox="1"/>
          <p:nvPr/>
        </p:nvSpPr>
        <p:spPr>
          <a:xfrm>
            <a:off x="0" y="-5481"/>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3474341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9BD1BB-67BF-4D2F-A5FF-38D9969EC1C5}"/>
              </a:ext>
            </a:extLst>
          </p:cNvPr>
          <p:cNvSpPr/>
          <p:nvPr/>
        </p:nvSpPr>
        <p:spPr>
          <a:xfrm>
            <a:off x="0" y="177809"/>
            <a:ext cx="6096000" cy="2408352"/>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If </a:t>
            </a:r>
            <a:r>
              <a:rPr lang="en-US" sz="2000" b="1" i="1" dirty="0" err="1">
                <a:solidFill>
                  <a:srgbClr val="000000"/>
                </a:solidFill>
                <a:latin typeface="Arial" panose="020B0604020202020204" pitchFamily="34" charset="0"/>
              </a:rPr>
              <a:t>p</a:t>
            </a:r>
            <a:r>
              <a:rPr lang="en-US" sz="2000" b="1" dirty="0" err="1">
                <a:solidFill>
                  <a:srgbClr val="000000"/>
                </a:solidFill>
                <a:latin typeface="Arial" panose="020B0604020202020204" pitchFamily="34" charset="0"/>
              </a:rPr>
              <a:t>and</a:t>
            </a:r>
            <a:r>
              <a:rPr lang="en-US" sz="2000" b="1" dirty="0">
                <a:solidFill>
                  <a:srgbClr val="000000"/>
                </a:solidFill>
                <a:latin typeface="Arial" panose="020B0604020202020204" pitchFamily="34" charset="0"/>
              </a:rPr>
              <a:t> </a:t>
            </a:r>
            <a:r>
              <a:rPr lang="en-US" sz="2000" b="1" i="1" dirty="0" err="1">
                <a:solidFill>
                  <a:srgbClr val="000000"/>
                </a:solidFill>
                <a:latin typeface="Arial" panose="020B0604020202020204" pitchFamily="34" charset="0"/>
              </a:rPr>
              <a:t>q</a:t>
            </a:r>
            <a:r>
              <a:rPr lang="en-US" sz="2000" b="1" dirty="0" err="1">
                <a:solidFill>
                  <a:srgbClr val="000000"/>
                </a:solidFill>
                <a:latin typeface="Arial" panose="020B0604020202020204" pitchFamily="34" charset="0"/>
              </a:rPr>
              <a:t>represent</a:t>
            </a:r>
            <a:r>
              <a:rPr lang="en-US" sz="2000" b="1" dirty="0">
                <a:solidFill>
                  <a:srgbClr val="000000"/>
                </a:solidFill>
                <a:latin typeface="Arial" panose="020B0604020202020204" pitchFamily="34" charset="0"/>
              </a:rPr>
              <a:t> the relative frequencies of the only two possible alleles in a population at a particular locus, then </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p</a:t>
            </a:r>
            <a:r>
              <a:rPr lang="en-US" sz="1400" b="1" i="0" u="none" strike="noStrike" baseline="0" dirty="0">
                <a:solidFill>
                  <a:srgbClr val="000000"/>
                </a:solidFill>
                <a:latin typeface="Arial" panose="020B0604020202020204" pitchFamily="34" charset="0"/>
              </a:rPr>
              <a:t>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2</a:t>
            </a:r>
            <a:r>
              <a:rPr lang="en-US" sz="2000" b="1" i="1" dirty="0">
                <a:solidFill>
                  <a:srgbClr val="000000"/>
                </a:solidFill>
                <a:latin typeface="Arial" panose="020B0604020202020204" pitchFamily="34" charset="0"/>
              </a:rPr>
              <a:t>pq</a:t>
            </a:r>
            <a:r>
              <a:rPr lang="en-US" sz="2000" b="1" dirty="0">
                <a:solidFill>
                  <a:srgbClr val="000000"/>
                </a:solidFill>
                <a:latin typeface="Times New Roman" panose="02020603050405020304" pitchFamily="18" charset="0"/>
              </a:rPr>
              <a:t>+ </a:t>
            </a:r>
            <a:r>
              <a:rPr lang="en-US" sz="2000" b="1" i="1" dirty="0">
                <a:solidFill>
                  <a:srgbClr val="000000"/>
                </a:solidFill>
                <a:latin typeface="Arial" panose="020B0604020202020204" pitchFamily="34" charset="0"/>
              </a:rPr>
              <a:t>q</a:t>
            </a:r>
            <a:r>
              <a:rPr lang="en-US" sz="1400" b="1" i="0" u="none" strike="noStrike" baseline="0" dirty="0">
                <a:solidFill>
                  <a:srgbClr val="000000"/>
                </a:solidFill>
                <a:latin typeface="Arial" panose="020B0604020202020204" pitchFamily="34" charset="0"/>
              </a:rPr>
              <a:t>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1</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where </a:t>
            </a:r>
            <a:r>
              <a:rPr lang="en-US" sz="2000" b="1" i="1" dirty="0">
                <a:solidFill>
                  <a:srgbClr val="000000"/>
                </a:solidFill>
                <a:latin typeface="Arial" panose="020B0604020202020204" pitchFamily="34" charset="0"/>
              </a:rPr>
              <a:t>p</a:t>
            </a:r>
            <a:r>
              <a:rPr lang="en-US" sz="1400" b="1" i="0" u="none" strike="noStrike" baseline="0" dirty="0">
                <a:solidFill>
                  <a:srgbClr val="000000"/>
                </a:solidFill>
                <a:latin typeface="Arial" panose="020B0604020202020204" pitchFamily="34" charset="0"/>
              </a:rPr>
              <a:t>2</a:t>
            </a:r>
            <a:r>
              <a:rPr lang="en-US" sz="2000" b="1" dirty="0">
                <a:solidFill>
                  <a:srgbClr val="000000"/>
                </a:solidFill>
                <a:latin typeface="Arial" panose="020B0604020202020204" pitchFamily="34" charset="0"/>
              </a:rPr>
              <a:t>and </a:t>
            </a:r>
            <a:r>
              <a:rPr lang="en-US" sz="2000" b="1" i="1" dirty="0">
                <a:solidFill>
                  <a:srgbClr val="000000"/>
                </a:solidFill>
                <a:latin typeface="Arial" panose="020B0604020202020204" pitchFamily="34" charset="0"/>
              </a:rPr>
              <a:t>q</a:t>
            </a:r>
            <a:r>
              <a:rPr lang="en-US" sz="1400" b="1" i="0" u="none" strike="noStrike" baseline="0" dirty="0">
                <a:solidFill>
                  <a:srgbClr val="000000"/>
                </a:solidFill>
                <a:latin typeface="Arial" panose="020B0604020202020204" pitchFamily="34" charset="0"/>
              </a:rPr>
              <a:t>2</a:t>
            </a:r>
            <a:r>
              <a:rPr lang="en-US" sz="2000" b="1" dirty="0">
                <a:solidFill>
                  <a:srgbClr val="000000"/>
                </a:solidFill>
                <a:latin typeface="Arial" panose="020B0604020202020204" pitchFamily="34" charset="0"/>
              </a:rPr>
              <a:t>represent the frequencies of the homozygous genotypes, and 2</a:t>
            </a:r>
            <a:r>
              <a:rPr lang="en-US" sz="2000" b="1" i="1" dirty="0">
                <a:solidFill>
                  <a:srgbClr val="000000"/>
                </a:solidFill>
                <a:latin typeface="Arial" panose="020B0604020202020204" pitchFamily="34" charset="0"/>
              </a:rPr>
              <a:t>pq</a:t>
            </a:r>
            <a:r>
              <a:rPr lang="en-US" sz="2000" b="1" dirty="0">
                <a:solidFill>
                  <a:srgbClr val="000000"/>
                </a:solidFill>
                <a:latin typeface="Arial" panose="020B0604020202020204" pitchFamily="34" charset="0"/>
              </a:rPr>
              <a:t>represents the frequency of the heterozygous genotype</a:t>
            </a:r>
          </a:p>
        </p:txBody>
      </p:sp>
      <p:pic>
        <p:nvPicPr>
          <p:cNvPr id="5" name="Picture 4">
            <a:extLst>
              <a:ext uri="{FF2B5EF4-FFF2-40B4-BE49-F238E27FC236}">
                <a16:creationId xmlns:a16="http://schemas.microsoft.com/office/drawing/2014/main" id="{117EEC8E-3915-4C45-9812-AB895CCBA0F7}"/>
              </a:ext>
            </a:extLst>
          </p:cNvPr>
          <p:cNvPicPr>
            <a:picLocks noChangeAspect="1"/>
          </p:cNvPicPr>
          <p:nvPr/>
        </p:nvPicPr>
        <p:blipFill>
          <a:blip r:embed="rId2"/>
          <a:stretch>
            <a:fillRect/>
          </a:stretch>
        </p:blipFill>
        <p:spPr>
          <a:xfrm>
            <a:off x="163468" y="2717225"/>
            <a:ext cx="5479255" cy="1554615"/>
          </a:xfrm>
          <a:prstGeom prst="rect">
            <a:avLst/>
          </a:prstGeom>
        </p:spPr>
      </p:pic>
      <p:sp>
        <p:nvSpPr>
          <p:cNvPr id="6" name="Rectangle 5">
            <a:extLst>
              <a:ext uri="{FF2B5EF4-FFF2-40B4-BE49-F238E27FC236}">
                <a16:creationId xmlns:a16="http://schemas.microsoft.com/office/drawing/2014/main" id="{2C9190CE-2E54-4027-A823-447F7DEB6739}"/>
              </a:ext>
            </a:extLst>
          </p:cNvPr>
          <p:cNvSpPr/>
          <p:nvPr/>
        </p:nvSpPr>
        <p:spPr>
          <a:xfrm>
            <a:off x="163468" y="4271840"/>
            <a:ext cx="6821948" cy="2308324"/>
          </a:xfrm>
          <a:prstGeom prst="rect">
            <a:avLst/>
          </a:prstGeom>
        </p:spPr>
        <p:txBody>
          <a:bodyPr wrap="square">
            <a:spAutoFit/>
          </a:bodyPr>
          <a:lstStyle/>
          <a:p>
            <a:r>
              <a:rPr lang="en-US" sz="2400" b="1" i="1" u="none" strike="noStrike" baseline="0" dirty="0">
                <a:solidFill>
                  <a:srgbClr val="000000"/>
                </a:solidFill>
                <a:latin typeface="Arial" panose="020B0604020202020204" pitchFamily="34" charset="0"/>
              </a:rPr>
              <a:t>Conditions for Hardy-Weinberg Equilibrium</a:t>
            </a:r>
            <a:endParaRPr lang="en-US" sz="2400" b="1" i="0" u="none" strike="noStrike" baseline="0" dirty="0">
              <a:solidFill>
                <a:srgbClr val="000000"/>
              </a:solidFill>
              <a:latin typeface="Arial" panose="020B0604020202020204" pitchFamily="34" charset="0"/>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Hardy-Weinberg approach describes a population that is not evolving</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In real populations, allele and genotype frequencies often do change over time</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Such changes occur when one or more of the conditions for Hardy-Weinberg equilibrium are not met</a:t>
            </a:r>
          </a:p>
        </p:txBody>
      </p:sp>
      <p:sp>
        <p:nvSpPr>
          <p:cNvPr id="2" name="TextBox 1">
            <a:extLst>
              <a:ext uri="{FF2B5EF4-FFF2-40B4-BE49-F238E27FC236}">
                <a16:creationId xmlns:a16="http://schemas.microsoft.com/office/drawing/2014/main" id="{DF0CF8BC-5401-4FD4-96DB-E5387190842D}"/>
              </a:ext>
            </a:extLst>
          </p:cNvPr>
          <p:cNvSpPr txBox="1"/>
          <p:nvPr/>
        </p:nvSpPr>
        <p:spPr>
          <a:xfrm>
            <a:off x="8026402" y="395013"/>
            <a:ext cx="4042228" cy="708072"/>
          </a:xfrm>
          <a:prstGeom prst="rect">
            <a:avLst/>
          </a:prstGeom>
          <a:noFill/>
        </p:spPr>
        <p:txBody>
          <a:bodyPr wrap="square" rtlCol="0">
            <a:spAutoFit/>
          </a:bodyPr>
          <a:lstStyle/>
          <a:p>
            <a:pPr algn="r"/>
            <a:r>
              <a:rPr lang="ar-AE" sz="2000" b="1" kern="1200" dirty="0">
                <a:solidFill>
                  <a:schemeClr val="tx1"/>
                </a:solidFill>
                <a:latin typeface="+mn-lt"/>
                <a:ea typeface="+mn-ea"/>
                <a:cs typeface="+mn-cs"/>
              </a:rPr>
              <a:t>هون بدنا نعرف معلومة مهمة كتير بالنسبة لهاي المعادلة والي هي انه ال</a:t>
            </a:r>
            <a:endParaRPr lang="en-US" sz="20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7A239940-B5CA-4998-9AAD-DE42AFCFD700}"/>
              </a:ext>
            </a:extLst>
          </p:cNvPr>
          <p:cNvSpPr txBox="1"/>
          <p:nvPr/>
        </p:nvSpPr>
        <p:spPr>
          <a:xfrm>
            <a:off x="7707087" y="579865"/>
            <a:ext cx="1828800" cy="523220"/>
          </a:xfrm>
          <a:prstGeom prst="rect">
            <a:avLst/>
          </a:prstGeom>
          <a:noFill/>
        </p:spPr>
        <p:txBody>
          <a:bodyPr wrap="square" rtlCol="0">
            <a:spAutoFit/>
          </a:bodyPr>
          <a:lstStyle/>
          <a:p>
            <a:pPr algn="r"/>
            <a:r>
              <a:rPr lang="en-US" sz="2800" b="1" kern="1200" dirty="0">
                <a:solidFill>
                  <a:schemeClr val="tx1"/>
                </a:solidFill>
                <a:latin typeface="+mn-lt"/>
                <a:ea typeface="+mn-ea"/>
                <a:cs typeface="+mn-cs"/>
              </a:rPr>
              <a:t>q</a:t>
            </a:r>
          </a:p>
        </p:txBody>
      </p:sp>
      <p:sp>
        <p:nvSpPr>
          <p:cNvPr id="7" name="TextBox 6">
            <a:extLst>
              <a:ext uri="{FF2B5EF4-FFF2-40B4-BE49-F238E27FC236}">
                <a16:creationId xmlns:a16="http://schemas.microsoft.com/office/drawing/2014/main" id="{5A0A7B1F-6A14-407E-9A4A-B128681BDCCE}"/>
              </a:ext>
            </a:extLst>
          </p:cNvPr>
          <p:cNvSpPr txBox="1"/>
          <p:nvPr/>
        </p:nvSpPr>
        <p:spPr>
          <a:xfrm>
            <a:off x="7395028" y="749049"/>
            <a:ext cx="1828800"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تربيع</a:t>
            </a:r>
            <a:endParaRPr lang="en-US" sz="2000" b="1"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id="{A5CE4E8E-9985-4BDB-A399-08956598AD4F}"/>
              </a:ext>
            </a:extLst>
          </p:cNvPr>
          <p:cNvSpPr txBox="1"/>
          <p:nvPr/>
        </p:nvSpPr>
        <p:spPr>
          <a:xfrm>
            <a:off x="11589657" y="1103085"/>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وال</a:t>
            </a:r>
            <a:endParaRPr lang="en-US" sz="2000"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7D095521-F0FD-4713-8533-7473499473CC}"/>
              </a:ext>
            </a:extLst>
          </p:cNvPr>
          <p:cNvSpPr txBox="1"/>
          <p:nvPr/>
        </p:nvSpPr>
        <p:spPr>
          <a:xfrm>
            <a:off x="11277600" y="980062"/>
            <a:ext cx="1828800" cy="523220"/>
          </a:xfrm>
          <a:prstGeom prst="rect">
            <a:avLst/>
          </a:prstGeom>
          <a:noFill/>
        </p:spPr>
        <p:txBody>
          <a:bodyPr wrap="square" rtlCol="0">
            <a:spAutoFit/>
          </a:bodyPr>
          <a:lstStyle/>
          <a:p>
            <a:r>
              <a:rPr lang="en-US" sz="2800" b="1" kern="1200" dirty="0">
                <a:solidFill>
                  <a:schemeClr val="tx1"/>
                </a:solidFill>
                <a:latin typeface="+mn-lt"/>
                <a:ea typeface="+mn-ea"/>
                <a:cs typeface="+mn-cs"/>
              </a:rPr>
              <a:t>p</a:t>
            </a:r>
          </a:p>
        </p:txBody>
      </p:sp>
      <p:sp>
        <p:nvSpPr>
          <p:cNvPr id="10" name="TextBox 9">
            <a:extLst>
              <a:ext uri="{FF2B5EF4-FFF2-40B4-BE49-F238E27FC236}">
                <a16:creationId xmlns:a16="http://schemas.microsoft.com/office/drawing/2014/main" id="{A974EABF-8087-4120-8141-FBC04A2472AF}"/>
              </a:ext>
            </a:extLst>
          </p:cNvPr>
          <p:cNvSpPr txBox="1"/>
          <p:nvPr/>
        </p:nvSpPr>
        <p:spPr>
          <a:xfrm>
            <a:off x="6096000" y="1128720"/>
            <a:ext cx="5334116" cy="707886"/>
          </a:xfrm>
          <a:prstGeom prst="rect">
            <a:avLst/>
          </a:prstGeom>
          <a:noFill/>
        </p:spPr>
        <p:txBody>
          <a:bodyPr wrap="square" rtlCol="0">
            <a:spAutoFit/>
          </a:bodyPr>
          <a:lstStyle/>
          <a:p>
            <a:pPr algn="r"/>
            <a:r>
              <a:rPr lang="ar-AE" sz="2000" b="1" dirty="0"/>
              <a:t>تربيع هدول التنتين بس بعوض فيهم الطراز الجيني المتشابه يعني ال</a:t>
            </a:r>
            <a:endParaRPr lang="en-US" sz="2000" b="1" kern="1200" dirty="0">
              <a:solidFill>
                <a:schemeClr val="tx1"/>
              </a:solidFill>
              <a:latin typeface="+mn-lt"/>
              <a:ea typeface="+mn-ea"/>
              <a:cs typeface="+mn-cs"/>
            </a:endParaRPr>
          </a:p>
        </p:txBody>
      </p:sp>
      <p:sp>
        <p:nvSpPr>
          <p:cNvPr id="11" name="TextBox 10">
            <a:extLst>
              <a:ext uri="{FF2B5EF4-FFF2-40B4-BE49-F238E27FC236}">
                <a16:creationId xmlns:a16="http://schemas.microsoft.com/office/drawing/2014/main" id="{C420C953-5B2E-4F7C-ADB0-B8D2DBB26340}"/>
              </a:ext>
            </a:extLst>
          </p:cNvPr>
          <p:cNvSpPr txBox="1"/>
          <p:nvPr/>
        </p:nvSpPr>
        <p:spPr>
          <a:xfrm>
            <a:off x="8991600" y="1381985"/>
            <a:ext cx="1828800" cy="400110"/>
          </a:xfrm>
          <a:prstGeom prst="rect">
            <a:avLst/>
          </a:prstGeom>
          <a:noFill/>
        </p:spPr>
        <p:txBody>
          <a:bodyPr wrap="square" rtlCol="0">
            <a:spAutoFit/>
          </a:bodyPr>
          <a:lstStyle/>
          <a:p>
            <a:pPr algn="r"/>
            <a:r>
              <a:rPr lang="en-US" sz="2000" b="1" kern="1200" dirty="0">
                <a:solidFill>
                  <a:schemeClr val="tx1"/>
                </a:solidFill>
                <a:latin typeface="+mn-lt"/>
                <a:ea typeface="+mn-ea"/>
                <a:cs typeface="+mn-cs"/>
              </a:rPr>
              <a:t>homozygous</a:t>
            </a:r>
          </a:p>
        </p:txBody>
      </p:sp>
      <p:sp>
        <p:nvSpPr>
          <p:cNvPr id="12" name="TextBox 11">
            <a:extLst>
              <a:ext uri="{FF2B5EF4-FFF2-40B4-BE49-F238E27FC236}">
                <a16:creationId xmlns:a16="http://schemas.microsoft.com/office/drawing/2014/main" id="{D5CC2049-3154-465B-AB8C-1765985EAABC}"/>
              </a:ext>
            </a:extLst>
          </p:cNvPr>
          <p:cNvSpPr txBox="1"/>
          <p:nvPr/>
        </p:nvSpPr>
        <p:spPr>
          <a:xfrm>
            <a:off x="8309428" y="2053996"/>
            <a:ext cx="3737428"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اما الحد الي بالنص الي هو</a:t>
            </a:r>
            <a:endParaRPr lang="en-US" sz="2000" b="1" kern="1200" dirty="0">
              <a:solidFill>
                <a:schemeClr val="tx1"/>
              </a:solidFill>
              <a:latin typeface="+mn-lt"/>
              <a:ea typeface="+mn-ea"/>
              <a:cs typeface="+mn-cs"/>
            </a:endParaRPr>
          </a:p>
        </p:txBody>
      </p:sp>
      <p:sp>
        <p:nvSpPr>
          <p:cNvPr id="13" name="TextBox 12">
            <a:extLst>
              <a:ext uri="{FF2B5EF4-FFF2-40B4-BE49-F238E27FC236}">
                <a16:creationId xmlns:a16="http://schemas.microsoft.com/office/drawing/2014/main" id="{4F3F870C-05C8-47FA-8619-6020B3A93E7E}"/>
              </a:ext>
            </a:extLst>
          </p:cNvPr>
          <p:cNvSpPr txBox="1"/>
          <p:nvPr/>
        </p:nvSpPr>
        <p:spPr>
          <a:xfrm>
            <a:off x="8991600" y="1949773"/>
            <a:ext cx="1828800" cy="523220"/>
          </a:xfrm>
          <a:prstGeom prst="rect">
            <a:avLst/>
          </a:prstGeom>
          <a:noFill/>
        </p:spPr>
        <p:txBody>
          <a:bodyPr wrap="square" rtlCol="0">
            <a:spAutoFit/>
          </a:bodyPr>
          <a:lstStyle/>
          <a:p>
            <a:r>
              <a:rPr lang="en-US" sz="2800" b="1" kern="1200" dirty="0">
                <a:solidFill>
                  <a:schemeClr val="tx1"/>
                </a:solidFill>
                <a:latin typeface="+mn-lt"/>
                <a:ea typeface="+mn-ea"/>
                <a:cs typeface="+mn-cs"/>
              </a:rPr>
              <a:t>2pq</a:t>
            </a:r>
          </a:p>
        </p:txBody>
      </p:sp>
      <p:sp>
        <p:nvSpPr>
          <p:cNvPr id="14" name="TextBox 13">
            <a:extLst>
              <a:ext uri="{FF2B5EF4-FFF2-40B4-BE49-F238E27FC236}">
                <a16:creationId xmlns:a16="http://schemas.microsoft.com/office/drawing/2014/main" id="{4A1678FF-43D6-4658-A2FF-80B07CF8AFE4}"/>
              </a:ext>
            </a:extLst>
          </p:cNvPr>
          <p:cNvSpPr txBox="1"/>
          <p:nvPr/>
        </p:nvSpPr>
        <p:spPr>
          <a:xfrm>
            <a:off x="6567601" y="2405743"/>
            <a:ext cx="5479255"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بعوض في النسبة للطراز الجيني الي بكون مختلف الاليلات</a:t>
            </a:r>
            <a:endParaRPr lang="en-US" sz="2000" b="1" kern="1200" dirty="0">
              <a:solidFill>
                <a:schemeClr val="tx1"/>
              </a:solidFill>
              <a:latin typeface="+mn-lt"/>
              <a:ea typeface="+mn-ea"/>
              <a:cs typeface="+mn-cs"/>
            </a:endParaRPr>
          </a:p>
        </p:txBody>
      </p:sp>
      <p:sp>
        <p:nvSpPr>
          <p:cNvPr id="15" name="TextBox 14">
            <a:extLst>
              <a:ext uri="{FF2B5EF4-FFF2-40B4-BE49-F238E27FC236}">
                <a16:creationId xmlns:a16="http://schemas.microsoft.com/office/drawing/2014/main" id="{F54D00B5-DCB9-4F9C-A309-DA4AF78F3CE6}"/>
              </a:ext>
            </a:extLst>
          </p:cNvPr>
          <p:cNvSpPr txBox="1"/>
          <p:nvPr/>
        </p:nvSpPr>
        <p:spPr>
          <a:xfrm>
            <a:off x="10218056" y="2842075"/>
            <a:ext cx="1828800"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يعني ال</a:t>
            </a:r>
            <a:endParaRPr lang="en-US" sz="2000" b="1" kern="1200" dirty="0">
              <a:solidFill>
                <a:schemeClr val="tx1"/>
              </a:solidFill>
              <a:latin typeface="+mn-lt"/>
              <a:ea typeface="+mn-ea"/>
              <a:cs typeface="+mn-cs"/>
            </a:endParaRPr>
          </a:p>
        </p:txBody>
      </p:sp>
      <p:sp>
        <p:nvSpPr>
          <p:cNvPr id="16" name="TextBox 15">
            <a:extLst>
              <a:ext uri="{FF2B5EF4-FFF2-40B4-BE49-F238E27FC236}">
                <a16:creationId xmlns:a16="http://schemas.microsoft.com/office/drawing/2014/main" id="{4879A2A8-8931-4F17-A9E7-077AC4ED2D16}"/>
              </a:ext>
            </a:extLst>
          </p:cNvPr>
          <p:cNvSpPr txBox="1"/>
          <p:nvPr/>
        </p:nvSpPr>
        <p:spPr>
          <a:xfrm>
            <a:off x="9535887" y="2823188"/>
            <a:ext cx="1828800" cy="400110"/>
          </a:xfrm>
          <a:prstGeom prst="rect">
            <a:avLst/>
          </a:prstGeom>
          <a:noFill/>
        </p:spPr>
        <p:txBody>
          <a:bodyPr wrap="square" rtlCol="0">
            <a:spAutoFit/>
          </a:bodyPr>
          <a:lstStyle/>
          <a:p>
            <a:pPr algn="r"/>
            <a:r>
              <a:rPr lang="en-US" sz="2000" b="1" kern="1200" dirty="0" err="1">
                <a:solidFill>
                  <a:schemeClr val="tx1"/>
                </a:solidFill>
                <a:latin typeface="+mn-lt"/>
                <a:ea typeface="+mn-ea"/>
                <a:cs typeface="+mn-cs"/>
              </a:rPr>
              <a:t>hetrozygous</a:t>
            </a:r>
            <a:endParaRPr lang="en-US" sz="2000" b="1" kern="1200" dirty="0">
              <a:solidFill>
                <a:schemeClr val="tx1"/>
              </a:solidFill>
              <a:latin typeface="+mn-lt"/>
              <a:ea typeface="+mn-ea"/>
              <a:cs typeface="+mn-cs"/>
            </a:endParaRPr>
          </a:p>
        </p:txBody>
      </p:sp>
      <p:sp>
        <p:nvSpPr>
          <p:cNvPr id="17" name="TextBox 16">
            <a:extLst>
              <a:ext uri="{FF2B5EF4-FFF2-40B4-BE49-F238E27FC236}">
                <a16:creationId xmlns:a16="http://schemas.microsoft.com/office/drawing/2014/main" id="{C0F31413-D496-43A9-9A73-9A18EA1E73D8}"/>
              </a:ext>
            </a:extLst>
          </p:cNvPr>
          <p:cNvSpPr txBox="1"/>
          <p:nvPr/>
        </p:nvSpPr>
        <p:spPr>
          <a:xfrm>
            <a:off x="6901540" y="4692914"/>
            <a:ext cx="5217885" cy="1323439"/>
          </a:xfrm>
          <a:prstGeom prst="rect">
            <a:avLst/>
          </a:prstGeom>
          <a:noFill/>
        </p:spPr>
        <p:txBody>
          <a:bodyPr wrap="square" rtlCol="0">
            <a:spAutoFit/>
          </a:bodyPr>
          <a:lstStyle/>
          <a:p>
            <a:pPr algn="r"/>
            <a:r>
              <a:rPr lang="ar-AE" sz="2000" b="1" dirty="0"/>
              <a:t>هلا هون رجع يحكيلنا عن توازن هاردي وطبعا ليكون في توازن في عنا شروط لانه في المجموعات الحقيقة رح يكون في عنا تغيير قي الاليلات نتيجة التكاثر الجنسي لهيك رح يختل شرط من شروط التوازن</a:t>
            </a:r>
            <a:endParaRPr lang="en-US" sz="20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D2B7F705-7D2A-402E-8621-BC51406D1E7E}"/>
                  </a:ext>
                </a:extLst>
              </p14:cNvPr>
              <p14:cNvContentPartPr/>
              <p14:nvPr/>
            </p14:nvContentPartPr>
            <p14:xfrm>
              <a:off x="5534286" y="2545629"/>
              <a:ext cx="624600" cy="1601280"/>
            </p14:xfrm>
          </p:contentPart>
        </mc:Choice>
        <mc:Fallback xmlns="">
          <p:pic>
            <p:nvPicPr>
              <p:cNvPr id="18" name="Ink 17">
                <a:extLst>
                  <a:ext uri="{FF2B5EF4-FFF2-40B4-BE49-F238E27FC236}">
                    <a16:creationId xmlns:a16="http://schemas.microsoft.com/office/drawing/2014/main" id="{D2B7F705-7D2A-402E-8621-BC51406D1E7E}"/>
                  </a:ext>
                </a:extLst>
              </p:cNvPr>
              <p:cNvPicPr/>
              <p:nvPr/>
            </p:nvPicPr>
            <p:blipFill>
              <a:blip r:embed="rId4"/>
              <a:stretch>
                <a:fillRect/>
              </a:stretch>
            </p:blipFill>
            <p:spPr>
              <a:xfrm>
                <a:off x="5516646" y="2527989"/>
                <a:ext cx="660240" cy="1636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229B8F4A-0C8E-43BE-9734-FF95E3C37BD5}"/>
                  </a:ext>
                </a:extLst>
              </p14:cNvPr>
              <p14:cNvContentPartPr/>
              <p14:nvPr/>
            </p14:nvContentPartPr>
            <p14:xfrm>
              <a:off x="17646" y="2693949"/>
              <a:ext cx="317520" cy="1683360"/>
            </p14:xfrm>
          </p:contentPart>
        </mc:Choice>
        <mc:Fallback xmlns="">
          <p:pic>
            <p:nvPicPr>
              <p:cNvPr id="19" name="Ink 18">
                <a:extLst>
                  <a:ext uri="{FF2B5EF4-FFF2-40B4-BE49-F238E27FC236}">
                    <a16:creationId xmlns:a16="http://schemas.microsoft.com/office/drawing/2014/main" id="{229B8F4A-0C8E-43BE-9734-FF95E3C37BD5}"/>
                  </a:ext>
                </a:extLst>
              </p:cNvPr>
              <p:cNvPicPr/>
              <p:nvPr/>
            </p:nvPicPr>
            <p:blipFill>
              <a:blip r:embed="rId6"/>
              <a:stretch>
                <a:fillRect/>
              </a:stretch>
            </p:blipFill>
            <p:spPr>
              <a:xfrm>
                <a:off x="6" y="2676309"/>
                <a:ext cx="353160" cy="171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CCCB3FD8-8F85-4AA8-AB7D-F69F0418CD29}"/>
                  </a:ext>
                </a:extLst>
              </p14:cNvPr>
              <p14:cNvContentPartPr/>
              <p14:nvPr/>
            </p14:nvContentPartPr>
            <p14:xfrm>
              <a:off x="344886" y="3861789"/>
              <a:ext cx="753120" cy="465840"/>
            </p14:xfrm>
          </p:contentPart>
        </mc:Choice>
        <mc:Fallback xmlns="">
          <p:pic>
            <p:nvPicPr>
              <p:cNvPr id="22" name="Ink 21">
                <a:extLst>
                  <a:ext uri="{FF2B5EF4-FFF2-40B4-BE49-F238E27FC236}">
                    <a16:creationId xmlns:a16="http://schemas.microsoft.com/office/drawing/2014/main" id="{CCCB3FD8-8F85-4AA8-AB7D-F69F0418CD29}"/>
                  </a:ext>
                </a:extLst>
              </p:cNvPr>
              <p:cNvPicPr/>
              <p:nvPr/>
            </p:nvPicPr>
            <p:blipFill>
              <a:blip r:embed="rId8"/>
              <a:stretch>
                <a:fillRect/>
              </a:stretch>
            </p:blipFill>
            <p:spPr>
              <a:xfrm>
                <a:off x="326886" y="3844149"/>
                <a:ext cx="788760" cy="501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80FDA492-DBAA-48AC-8B5F-FFB291E4B0F2}"/>
                  </a:ext>
                </a:extLst>
              </p14:cNvPr>
              <p14:cNvContentPartPr/>
              <p14:nvPr/>
            </p14:nvContentPartPr>
            <p14:xfrm>
              <a:off x="2133726" y="3848829"/>
              <a:ext cx="692640" cy="494640"/>
            </p14:xfrm>
          </p:contentPart>
        </mc:Choice>
        <mc:Fallback xmlns="">
          <p:pic>
            <p:nvPicPr>
              <p:cNvPr id="23" name="Ink 22">
                <a:extLst>
                  <a:ext uri="{FF2B5EF4-FFF2-40B4-BE49-F238E27FC236}">
                    <a16:creationId xmlns:a16="http://schemas.microsoft.com/office/drawing/2014/main" id="{80FDA492-DBAA-48AC-8B5F-FFB291E4B0F2}"/>
                  </a:ext>
                </a:extLst>
              </p:cNvPr>
              <p:cNvPicPr/>
              <p:nvPr/>
            </p:nvPicPr>
            <p:blipFill>
              <a:blip r:embed="rId10"/>
              <a:stretch>
                <a:fillRect/>
              </a:stretch>
            </p:blipFill>
            <p:spPr>
              <a:xfrm>
                <a:off x="2115726" y="3831189"/>
                <a:ext cx="728280" cy="530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04613939-8D74-4DB3-B316-97B847AF1C96}"/>
                  </a:ext>
                </a:extLst>
              </p14:cNvPr>
              <p14:cNvContentPartPr/>
              <p14:nvPr/>
            </p14:nvContentPartPr>
            <p14:xfrm>
              <a:off x="3878646" y="3893109"/>
              <a:ext cx="767520" cy="453960"/>
            </p14:xfrm>
          </p:contentPart>
        </mc:Choice>
        <mc:Fallback xmlns="">
          <p:pic>
            <p:nvPicPr>
              <p:cNvPr id="24" name="Ink 23">
                <a:extLst>
                  <a:ext uri="{FF2B5EF4-FFF2-40B4-BE49-F238E27FC236}">
                    <a16:creationId xmlns:a16="http://schemas.microsoft.com/office/drawing/2014/main" id="{04613939-8D74-4DB3-B316-97B847AF1C96}"/>
                  </a:ext>
                </a:extLst>
              </p:cNvPr>
              <p:cNvPicPr/>
              <p:nvPr/>
            </p:nvPicPr>
            <p:blipFill>
              <a:blip r:embed="rId12"/>
              <a:stretch>
                <a:fillRect/>
              </a:stretch>
            </p:blipFill>
            <p:spPr>
              <a:xfrm>
                <a:off x="3861006" y="3875469"/>
                <a:ext cx="803160" cy="489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E9407FAB-F95A-4A00-8085-3815C6090D76}"/>
                  </a:ext>
                </a:extLst>
              </p14:cNvPr>
              <p14:cNvContentPartPr/>
              <p14:nvPr/>
            </p14:nvContentPartPr>
            <p14:xfrm>
              <a:off x="10122126" y="3277149"/>
              <a:ext cx="1097280" cy="137880"/>
            </p14:xfrm>
          </p:contentPart>
        </mc:Choice>
        <mc:Fallback xmlns="">
          <p:pic>
            <p:nvPicPr>
              <p:cNvPr id="25" name="Ink 24">
                <a:extLst>
                  <a:ext uri="{FF2B5EF4-FFF2-40B4-BE49-F238E27FC236}">
                    <a16:creationId xmlns:a16="http://schemas.microsoft.com/office/drawing/2014/main" id="{E9407FAB-F95A-4A00-8085-3815C6090D76}"/>
                  </a:ext>
                </a:extLst>
              </p:cNvPr>
              <p:cNvPicPr/>
              <p:nvPr/>
            </p:nvPicPr>
            <p:blipFill>
              <a:blip r:embed="rId14"/>
              <a:stretch>
                <a:fillRect/>
              </a:stretch>
            </p:blipFill>
            <p:spPr>
              <a:xfrm>
                <a:off x="10104486" y="3259509"/>
                <a:ext cx="1132920" cy="173520"/>
              </a:xfrm>
              <a:prstGeom prst="rect">
                <a:avLst/>
              </a:prstGeom>
            </p:spPr>
          </p:pic>
        </mc:Fallback>
      </mc:AlternateContent>
      <p:sp>
        <p:nvSpPr>
          <p:cNvPr id="26" name="Rectangle 25">
            <a:extLst>
              <a:ext uri="{FF2B5EF4-FFF2-40B4-BE49-F238E27FC236}">
                <a16:creationId xmlns:a16="http://schemas.microsoft.com/office/drawing/2014/main" id="{6FFF99E0-80C4-4B0C-8168-76B5495DF1B5}"/>
              </a:ext>
            </a:extLst>
          </p:cNvPr>
          <p:cNvSpPr/>
          <p:nvPr/>
        </p:nvSpPr>
        <p:spPr>
          <a:xfrm>
            <a:off x="17646" y="21345"/>
            <a:ext cx="12174353" cy="3256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42DB8E0-54BF-4319-B0E7-CC63F01C78BE}"/>
              </a:ext>
            </a:extLst>
          </p:cNvPr>
          <p:cNvSpPr txBox="1"/>
          <p:nvPr/>
        </p:nvSpPr>
        <p:spPr>
          <a:xfrm>
            <a:off x="123370" y="-17110"/>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338999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A85349-7B10-4016-AAB5-57960FAD468E}"/>
              </a:ext>
            </a:extLst>
          </p:cNvPr>
          <p:cNvPicPr>
            <a:picLocks noChangeAspect="1"/>
          </p:cNvPicPr>
          <p:nvPr/>
        </p:nvPicPr>
        <p:blipFill>
          <a:blip r:embed="rId2"/>
          <a:stretch>
            <a:fillRect/>
          </a:stretch>
        </p:blipFill>
        <p:spPr>
          <a:xfrm>
            <a:off x="3378773" y="701978"/>
            <a:ext cx="5434453" cy="5454043"/>
          </a:xfrm>
          <a:prstGeom prst="rect">
            <a:avLst/>
          </a:prstGeom>
        </p:spPr>
      </p:pic>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65F9E3CF-D7D9-4D9E-BD4F-BE7990A74F13}"/>
                  </a:ext>
                </a:extLst>
              </p14:cNvPr>
              <p14:cNvContentPartPr/>
              <p14:nvPr/>
            </p14:nvContentPartPr>
            <p14:xfrm>
              <a:off x="9218886" y="1481109"/>
              <a:ext cx="589680" cy="4000320"/>
            </p14:xfrm>
          </p:contentPart>
        </mc:Choice>
        <mc:Fallback xmlns="">
          <p:pic>
            <p:nvPicPr>
              <p:cNvPr id="19" name="Ink 18">
                <a:extLst>
                  <a:ext uri="{FF2B5EF4-FFF2-40B4-BE49-F238E27FC236}">
                    <a16:creationId xmlns:a16="http://schemas.microsoft.com/office/drawing/2014/main" id="{65F9E3CF-D7D9-4D9E-BD4F-BE7990A74F13}"/>
                  </a:ext>
                </a:extLst>
              </p:cNvPr>
              <p:cNvPicPr/>
              <p:nvPr/>
            </p:nvPicPr>
            <p:blipFill>
              <a:blip r:embed="rId4"/>
              <a:stretch>
                <a:fillRect/>
              </a:stretch>
            </p:blipFill>
            <p:spPr>
              <a:xfrm>
                <a:off x="9200886" y="1463109"/>
                <a:ext cx="625320" cy="4035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6" name="Ink 25">
                <a:extLst>
                  <a:ext uri="{FF2B5EF4-FFF2-40B4-BE49-F238E27FC236}">
                    <a16:creationId xmlns:a16="http://schemas.microsoft.com/office/drawing/2014/main" id="{ABC84BF8-D363-4A97-A4A3-868520E4E712}"/>
                  </a:ext>
                </a:extLst>
              </p14:cNvPr>
              <p14:cNvContentPartPr/>
              <p14:nvPr/>
            </p14:nvContentPartPr>
            <p14:xfrm>
              <a:off x="10432086" y="1224429"/>
              <a:ext cx="1291320" cy="580320"/>
            </p14:xfrm>
          </p:contentPart>
        </mc:Choice>
        <mc:Fallback xmlns="">
          <p:pic>
            <p:nvPicPr>
              <p:cNvPr id="26" name="Ink 25">
                <a:extLst>
                  <a:ext uri="{FF2B5EF4-FFF2-40B4-BE49-F238E27FC236}">
                    <a16:creationId xmlns:a16="http://schemas.microsoft.com/office/drawing/2014/main" id="{ABC84BF8-D363-4A97-A4A3-868520E4E712}"/>
                  </a:ext>
                </a:extLst>
              </p:cNvPr>
              <p:cNvPicPr/>
              <p:nvPr/>
            </p:nvPicPr>
            <p:blipFill>
              <a:blip r:embed="rId6"/>
              <a:stretch>
                <a:fillRect/>
              </a:stretch>
            </p:blipFill>
            <p:spPr>
              <a:xfrm>
                <a:off x="10414441" y="1206778"/>
                <a:ext cx="1326970" cy="615982"/>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4" name="Ink 33">
                <a:extLst>
                  <a:ext uri="{FF2B5EF4-FFF2-40B4-BE49-F238E27FC236}">
                    <a16:creationId xmlns:a16="http://schemas.microsoft.com/office/drawing/2014/main" id="{A976F3D5-B65A-41A9-A0DC-920FC2700238}"/>
                  </a:ext>
                </a:extLst>
              </p14:cNvPr>
              <p14:cNvContentPartPr/>
              <p14:nvPr/>
            </p14:nvContentPartPr>
            <p14:xfrm>
              <a:off x="10089366" y="1969989"/>
              <a:ext cx="1860840" cy="787680"/>
            </p14:xfrm>
          </p:contentPart>
        </mc:Choice>
        <mc:Fallback xmlns="">
          <p:pic>
            <p:nvPicPr>
              <p:cNvPr id="34" name="Ink 33">
                <a:extLst>
                  <a:ext uri="{FF2B5EF4-FFF2-40B4-BE49-F238E27FC236}">
                    <a16:creationId xmlns:a16="http://schemas.microsoft.com/office/drawing/2014/main" id="{A976F3D5-B65A-41A9-A0DC-920FC2700238}"/>
                  </a:ext>
                </a:extLst>
              </p:cNvPr>
              <p:cNvPicPr/>
              <p:nvPr/>
            </p:nvPicPr>
            <p:blipFill>
              <a:blip r:embed="rId8"/>
              <a:stretch>
                <a:fillRect/>
              </a:stretch>
            </p:blipFill>
            <p:spPr>
              <a:xfrm>
                <a:off x="10071726" y="1951989"/>
                <a:ext cx="1896480" cy="823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5" name="Ink 84">
                <a:extLst>
                  <a:ext uri="{FF2B5EF4-FFF2-40B4-BE49-F238E27FC236}">
                    <a16:creationId xmlns:a16="http://schemas.microsoft.com/office/drawing/2014/main" id="{74B2B3F9-8753-4DE7-A66B-8D1AD6717A6E}"/>
                  </a:ext>
                </a:extLst>
              </p14:cNvPr>
              <p14:cNvContentPartPr/>
              <p14:nvPr/>
            </p14:nvContentPartPr>
            <p14:xfrm>
              <a:off x="8589246" y="2506749"/>
              <a:ext cx="3470400" cy="4249440"/>
            </p14:xfrm>
          </p:contentPart>
        </mc:Choice>
        <mc:Fallback xmlns="">
          <p:pic>
            <p:nvPicPr>
              <p:cNvPr id="85" name="Ink 84">
                <a:extLst>
                  <a:ext uri="{FF2B5EF4-FFF2-40B4-BE49-F238E27FC236}">
                    <a16:creationId xmlns:a16="http://schemas.microsoft.com/office/drawing/2014/main" id="{74B2B3F9-8753-4DE7-A66B-8D1AD6717A6E}"/>
                  </a:ext>
                </a:extLst>
              </p:cNvPr>
              <p:cNvPicPr/>
              <p:nvPr/>
            </p:nvPicPr>
            <p:blipFill>
              <a:blip r:embed="rId10"/>
              <a:stretch>
                <a:fillRect/>
              </a:stretch>
            </p:blipFill>
            <p:spPr>
              <a:xfrm>
                <a:off x="8571246" y="2488751"/>
                <a:ext cx="3506040" cy="4285077"/>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8" name="Ink 97">
                <a:extLst>
                  <a:ext uri="{FF2B5EF4-FFF2-40B4-BE49-F238E27FC236}">
                    <a16:creationId xmlns:a16="http://schemas.microsoft.com/office/drawing/2014/main" id="{931FAF66-A10C-4AEE-BDCE-656B371984D7}"/>
                  </a:ext>
                </a:extLst>
              </p14:cNvPr>
              <p14:cNvContentPartPr/>
              <p14:nvPr/>
            </p14:nvContentPartPr>
            <p14:xfrm>
              <a:off x="1024206" y="1611069"/>
              <a:ext cx="3587760" cy="4471920"/>
            </p14:xfrm>
          </p:contentPart>
        </mc:Choice>
        <mc:Fallback xmlns="">
          <p:pic>
            <p:nvPicPr>
              <p:cNvPr id="98" name="Ink 97">
                <a:extLst>
                  <a:ext uri="{FF2B5EF4-FFF2-40B4-BE49-F238E27FC236}">
                    <a16:creationId xmlns:a16="http://schemas.microsoft.com/office/drawing/2014/main" id="{931FAF66-A10C-4AEE-BDCE-656B371984D7}"/>
                  </a:ext>
                </a:extLst>
              </p:cNvPr>
              <p:cNvPicPr/>
              <p:nvPr/>
            </p:nvPicPr>
            <p:blipFill>
              <a:blip r:embed="rId12"/>
              <a:stretch>
                <a:fillRect/>
              </a:stretch>
            </p:blipFill>
            <p:spPr>
              <a:xfrm>
                <a:off x="1006566" y="1593070"/>
                <a:ext cx="3623400" cy="4507557"/>
              </a:xfrm>
              <a:prstGeom prst="rect">
                <a:avLst/>
              </a:prstGeom>
            </p:spPr>
          </p:pic>
        </mc:Fallback>
      </mc:AlternateContent>
      <p:sp>
        <p:nvSpPr>
          <p:cNvPr id="99" name="Rectangle 98">
            <a:extLst>
              <a:ext uri="{FF2B5EF4-FFF2-40B4-BE49-F238E27FC236}">
                <a16:creationId xmlns:a16="http://schemas.microsoft.com/office/drawing/2014/main" id="{C3026EBE-65BC-4E9F-9D99-8E37061CC86B}"/>
              </a:ext>
            </a:extLst>
          </p:cNvPr>
          <p:cNvSpPr/>
          <p:nvPr/>
        </p:nvSpPr>
        <p:spPr>
          <a:xfrm>
            <a:off x="0" y="-20936"/>
            <a:ext cx="12192000" cy="53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823B2DA0-BE5B-4912-BEAE-6F1411B99F8F}"/>
              </a:ext>
            </a:extLst>
          </p:cNvPr>
          <p:cNvSpPr txBox="1"/>
          <p:nvPr/>
        </p:nvSpPr>
        <p:spPr>
          <a:xfrm>
            <a:off x="109806" y="8725"/>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866594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D36555-A365-48A1-9FC2-89DFCC07B905}"/>
              </a:ext>
            </a:extLst>
          </p:cNvPr>
          <p:cNvSpPr/>
          <p:nvPr/>
        </p:nvSpPr>
        <p:spPr>
          <a:xfrm>
            <a:off x="0" y="391260"/>
            <a:ext cx="6096000" cy="2000548"/>
          </a:xfrm>
          <a:prstGeom prst="rect">
            <a:avLst/>
          </a:prstGeom>
        </p:spPr>
        <p:txBody>
          <a:bodyPr>
            <a:spAutoFit/>
          </a:bodyPr>
          <a:lstStyle/>
          <a:p>
            <a:r>
              <a:rPr lang="en-US" sz="2400" b="1" i="1" u="none" strike="noStrike" baseline="0" dirty="0">
                <a:solidFill>
                  <a:srgbClr val="000000"/>
                </a:solidFill>
                <a:latin typeface="Arial" panose="020B0604020202020204" pitchFamily="34" charset="0"/>
              </a:rPr>
              <a:t>Applying the Hardy-Weinberg Equation</a:t>
            </a:r>
            <a:endParaRPr lang="en-US" sz="2400" b="1" i="0" u="none" strike="noStrike" baseline="0" dirty="0">
              <a:solidFill>
                <a:srgbClr val="000000"/>
              </a:solidFill>
              <a:latin typeface="Arial" panose="020B0604020202020204" pitchFamily="34" charset="0"/>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Hardy-Weinberg equation can be used to test whether evolution is occurring in a population</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It is also used to determine the percentage of a population carrying a specific allele</a:t>
            </a:r>
          </a:p>
        </p:txBody>
      </p:sp>
      <p:sp>
        <p:nvSpPr>
          <p:cNvPr id="5" name="Rectangle 4">
            <a:extLst>
              <a:ext uri="{FF2B5EF4-FFF2-40B4-BE49-F238E27FC236}">
                <a16:creationId xmlns:a16="http://schemas.microsoft.com/office/drawing/2014/main" id="{95BB56C4-C18A-4C84-BC5D-662B2B90005D}"/>
              </a:ext>
            </a:extLst>
          </p:cNvPr>
          <p:cNvSpPr/>
          <p:nvPr/>
        </p:nvSpPr>
        <p:spPr>
          <a:xfrm>
            <a:off x="94937" y="2314706"/>
            <a:ext cx="6096000" cy="2408352"/>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For example, we can assume that the locus that causes phenylketonuria (PKU) is in Hardy-Weinberg equilibrium given that</a:t>
            </a:r>
          </a:p>
          <a:p>
            <a:r>
              <a:rPr lang="en-US" sz="2000" b="1" dirty="0">
                <a:solidFill>
                  <a:srgbClr val="000000"/>
                </a:solidFill>
                <a:latin typeface="Arial" panose="020B0604020202020204" pitchFamily="34" charset="0"/>
              </a:rPr>
              <a:t>1.The PKU gene mutation rate is low</a:t>
            </a:r>
          </a:p>
          <a:p>
            <a:r>
              <a:rPr lang="en-US" sz="2000" b="1" dirty="0">
                <a:solidFill>
                  <a:srgbClr val="000000"/>
                </a:solidFill>
                <a:latin typeface="Arial" panose="020B0604020202020204" pitchFamily="34" charset="0"/>
              </a:rPr>
              <a:t>2.Mate selection is random with respect to whether or not an individual is a carrier for the PKU allele</a:t>
            </a:r>
          </a:p>
        </p:txBody>
      </p:sp>
      <p:sp>
        <p:nvSpPr>
          <p:cNvPr id="6" name="Rectangle 5">
            <a:extLst>
              <a:ext uri="{FF2B5EF4-FFF2-40B4-BE49-F238E27FC236}">
                <a16:creationId xmlns:a16="http://schemas.microsoft.com/office/drawing/2014/main" id="{D16BA7C7-C234-457E-82A5-DF90412A0943}"/>
              </a:ext>
            </a:extLst>
          </p:cNvPr>
          <p:cNvSpPr/>
          <p:nvPr/>
        </p:nvSpPr>
        <p:spPr>
          <a:xfrm>
            <a:off x="94937" y="4466193"/>
            <a:ext cx="6096000" cy="2408352"/>
          </a:xfrm>
          <a:prstGeom prst="rect">
            <a:avLst/>
          </a:prstGeom>
        </p:spPr>
        <p:txBody>
          <a:bodyPr>
            <a:spAutoFit/>
          </a:bodyPr>
          <a:lstStyle/>
          <a:p>
            <a:endParaRPr lang="en-US" sz="1050" b="1" i="0" u="none" strike="noStrike" baseline="0" dirty="0">
              <a:solidFill>
                <a:srgbClr val="000000"/>
              </a:solidFill>
              <a:latin typeface="Arial" panose="020B0604020202020204" pitchFamily="34" charset="0"/>
            </a:endParaRPr>
          </a:p>
          <a:p>
            <a:r>
              <a:rPr lang="en-US" sz="2000" b="1" dirty="0">
                <a:solidFill>
                  <a:srgbClr val="000000"/>
                </a:solidFill>
                <a:latin typeface="Arial" panose="020B0604020202020204" pitchFamily="34" charset="0"/>
              </a:rPr>
              <a:t>3.Natural selection can only act on rare homozygous individuals who do not follow dietary restrictions </a:t>
            </a:r>
          </a:p>
          <a:p>
            <a:r>
              <a:rPr lang="en-US" sz="2000" b="1" dirty="0">
                <a:solidFill>
                  <a:srgbClr val="000000"/>
                </a:solidFill>
                <a:latin typeface="Arial" panose="020B0604020202020204" pitchFamily="34" charset="0"/>
              </a:rPr>
              <a:t>4.The population is large</a:t>
            </a:r>
          </a:p>
          <a:p>
            <a:r>
              <a:rPr lang="en-US" sz="2000" b="1" dirty="0">
                <a:solidFill>
                  <a:srgbClr val="000000"/>
                </a:solidFill>
                <a:latin typeface="Arial" panose="020B0604020202020204" pitchFamily="34" charset="0"/>
              </a:rPr>
              <a:t>5.Migration has no effect, as many other populations have similar allele frequencies</a:t>
            </a:r>
          </a:p>
          <a:p>
            <a:endParaRPr lang="en-US" sz="2000" b="1" dirty="0">
              <a:solidFill>
                <a:srgbClr val="000000"/>
              </a:solidFill>
              <a:latin typeface="Arial" panose="020B0604020202020204" pitchFamily="34" charset="0"/>
            </a:endParaRPr>
          </a:p>
        </p:txBody>
      </p:sp>
      <p:sp>
        <p:nvSpPr>
          <p:cNvPr id="3" name="TextBox 2">
            <a:extLst>
              <a:ext uri="{FF2B5EF4-FFF2-40B4-BE49-F238E27FC236}">
                <a16:creationId xmlns:a16="http://schemas.microsoft.com/office/drawing/2014/main" id="{6A6FF4AF-3AFA-4E73-8C5A-C7A760B51557}"/>
              </a:ext>
            </a:extLst>
          </p:cNvPr>
          <p:cNvSpPr txBox="1"/>
          <p:nvPr/>
        </p:nvSpPr>
        <p:spPr>
          <a:xfrm>
            <a:off x="5791200" y="493485"/>
            <a:ext cx="6400800" cy="400110"/>
          </a:xfrm>
          <a:prstGeom prst="rect">
            <a:avLst/>
          </a:prstGeom>
          <a:noFill/>
        </p:spPr>
        <p:txBody>
          <a:bodyPr wrap="square" rtlCol="0">
            <a:spAutoFit/>
          </a:bodyPr>
          <a:lstStyle/>
          <a:p>
            <a:pPr algn="r"/>
            <a:r>
              <a:rPr lang="ar-AE" sz="2000" b="1" dirty="0"/>
              <a:t>عنا تطبيقين بستخدمهم لمعادلة هاردي</a:t>
            </a:r>
            <a:endParaRPr lang="en-US" sz="2000" b="1" kern="1200" dirty="0">
              <a:solidFill>
                <a:schemeClr val="tx1"/>
              </a:solidFill>
              <a:latin typeface="+mn-lt"/>
              <a:ea typeface="+mn-ea"/>
              <a:cs typeface="+mn-cs"/>
            </a:endParaRPr>
          </a:p>
        </p:txBody>
      </p:sp>
      <p:sp>
        <p:nvSpPr>
          <p:cNvPr id="7" name="TextBox 6">
            <a:extLst>
              <a:ext uri="{FF2B5EF4-FFF2-40B4-BE49-F238E27FC236}">
                <a16:creationId xmlns:a16="http://schemas.microsoft.com/office/drawing/2014/main" id="{CF922216-4E37-41BC-8C49-3B591A41FCC6}"/>
              </a:ext>
            </a:extLst>
          </p:cNvPr>
          <p:cNvSpPr txBox="1"/>
          <p:nvPr/>
        </p:nvSpPr>
        <p:spPr>
          <a:xfrm>
            <a:off x="7257143" y="991482"/>
            <a:ext cx="4659085"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الاول </a:t>
            </a:r>
            <a:r>
              <a:rPr lang="ar-AE" sz="2000" b="1" dirty="0"/>
              <a:t>عشان اختبر المجتمع الي عندي ازا بتطور او لا</a:t>
            </a:r>
            <a:endParaRPr lang="en-US" sz="2000" b="1"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id="{954C7E15-AA4D-4EF1-AB06-0DFD399B6A05}"/>
              </a:ext>
            </a:extLst>
          </p:cNvPr>
          <p:cNvSpPr txBox="1"/>
          <p:nvPr/>
        </p:nvSpPr>
        <p:spPr>
          <a:xfrm>
            <a:off x="6792686" y="1413989"/>
            <a:ext cx="5167085" cy="707886"/>
          </a:xfrm>
          <a:prstGeom prst="rect">
            <a:avLst/>
          </a:prstGeom>
          <a:noFill/>
        </p:spPr>
        <p:txBody>
          <a:bodyPr wrap="square" rtlCol="0">
            <a:spAutoFit/>
          </a:bodyPr>
          <a:lstStyle/>
          <a:p>
            <a:pPr algn="r"/>
            <a:r>
              <a:rPr lang="ar-AE" sz="2000" b="1" dirty="0"/>
              <a:t>والتطبيق التاني لحى احدد نسبة مئوية للسكان الي بحملو اليل معين</a:t>
            </a:r>
            <a:endParaRPr lang="en-US" sz="2000"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03432294-2508-433F-B6C5-9B14D93F12E1}"/>
              </a:ext>
            </a:extLst>
          </p:cNvPr>
          <p:cNvSpPr txBox="1"/>
          <p:nvPr/>
        </p:nvSpPr>
        <p:spPr>
          <a:xfrm>
            <a:off x="7823200" y="2304703"/>
            <a:ext cx="4273863"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مثلا ممكن انا بدي اعرف موقع اليل الي بسبب مرض ال</a:t>
            </a:r>
            <a:endParaRPr lang="en-US" sz="2000" b="1" kern="1200"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0FF50DB4-55B5-4323-B5E0-66811C7C5BF3}"/>
              </a:ext>
            </a:extLst>
          </p:cNvPr>
          <p:cNvSpPr txBox="1"/>
          <p:nvPr/>
        </p:nvSpPr>
        <p:spPr>
          <a:xfrm>
            <a:off x="8839198" y="2623548"/>
            <a:ext cx="2481943" cy="400110"/>
          </a:xfrm>
          <a:prstGeom prst="rect">
            <a:avLst/>
          </a:prstGeom>
          <a:noFill/>
        </p:spPr>
        <p:txBody>
          <a:bodyPr wrap="square" rtlCol="0">
            <a:spAutoFit/>
          </a:bodyPr>
          <a:lstStyle/>
          <a:p>
            <a:pPr algn="r"/>
            <a:r>
              <a:rPr lang="en-US" sz="2000" b="1" kern="1200" dirty="0">
                <a:solidFill>
                  <a:schemeClr val="tx1"/>
                </a:solidFill>
                <a:latin typeface="+mn-lt"/>
                <a:ea typeface="+mn-ea"/>
                <a:cs typeface="+mn-cs"/>
              </a:rPr>
              <a:t>phenylketonuria</a:t>
            </a:r>
          </a:p>
        </p:txBody>
      </p:sp>
      <p:sp>
        <p:nvSpPr>
          <p:cNvPr id="12" name="TextBox 11">
            <a:extLst>
              <a:ext uri="{FF2B5EF4-FFF2-40B4-BE49-F238E27FC236}">
                <a16:creationId xmlns:a16="http://schemas.microsoft.com/office/drawing/2014/main" id="{37B0807E-FC81-4F91-81E2-7C886AC7F95F}"/>
              </a:ext>
            </a:extLst>
          </p:cNvPr>
          <p:cNvSpPr txBox="1"/>
          <p:nvPr/>
        </p:nvSpPr>
        <p:spPr>
          <a:xfrm>
            <a:off x="5355771" y="3144319"/>
            <a:ext cx="6741292"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1-جين السبب للمرض لازم يكون منخفض</a:t>
            </a:r>
            <a:endParaRPr lang="en-US" sz="2000" b="1" kern="1200" dirty="0">
              <a:solidFill>
                <a:schemeClr val="tx1"/>
              </a:solidFill>
              <a:latin typeface="+mn-lt"/>
              <a:ea typeface="+mn-ea"/>
              <a:cs typeface="+mn-cs"/>
            </a:endParaRPr>
          </a:p>
        </p:txBody>
      </p:sp>
      <p:sp>
        <p:nvSpPr>
          <p:cNvPr id="13" name="TextBox 12">
            <a:extLst>
              <a:ext uri="{FF2B5EF4-FFF2-40B4-BE49-F238E27FC236}">
                <a16:creationId xmlns:a16="http://schemas.microsoft.com/office/drawing/2014/main" id="{F167686B-C7CB-4962-9775-1A826BB88F0F}"/>
              </a:ext>
            </a:extLst>
          </p:cNvPr>
          <p:cNvSpPr txBox="1"/>
          <p:nvPr/>
        </p:nvSpPr>
        <p:spPr>
          <a:xfrm>
            <a:off x="7003142" y="3681666"/>
            <a:ext cx="5167085" cy="707886"/>
          </a:xfrm>
          <a:prstGeom prst="rect">
            <a:avLst/>
          </a:prstGeom>
          <a:noFill/>
        </p:spPr>
        <p:txBody>
          <a:bodyPr wrap="square" rtlCol="0">
            <a:spAutoFit/>
          </a:bodyPr>
          <a:lstStyle/>
          <a:p>
            <a:pPr algn="r"/>
            <a:r>
              <a:rPr lang="ar-AE" sz="2000" b="1" dirty="0"/>
              <a:t>2-بختار بشكل عشوائي شخص وبزاوجه مع شخص مريض لحتى اعرف ازا رح يتنقل الاليل و لا</a:t>
            </a:r>
            <a:endParaRPr lang="en-US" sz="2000" b="1" kern="1200" dirty="0">
              <a:solidFill>
                <a:schemeClr val="tx1"/>
              </a:solidFill>
              <a:latin typeface="+mn-lt"/>
              <a:ea typeface="+mn-ea"/>
              <a:cs typeface="+mn-cs"/>
            </a:endParaRPr>
          </a:p>
        </p:txBody>
      </p:sp>
      <p:sp>
        <p:nvSpPr>
          <p:cNvPr id="14" name="TextBox 13">
            <a:extLst>
              <a:ext uri="{FF2B5EF4-FFF2-40B4-BE49-F238E27FC236}">
                <a16:creationId xmlns:a16="http://schemas.microsoft.com/office/drawing/2014/main" id="{5CDC8104-39F2-4FD4-B72F-578ED6B6322E}"/>
              </a:ext>
            </a:extLst>
          </p:cNvPr>
          <p:cNvSpPr txBox="1"/>
          <p:nvPr/>
        </p:nvSpPr>
        <p:spPr>
          <a:xfrm>
            <a:off x="6444343" y="4566873"/>
            <a:ext cx="5696854"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3-الانتخاب الطبيعي ممكن اعمله لكن فقط الاشخاص الي بكون طرازهم لجيني متماثل يعني </a:t>
            </a:r>
            <a:endParaRPr lang="en-US" sz="1800" b="1" kern="1200" dirty="0">
              <a:solidFill>
                <a:schemeClr val="tx1"/>
              </a:solidFill>
              <a:latin typeface="+mn-lt"/>
              <a:ea typeface="+mn-ea"/>
              <a:cs typeface="+mn-cs"/>
            </a:endParaRPr>
          </a:p>
        </p:txBody>
      </p:sp>
      <p:sp>
        <p:nvSpPr>
          <p:cNvPr id="15" name="TextBox 14">
            <a:extLst>
              <a:ext uri="{FF2B5EF4-FFF2-40B4-BE49-F238E27FC236}">
                <a16:creationId xmlns:a16="http://schemas.microsoft.com/office/drawing/2014/main" id="{6C125674-AF8B-4182-AACC-62AD3AB6826F}"/>
              </a:ext>
            </a:extLst>
          </p:cNvPr>
          <p:cNvSpPr txBox="1"/>
          <p:nvPr/>
        </p:nvSpPr>
        <p:spPr>
          <a:xfrm>
            <a:off x="8839198" y="4863007"/>
            <a:ext cx="1828800" cy="369332"/>
          </a:xfrm>
          <a:prstGeom prst="rect">
            <a:avLst/>
          </a:prstGeom>
          <a:noFill/>
        </p:spPr>
        <p:txBody>
          <a:bodyPr wrap="square" rtlCol="0">
            <a:spAutoFit/>
          </a:bodyPr>
          <a:lstStyle/>
          <a:p>
            <a:pPr algn="r"/>
            <a:r>
              <a:rPr lang="en-US" sz="1800" b="1" kern="1200" dirty="0">
                <a:solidFill>
                  <a:schemeClr val="tx1"/>
                </a:solidFill>
                <a:latin typeface="+mn-lt"/>
                <a:ea typeface="+mn-ea"/>
                <a:cs typeface="+mn-cs"/>
              </a:rPr>
              <a:t>homozygous</a:t>
            </a:r>
          </a:p>
        </p:txBody>
      </p:sp>
      <p:sp>
        <p:nvSpPr>
          <p:cNvPr id="16" name="TextBox 15">
            <a:extLst>
              <a:ext uri="{FF2B5EF4-FFF2-40B4-BE49-F238E27FC236}">
                <a16:creationId xmlns:a16="http://schemas.microsoft.com/office/drawing/2014/main" id="{B91AEF01-E23F-49BA-A0D4-DC31F2E87A0B}"/>
              </a:ext>
            </a:extLst>
          </p:cNvPr>
          <p:cNvSpPr txBox="1"/>
          <p:nvPr/>
        </p:nvSpPr>
        <p:spPr>
          <a:xfrm>
            <a:off x="8236855" y="5328418"/>
            <a:ext cx="3904342" cy="400110"/>
          </a:xfrm>
          <a:prstGeom prst="rect">
            <a:avLst/>
          </a:prstGeom>
          <a:noFill/>
        </p:spPr>
        <p:txBody>
          <a:bodyPr wrap="square" rtlCol="0">
            <a:spAutoFit/>
          </a:bodyPr>
          <a:lstStyle/>
          <a:p>
            <a:pPr algn="r"/>
            <a:r>
              <a:rPr lang="ar-AE" sz="2000" b="1" dirty="0"/>
              <a:t>4-لازم يكون عدد المجموعة كبير</a:t>
            </a:r>
            <a:endParaRPr lang="en-US" sz="2000" b="1" kern="1200" dirty="0">
              <a:solidFill>
                <a:schemeClr val="tx1"/>
              </a:solidFill>
              <a:latin typeface="+mn-lt"/>
              <a:ea typeface="+mn-ea"/>
              <a:cs typeface="+mn-cs"/>
            </a:endParaRPr>
          </a:p>
        </p:txBody>
      </p:sp>
      <p:sp>
        <p:nvSpPr>
          <p:cNvPr id="17" name="TextBox 16">
            <a:extLst>
              <a:ext uri="{FF2B5EF4-FFF2-40B4-BE49-F238E27FC236}">
                <a16:creationId xmlns:a16="http://schemas.microsoft.com/office/drawing/2014/main" id="{17FB2393-7EA4-40CF-82C1-DD1991AABFA6}"/>
              </a:ext>
            </a:extLst>
          </p:cNvPr>
          <p:cNvSpPr txBox="1"/>
          <p:nvPr/>
        </p:nvSpPr>
        <p:spPr>
          <a:xfrm rot="10800000" flipV="1">
            <a:off x="5638797" y="5819851"/>
            <a:ext cx="6502400" cy="707886"/>
          </a:xfrm>
          <a:prstGeom prst="rect">
            <a:avLst/>
          </a:prstGeom>
          <a:noFill/>
        </p:spPr>
        <p:txBody>
          <a:bodyPr wrap="square" rtlCol="0">
            <a:spAutoFit/>
          </a:bodyPr>
          <a:lstStyle/>
          <a:p>
            <a:pPr algn="r"/>
            <a:r>
              <a:rPr lang="ar-AE" sz="2000" b="1" kern="1200" dirty="0">
                <a:solidFill>
                  <a:schemeClr val="tx1"/>
                </a:solidFill>
                <a:latin typeface="+mn-lt"/>
                <a:ea typeface="+mn-ea"/>
                <a:cs typeface="+mn-cs"/>
              </a:rPr>
              <a:t>5-الهجرة ما يكون الها اي تأثير يعني المجموعات الي رح يجيو يكونو متشابهين في الاليلات</a:t>
            </a:r>
            <a:endParaRPr lang="en-US" sz="20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18" name="Ink 17">
                <a:extLst>
                  <a:ext uri="{FF2B5EF4-FFF2-40B4-BE49-F238E27FC236}">
                    <a16:creationId xmlns:a16="http://schemas.microsoft.com/office/drawing/2014/main" id="{4D8F4CFC-5ADE-492D-A357-3F5F5A61AD7F}"/>
                  </a:ext>
                </a:extLst>
              </p14:cNvPr>
              <p14:cNvContentPartPr/>
              <p14:nvPr/>
            </p14:nvContentPartPr>
            <p14:xfrm>
              <a:off x="11826366" y="3527709"/>
              <a:ext cx="295560" cy="94680"/>
            </p14:xfrm>
          </p:contentPart>
        </mc:Choice>
        <mc:Fallback xmlns="">
          <p:pic>
            <p:nvPicPr>
              <p:cNvPr id="18" name="Ink 17">
                <a:extLst>
                  <a:ext uri="{FF2B5EF4-FFF2-40B4-BE49-F238E27FC236}">
                    <a16:creationId xmlns:a16="http://schemas.microsoft.com/office/drawing/2014/main" id="{4D8F4CFC-5ADE-492D-A357-3F5F5A61AD7F}"/>
                  </a:ext>
                </a:extLst>
              </p:cNvPr>
              <p:cNvPicPr/>
              <p:nvPr/>
            </p:nvPicPr>
            <p:blipFill>
              <a:blip r:embed="rId3"/>
              <a:stretch>
                <a:fillRect/>
              </a:stretch>
            </p:blipFill>
            <p:spPr>
              <a:xfrm>
                <a:off x="11808366" y="3510069"/>
                <a:ext cx="3312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7C2DA785-3901-4467-A6A5-FA3B7269714F}"/>
                  </a:ext>
                </a:extLst>
              </p14:cNvPr>
              <p14:cNvContentPartPr/>
              <p14:nvPr/>
            </p14:nvContentPartPr>
            <p14:xfrm>
              <a:off x="11857686" y="4046469"/>
              <a:ext cx="206640" cy="68400"/>
            </p14:xfrm>
          </p:contentPart>
        </mc:Choice>
        <mc:Fallback xmlns="">
          <p:pic>
            <p:nvPicPr>
              <p:cNvPr id="19" name="Ink 18">
                <a:extLst>
                  <a:ext uri="{FF2B5EF4-FFF2-40B4-BE49-F238E27FC236}">
                    <a16:creationId xmlns:a16="http://schemas.microsoft.com/office/drawing/2014/main" id="{7C2DA785-3901-4467-A6A5-FA3B7269714F}"/>
                  </a:ext>
                </a:extLst>
              </p:cNvPr>
              <p:cNvPicPr/>
              <p:nvPr/>
            </p:nvPicPr>
            <p:blipFill>
              <a:blip r:embed="rId5"/>
              <a:stretch>
                <a:fillRect/>
              </a:stretch>
            </p:blipFill>
            <p:spPr>
              <a:xfrm>
                <a:off x="11840046" y="4028469"/>
                <a:ext cx="2422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8BB11365-869B-4ADE-A133-2DD9D0A8151A}"/>
                  </a:ext>
                </a:extLst>
              </p14:cNvPr>
              <p14:cNvContentPartPr/>
              <p14:nvPr/>
            </p14:nvContentPartPr>
            <p14:xfrm>
              <a:off x="11804766" y="4860789"/>
              <a:ext cx="228960" cy="92160"/>
            </p14:xfrm>
          </p:contentPart>
        </mc:Choice>
        <mc:Fallback xmlns="">
          <p:pic>
            <p:nvPicPr>
              <p:cNvPr id="20" name="Ink 19">
                <a:extLst>
                  <a:ext uri="{FF2B5EF4-FFF2-40B4-BE49-F238E27FC236}">
                    <a16:creationId xmlns:a16="http://schemas.microsoft.com/office/drawing/2014/main" id="{8BB11365-869B-4ADE-A133-2DD9D0A8151A}"/>
                  </a:ext>
                </a:extLst>
              </p:cNvPr>
              <p:cNvPicPr/>
              <p:nvPr/>
            </p:nvPicPr>
            <p:blipFill>
              <a:blip r:embed="rId7"/>
              <a:stretch>
                <a:fillRect/>
              </a:stretch>
            </p:blipFill>
            <p:spPr>
              <a:xfrm>
                <a:off x="11787126" y="4842789"/>
                <a:ext cx="2646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0F748C42-3A34-4A96-A155-34D818AC458B}"/>
                  </a:ext>
                </a:extLst>
              </p14:cNvPr>
              <p14:cNvContentPartPr/>
              <p14:nvPr/>
            </p14:nvContentPartPr>
            <p14:xfrm>
              <a:off x="11831406" y="5703909"/>
              <a:ext cx="225360" cy="70560"/>
            </p14:xfrm>
          </p:contentPart>
        </mc:Choice>
        <mc:Fallback xmlns="">
          <p:pic>
            <p:nvPicPr>
              <p:cNvPr id="21" name="Ink 20">
                <a:extLst>
                  <a:ext uri="{FF2B5EF4-FFF2-40B4-BE49-F238E27FC236}">
                    <a16:creationId xmlns:a16="http://schemas.microsoft.com/office/drawing/2014/main" id="{0F748C42-3A34-4A96-A155-34D818AC458B}"/>
                  </a:ext>
                </a:extLst>
              </p:cNvPr>
              <p:cNvPicPr/>
              <p:nvPr/>
            </p:nvPicPr>
            <p:blipFill>
              <a:blip r:embed="rId9"/>
              <a:stretch>
                <a:fillRect/>
              </a:stretch>
            </p:blipFill>
            <p:spPr>
              <a:xfrm>
                <a:off x="11813406" y="5686269"/>
                <a:ext cx="2610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EA5148BE-0AE8-450A-B078-CA08E371C2E4}"/>
                  </a:ext>
                </a:extLst>
              </p14:cNvPr>
              <p14:cNvContentPartPr/>
              <p14:nvPr/>
            </p14:nvContentPartPr>
            <p14:xfrm>
              <a:off x="11843646" y="6193149"/>
              <a:ext cx="226800" cy="64800"/>
            </p14:xfrm>
          </p:contentPart>
        </mc:Choice>
        <mc:Fallback xmlns="">
          <p:pic>
            <p:nvPicPr>
              <p:cNvPr id="22" name="Ink 21">
                <a:extLst>
                  <a:ext uri="{FF2B5EF4-FFF2-40B4-BE49-F238E27FC236}">
                    <a16:creationId xmlns:a16="http://schemas.microsoft.com/office/drawing/2014/main" id="{EA5148BE-0AE8-450A-B078-CA08E371C2E4}"/>
                  </a:ext>
                </a:extLst>
              </p:cNvPr>
              <p:cNvPicPr/>
              <p:nvPr/>
            </p:nvPicPr>
            <p:blipFill>
              <a:blip r:embed="rId11"/>
              <a:stretch>
                <a:fillRect/>
              </a:stretch>
            </p:blipFill>
            <p:spPr>
              <a:xfrm>
                <a:off x="11825646" y="6175509"/>
                <a:ext cx="262440" cy="100440"/>
              </a:xfrm>
              <a:prstGeom prst="rect">
                <a:avLst/>
              </a:prstGeom>
            </p:spPr>
          </p:pic>
        </mc:Fallback>
      </mc:AlternateContent>
      <p:sp>
        <p:nvSpPr>
          <p:cNvPr id="23" name="Rectangle 22">
            <a:extLst>
              <a:ext uri="{FF2B5EF4-FFF2-40B4-BE49-F238E27FC236}">
                <a16:creationId xmlns:a16="http://schemas.microsoft.com/office/drawing/2014/main" id="{B025EB58-FD37-421F-901F-4F86C1F0D648}"/>
              </a:ext>
            </a:extLst>
          </p:cNvPr>
          <p:cNvSpPr/>
          <p:nvPr/>
        </p:nvSpPr>
        <p:spPr>
          <a:xfrm>
            <a:off x="0" y="-13687"/>
            <a:ext cx="12148454" cy="284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943BE9F-DBC1-4B15-9CEC-6003F10B524D}"/>
              </a:ext>
            </a:extLst>
          </p:cNvPr>
          <p:cNvSpPr txBox="1"/>
          <p:nvPr/>
        </p:nvSpPr>
        <p:spPr>
          <a:xfrm>
            <a:off x="217714" y="-47135"/>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2106388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F2436B3-4FC3-4DFF-A473-93D9C1E39CDB}"/>
              </a:ext>
            </a:extLst>
          </p:cNvPr>
          <p:cNvSpPr/>
          <p:nvPr/>
        </p:nvSpPr>
        <p:spPr>
          <a:xfrm>
            <a:off x="0" y="459035"/>
            <a:ext cx="6096000" cy="2716128"/>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occurrence of PKU is one per 10,000 births</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q</a:t>
            </a:r>
            <a:r>
              <a:rPr lang="en-US" sz="1400" b="1" i="0" u="none" strike="noStrike" baseline="0" dirty="0">
                <a:solidFill>
                  <a:srgbClr val="000000"/>
                </a:solidFill>
                <a:latin typeface="Arial" panose="020B0604020202020204" pitchFamily="34" charset="0"/>
              </a:rPr>
              <a:t>2</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0.0001</a:t>
            </a:r>
          </a:p>
          <a:p>
            <a:r>
              <a:rPr lang="en-US" sz="2000" b="1" dirty="0">
                <a:solidFill>
                  <a:srgbClr val="000000"/>
                </a:solidFill>
                <a:latin typeface="Wingdings" panose="05000000000000000000" pitchFamily="2" charset="2"/>
              </a:rPr>
              <a:t></a:t>
            </a:r>
            <a:r>
              <a:rPr lang="en-US" sz="2000" b="1" i="1" dirty="0">
                <a:solidFill>
                  <a:srgbClr val="000000"/>
                </a:solidFill>
                <a:latin typeface="Arial" panose="020B0604020202020204" pitchFamily="34" charset="0"/>
              </a:rPr>
              <a:t>q</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0.01</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frequency of normal alleles is</a:t>
            </a:r>
          </a:p>
          <a:p>
            <a:r>
              <a:rPr lang="fr-FR" sz="2000" b="1" dirty="0">
                <a:solidFill>
                  <a:srgbClr val="000000"/>
                </a:solidFill>
                <a:latin typeface="Wingdings" panose="05000000000000000000" pitchFamily="2" charset="2"/>
              </a:rPr>
              <a:t></a:t>
            </a:r>
            <a:r>
              <a:rPr lang="fr-FR" sz="2000" b="1" i="1" dirty="0">
                <a:solidFill>
                  <a:srgbClr val="000000"/>
                </a:solidFill>
                <a:latin typeface="Arial" panose="020B0604020202020204" pitchFamily="34" charset="0"/>
              </a:rPr>
              <a:t>p</a:t>
            </a:r>
            <a:r>
              <a:rPr lang="fr-FR" sz="2000" b="1" dirty="0">
                <a:solidFill>
                  <a:srgbClr val="000000"/>
                </a:solidFill>
                <a:latin typeface="Times New Roman" panose="02020603050405020304" pitchFamily="18" charset="0"/>
              </a:rPr>
              <a:t>= </a:t>
            </a:r>
            <a:r>
              <a:rPr lang="fr-FR" sz="2000" b="1" dirty="0">
                <a:solidFill>
                  <a:srgbClr val="000000"/>
                </a:solidFill>
                <a:latin typeface="Arial" panose="020B0604020202020204" pitchFamily="34" charset="0"/>
              </a:rPr>
              <a:t>1 </a:t>
            </a:r>
            <a:r>
              <a:rPr lang="fr-FR" sz="2000" b="1" dirty="0">
                <a:solidFill>
                  <a:srgbClr val="000000"/>
                </a:solidFill>
                <a:latin typeface="Times New Roman" panose="02020603050405020304" pitchFamily="18" charset="0"/>
              </a:rPr>
              <a:t>–</a:t>
            </a:r>
            <a:r>
              <a:rPr lang="fr-FR" sz="2000" b="1" i="1" dirty="0">
                <a:solidFill>
                  <a:srgbClr val="000000"/>
                </a:solidFill>
                <a:latin typeface="Arial" panose="020B0604020202020204" pitchFamily="34" charset="0"/>
              </a:rPr>
              <a:t>q</a:t>
            </a:r>
            <a:r>
              <a:rPr lang="fr-FR" sz="2000" b="1" dirty="0">
                <a:solidFill>
                  <a:srgbClr val="000000"/>
                </a:solidFill>
                <a:latin typeface="Times New Roman" panose="02020603050405020304" pitchFamily="18" charset="0"/>
              </a:rPr>
              <a:t>= </a:t>
            </a:r>
            <a:r>
              <a:rPr lang="fr-FR" sz="2000" b="1" dirty="0">
                <a:solidFill>
                  <a:srgbClr val="000000"/>
                </a:solidFill>
                <a:latin typeface="Arial" panose="020B0604020202020204" pitchFamily="34" charset="0"/>
              </a:rPr>
              <a:t>1</a:t>
            </a:r>
            <a:r>
              <a:rPr lang="fr-FR" sz="2000" b="1" dirty="0">
                <a:solidFill>
                  <a:srgbClr val="000000"/>
                </a:solidFill>
                <a:latin typeface="Times New Roman" panose="02020603050405020304" pitchFamily="18" charset="0"/>
              </a:rPr>
              <a:t>− </a:t>
            </a:r>
            <a:r>
              <a:rPr lang="fr-FR" sz="2000" b="1" dirty="0">
                <a:solidFill>
                  <a:srgbClr val="000000"/>
                </a:solidFill>
                <a:latin typeface="Arial" panose="020B0604020202020204" pitchFamily="34" charset="0"/>
              </a:rPr>
              <a:t>0.01</a:t>
            </a:r>
            <a:r>
              <a:rPr lang="fr-FR" sz="2000" b="1" dirty="0">
                <a:solidFill>
                  <a:srgbClr val="000000"/>
                </a:solidFill>
                <a:latin typeface="Times New Roman" panose="02020603050405020304" pitchFamily="18" charset="0"/>
              </a:rPr>
              <a:t>= </a:t>
            </a:r>
            <a:r>
              <a:rPr lang="fr-FR" sz="2000" b="1" dirty="0">
                <a:solidFill>
                  <a:srgbClr val="000000"/>
                </a:solidFill>
                <a:latin typeface="Arial" panose="020B0604020202020204" pitchFamily="34" charset="0"/>
              </a:rPr>
              <a:t>0.99</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frequency of carriers is</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2</a:t>
            </a:r>
            <a:r>
              <a:rPr lang="en-US" sz="2000" b="1" i="1" dirty="0">
                <a:solidFill>
                  <a:srgbClr val="000000"/>
                </a:solidFill>
                <a:latin typeface="Arial" panose="020B0604020202020204" pitchFamily="34" charset="0"/>
              </a:rPr>
              <a:t>pq</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2×0.99×0.01 </a:t>
            </a:r>
            <a:r>
              <a:rPr lang="en-US" sz="2000" b="1" dirty="0">
                <a:solidFill>
                  <a:srgbClr val="000000"/>
                </a:solidFill>
                <a:latin typeface="Times New Roman" panose="02020603050405020304" pitchFamily="18" charset="0"/>
              </a:rPr>
              <a:t>= </a:t>
            </a:r>
            <a:r>
              <a:rPr lang="en-US" sz="2000" b="1" dirty="0">
                <a:solidFill>
                  <a:srgbClr val="000000"/>
                </a:solidFill>
                <a:latin typeface="Arial" panose="020B0604020202020204" pitchFamily="34" charset="0"/>
              </a:rPr>
              <a:t>0.0198</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or approximately 2% of the U.S. population</a:t>
            </a:r>
          </a:p>
        </p:txBody>
      </p:sp>
      <p:sp>
        <p:nvSpPr>
          <p:cNvPr id="5" name="Rectangle 4">
            <a:extLst>
              <a:ext uri="{FF2B5EF4-FFF2-40B4-BE49-F238E27FC236}">
                <a16:creationId xmlns:a16="http://schemas.microsoft.com/office/drawing/2014/main" id="{65890C80-6FF7-4D71-B68F-301B9AD5749B}"/>
              </a:ext>
            </a:extLst>
          </p:cNvPr>
          <p:cNvSpPr/>
          <p:nvPr/>
        </p:nvSpPr>
        <p:spPr>
          <a:xfrm>
            <a:off x="0" y="3682838"/>
            <a:ext cx="5843547" cy="2739211"/>
          </a:xfrm>
          <a:prstGeom prst="rect">
            <a:avLst/>
          </a:prstGeom>
        </p:spPr>
        <p:txBody>
          <a:bodyPr wrap="square">
            <a:spAutoFit/>
          </a:bodyPr>
          <a:lstStyle/>
          <a:p>
            <a:r>
              <a:rPr lang="en-US" sz="2400" b="1" dirty="0">
                <a:solidFill>
                  <a:srgbClr val="000000"/>
                </a:solidFill>
                <a:latin typeface="Arial" panose="020B0604020202020204" pitchFamily="34" charset="0"/>
              </a:rPr>
              <a:t>Concept 23.3: Natural selection, genetic drift, and gene flow can alter allele frequencies in a population</a:t>
            </a:r>
          </a:p>
          <a:p>
            <a:r>
              <a:rPr lang="en-US" sz="2000" b="1" i="0" u="none" strike="noStrike" baseline="0" dirty="0">
                <a:solidFill>
                  <a:srgbClr val="000000"/>
                </a:solidFill>
                <a:latin typeface="Wingdings" panose="05000000000000000000" pitchFamily="2" charset="2"/>
              </a:rPr>
              <a:t></a:t>
            </a:r>
            <a:r>
              <a:rPr lang="en-US" sz="2000" b="1" i="0" u="none" strike="noStrike" baseline="0" dirty="0">
                <a:solidFill>
                  <a:srgbClr val="000000"/>
                </a:solidFill>
                <a:latin typeface="Arial" panose="020B0604020202020204" pitchFamily="34" charset="0"/>
              </a:rPr>
              <a:t>Three major factors alter allele frequencies and bring about most evolutionary change:</a:t>
            </a:r>
          </a:p>
          <a:p>
            <a:r>
              <a:rPr lang="en-US" sz="2000" b="1" i="0" u="none" strike="noStrike" baseline="0" dirty="0">
                <a:solidFill>
                  <a:srgbClr val="000000"/>
                </a:solidFill>
                <a:latin typeface="Wingdings" panose="05000000000000000000" pitchFamily="2" charset="2"/>
              </a:rPr>
              <a:t></a:t>
            </a:r>
            <a:r>
              <a:rPr lang="en-US" sz="2000" b="1" i="0" u="none" strike="noStrike" baseline="0" dirty="0">
                <a:solidFill>
                  <a:srgbClr val="000000"/>
                </a:solidFill>
                <a:latin typeface="Arial" panose="020B0604020202020204" pitchFamily="34" charset="0"/>
              </a:rPr>
              <a:t>Natural selection</a:t>
            </a:r>
          </a:p>
          <a:p>
            <a:r>
              <a:rPr lang="en-US" sz="2000" b="1" i="0" u="none" strike="noStrike" baseline="0" dirty="0">
                <a:solidFill>
                  <a:srgbClr val="000000"/>
                </a:solidFill>
                <a:latin typeface="Wingdings" panose="05000000000000000000" pitchFamily="2" charset="2"/>
              </a:rPr>
              <a:t></a:t>
            </a:r>
            <a:r>
              <a:rPr lang="en-US" sz="2000" b="1" i="0" u="none" strike="noStrike" baseline="0" dirty="0">
                <a:solidFill>
                  <a:srgbClr val="000000"/>
                </a:solidFill>
                <a:latin typeface="Arial" panose="020B0604020202020204" pitchFamily="34" charset="0"/>
              </a:rPr>
              <a:t>Genetic drift</a:t>
            </a:r>
          </a:p>
          <a:p>
            <a:r>
              <a:rPr lang="en-US" sz="2000" b="1" i="0" u="none" strike="noStrike" baseline="0" dirty="0">
                <a:solidFill>
                  <a:srgbClr val="000000"/>
                </a:solidFill>
                <a:latin typeface="Wingdings" panose="05000000000000000000" pitchFamily="2" charset="2"/>
              </a:rPr>
              <a:t></a:t>
            </a:r>
            <a:r>
              <a:rPr lang="en-US" sz="2000" b="1" i="0" u="none" strike="noStrike" baseline="0" dirty="0">
                <a:solidFill>
                  <a:srgbClr val="000000"/>
                </a:solidFill>
                <a:latin typeface="Arial" panose="020B0604020202020204" pitchFamily="34" charset="0"/>
              </a:rPr>
              <a:t>Gene flow</a:t>
            </a:r>
          </a:p>
        </p:txBody>
      </p:sp>
      <p:sp>
        <p:nvSpPr>
          <p:cNvPr id="2" name="TextBox 1">
            <a:extLst>
              <a:ext uri="{FF2B5EF4-FFF2-40B4-BE49-F238E27FC236}">
                <a16:creationId xmlns:a16="http://schemas.microsoft.com/office/drawing/2014/main" id="{8BF6509B-F54A-481A-951F-A05234FD400F}"/>
              </a:ext>
            </a:extLst>
          </p:cNvPr>
          <p:cNvSpPr txBox="1"/>
          <p:nvPr/>
        </p:nvSpPr>
        <p:spPr>
          <a:xfrm>
            <a:off x="6094455" y="3682838"/>
            <a:ext cx="5843546"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اخر كونسبت والطف كونسبت رح يحكيلنا عن اشي حكينا عنه ببداية الشابتر الي هم ثلاثة عوامل رح يغيرولي بتردد الجينات</a:t>
            </a:r>
            <a:endParaRPr lang="en-US" sz="18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B3A08BFF-C67C-4F01-AA0B-3702AA63B8F5}"/>
              </a:ext>
            </a:extLst>
          </p:cNvPr>
          <p:cNvSpPr txBox="1"/>
          <p:nvPr/>
        </p:nvSpPr>
        <p:spPr>
          <a:xfrm>
            <a:off x="10109201" y="4436734"/>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1-الانتخاب الطبيعي</a:t>
            </a:r>
            <a:endParaRPr lang="en-US" sz="2000" b="1" kern="1200" dirty="0">
              <a:solidFill>
                <a:schemeClr val="tx1"/>
              </a:solidFill>
              <a:latin typeface="+mn-lt"/>
              <a:ea typeface="+mn-ea"/>
              <a:cs typeface="+mn-cs"/>
            </a:endParaRPr>
          </a:p>
        </p:txBody>
      </p:sp>
      <p:sp>
        <p:nvSpPr>
          <p:cNvPr id="6" name="TextBox 5">
            <a:extLst>
              <a:ext uri="{FF2B5EF4-FFF2-40B4-BE49-F238E27FC236}">
                <a16:creationId xmlns:a16="http://schemas.microsoft.com/office/drawing/2014/main" id="{1D7D0559-0A38-46F7-B99E-BD03EF17FB87}"/>
              </a:ext>
            </a:extLst>
          </p:cNvPr>
          <p:cNvSpPr txBox="1"/>
          <p:nvPr/>
        </p:nvSpPr>
        <p:spPr>
          <a:xfrm>
            <a:off x="10109201" y="4944409"/>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2-الانجراف الجيني</a:t>
            </a:r>
            <a:endParaRPr lang="en-US" sz="2000" b="1" kern="1200" dirty="0">
              <a:solidFill>
                <a:schemeClr val="tx1"/>
              </a:solidFill>
              <a:latin typeface="+mn-lt"/>
              <a:ea typeface="+mn-ea"/>
              <a:cs typeface="+mn-cs"/>
            </a:endParaRPr>
          </a:p>
        </p:txBody>
      </p:sp>
      <p:sp>
        <p:nvSpPr>
          <p:cNvPr id="7" name="TextBox 6">
            <a:extLst>
              <a:ext uri="{FF2B5EF4-FFF2-40B4-BE49-F238E27FC236}">
                <a16:creationId xmlns:a16="http://schemas.microsoft.com/office/drawing/2014/main" id="{CB71EF61-CE73-45DA-BD24-E6D94B35182B}"/>
              </a:ext>
            </a:extLst>
          </p:cNvPr>
          <p:cNvSpPr txBox="1"/>
          <p:nvPr/>
        </p:nvSpPr>
        <p:spPr>
          <a:xfrm>
            <a:off x="10363200" y="5609771"/>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3-التدفق الجيني</a:t>
            </a:r>
            <a:endParaRPr lang="en-US" sz="2000" b="1" kern="1200" dirty="0">
              <a:solidFill>
                <a:schemeClr val="tx1"/>
              </a:solidFill>
              <a:latin typeface="+mn-lt"/>
              <a:ea typeface="+mn-ea"/>
              <a:cs typeface="+mn-cs"/>
            </a:endParaRPr>
          </a:p>
        </p:txBody>
      </p:sp>
      <p:sp>
        <p:nvSpPr>
          <p:cNvPr id="8" name="Rectangle 7">
            <a:extLst>
              <a:ext uri="{FF2B5EF4-FFF2-40B4-BE49-F238E27FC236}">
                <a16:creationId xmlns:a16="http://schemas.microsoft.com/office/drawing/2014/main" id="{83A9F1A3-1B5D-40F5-A086-DD199FA7120E}"/>
              </a:ext>
            </a:extLst>
          </p:cNvPr>
          <p:cNvSpPr/>
          <p:nvPr/>
        </p:nvSpPr>
        <p:spPr>
          <a:xfrm>
            <a:off x="0" y="-11701"/>
            <a:ext cx="12192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E6D910B-4CAF-4033-85BE-C0ED6083418F}"/>
              </a:ext>
            </a:extLst>
          </p:cNvPr>
          <p:cNvSpPr txBox="1"/>
          <p:nvPr/>
        </p:nvSpPr>
        <p:spPr>
          <a:xfrm>
            <a:off x="0" y="23612"/>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172665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4BF52-D79E-4481-9F5C-9DCF36AACE77}"/>
              </a:ext>
            </a:extLst>
          </p:cNvPr>
          <p:cNvSpPr/>
          <p:nvPr/>
        </p:nvSpPr>
        <p:spPr>
          <a:xfrm>
            <a:off x="109927" y="464218"/>
            <a:ext cx="6096000" cy="2308324"/>
          </a:xfrm>
          <a:prstGeom prst="rect">
            <a:avLst/>
          </a:prstGeom>
        </p:spPr>
        <p:txBody>
          <a:bodyPr>
            <a:spAutoFit/>
          </a:bodyPr>
          <a:lstStyle/>
          <a:p>
            <a:r>
              <a:rPr lang="en-US" sz="2400" b="1" i="0" u="none" strike="noStrike" baseline="0" dirty="0">
                <a:solidFill>
                  <a:srgbClr val="000000"/>
                </a:solidFill>
                <a:latin typeface="Arial" panose="020B0604020202020204" pitchFamily="34" charset="0"/>
              </a:rPr>
              <a:t>Natural Selection</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Selection results in alleles being passed to the next generation in proportions that differ from those in the present generation</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For example, an allele that confers resistance to DDT in fruit flies increased in frequency after DDT was used widely in agriculture</a:t>
            </a:r>
          </a:p>
        </p:txBody>
      </p:sp>
      <p:sp>
        <p:nvSpPr>
          <p:cNvPr id="5" name="Rectangle 4">
            <a:extLst>
              <a:ext uri="{FF2B5EF4-FFF2-40B4-BE49-F238E27FC236}">
                <a16:creationId xmlns:a16="http://schemas.microsoft.com/office/drawing/2014/main" id="{27207FC7-A140-43FE-A8A1-D89229055755}"/>
              </a:ext>
            </a:extLst>
          </p:cNvPr>
          <p:cNvSpPr/>
          <p:nvPr/>
        </p:nvSpPr>
        <p:spPr>
          <a:xfrm>
            <a:off x="109927" y="2772542"/>
            <a:ext cx="6096000" cy="1177245"/>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Natural selection can cause adaptive evolution, a process in which traits that enhance survival or reproduction increase in frequency over time</a:t>
            </a:r>
          </a:p>
        </p:txBody>
      </p:sp>
      <p:sp>
        <p:nvSpPr>
          <p:cNvPr id="6" name="Rectangle 5">
            <a:extLst>
              <a:ext uri="{FF2B5EF4-FFF2-40B4-BE49-F238E27FC236}">
                <a16:creationId xmlns:a16="http://schemas.microsoft.com/office/drawing/2014/main" id="{B79072E1-328B-4B15-BDCE-E493CE5DCEFC}"/>
              </a:ext>
            </a:extLst>
          </p:cNvPr>
          <p:cNvSpPr/>
          <p:nvPr/>
        </p:nvSpPr>
        <p:spPr>
          <a:xfrm>
            <a:off x="109927" y="3949787"/>
            <a:ext cx="6096000" cy="2616101"/>
          </a:xfrm>
          <a:prstGeom prst="rect">
            <a:avLst/>
          </a:prstGeom>
        </p:spPr>
        <p:txBody>
          <a:bodyPr>
            <a:spAutoFit/>
          </a:bodyPr>
          <a:lstStyle/>
          <a:p>
            <a:r>
              <a:rPr lang="en-US" sz="2400" b="1" i="0" u="none" strike="noStrike" baseline="0" dirty="0">
                <a:solidFill>
                  <a:srgbClr val="000000"/>
                </a:solidFill>
                <a:latin typeface="Arial" panose="020B0604020202020204" pitchFamily="34" charset="0"/>
              </a:rPr>
              <a:t>Genetic Drift</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smaller a sample, the greater the chance of random deviation from a predicted result</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Genetic drift describes how allele frequencies fluctuate unpredictably from one generation to the next</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Genetic drift tends to reduce genetic variation through the random loss of alleles</a:t>
            </a:r>
          </a:p>
        </p:txBody>
      </p:sp>
      <p:sp>
        <p:nvSpPr>
          <p:cNvPr id="2" name="TextBox 1">
            <a:extLst>
              <a:ext uri="{FF2B5EF4-FFF2-40B4-BE49-F238E27FC236}">
                <a16:creationId xmlns:a16="http://schemas.microsoft.com/office/drawing/2014/main" id="{DCC4B7E5-F887-4F5C-8194-2F8B986BE702}"/>
              </a:ext>
            </a:extLst>
          </p:cNvPr>
          <p:cNvSpPr txBox="1"/>
          <p:nvPr/>
        </p:nvSpPr>
        <p:spPr>
          <a:xfrm>
            <a:off x="7852229" y="648884"/>
            <a:ext cx="4229844" cy="2308324"/>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الانتخاب الطبيعي معناه انه الافراد الموجودين حسب الظروف اذا تغيرت وصارت مؤذية رح يكون في افراد قادرة تتكيف وتعيش وافراد لا ورح تموت زي مثال العصافير الي حكينا عنه وهون مثال اخر انه استخدم مبيد حشري للذباب والي عندهم مقامة ذد هاد المبيد رح يعيشو فقط وبالتالتي هاي العملية اسمها انتخاب طبيعي</a:t>
            </a:r>
            <a:endParaRPr lang="en-US" sz="20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8AD818F6-ED5D-46D2-A492-813FDFB4949B}"/>
              </a:ext>
            </a:extLst>
          </p:cNvPr>
          <p:cNvSpPr txBox="1"/>
          <p:nvPr/>
        </p:nvSpPr>
        <p:spPr>
          <a:xfrm>
            <a:off x="6096000" y="3037998"/>
            <a:ext cx="6095999" cy="646331"/>
          </a:xfrm>
          <a:prstGeom prst="rect">
            <a:avLst/>
          </a:prstGeom>
          <a:noFill/>
        </p:spPr>
        <p:txBody>
          <a:bodyPr wrap="square" rtlCol="0">
            <a:spAutoFit/>
          </a:bodyPr>
          <a:lstStyle/>
          <a:p>
            <a:pPr algn="r"/>
            <a:r>
              <a:rPr lang="ar-AE" b="1" kern="1200" dirty="0">
                <a:solidFill>
                  <a:schemeClr val="tx1"/>
                </a:solidFill>
                <a:latin typeface="+mn-lt"/>
                <a:ea typeface="+mn-ea"/>
                <a:cs typeface="+mn-cs"/>
              </a:rPr>
              <a:t>الانتخاب الطبيعي رح يعمل تطور تكيفي يعني رح يصير كل الافراد الناتجة من الافراد الي ضلو عايشين عندهم مناعة او قدرة انهم يعيشو بالظروف الصعبة</a:t>
            </a:r>
            <a:endParaRPr lang="en-US" b="1" kern="1200" dirty="0">
              <a:solidFill>
                <a:schemeClr val="tx1"/>
              </a:solidFill>
              <a:latin typeface="+mn-lt"/>
              <a:ea typeface="+mn-ea"/>
              <a:cs typeface="+mn-cs"/>
            </a:endParaRPr>
          </a:p>
        </p:txBody>
      </p:sp>
      <p:sp>
        <p:nvSpPr>
          <p:cNvPr id="7" name="TextBox 6">
            <a:extLst>
              <a:ext uri="{FF2B5EF4-FFF2-40B4-BE49-F238E27FC236}">
                <a16:creationId xmlns:a16="http://schemas.microsoft.com/office/drawing/2014/main" id="{4D9AD2BC-E7DF-4637-B2AA-9970EC0AF2A2}"/>
              </a:ext>
            </a:extLst>
          </p:cNvPr>
          <p:cNvSpPr txBox="1"/>
          <p:nvPr/>
        </p:nvSpPr>
        <p:spPr>
          <a:xfrm>
            <a:off x="5849256" y="3949787"/>
            <a:ext cx="6232817" cy="369332"/>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تاني سبب من اسباب التغيرات في الاليلات هو الانجراف او الانحراف الجيني</a:t>
            </a:r>
            <a:endParaRPr lang="en-US" sz="1800" b="1"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id="{708D01EE-F5CA-4A73-B876-785CC9D3B2EB}"/>
              </a:ext>
            </a:extLst>
          </p:cNvPr>
          <p:cNvSpPr txBox="1"/>
          <p:nvPr/>
        </p:nvSpPr>
        <p:spPr>
          <a:xfrm>
            <a:off x="7321388" y="4555860"/>
            <a:ext cx="4760685" cy="646331"/>
          </a:xfrm>
          <a:prstGeom prst="rect">
            <a:avLst/>
          </a:prstGeom>
          <a:noFill/>
        </p:spPr>
        <p:txBody>
          <a:bodyPr wrap="square" rtlCol="0">
            <a:spAutoFit/>
          </a:bodyPr>
          <a:lstStyle/>
          <a:p>
            <a:pPr algn="r"/>
            <a:r>
              <a:rPr lang="ar-AE" b="1" kern="1200" dirty="0">
                <a:solidFill>
                  <a:schemeClr val="tx1"/>
                </a:solidFill>
                <a:latin typeface="+mn-lt"/>
                <a:ea typeface="+mn-ea"/>
                <a:cs typeface="+mn-cs"/>
              </a:rPr>
              <a:t>وهو بتميز انه كل ما كانت العينة الي بالمجتمع صغيرة كانت فرصة حدوث هاد التغير بشكل اكبر</a:t>
            </a:r>
            <a:endParaRPr lang="en-US" b="1" kern="1200" dirty="0">
              <a:solidFill>
                <a:schemeClr val="tx1"/>
              </a:solidFill>
              <a:latin typeface="+mn-lt"/>
              <a:ea typeface="+mn-ea"/>
              <a:cs typeface="+mn-cs"/>
            </a:endParaRPr>
          </a:p>
        </p:txBody>
      </p:sp>
      <p:sp>
        <p:nvSpPr>
          <p:cNvPr id="9" name="TextBox 8">
            <a:extLst>
              <a:ext uri="{FF2B5EF4-FFF2-40B4-BE49-F238E27FC236}">
                <a16:creationId xmlns:a16="http://schemas.microsoft.com/office/drawing/2014/main" id="{9B08F7F4-57F5-4C76-857F-770F8A7723CA}"/>
              </a:ext>
            </a:extLst>
          </p:cNvPr>
          <p:cNvSpPr txBox="1"/>
          <p:nvPr/>
        </p:nvSpPr>
        <p:spPr>
          <a:xfrm>
            <a:off x="6357258" y="5222826"/>
            <a:ext cx="5724816" cy="369332"/>
          </a:xfrm>
          <a:prstGeom prst="rect">
            <a:avLst/>
          </a:prstGeom>
          <a:noFill/>
        </p:spPr>
        <p:txBody>
          <a:bodyPr wrap="square" rtlCol="0">
            <a:spAutoFit/>
          </a:bodyPr>
          <a:lstStyle/>
          <a:p>
            <a:pPr algn="r"/>
            <a:r>
              <a:rPr lang="ar-AE" b="1" kern="1200" dirty="0">
                <a:solidFill>
                  <a:schemeClr val="tx1"/>
                </a:solidFill>
                <a:latin typeface="+mn-lt"/>
                <a:ea typeface="+mn-ea"/>
                <a:cs typeface="+mn-cs"/>
              </a:rPr>
              <a:t>الانجراف الجيني بحكيلنا عن التغير الغير متوقع للاليلات من جيل لاخر</a:t>
            </a:r>
            <a:endParaRPr lang="en-US" b="1" kern="1200"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DE48A9B8-78A2-4A7E-A50A-1B82D38C66C9}"/>
              </a:ext>
            </a:extLst>
          </p:cNvPr>
          <p:cNvSpPr txBox="1"/>
          <p:nvPr/>
        </p:nvSpPr>
        <p:spPr>
          <a:xfrm>
            <a:off x="7051804" y="5782732"/>
            <a:ext cx="5021942" cy="646331"/>
          </a:xfrm>
          <a:prstGeom prst="rect">
            <a:avLst/>
          </a:prstGeom>
          <a:noFill/>
        </p:spPr>
        <p:txBody>
          <a:bodyPr wrap="square" rtlCol="0">
            <a:spAutoFit/>
          </a:bodyPr>
          <a:lstStyle/>
          <a:p>
            <a:pPr algn="r"/>
            <a:r>
              <a:rPr lang="ar-AE" b="1" kern="1200" dirty="0">
                <a:solidFill>
                  <a:schemeClr val="tx1"/>
                </a:solidFill>
                <a:latin typeface="+mn-lt"/>
                <a:ea typeface="+mn-ea"/>
                <a:cs typeface="+mn-cs"/>
              </a:rPr>
              <a:t>الانجراف الجيني بقلل من التباين الجيني ليش</a:t>
            </a:r>
            <a:r>
              <a:rPr lang="ar-AE" b="1" dirty="0"/>
              <a:t>؟ لانه رح يصير عندي فقد عشوائي للاليلات</a:t>
            </a:r>
            <a:endParaRPr lang="en-US"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98595D35-59D4-4263-A45B-6A659761B836}"/>
                  </a:ext>
                </a:extLst>
              </p14:cNvPr>
              <p14:cNvContentPartPr/>
              <p14:nvPr/>
            </p14:nvContentPartPr>
            <p14:xfrm>
              <a:off x="2719806" y="446829"/>
              <a:ext cx="649440" cy="344160"/>
            </p14:xfrm>
          </p:contentPart>
        </mc:Choice>
        <mc:Fallback xmlns="">
          <p:pic>
            <p:nvPicPr>
              <p:cNvPr id="11" name="Ink 10">
                <a:extLst>
                  <a:ext uri="{FF2B5EF4-FFF2-40B4-BE49-F238E27FC236}">
                    <a16:creationId xmlns:a16="http://schemas.microsoft.com/office/drawing/2014/main" id="{98595D35-59D4-4263-A45B-6A659761B836}"/>
                  </a:ext>
                </a:extLst>
              </p:cNvPr>
              <p:cNvPicPr/>
              <p:nvPr/>
            </p:nvPicPr>
            <p:blipFill>
              <a:blip r:embed="rId3"/>
              <a:stretch>
                <a:fillRect/>
              </a:stretch>
            </p:blipFill>
            <p:spPr>
              <a:xfrm>
                <a:off x="2701806" y="429189"/>
                <a:ext cx="68508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98666ED7-2905-462D-A485-93C1ADC4A9C1}"/>
                  </a:ext>
                </a:extLst>
              </p14:cNvPr>
              <p14:cNvContentPartPr/>
              <p14:nvPr/>
            </p14:nvContentPartPr>
            <p14:xfrm>
              <a:off x="2186286" y="4021629"/>
              <a:ext cx="660240" cy="236520"/>
            </p14:xfrm>
          </p:contentPart>
        </mc:Choice>
        <mc:Fallback xmlns="">
          <p:pic>
            <p:nvPicPr>
              <p:cNvPr id="12" name="Ink 11">
                <a:extLst>
                  <a:ext uri="{FF2B5EF4-FFF2-40B4-BE49-F238E27FC236}">
                    <a16:creationId xmlns:a16="http://schemas.microsoft.com/office/drawing/2014/main" id="{98666ED7-2905-462D-A485-93C1ADC4A9C1}"/>
                  </a:ext>
                </a:extLst>
              </p:cNvPr>
              <p:cNvPicPr/>
              <p:nvPr/>
            </p:nvPicPr>
            <p:blipFill>
              <a:blip r:embed="rId5"/>
              <a:stretch>
                <a:fillRect/>
              </a:stretch>
            </p:blipFill>
            <p:spPr>
              <a:xfrm>
                <a:off x="2168286" y="4003989"/>
                <a:ext cx="695880" cy="272160"/>
              </a:xfrm>
              <a:prstGeom prst="rect">
                <a:avLst/>
              </a:prstGeom>
            </p:spPr>
          </p:pic>
        </mc:Fallback>
      </mc:AlternateContent>
      <p:sp>
        <p:nvSpPr>
          <p:cNvPr id="13" name="Rectangle 12">
            <a:extLst>
              <a:ext uri="{FF2B5EF4-FFF2-40B4-BE49-F238E27FC236}">
                <a16:creationId xmlns:a16="http://schemas.microsoft.com/office/drawing/2014/main" id="{8BC15C2A-8DFA-4708-8EF5-AF37DA2E3588}"/>
              </a:ext>
            </a:extLst>
          </p:cNvPr>
          <p:cNvSpPr/>
          <p:nvPr/>
        </p:nvSpPr>
        <p:spPr>
          <a:xfrm>
            <a:off x="0" y="-11053"/>
            <a:ext cx="12191998" cy="344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B1D36F8-67D3-42DA-A5ED-F51127E99B3A}"/>
              </a:ext>
            </a:extLst>
          </p:cNvPr>
          <p:cNvSpPr txBox="1"/>
          <p:nvPr/>
        </p:nvSpPr>
        <p:spPr>
          <a:xfrm>
            <a:off x="109927" y="-11053"/>
            <a:ext cx="1828800"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C68DCC98-9F92-47AB-87D2-E5940B246ADC}"/>
                  </a:ext>
                </a:extLst>
              </p14:cNvPr>
              <p14:cNvContentPartPr/>
              <p14:nvPr/>
            </p14:nvContentPartPr>
            <p14:xfrm>
              <a:off x="6731286" y="6707589"/>
              <a:ext cx="1840680" cy="214200"/>
            </p14:xfrm>
          </p:contentPart>
        </mc:Choice>
        <mc:Fallback xmlns="">
          <p:pic>
            <p:nvPicPr>
              <p:cNvPr id="15" name="Ink 14">
                <a:extLst>
                  <a:ext uri="{FF2B5EF4-FFF2-40B4-BE49-F238E27FC236}">
                    <a16:creationId xmlns:a16="http://schemas.microsoft.com/office/drawing/2014/main" id="{C68DCC98-9F92-47AB-87D2-E5940B246ADC}"/>
                  </a:ext>
                </a:extLst>
              </p:cNvPr>
              <p:cNvPicPr/>
              <p:nvPr/>
            </p:nvPicPr>
            <p:blipFill>
              <a:blip r:embed="rId7"/>
              <a:stretch>
                <a:fillRect/>
              </a:stretch>
            </p:blipFill>
            <p:spPr>
              <a:xfrm>
                <a:off x="6713646" y="6689589"/>
                <a:ext cx="187632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3C67279D-E41C-4242-B7A0-B0D985504F68}"/>
                  </a:ext>
                </a:extLst>
              </p14:cNvPr>
              <p14:cNvContentPartPr/>
              <p14:nvPr/>
            </p14:nvContentPartPr>
            <p14:xfrm>
              <a:off x="2208606" y="3737211"/>
              <a:ext cx="6363720" cy="721440"/>
            </p14:xfrm>
          </p:contentPart>
        </mc:Choice>
        <mc:Fallback xmlns="">
          <p:pic>
            <p:nvPicPr>
              <p:cNvPr id="18" name="Ink 17">
                <a:extLst>
                  <a:ext uri="{FF2B5EF4-FFF2-40B4-BE49-F238E27FC236}">
                    <a16:creationId xmlns:a16="http://schemas.microsoft.com/office/drawing/2014/main" id="{3C67279D-E41C-4242-B7A0-B0D985504F68}"/>
                  </a:ext>
                </a:extLst>
              </p:cNvPr>
              <p:cNvPicPr/>
              <p:nvPr/>
            </p:nvPicPr>
            <p:blipFill>
              <a:blip r:embed="rId9"/>
              <a:stretch>
                <a:fillRect/>
              </a:stretch>
            </p:blipFill>
            <p:spPr>
              <a:xfrm>
                <a:off x="2190966" y="3719211"/>
                <a:ext cx="6399360" cy="757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83CF33E5-0839-4023-BA27-D9D3BA3EC55C}"/>
                  </a:ext>
                </a:extLst>
              </p14:cNvPr>
              <p14:cNvContentPartPr/>
              <p14:nvPr/>
            </p14:nvContentPartPr>
            <p14:xfrm>
              <a:off x="10490046" y="580371"/>
              <a:ext cx="1677240" cy="504360"/>
            </p14:xfrm>
          </p:contentPart>
        </mc:Choice>
        <mc:Fallback xmlns="">
          <p:pic>
            <p:nvPicPr>
              <p:cNvPr id="19" name="Ink 18">
                <a:extLst>
                  <a:ext uri="{FF2B5EF4-FFF2-40B4-BE49-F238E27FC236}">
                    <a16:creationId xmlns:a16="http://schemas.microsoft.com/office/drawing/2014/main" id="{83CF33E5-0839-4023-BA27-D9D3BA3EC55C}"/>
                  </a:ext>
                </a:extLst>
              </p:cNvPr>
              <p:cNvPicPr/>
              <p:nvPr/>
            </p:nvPicPr>
            <p:blipFill>
              <a:blip r:embed="rId11"/>
              <a:stretch>
                <a:fillRect/>
              </a:stretch>
            </p:blipFill>
            <p:spPr>
              <a:xfrm>
                <a:off x="10472406" y="562731"/>
                <a:ext cx="1712880" cy="54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190FB76C-7499-4C44-A637-86F8BAC309F0}"/>
                  </a:ext>
                </a:extLst>
              </p14:cNvPr>
              <p14:cNvContentPartPr/>
              <p14:nvPr/>
            </p14:nvContentPartPr>
            <p14:xfrm>
              <a:off x="2716206" y="82851"/>
              <a:ext cx="7786800" cy="594720"/>
            </p14:xfrm>
          </p:contentPart>
        </mc:Choice>
        <mc:Fallback xmlns="">
          <p:pic>
            <p:nvPicPr>
              <p:cNvPr id="20" name="Ink 19">
                <a:extLst>
                  <a:ext uri="{FF2B5EF4-FFF2-40B4-BE49-F238E27FC236}">
                    <a16:creationId xmlns:a16="http://schemas.microsoft.com/office/drawing/2014/main" id="{190FB76C-7499-4C44-A637-86F8BAC309F0}"/>
                  </a:ext>
                </a:extLst>
              </p:cNvPr>
              <p:cNvPicPr/>
              <p:nvPr/>
            </p:nvPicPr>
            <p:blipFill>
              <a:blip r:embed="rId13"/>
              <a:stretch>
                <a:fillRect/>
              </a:stretch>
            </p:blipFill>
            <p:spPr>
              <a:xfrm>
                <a:off x="2698206" y="64851"/>
                <a:ext cx="7822440" cy="630360"/>
              </a:xfrm>
              <a:prstGeom prst="rect">
                <a:avLst/>
              </a:prstGeom>
            </p:spPr>
          </p:pic>
        </mc:Fallback>
      </mc:AlternateContent>
    </p:spTree>
    <p:extLst>
      <p:ext uri="{BB962C8B-B14F-4D97-AF65-F5344CB8AC3E}">
        <p14:creationId xmlns:p14="http://schemas.microsoft.com/office/powerpoint/2010/main" val="1088244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7009CF-A9A4-4B61-B120-4DB452DEA816}"/>
              </a:ext>
            </a:extLst>
          </p:cNvPr>
          <p:cNvPicPr>
            <a:picLocks noChangeAspect="1"/>
          </p:cNvPicPr>
          <p:nvPr/>
        </p:nvPicPr>
        <p:blipFill>
          <a:blip r:embed="rId2"/>
          <a:stretch>
            <a:fillRect/>
          </a:stretch>
        </p:blipFill>
        <p:spPr>
          <a:xfrm>
            <a:off x="1648918" y="1229193"/>
            <a:ext cx="8439461" cy="4572000"/>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9F38B4CD-D1D6-4517-9CE0-8F996EF94B66}"/>
                  </a:ext>
                </a:extLst>
              </p14:cNvPr>
              <p14:cNvContentPartPr/>
              <p14:nvPr/>
            </p14:nvContentPartPr>
            <p14:xfrm>
              <a:off x="3658686" y="1108509"/>
              <a:ext cx="1432080" cy="1463400"/>
            </p14:xfrm>
          </p:contentPart>
        </mc:Choice>
        <mc:Fallback xmlns="">
          <p:pic>
            <p:nvPicPr>
              <p:cNvPr id="10" name="Ink 9">
                <a:extLst>
                  <a:ext uri="{FF2B5EF4-FFF2-40B4-BE49-F238E27FC236}">
                    <a16:creationId xmlns:a16="http://schemas.microsoft.com/office/drawing/2014/main" id="{9F38B4CD-D1D6-4517-9CE0-8F996EF94B66}"/>
                  </a:ext>
                </a:extLst>
              </p:cNvPr>
              <p:cNvPicPr/>
              <p:nvPr/>
            </p:nvPicPr>
            <p:blipFill>
              <a:blip r:embed="rId4"/>
              <a:stretch>
                <a:fillRect/>
              </a:stretch>
            </p:blipFill>
            <p:spPr>
              <a:xfrm>
                <a:off x="3641046" y="1090509"/>
                <a:ext cx="1467720" cy="1499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5" name="Ink 34">
                <a:extLst>
                  <a:ext uri="{FF2B5EF4-FFF2-40B4-BE49-F238E27FC236}">
                    <a16:creationId xmlns:a16="http://schemas.microsoft.com/office/drawing/2014/main" id="{47FBD7D9-EF6C-4073-8A80-7C24C460FD2F}"/>
                  </a:ext>
                </a:extLst>
              </p14:cNvPr>
              <p14:cNvContentPartPr/>
              <p14:nvPr/>
            </p14:nvContentPartPr>
            <p14:xfrm>
              <a:off x="1862286" y="4372269"/>
              <a:ext cx="90720" cy="54720"/>
            </p14:xfrm>
          </p:contentPart>
        </mc:Choice>
        <mc:Fallback xmlns="">
          <p:pic>
            <p:nvPicPr>
              <p:cNvPr id="35" name="Ink 34">
                <a:extLst>
                  <a:ext uri="{FF2B5EF4-FFF2-40B4-BE49-F238E27FC236}">
                    <a16:creationId xmlns:a16="http://schemas.microsoft.com/office/drawing/2014/main" id="{47FBD7D9-EF6C-4073-8A80-7C24C460FD2F}"/>
                  </a:ext>
                </a:extLst>
              </p:cNvPr>
              <p:cNvPicPr/>
              <p:nvPr/>
            </p:nvPicPr>
            <p:blipFill>
              <a:blip r:embed="rId6"/>
              <a:stretch>
                <a:fillRect/>
              </a:stretch>
            </p:blipFill>
            <p:spPr>
              <a:xfrm>
                <a:off x="1844286" y="4354744"/>
                <a:ext cx="126360" cy="9012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6" name="Ink 35">
                <a:extLst>
                  <a:ext uri="{FF2B5EF4-FFF2-40B4-BE49-F238E27FC236}">
                    <a16:creationId xmlns:a16="http://schemas.microsoft.com/office/drawing/2014/main" id="{36DE4BD0-3654-480A-B44A-09E2154D85D5}"/>
                  </a:ext>
                </a:extLst>
              </p14:cNvPr>
              <p14:cNvContentPartPr/>
              <p14:nvPr/>
            </p14:nvContentPartPr>
            <p14:xfrm>
              <a:off x="1767606" y="5225469"/>
              <a:ext cx="263880" cy="22320"/>
            </p14:xfrm>
          </p:contentPart>
        </mc:Choice>
        <mc:Fallback xmlns="">
          <p:pic>
            <p:nvPicPr>
              <p:cNvPr id="36" name="Ink 35">
                <a:extLst>
                  <a:ext uri="{FF2B5EF4-FFF2-40B4-BE49-F238E27FC236}">
                    <a16:creationId xmlns:a16="http://schemas.microsoft.com/office/drawing/2014/main" id="{36DE4BD0-3654-480A-B44A-09E2154D85D5}"/>
                  </a:ext>
                </a:extLst>
              </p:cNvPr>
              <p:cNvPicPr/>
              <p:nvPr/>
            </p:nvPicPr>
            <p:blipFill>
              <a:blip r:embed="rId8"/>
              <a:stretch>
                <a:fillRect/>
              </a:stretch>
            </p:blipFill>
            <p:spPr>
              <a:xfrm>
                <a:off x="1749966" y="5207469"/>
                <a:ext cx="29952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5" name="Ink 54">
                <a:extLst>
                  <a:ext uri="{FF2B5EF4-FFF2-40B4-BE49-F238E27FC236}">
                    <a16:creationId xmlns:a16="http://schemas.microsoft.com/office/drawing/2014/main" id="{7A3EFFF7-B70D-424A-A224-E7B2F4B6A67A}"/>
                  </a:ext>
                </a:extLst>
              </p14:cNvPr>
              <p14:cNvContentPartPr/>
              <p14:nvPr/>
            </p14:nvContentPartPr>
            <p14:xfrm>
              <a:off x="591846" y="319389"/>
              <a:ext cx="2193840" cy="859680"/>
            </p14:xfrm>
          </p:contentPart>
        </mc:Choice>
        <mc:Fallback xmlns="">
          <p:pic>
            <p:nvPicPr>
              <p:cNvPr id="55" name="Ink 54">
                <a:extLst>
                  <a:ext uri="{FF2B5EF4-FFF2-40B4-BE49-F238E27FC236}">
                    <a16:creationId xmlns:a16="http://schemas.microsoft.com/office/drawing/2014/main" id="{7A3EFFF7-B70D-424A-A224-E7B2F4B6A67A}"/>
                  </a:ext>
                </a:extLst>
              </p:cNvPr>
              <p:cNvPicPr/>
              <p:nvPr/>
            </p:nvPicPr>
            <p:blipFill>
              <a:blip r:embed="rId10"/>
              <a:stretch>
                <a:fillRect/>
              </a:stretch>
            </p:blipFill>
            <p:spPr>
              <a:xfrm>
                <a:off x="574206" y="301742"/>
                <a:ext cx="2229480" cy="895335"/>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8" name="Ink 67">
                <a:extLst>
                  <a:ext uri="{FF2B5EF4-FFF2-40B4-BE49-F238E27FC236}">
                    <a16:creationId xmlns:a16="http://schemas.microsoft.com/office/drawing/2014/main" id="{99BC63DF-13B9-4AFC-A27C-63BBB174AE9C}"/>
                  </a:ext>
                </a:extLst>
              </p14:cNvPr>
              <p14:cNvContentPartPr/>
              <p14:nvPr/>
            </p14:nvContentPartPr>
            <p14:xfrm>
              <a:off x="681846" y="1171509"/>
              <a:ext cx="2154960" cy="1260720"/>
            </p14:xfrm>
          </p:contentPart>
        </mc:Choice>
        <mc:Fallback xmlns="">
          <p:pic>
            <p:nvPicPr>
              <p:cNvPr id="68" name="Ink 67">
                <a:extLst>
                  <a:ext uri="{FF2B5EF4-FFF2-40B4-BE49-F238E27FC236}">
                    <a16:creationId xmlns:a16="http://schemas.microsoft.com/office/drawing/2014/main" id="{99BC63DF-13B9-4AFC-A27C-63BBB174AE9C}"/>
                  </a:ext>
                </a:extLst>
              </p:cNvPr>
              <p:cNvPicPr/>
              <p:nvPr/>
            </p:nvPicPr>
            <p:blipFill>
              <a:blip r:embed="rId12"/>
              <a:stretch>
                <a:fillRect/>
              </a:stretch>
            </p:blipFill>
            <p:spPr>
              <a:xfrm>
                <a:off x="663843" y="1153514"/>
                <a:ext cx="2190606" cy="129635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9" name="Ink 68">
                <a:extLst>
                  <a:ext uri="{FF2B5EF4-FFF2-40B4-BE49-F238E27FC236}">
                    <a16:creationId xmlns:a16="http://schemas.microsoft.com/office/drawing/2014/main" id="{4B0D6E69-2AE9-4F94-BF77-DA7051519214}"/>
                  </a:ext>
                </a:extLst>
              </p14:cNvPr>
              <p14:cNvContentPartPr/>
              <p14:nvPr/>
            </p14:nvContentPartPr>
            <p14:xfrm>
              <a:off x="6525006" y="4680429"/>
              <a:ext cx="396720" cy="367560"/>
            </p14:xfrm>
          </p:contentPart>
        </mc:Choice>
        <mc:Fallback xmlns="">
          <p:pic>
            <p:nvPicPr>
              <p:cNvPr id="69" name="Ink 68">
                <a:extLst>
                  <a:ext uri="{FF2B5EF4-FFF2-40B4-BE49-F238E27FC236}">
                    <a16:creationId xmlns:a16="http://schemas.microsoft.com/office/drawing/2014/main" id="{4B0D6E69-2AE9-4F94-BF77-DA7051519214}"/>
                  </a:ext>
                </a:extLst>
              </p:cNvPr>
              <p:cNvPicPr/>
              <p:nvPr/>
            </p:nvPicPr>
            <p:blipFill>
              <a:blip r:embed="rId14"/>
              <a:stretch>
                <a:fillRect/>
              </a:stretch>
            </p:blipFill>
            <p:spPr>
              <a:xfrm>
                <a:off x="6507366" y="4662789"/>
                <a:ext cx="432360"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1" name="Ink 80">
                <a:extLst>
                  <a:ext uri="{FF2B5EF4-FFF2-40B4-BE49-F238E27FC236}">
                    <a16:creationId xmlns:a16="http://schemas.microsoft.com/office/drawing/2014/main" id="{3093706D-D323-47F7-8986-C6C3E446E131}"/>
                  </a:ext>
                </a:extLst>
              </p14:cNvPr>
              <p14:cNvContentPartPr/>
              <p14:nvPr/>
            </p14:nvContentPartPr>
            <p14:xfrm>
              <a:off x="3523326" y="4900029"/>
              <a:ext cx="3580200" cy="1388160"/>
            </p14:xfrm>
          </p:contentPart>
        </mc:Choice>
        <mc:Fallback xmlns="">
          <p:pic>
            <p:nvPicPr>
              <p:cNvPr id="81" name="Ink 80">
                <a:extLst>
                  <a:ext uri="{FF2B5EF4-FFF2-40B4-BE49-F238E27FC236}">
                    <a16:creationId xmlns:a16="http://schemas.microsoft.com/office/drawing/2014/main" id="{3093706D-D323-47F7-8986-C6C3E446E131}"/>
                  </a:ext>
                </a:extLst>
              </p:cNvPr>
              <p:cNvPicPr/>
              <p:nvPr/>
            </p:nvPicPr>
            <p:blipFill>
              <a:blip r:embed="rId16"/>
              <a:stretch>
                <a:fillRect/>
              </a:stretch>
            </p:blipFill>
            <p:spPr>
              <a:xfrm>
                <a:off x="3505326" y="4882384"/>
                <a:ext cx="3615840" cy="1423809"/>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2" name="Ink 81">
                <a:extLst>
                  <a:ext uri="{FF2B5EF4-FFF2-40B4-BE49-F238E27FC236}">
                    <a16:creationId xmlns:a16="http://schemas.microsoft.com/office/drawing/2014/main" id="{02C1ADC9-AE1B-4A03-99A0-33FC7DBB3A9D}"/>
                  </a:ext>
                </a:extLst>
              </p14:cNvPr>
              <p14:cNvContentPartPr/>
              <p14:nvPr/>
            </p14:nvContentPartPr>
            <p14:xfrm>
              <a:off x="6595206" y="1156029"/>
              <a:ext cx="1413720" cy="1344240"/>
            </p14:xfrm>
          </p:contentPart>
        </mc:Choice>
        <mc:Fallback xmlns="">
          <p:pic>
            <p:nvPicPr>
              <p:cNvPr id="82" name="Ink 81">
                <a:extLst>
                  <a:ext uri="{FF2B5EF4-FFF2-40B4-BE49-F238E27FC236}">
                    <a16:creationId xmlns:a16="http://schemas.microsoft.com/office/drawing/2014/main" id="{02C1ADC9-AE1B-4A03-99A0-33FC7DBB3A9D}"/>
                  </a:ext>
                </a:extLst>
              </p:cNvPr>
              <p:cNvPicPr/>
              <p:nvPr/>
            </p:nvPicPr>
            <p:blipFill>
              <a:blip r:embed="rId18"/>
              <a:stretch>
                <a:fillRect/>
              </a:stretch>
            </p:blipFill>
            <p:spPr>
              <a:xfrm>
                <a:off x="6577206" y="1138389"/>
                <a:ext cx="1449360" cy="1379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5" name="Ink 84">
                <a:extLst>
                  <a:ext uri="{FF2B5EF4-FFF2-40B4-BE49-F238E27FC236}">
                    <a16:creationId xmlns:a16="http://schemas.microsoft.com/office/drawing/2014/main" id="{DD231476-901D-4B01-AF12-B45693913E90}"/>
                  </a:ext>
                </a:extLst>
              </p14:cNvPr>
              <p14:cNvContentPartPr/>
              <p14:nvPr/>
            </p14:nvContentPartPr>
            <p14:xfrm>
              <a:off x="9369726" y="4653789"/>
              <a:ext cx="729000" cy="1679040"/>
            </p14:xfrm>
          </p:contentPart>
        </mc:Choice>
        <mc:Fallback xmlns="">
          <p:pic>
            <p:nvPicPr>
              <p:cNvPr id="85" name="Ink 84">
                <a:extLst>
                  <a:ext uri="{FF2B5EF4-FFF2-40B4-BE49-F238E27FC236}">
                    <a16:creationId xmlns:a16="http://schemas.microsoft.com/office/drawing/2014/main" id="{DD231476-901D-4B01-AF12-B45693913E90}"/>
                  </a:ext>
                </a:extLst>
              </p:cNvPr>
              <p:cNvPicPr/>
              <p:nvPr/>
            </p:nvPicPr>
            <p:blipFill>
              <a:blip r:embed="rId20"/>
              <a:stretch>
                <a:fillRect/>
              </a:stretch>
            </p:blipFill>
            <p:spPr>
              <a:xfrm>
                <a:off x="9351726" y="4635793"/>
                <a:ext cx="764640" cy="1714672"/>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19" name="Ink 118">
                <a:extLst>
                  <a:ext uri="{FF2B5EF4-FFF2-40B4-BE49-F238E27FC236}">
                    <a16:creationId xmlns:a16="http://schemas.microsoft.com/office/drawing/2014/main" id="{8D41C0B9-9081-4C76-8CB6-594424AAFE7D}"/>
                  </a:ext>
                </a:extLst>
              </p14:cNvPr>
              <p14:cNvContentPartPr/>
              <p14:nvPr/>
            </p14:nvContentPartPr>
            <p14:xfrm>
              <a:off x="114486" y="2461029"/>
              <a:ext cx="1743840" cy="3583080"/>
            </p14:xfrm>
          </p:contentPart>
        </mc:Choice>
        <mc:Fallback xmlns="">
          <p:pic>
            <p:nvPicPr>
              <p:cNvPr id="119" name="Ink 118">
                <a:extLst>
                  <a:ext uri="{FF2B5EF4-FFF2-40B4-BE49-F238E27FC236}">
                    <a16:creationId xmlns:a16="http://schemas.microsoft.com/office/drawing/2014/main" id="{8D41C0B9-9081-4C76-8CB6-594424AAFE7D}"/>
                  </a:ext>
                </a:extLst>
              </p:cNvPr>
              <p:cNvPicPr/>
              <p:nvPr/>
            </p:nvPicPr>
            <p:blipFill>
              <a:blip r:embed="rId22"/>
              <a:stretch>
                <a:fillRect/>
              </a:stretch>
            </p:blipFill>
            <p:spPr>
              <a:xfrm>
                <a:off x="96486" y="2443387"/>
                <a:ext cx="1779480" cy="3618724"/>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5" name="Ink 134">
                <a:extLst>
                  <a:ext uri="{FF2B5EF4-FFF2-40B4-BE49-F238E27FC236}">
                    <a16:creationId xmlns:a16="http://schemas.microsoft.com/office/drawing/2014/main" id="{A772D526-CC2D-491E-BDD9-4CF1A8B69928}"/>
                  </a:ext>
                </a:extLst>
              </p14:cNvPr>
              <p14:cNvContentPartPr/>
              <p14:nvPr/>
            </p14:nvContentPartPr>
            <p14:xfrm>
              <a:off x="3129486" y="6130509"/>
              <a:ext cx="3329640" cy="603000"/>
            </p14:xfrm>
          </p:contentPart>
        </mc:Choice>
        <mc:Fallback xmlns="">
          <p:pic>
            <p:nvPicPr>
              <p:cNvPr id="135" name="Ink 134">
                <a:extLst>
                  <a:ext uri="{FF2B5EF4-FFF2-40B4-BE49-F238E27FC236}">
                    <a16:creationId xmlns:a16="http://schemas.microsoft.com/office/drawing/2014/main" id="{A772D526-CC2D-491E-BDD9-4CF1A8B69928}"/>
                  </a:ext>
                </a:extLst>
              </p:cNvPr>
              <p:cNvPicPr/>
              <p:nvPr/>
            </p:nvPicPr>
            <p:blipFill>
              <a:blip r:embed="rId24"/>
              <a:stretch>
                <a:fillRect/>
              </a:stretch>
            </p:blipFill>
            <p:spPr>
              <a:xfrm>
                <a:off x="3111844" y="6112509"/>
                <a:ext cx="3365284" cy="638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46" name="Ink 145">
                <a:extLst>
                  <a:ext uri="{FF2B5EF4-FFF2-40B4-BE49-F238E27FC236}">
                    <a16:creationId xmlns:a16="http://schemas.microsoft.com/office/drawing/2014/main" id="{D6D70A14-0E91-4104-AB89-D8273E943FAC}"/>
                  </a:ext>
                </a:extLst>
              </p14:cNvPr>
              <p14:cNvContentPartPr/>
              <p14:nvPr/>
            </p14:nvContentPartPr>
            <p14:xfrm>
              <a:off x="7563966" y="5841789"/>
              <a:ext cx="2291400" cy="853920"/>
            </p14:xfrm>
          </p:contentPart>
        </mc:Choice>
        <mc:Fallback xmlns="">
          <p:pic>
            <p:nvPicPr>
              <p:cNvPr id="146" name="Ink 145">
                <a:extLst>
                  <a:ext uri="{FF2B5EF4-FFF2-40B4-BE49-F238E27FC236}">
                    <a16:creationId xmlns:a16="http://schemas.microsoft.com/office/drawing/2014/main" id="{D6D70A14-0E91-4104-AB89-D8273E943FAC}"/>
                  </a:ext>
                </a:extLst>
              </p:cNvPr>
              <p:cNvPicPr/>
              <p:nvPr/>
            </p:nvPicPr>
            <p:blipFill>
              <a:blip r:embed="rId26"/>
              <a:stretch>
                <a:fillRect/>
              </a:stretch>
            </p:blipFill>
            <p:spPr>
              <a:xfrm>
                <a:off x="7546326" y="5824149"/>
                <a:ext cx="2327040" cy="889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0" name="Ink 179">
                <a:extLst>
                  <a:ext uri="{FF2B5EF4-FFF2-40B4-BE49-F238E27FC236}">
                    <a16:creationId xmlns:a16="http://schemas.microsoft.com/office/drawing/2014/main" id="{2813F394-B8AB-43BE-B346-C4014B0D60AF}"/>
                  </a:ext>
                </a:extLst>
              </p14:cNvPr>
              <p14:cNvContentPartPr/>
              <p14:nvPr/>
            </p14:nvContentPartPr>
            <p14:xfrm>
              <a:off x="10112406" y="3130989"/>
              <a:ext cx="1950840" cy="2334960"/>
            </p14:xfrm>
          </p:contentPart>
        </mc:Choice>
        <mc:Fallback xmlns="">
          <p:pic>
            <p:nvPicPr>
              <p:cNvPr id="180" name="Ink 179">
                <a:extLst>
                  <a:ext uri="{FF2B5EF4-FFF2-40B4-BE49-F238E27FC236}">
                    <a16:creationId xmlns:a16="http://schemas.microsoft.com/office/drawing/2014/main" id="{2813F394-B8AB-43BE-B346-C4014B0D60AF}"/>
                  </a:ext>
                </a:extLst>
              </p:cNvPr>
              <p:cNvPicPr/>
              <p:nvPr/>
            </p:nvPicPr>
            <p:blipFill>
              <a:blip r:embed="rId28"/>
              <a:stretch>
                <a:fillRect/>
              </a:stretch>
            </p:blipFill>
            <p:spPr>
              <a:xfrm>
                <a:off x="10094406" y="3112989"/>
                <a:ext cx="1986480" cy="2370600"/>
              </a:xfrm>
              <a:prstGeom prst="rect">
                <a:avLst/>
              </a:prstGeom>
            </p:spPr>
          </p:pic>
        </mc:Fallback>
      </mc:AlternateContent>
    </p:spTree>
    <p:extLst>
      <p:ext uri="{BB962C8B-B14F-4D97-AF65-F5344CB8AC3E}">
        <p14:creationId xmlns:p14="http://schemas.microsoft.com/office/powerpoint/2010/main" val="839310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5C803D-07A1-4CBF-93CF-57BFB6FE14B2}"/>
              </a:ext>
            </a:extLst>
          </p:cNvPr>
          <p:cNvSpPr/>
          <p:nvPr/>
        </p:nvSpPr>
        <p:spPr>
          <a:xfrm>
            <a:off x="0" y="606305"/>
            <a:ext cx="6096000" cy="2308324"/>
          </a:xfrm>
          <a:prstGeom prst="rect">
            <a:avLst/>
          </a:prstGeom>
        </p:spPr>
        <p:txBody>
          <a:bodyPr>
            <a:spAutoFit/>
          </a:bodyPr>
          <a:lstStyle/>
          <a:p>
            <a:r>
              <a:rPr lang="en-US" sz="2400" b="1" i="1" u="none" strike="noStrike" baseline="0" dirty="0">
                <a:solidFill>
                  <a:srgbClr val="000000"/>
                </a:solidFill>
                <a:latin typeface="Arial" panose="020B0604020202020204" pitchFamily="34" charset="0"/>
              </a:rPr>
              <a:t>The Founder Effect</a:t>
            </a:r>
            <a:endParaRPr lang="en-US" sz="2400" b="1" i="0" u="none" strike="noStrike" baseline="0" dirty="0">
              <a:solidFill>
                <a:srgbClr val="000000"/>
              </a:solidFill>
              <a:latin typeface="Arial" panose="020B0604020202020204" pitchFamily="34" charset="0"/>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founder effect occurs when a few individuals become isolated from a larger population</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Allele frequencies in the small founder population can be different from those in the larger parent population</a:t>
            </a:r>
          </a:p>
        </p:txBody>
      </p:sp>
      <p:sp>
        <p:nvSpPr>
          <p:cNvPr id="5" name="Rectangle 4">
            <a:extLst>
              <a:ext uri="{FF2B5EF4-FFF2-40B4-BE49-F238E27FC236}">
                <a16:creationId xmlns:a16="http://schemas.microsoft.com/office/drawing/2014/main" id="{CB9EC689-EF70-40BB-B8A8-9481F4349200}"/>
              </a:ext>
            </a:extLst>
          </p:cNvPr>
          <p:cNvSpPr/>
          <p:nvPr/>
        </p:nvSpPr>
        <p:spPr>
          <a:xfrm>
            <a:off x="0" y="3365292"/>
            <a:ext cx="6096000" cy="2616101"/>
          </a:xfrm>
          <a:prstGeom prst="rect">
            <a:avLst/>
          </a:prstGeom>
        </p:spPr>
        <p:txBody>
          <a:bodyPr>
            <a:spAutoFit/>
          </a:bodyPr>
          <a:lstStyle/>
          <a:p>
            <a:r>
              <a:rPr lang="en-US" sz="2400" b="1" i="1" u="none" strike="noStrike" baseline="0" dirty="0">
                <a:solidFill>
                  <a:srgbClr val="000000"/>
                </a:solidFill>
                <a:latin typeface="Arial" panose="020B0604020202020204" pitchFamily="34" charset="0"/>
              </a:rPr>
              <a:t>The Bottleneck Effect</a:t>
            </a:r>
            <a:endParaRPr lang="en-US" sz="2400" b="1" i="0" u="none" strike="noStrike" baseline="0" dirty="0">
              <a:solidFill>
                <a:srgbClr val="000000"/>
              </a:solidFill>
              <a:latin typeface="Arial" panose="020B0604020202020204" pitchFamily="34" charset="0"/>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bottleneck effect occurs when there is a drastic reduction in population size due to a sudden change in the environment </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The resulting gene pool may no longer be reflective of the original population’s gene pool</a:t>
            </a: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If the population remains small, it may be further affected by genetic drift</a:t>
            </a:r>
          </a:p>
        </p:txBody>
      </p:sp>
      <p:sp>
        <p:nvSpPr>
          <p:cNvPr id="2" name="TextBox 1">
            <a:extLst>
              <a:ext uri="{FF2B5EF4-FFF2-40B4-BE49-F238E27FC236}">
                <a16:creationId xmlns:a16="http://schemas.microsoft.com/office/drawing/2014/main" id="{D89D99CC-0EC0-439C-A4D2-0448B06B41D3}"/>
              </a:ext>
            </a:extLst>
          </p:cNvPr>
          <p:cNvSpPr txBox="1"/>
          <p:nvPr/>
        </p:nvSpPr>
        <p:spPr>
          <a:xfrm>
            <a:off x="4107543" y="206195"/>
            <a:ext cx="7924800" cy="400110"/>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عندي هون خاصيتين بصيرو وكل شغلة الها معنى مختلف بدنا نعرف نميز بينهم </a:t>
            </a:r>
            <a:endParaRPr lang="en-US" sz="20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EEDFCB1F-10FE-429B-BBCE-43488B863FAA}"/>
              </a:ext>
            </a:extLst>
          </p:cNvPr>
          <p:cNvSpPr txBox="1"/>
          <p:nvPr/>
        </p:nvSpPr>
        <p:spPr>
          <a:xfrm>
            <a:off x="6096000" y="1084988"/>
            <a:ext cx="5450114" cy="1200329"/>
          </a:xfrm>
          <a:prstGeom prst="rect">
            <a:avLst/>
          </a:prstGeom>
          <a:noFill/>
        </p:spPr>
        <p:txBody>
          <a:bodyPr wrap="square" rtlCol="0">
            <a:spAutoFit/>
          </a:bodyPr>
          <a:lstStyle/>
          <a:p>
            <a:pPr algn="r"/>
            <a:r>
              <a:rPr lang="ar-AE" sz="1800" b="1" kern="1200" dirty="0">
                <a:solidFill>
                  <a:schemeClr val="tx1"/>
                </a:solidFill>
                <a:latin typeface="+mn-lt"/>
                <a:ea typeface="+mn-ea"/>
                <a:cs typeface="+mn-cs"/>
              </a:rPr>
              <a:t>اول خاصية بتحكيلي انو ازا عزلنا مجموعة صغيرة من الافراد لحلهم يعني فصلت عدد معين من الافراد عن بعض وخليت المعزولين ببيئية مختلفة هيك رح يصير عندهم تغير وتردد بالاليلات اكتر من الناس الي ضلو بالمجموعة الاصلية</a:t>
            </a:r>
            <a:endParaRPr lang="en-US" sz="1800" b="1" kern="1200" dirty="0">
              <a:solidFill>
                <a:schemeClr val="tx1"/>
              </a:solidFill>
              <a:latin typeface="+mn-lt"/>
              <a:ea typeface="+mn-ea"/>
              <a:cs typeface="+mn-cs"/>
            </a:endParaRPr>
          </a:p>
        </p:txBody>
      </p:sp>
      <p:sp>
        <p:nvSpPr>
          <p:cNvPr id="6" name="TextBox 5">
            <a:extLst>
              <a:ext uri="{FF2B5EF4-FFF2-40B4-BE49-F238E27FC236}">
                <a16:creationId xmlns:a16="http://schemas.microsoft.com/office/drawing/2014/main" id="{40FE433E-DEAB-4823-8115-54262B4AF7A7}"/>
              </a:ext>
            </a:extLst>
          </p:cNvPr>
          <p:cNvSpPr txBox="1"/>
          <p:nvPr/>
        </p:nvSpPr>
        <p:spPr>
          <a:xfrm>
            <a:off x="6662057" y="3449299"/>
            <a:ext cx="4913086" cy="2246769"/>
          </a:xfrm>
          <a:prstGeom prst="rect">
            <a:avLst/>
          </a:prstGeom>
          <a:noFill/>
        </p:spPr>
        <p:txBody>
          <a:bodyPr wrap="square" rtlCol="0">
            <a:spAutoFit/>
          </a:bodyPr>
          <a:lstStyle/>
          <a:p>
            <a:pPr algn="r"/>
            <a:r>
              <a:rPr lang="ar-AE" sz="2000" b="1" kern="1200" dirty="0">
                <a:solidFill>
                  <a:schemeClr val="tx1"/>
                </a:solidFill>
                <a:latin typeface="+mn-lt"/>
                <a:ea typeface="+mn-ea"/>
                <a:cs typeface="+mn-cs"/>
              </a:rPr>
              <a:t>تاني </a:t>
            </a:r>
          </a:p>
          <a:p>
            <a:pPr algn="r"/>
            <a:r>
              <a:rPr lang="ar-AE" sz="2000" b="1" dirty="0"/>
              <a:t>خاصية</a:t>
            </a:r>
            <a:r>
              <a:rPr lang="ar-AE" sz="2000" b="1" kern="1200" dirty="0">
                <a:solidFill>
                  <a:schemeClr val="tx1"/>
                </a:solidFill>
                <a:latin typeface="+mn-lt"/>
                <a:ea typeface="+mn-ea"/>
                <a:cs typeface="+mn-cs"/>
              </a:rPr>
              <a:t> بتحكيلنا انه ازا صار نقصان مفاجئ بعدد الافراد الي موجودين بالمجموعة نتيجة تغيرات بيئية فبالتالي انا لو ارجع للمجتمع بعد فترة رح الاقيهم متغيرين اغلبهم فبالتالي زي الي انمحى اثر المجموعة الي ماتت نهائيا وطبعا بما انه عدد المجموعة صغير فبكون تأثرها بالانجراف الجيني عالي</a:t>
            </a:r>
            <a:endParaRPr lang="en-US" sz="20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A68EC605-8301-478A-ADF0-1A20C5531380}"/>
                  </a:ext>
                </a:extLst>
              </p14:cNvPr>
              <p14:cNvContentPartPr/>
              <p14:nvPr/>
            </p14:nvContentPartPr>
            <p14:xfrm>
              <a:off x="496446" y="284109"/>
              <a:ext cx="3519360" cy="763200"/>
            </p14:xfrm>
          </p:contentPart>
        </mc:Choice>
        <mc:Fallback xmlns="">
          <p:pic>
            <p:nvPicPr>
              <p:cNvPr id="14" name="Ink 13">
                <a:extLst>
                  <a:ext uri="{FF2B5EF4-FFF2-40B4-BE49-F238E27FC236}">
                    <a16:creationId xmlns:a16="http://schemas.microsoft.com/office/drawing/2014/main" id="{A68EC605-8301-478A-ADF0-1A20C5531380}"/>
                  </a:ext>
                </a:extLst>
              </p:cNvPr>
              <p:cNvPicPr/>
              <p:nvPr/>
            </p:nvPicPr>
            <p:blipFill>
              <a:blip r:embed="rId3"/>
              <a:stretch>
                <a:fillRect/>
              </a:stretch>
            </p:blipFill>
            <p:spPr>
              <a:xfrm>
                <a:off x="478446" y="266469"/>
                <a:ext cx="3555000" cy="798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1" name="Ink 20">
                <a:extLst>
                  <a:ext uri="{FF2B5EF4-FFF2-40B4-BE49-F238E27FC236}">
                    <a16:creationId xmlns:a16="http://schemas.microsoft.com/office/drawing/2014/main" id="{8AAC23C3-2BD4-4C87-9379-DD3C60D0800E}"/>
                  </a:ext>
                </a:extLst>
              </p14:cNvPr>
              <p14:cNvContentPartPr/>
              <p14:nvPr/>
            </p14:nvContentPartPr>
            <p14:xfrm>
              <a:off x="2369166" y="3199749"/>
              <a:ext cx="2463840" cy="585000"/>
            </p14:xfrm>
          </p:contentPart>
        </mc:Choice>
        <mc:Fallback xmlns="">
          <p:pic>
            <p:nvPicPr>
              <p:cNvPr id="21" name="Ink 20">
                <a:extLst>
                  <a:ext uri="{FF2B5EF4-FFF2-40B4-BE49-F238E27FC236}">
                    <a16:creationId xmlns:a16="http://schemas.microsoft.com/office/drawing/2014/main" id="{8AAC23C3-2BD4-4C87-9379-DD3C60D0800E}"/>
                  </a:ext>
                </a:extLst>
              </p:cNvPr>
              <p:cNvPicPr/>
              <p:nvPr/>
            </p:nvPicPr>
            <p:blipFill>
              <a:blip r:embed="rId5"/>
              <a:stretch>
                <a:fillRect/>
              </a:stretch>
            </p:blipFill>
            <p:spPr>
              <a:xfrm>
                <a:off x="2351523" y="3181749"/>
                <a:ext cx="2499485" cy="620640"/>
              </a:xfrm>
              <a:prstGeom prst="rect">
                <a:avLst/>
              </a:prstGeom>
            </p:spPr>
          </p:pic>
        </mc:Fallback>
      </mc:AlternateContent>
      <p:sp>
        <p:nvSpPr>
          <p:cNvPr id="22" name="Rectangle 21">
            <a:extLst>
              <a:ext uri="{FF2B5EF4-FFF2-40B4-BE49-F238E27FC236}">
                <a16:creationId xmlns:a16="http://schemas.microsoft.com/office/drawing/2014/main" id="{B1B59365-FDD5-4B5E-A86C-557CA5E80B81}"/>
              </a:ext>
            </a:extLst>
          </p:cNvPr>
          <p:cNvSpPr/>
          <p:nvPr/>
        </p:nvSpPr>
        <p:spPr>
          <a:xfrm>
            <a:off x="0" y="6432056"/>
            <a:ext cx="12192000" cy="425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01441E3-3398-47E3-A531-E4BDF1F48351}"/>
              </a:ext>
            </a:extLst>
          </p:cNvPr>
          <p:cNvSpPr txBox="1"/>
          <p:nvPr/>
        </p:nvSpPr>
        <p:spPr>
          <a:xfrm>
            <a:off x="232230" y="6461317"/>
            <a:ext cx="1756227" cy="400110"/>
          </a:xfrm>
          <a:prstGeom prst="rect">
            <a:avLst/>
          </a:prstGeom>
          <a:noFill/>
        </p:spPr>
        <p:txBody>
          <a:bodyPr wrap="square" rtlCol="0">
            <a:spAutoFit/>
          </a:body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p:spTree>
    <p:extLst>
      <p:ext uri="{BB962C8B-B14F-4D97-AF65-F5344CB8AC3E}">
        <p14:creationId xmlns:p14="http://schemas.microsoft.com/office/powerpoint/2010/main" val="1222725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148608-E01C-440F-9F32-258269A8FB9A}"/>
              </a:ext>
            </a:extLst>
          </p:cNvPr>
          <p:cNvPicPr>
            <a:picLocks noChangeAspect="1"/>
          </p:cNvPicPr>
          <p:nvPr/>
        </p:nvPicPr>
        <p:blipFill>
          <a:blip r:embed="rId2"/>
          <a:stretch>
            <a:fillRect/>
          </a:stretch>
        </p:blipFill>
        <p:spPr>
          <a:xfrm>
            <a:off x="5067302" y="3024860"/>
            <a:ext cx="5685013" cy="3566469"/>
          </a:xfrm>
          <a:prstGeom prst="rect">
            <a:avLst/>
          </a:prstGeom>
        </p:spPr>
      </p:pic>
      <p:sp>
        <p:nvSpPr>
          <p:cNvPr id="5" name="Rectangle 4">
            <a:extLst>
              <a:ext uri="{FF2B5EF4-FFF2-40B4-BE49-F238E27FC236}">
                <a16:creationId xmlns:a16="http://schemas.microsoft.com/office/drawing/2014/main" id="{57B3B05D-0BA0-4F9B-90A6-CAA6C66CE83F}"/>
              </a:ext>
            </a:extLst>
          </p:cNvPr>
          <p:cNvSpPr/>
          <p:nvPr/>
        </p:nvSpPr>
        <p:spPr>
          <a:xfrm>
            <a:off x="124918" y="1091130"/>
            <a:ext cx="6096000" cy="1177245"/>
          </a:xfrm>
          <a:prstGeom prst="rect">
            <a:avLst/>
          </a:prstGeom>
        </p:spPr>
        <p:txBody>
          <a:bodyPr>
            <a:spAutoFit/>
          </a:bodyPr>
          <a:lstStyle/>
          <a:p>
            <a:endParaRPr lang="en-US" sz="1050" b="1" i="0" u="none" strike="noStrike" baseline="0" dirty="0">
              <a:solidFill>
                <a:srgbClr val="000000"/>
              </a:solidFill>
              <a:latin typeface="Wingdings" panose="05000000000000000000" pitchFamily="2" charset="2"/>
            </a:endParaRPr>
          </a:p>
          <a:p>
            <a:r>
              <a:rPr lang="en-US" sz="2000" b="1" dirty="0">
                <a:solidFill>
                  <a:srgbClr val="000000"/>
                </a:solidFill>
                <a:latin typeface="Wingdings" panose="05000000000000000000" pitchFamily="2" charset="2"/>
              </a:rPr>
              <a:t></a:t>
            </a:r>
            <a:r>
              <a:rPr lang="en-US" sz="2000" b="1" dirty="0">
                <a:solidFill>
                  <a:srgbClr val="000000"/>
                </a:solidFill>
                <a:latin typeface="Arial" panose="020B0604020202020204" pitchFamily="34" charset="0"/>
              </a:rPr>
              <a:t>Understanding the bottleneck effect can increase understanding of how human activity affects other species</a:t>
            </a:r>
          </a:p>
        </p:txBody>
      </p:sp>
      <p:sp>
        <p:nvSpPr>
          <p:cNvPr id="2" name="TextBox 1">
            <a:extLst>
              <a:ext uri="{FF2B5EF4-FFF2-40B4-BE49-F238E27FC236}">
                <a16:creationId xmlns:a16="http://schemas.microsoft.com/office/drawing/2014/main" id="{7F9D27D9-7367-4033-8E4B-D6A708CC000E}"/>
              </a:ext>
            </a:extLst>
          </p:cNvPr>
          <p:cNvSpPr txBox="1"/>
          <p:nvPr/>
        </p:nvSpPr>
        <p:spPr>
          <a:xfrm>
            <a:off x="7291882" y="1356586"/>
            <a:ext cx="4775200" cy="646331"/>
          </a:xfrm>
          <a:prstGeom prst="rect">
            <a:avLst/>
          </a:prstGeom>
          <a:noFill/>
        </p:spPr>
        <p:txBody>
          <a:bodyPr wrap="square" rtlCol="0">
            <a:spAutoFit/>
          </a:bodyPr>
          <a:lstStyle/>
          <a:p>
            <a:pPr algn="r"/>
            <a:r>
              <a:rPr lang="ar-AE" sz="1800" b="1" kern="1200" dirty="0">
                <a:solidFill>
                  <a:schemeClr val="tx1"/>
                </a:solidFill>
                <a:latin typeface="+mn-lt"/>
                <a:ea typeface="+mn-ea"/>
                <a:cs typeface="+mn-cs"/>
              </a:rPr>
              <a:t>من المحتمل ان يؤدي فهم خاصية تأثير عنق الزجاجة رح يزيد فهم نشاط الانسان على الانواع اخرى</a:t>
            </a:r>
            <a:endParaRPr lang="en-US" sz="18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29" name="Ink 28">
                <a:extLst>
                  <a:ext uri="{FF2B5EF4-FFF2-40B4-BE49-F238E27FC236}">
                    <a16:creationId xmlns:a16="http://schemas.microsoft.com/office/drawing/2014/main" id="{08B43012-BA69-480F-984C-1724355F4B04}"/>
                  </a:ext>
                </a:extLst>
              </p14:cNvPr>
              <p14:cNvContentPartPr/>
              <p14:nvPr/>
            </p14:nvContentPartPr>
            <p14:xfrm>
              <a:off x="1644126" y="2697549"/>
              <a:ext cx="1488240" cy="504360"/>
            </p14:xfrm>
          </p:contentPart>
        </mc:Choice>
        <mc:Fallback xmlns="">
          <p:pic>
            <p:nvPicPr>
              <p:cNvPr id="29" name="Ink 28">
                <a:extLst>
                  <a:ext uri="{FF2B5EF4-FFF2-40B4-BE49-F238E27FC236}">
                    <a16:creationId xmlns:a16="http://schemas.microsoft.com/office/drawing/2014/main" id="{08B43012-BA69-480F-984C-1724355F4B04}"/>
                  </a:ext>
                </a:extLst>
              </p:cNvPr>
              <p:cNvPicPr/>
              <p:nvPr/>
            </p:nvPicPr>
            <p:blipFill>
              <a:blip r:embed="rId4"/>
              <a:stretch>
                <a:fillRect/>
              </a:stretch>
            </p:blipFill>
            <p:spPr>
              <a:xfrm>
                <a:off x="1626482" y="2679896"/>
                <a:ext cx="1523889" cy="540025"/>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6" name="Ink 45">
                <a:extLst>
                  <a:ext uri="{FF2B5EF4-FFF2-40B4-BE49-F238E27FC236}">
                    <a16:creationId xmlns:a16="http://schemas.microsoft.com/office/drawing/2014/main" id="{82C7523E-5242-4A1E-9FA7-1DB1BC7E4882}"/>
                  </a:ext>
                </a:extLst>
              </p14:cNvPr>
              <p14:cNvContentPartPr/>
              <p14:nvPr/>
            </p14:nvContentPartPr>
            <p14:xfrm>
              <a:off x="3219846" y="2549229"/>
              <a:ext cx="3796200" cy="637560"/>
            </p14:xfrm>
          </p:contentPart>
        </mc:Choice>
        <mc:Fallback xmlns="">
          <p:pic>
            <p:nvPicPr>
              <p:cNvPr id="46" name="Ink 45">
                <a:extLst>
                  <a:ext uri="{FF2B5EF4-FFF2-40B4-BE49-F238E27FC236}">
                    <a16:creationId xmlns:a16="http://schemas.microsoft.com/office/drawing/2014/main" id="{82C7523E-5242-4A1E-9FA7-1DB1BC7E4882}"/>
                  </a:ext>
                </a:extLst>
              </p:cNvPr>
              <p:cNvPicPr/>
              <p:nvPr/>
            </p:nvPicPr>
            <p:blipFill>
              <a:blip r:embed="rId6"/>
              <a:stretch>
                <a:fillRect/>
              </a:stretch>
            </p:blipFill>
            <p:spPr>
              <a:xfrm>
                <a:off x="3201848" y="2531229"/>
                <a:ext cx="3831837" cy="673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3" name="Ink 52">
                <a:extLst>
                  <a:ext uri="{FF2B5EF4-FFF2-40B4-BE49-F238E27FC236}">
                    <a16:creationId xmlns:a16="http://schemas.microsoft.com/office/drawing/2014/main" id="{C9E58C56-90E2-4B9E-99C5-78DDD915D3E6}"/>
                  </a:ext>
                </a:extLst>
              </p14:cNvPr>
              <p14:cNvContentPartPr/>
              <p14:nvPr/>
            </p14:nvContentPartPr>
            <p14:xfrm>
              <a:off x="3596766" y="5947629"/>
              <a:ext cx="2775960" cy="661680"/>
            </p14:xfrm>
          </p:contentPart>
        </mc:Choice>
        <mc:Fallback xmlns="">
          <p:pic>
            <p:nvPicPr>
              <p:cNvPr id="53" name="Ink 52">
                <a:extLst>
                  <a:ext uri="{FF2B5EF4-FFF2-40B4-BE49-F238E27FC236}">
                    <a16:creationId xmlns:a16="http://schemas.microsoft.com/office/drawing/2014/main" id="{C9E58C56-90E2-4B9E-99C5-78DDD915D3E6}"/>
                  </a:ext>
                </a:extLst>
              </p:cNvPr>
              <p:cNvPicPr/>
              <p:nvPr/>
            </p:nvPicPr>
            <p:blipFill>
              <a:blip r:embed="rId8"/>
              <a:stretch>
                <a:fillRect/>
              </a:stretch>
            </p:blipFill>
            <p:spPr>
              <a:xfrm>
                <a:off x="3579126" y="5929629"/>
                <a:ext cx="2811600" cy="697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6" name="Ink 55">
                <a:extLst>
                  <a:ext uri="{FF2B5EF4-FFF2-40B4-BE49-F238E27FC236}">
                    <a16:creationId xmlns:a16="http://schemas.microsoft.com/office/drawing/2014/main" id="{07550DE4-CB67-47D5-AC7D-6B4EF5B47044}"/>
                  </a:ext>
                </a:extLst>
              </p14:cNvPr>
              <p14:cNvContentPartPr/>
              <p14:nvPr/>
            </p14:nvContentPartPr>
            <p14:xfrm>
              <a:off x="7130526" y="4639389"/>
              <a:ext cx="2112480" cy="1979640"/>
            </p14:xfrm>
          </p:contentPart>
        </mc:Choice>
        <mc:Fallback xmlns="">
          <p:pic>
            <p:nvPicPr>
              <p:cNvPr id="56" name="Ink 55">
                <a:extLst>
                  <a:ext uri="{FF2B5EF4-FFF2-40B4-BE49-F238E27FC236}">
                    <a16:creationId xmlns:a16="http://schemas.microsoft.com/office/drawing/2014/main" id="{07550DE4-CB67-47D5-AC7D-6B4EF5B47044}"/>
                  </a:ext>
                </a:extLst>
              </p:cNvPr>
              <p:cNvPicPr/>
              <p:nvPr/>
            </p:nvPicPr>
            <p:blipFill>
              <a:blip r:embed="rId10"/>
              <a:stretch>
                <a:fillRect/>
              </a:stretch>
            </p:blipFill>
            <p:spPr>
              <a:xfrm>
                <a:off x="7112883" y="4621392"/>
                <a:ext cx="2148126" cy="201527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7" name="Ink 66">
                <a:extLst>
                  <a:ext uri="{FF2B5EF4-FFF2-40B4-BE49-F238E27FC236}">
                    <a16:creationId xmlns:a16="http://schemas.microsoft.com/office/drawing/2014/main" id="{87545818-9A56-43AE-9439-2DD41D4E8954}"/>
                  </a:ext>
                </a:extLst>
              </p14:cNvPr>
              <p14:cNvContentPartPr/>
              <p14:nvPr/>
            </p14:nvContentPartPr>
            <p14:xfrm>
              <a:off x="8156166" y="3196869"/>
              <a:ext cx="2728080" cy="585720"/>
            </p14:xfrm>
          </p:contentPart>
        </mc:Choice>
        <mc:Fallback xmlns="">
          <p:pic>
            <p:nvPicPr>
              <p:cNvPr id="67" name="Ink 66">
                <a:extLst>
                  <a:ext uri="{FF2B5EF4-FFF2-40B4-BE49-F238E27FC236}">
                    <a16:creationId xmlns:a16="http://schemas.microsoft.com/office/drawing/2014/main" id="{87545818-9A56-43AE-9439-2DD41D4E8954}"/>
                  </a:ext>
                </a:extLst>
              </p:cNvPr>
              <p:cNvPicPr/>
              <p:nvPr/>
            </p:nvPicPr>
            <p:blipFill>
              <a:blip r:embed="rId12"/>
              <a:stretch>
                <a:fillRect/>
              </a:stretch>
            </p:blipFill>
            <p:spPr>
              <a:xfrm>
                <a:off x="8138166" y="3178869"/>
                <a:ext cx="2763720" cy="621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1" name="Ink 120">
                <a:extLst>
                  <a:ext uri="{FF2B5EF4-FFF2-40B4-BE49-F238E27FC236}">
                    <a16:creationId xmlns:a16="http://schemas.microsoft.com/office/drawing/2014/main" id="{AB02732E-EBB7-4B9B-AFE0-C8C4A9D291AF}"/>
                  </a:ext>
                </a:extLst>
              </p14:cNvPr>
              <p14:cNvContentPartPr/>
              <p14:nvPr/>
            </p14:nvContentPartPr>
            <p14:xfrm>
              <a:off x="7697886" y="4376589"/>
              <a:ext cx="4428360" cy="2375640"/>
            </p14:xfrm>
          </p:contentPart>
        </mc:Choice>
        <mc:Fallback xmlns="">
          <p:pic>
            <p:nvPicPr>
              <p:cNvPr id="121" name="Ink 120">
                <a:extLst>
                  <a:ext uri="{FF2B5EF4-FFF2-40B4-BE49-F238E27FC236}">
                    <a16:creationId xmlns:a16="http://schemas.microsoft.com/office/drawing/2014/main" id="{AB02732E-EBB7-4B9B-AFE0-C8C4A9D291AF}"/>
                  </a:ext>
                </a:extLst>
              </p:cNvPr>
              <p:cNvPicPr/>
              <p:nvPr/>
            </p:nvPicPr>
            <p:blipFill>
              <a:blip r:embed="rId14"/>
              <a:stretch>
                <a:fillRect/>
              </a:stretch>
            </p:blipFill>
            <p:spPr>
              <a:xfrm>
                <a:off x="7679886" y="4358586"/>
                <a:ext cx="4464000" cy="2411285"/>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2" name="Ink 121">
                <a:extLst>
                  <a:ext uri="{FF2B5EF4-FFF2-40B4-BE49-F238E27FC236}">
                    <a16:creationId xmlns:a16="http://schemas.microsoft.com/office/drawing/2014/main" id="{7C3554A5-AA07-48E5-8A9F-887CCB8C431A}"/>
                  </a:ext>
                </a:extLst>
              </p14:cNvPr>
              <p14:cNvContentPartPr/>
              <p14:nvPr/>
            </p14:nvContentPartPr>
            <p14:xfrm>
              <a:off x="11855526" y="6429309"/>
              <a:ext cx="218160" cy="434880"/>
            </p14:xfrm>
          </p:contentPart>
        </mc:Choice>
        <mc:Fallback xmlns="">
          <p:pic>
            <p:nvPicPr>
              <p:cNvPr id="122" name="Ink 121">
                <a:extLst>
                  <a:ext uri="{FF2B5EF4-FFF2-40B4-BE49-F238E27FC236}">
                    <a16:creationId xmlns:a16="http://schemas.microsoft.com/office/drawing/2014/main" id="{7C3554A5-AA07-48E5-8A9F-887CCB8C431A}"/>
                  </a:ext>
                </a:extLst>
              </p:cNvPr>
              <p:cNvPicPr/>
              <p:nvPr/>
            </p:nvPicPr>
            <p:blipFill>
              <a:blip r:embed="rId16"/>
              <a:stretch>
                <a:fillRect/>
              </a:stretch>
            </p:blipFill>
            <p:spPr>
              <a:xfrm>
                <a:off x="11837526" y="6411309"/>
                <a:ext cx="25380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7" name="Ink 126">
                <a:extLst>
                  <a:ext uri="{FF2B5EF4-FFF2-40B4-BE49-F238E27FC236}">
                    <a16:creationId xmlns:a16="http://schemas.microsoft.com/office/drawing/2014/main" id="{79581429-55FF-44FB-8965-1E9EC3976892}"/>
                  </a:ext>
                </a:extLst>
              </p14:cNvPr>
              <p14:cNvContentPartPr/>
              <p14:nvPr/>
            </p14:nvContentPartPr>
            <p14:xfrm>
              <a:off x="10438206" y="6500229"/>
              <a:ext cx="20880" cy="27000"/>
            </p14:xfrm>
          </p:contentPart>
        </mc:Choice>
        <mc:Fallback xmlns="">
          <p:pic>
            <p:nvPicPr>
              <p:cNvPr id="127" name="Ink 126">
                <a:extLst>
                  <a:ext uri="{FF2B5EF4-FFF2-40B4-BE49-F238E27FC236}">
                    <a16:creationId xmlns:a16="http://schemas.microsoft.com/office/drawing/2014/main" id="{79581429-55FF-44FB-8965-1E9EC3976892}"/>
                  </a:ext>
                </a:extLst>
              </p:cNvPr>
              <p:cNvPicPr/>
              <p:nvPr/>
            </p:nvPicPr>
            <p:blipFill>
              <a:blip r:embed="rId18"/>
              <a:stretch>
                <a:fillRect/>
              </a:stretch>
            </p:blipFill>
            <p:spPr>
              <a:xfrm>
                <a:off x="10420566" y="6481986"/>
                <a:ext cx="56520" cy="63122"/>
              </a:xfrm>
              <a:prstGeom prst="rect">
                <a:avLst/>
              </a:prstGeom>
            </p:spPr>
          </p:pic>
        </mc:Fallback>
      </mc:AlternateContent>
      <p:sp>
        <p:nvSpPr>
          <p:cNvPr id="129" name="Rectangle 128">
            <a:extLst>
              <a:ext uri="{FF2B5EF4-FFF2-40B4-BE49-F238E27FC236}">
                <a16:creationId xmlns:a16="http://schemas.microsoft.com/office/drawing/2014/main" id="{680F53F5-34A4-4F06-BD87-8B20E7394911}"/>
              </a:ext>
            </a:extLst>
          </p:cNvPr>
          <p:cNvSpPr/>
          <p:nvPr/>
        </p:nvSpPr>
        <p:spPr>
          <a:xfrm>
            <a:off x="0" y="15830"/>
            <a:ext cx="12126246" cy="48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9">
            <a:extLst>
              <a:ext uri="{FF2B5EF4-FFF2-40B4-BE49-F238E27FC236}">
                <a16:creationId xmlns:a16="http://schemas.microsoft.com/office/drawing/2014/main" id="{756A3FDA-2939-4131-A6E3-56C3A8A301D7}"/>
              </a:ext>
            </a:extLst>
          </p:cNvPr>
          <p:cNvSpPr txBox="1"/>
          <p:nvPr/>
        </p:nvSpPr>
        <p:spPr>
          <a:xfrm>
            <a:off x="0" y="36406"/>
            <a:ext cx="1828800"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AE" sz="2000" b="1" kern="1200" dirty="0">
                <a:solidFill>
                  <a:schemeClr val="tx1"/>
                </a:solidFill>
                <a:latin typeface="+mn-lt"/>
                <a:ea typeface="+mn-ea"/>
                <a:cs typeface="+mn-cs"/>
              </a:rPr>
              <a:t>حلا جهاد دبور</a:t>
            </a:r>
            <a:endParaRPr lang="en-US" sz="2000" b="1" kern="1200" dirty="0">
              <a:solidFill>
                <a:schemeClr val="tx1"/>
              </a:solidFill>
              <a:latin typeface="+mn-lt"/>
              <a:ea typeface="+mn-ea"/>
              <a:cs typeface="+mn-cs"/>
            </a:endParaRPr>
          </a:p>
        </p:txBody>
      </p:sp>
      <mc:AlternateContent xmlns:mc="http://schemas.openxmlformats.org/markup-compatibility/2006" xmlns:p14="http://schemas.microsoft.com/office/powerpoint/2010/main">
        <mc:Choice Requires="p14">
          <p:contentPart p14:bwMode="auto" r:id="rId19">
            <p14:nvContentPartPr>
              <p14:cNvPr id="10" name="Ink 9">
                <a:extLst>
                  <a:ext uri="{FF2B5EF4-FFF2-40B4-BE49-F238E27FC236}">
                    <a16:creationId xmlns:a16="http://schemas.microsoft.com/office/drawing/2014/main" id="{F6ED6753-7D30-4C02-AEF6-2716455E1A63}"/>
                  </a:ext>
                </a:extLst>
              </p14:cNvPr>
              <p14:cNvContentPartPr/>
              <p14:nvPr/>
            </p14:nvContentPartPr>
            <p14:xfrm>
              <a:off x="1455846" y="5294949"/>
              <a:ext cx="864360" cy="822600"/>
            </p14:xfrm>
          </p:contentPart>
        </mc:Choice>
        <mc:Fallback xmlns="">
          <p:pic>
            <p:nvPicPr>
              <p:cNvPr id="10" name="Ink 9">
                <a:extLst>
                  <a:ext uri="{FF2B5EF4-FFF2-40B4-BE49-F238E27FC236}">
                    <a16:creationId xmlns:a16="http://schemas.microsoft.com/office/drawing/2014/main" id="{F6ED6753-7D30-4C02-AEF6-2716455E1A63}"/>
                  </a:ext>
                </a:extLst>
              </p:cNvPr>
              <p:cNvPicPr/>
              <p:nvPr/>
            </p:nvPicPr>
            <p:blipFill>
              <a:blip r:embed="rId20"/>
              <a:stretch>
                <a:fillRect/>
              </a:stretch>
            </p:blipFill>
            <p:spPr>
              <a:xfrm>
                <a:off x="1437846" y="5276957"/>
                <a:ext cx="900000" cy="858224"/>
              </a:xfrm>
              <a:prstGeom prst="rect">
                <a:avLst/>
              </a:prstGeom>
            </p:spPr>
          </p:pic>
        </mc:Fallback>
      </mc:AlternateContent>
    </p:spTree>
    <p:extLst>
      <p:ext uri="{BB962C8B-B14F-4D97-AF65-F5344CB8AC3E}">
        <p14:creationId xmlns:p14="http://schemas.microsoft.com/office/powerpoint/2010/main" val="1669279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TotalTime>
  <Words>3136</Words>
  <Application>Microsoft Office PowerPoint</Application>
  <PresentationFormat>Widescreen</PresentationFormat>
  <Paragraphs>299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Times New Roman</vt:lpstr>
      <vt:lpstr>Wingdings</vt:lpstr>
      <vt:lpstr>Office Theme</vt:lpstr>
      <vt:lpstr>The proof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Omar Osama Daoud  Fannoun</dc:creator>
  <cp:lastModifiedBy>Omar Osama Daoud  Fannoun</cp:lastModifiedBy>
  <cp:revision>38</cp:revision>
  <dcterms:created xsi:type="dcterms:W3CDTF">2023-06-02T21:49:22Z</dcterms:created>
  <dcterms:modified xsi:type="dcterms:W3CDTF">2023-12-20T15:10:18Z</dcterms:modified>
</cp:coreProperties>
</file>