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924" r:id="rId1"/>
  </p:sldMasterIdLst>
  <p:notesMasterIdLst>
    <p:notesMasterId r:id="rId16"/>
  </p:notesMasterIdLst>
  <p:sldIdLst>
    <p:sldId id="256" r:id="rId2"/>
    <p:sldId id="291" r:id="rId3"/>
    <p:sldId id="257" r:id="rId4"/>
    <p:sldId id="309" r:id="rId5"/>
    <p:sldId id="310" r:id="rId6"/>
    <p:sldId id="311" r:id="rId7"/>
    <p:sldId id="312" r:id="rId8"/>
    <p:sldId id="292" r:id="rId9"/>
    <p:sldId id="313" r:id="rId10"/>
    <p:sldId id="314" r:id="rId11"/>
    <p:sldId id="315" r:id="rId12"/>
    <p:sldId id="316" r:id="rId13"/>
    <p:sldId id="317" r:id="rId14"/>
    <p:sldId id="258"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E239C9-4D8E-4BD6-9CF0-6A71E75CB3DF}" v="15" dt="2022-10-15T20:53:15.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43" d="100"/>
          <a:sy n="43" d="100"/>
        </p:scale>
        <p:origin x="1485" y="4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wah.albataineh@outlook.com" userId="b400c1d921f65d71" providerId="LiveId" clId="{6A2A8491-ED6D-4391-8FC9-4C67FB90C05C}"/>
    <pc:docChg chg="modSld">
      <pc:chgData name="erwah.albataineh@outlook.com" userId="b400c1d921f65d71" providerId="LiveId" clId="{6A2A8491-ED6D-4391-8FC9-4C67FB90C05C}" dt="2022-04-26T13:46:20.237" v="2" actId="1076"/>
      <pc:docMkLst>
        <pc:docMk/>
      </pc:docMkLst>
      <pc:sldChg chg="modSp mod">
        <pc:chgData name="erwah.albataineh@outlook.com" userId="b400c1d921f65d71" providerId="LiveId" clId="{6A2A8491-ED6D-4391-8FC9-4C67FB90C05C}" dt="2022-04-26T13:46:20.237" v="2" actId="1076"/>
        <pc:sldMkLst>
          <pc:docMk/>
          <pc:sldMk cId="0" sldId="289"/>
        </pc:sldMkLst>
        <pc:picChg chg="mod">
          <ac:chgData name="erwah.albataineh@outlook.com" userId="b400c1d921f65d71" providerId="LiveId" clId="{6A2A8491-ED6D-4391-8FC9-4C67FB90C05C}" dt="2022-04-26T13:46:20.237" v="2" actId="1076"/>
          <ac:picMkLst>
            <pc:docMk/>
            <pc:sldMk cId="0" sldId="289"/>
            <ac:picMk id="45058" creationId="{00000000-0000-0000-0000-000000000000}"/>
          </ac:picMkLst>
        </pc:picChg>
      </pc:sldChg>
      <pc:sldChg chg="modSp mod">
        <pc:chgData name="erwah.albataineh@outlook.com" userId="b400c1d921f65d71" providerId="LiveId" clId="{6A2A8491-ED6D-4391-8FC9-4C67FB90C05C}" dt="2022-04-26T13:40:38.437" v="1" actId="1076"/>
        <pc:sldMkLst>
          <pc:docMk/>
          <pc:sldMk cId="3825073545" sldId="302"/>
        </pc:sldMkLst>
        <pc:picChg chg="mod">
          <ac:chgData name="erwah.albataineh@outlook.com" userId="b400c1d921f65d71" providerId="LiveId" clId="{6A2A8491-ED6D-4391-8FC9-4C67FB90C05C}" dt="2022-04-26T13:40:35.924" v="0" actId="1076"/>
          <ac:picMkLst>
            <pc:docMk/>
            <pc:sldMk cId="3825073545" sldId="302"/>
            <ac:picMk id="5" creationId="{99326B57-1D7C-4E84-949E-92145DF44F80}"/>
          </ac:picMkLst>
        </pc:picChg>
        <pc:picChg chg="mod">
          <ac:chgData name="erwah.albataineh@outlook.com" userId="b400c1d921f65d71" providerId="LiveId" clId="{6A2A8491-ED6D-4391-8FC9-4C67FB90C05C}" dt="2022-04-26T13:40:38.437" v="1" actId="1076"/>
          <ac:picMkLst>
            <pc:docMk/>
            <pc:sldMk cId="3825073545" sldId="302"/>
            <ac:picMk id="7" creationId="{E512FE23-D490-4E19-9565-45EF888B4F9C}"/>
          </ac:picMkLst>
        </pc:picChg>
      </pc:sldChg>
    </pc:docChg>
  </pc:docChgLst>
  <pc:docChgLst>
    <pc:chgData name="Erwah Al Bataineh" userId="b400c1d921f65d71" providerId="LiveId" clId="{91E239C9-4D8E-4BD6-9CF0-6A71E75CB3DF}"/>
    <pc:docChg chg="undo custSel addSld delSld modSld sldOrd">
      <pc:chgData name="Erwah Al Bataineh" userId="b400c1d921f65d71" providerId="LiveId" clId="{91E239C9-4D8E-4BD6-9CF0-6A71E75CB3DF}" dt="2022-10-15T20:53:46.220" v="5784" actId="20577"/>
      <pc:docMkLst>
        <pc:docMk/>
      </pc:docMkLst>
      <pc:sldChg chg="addSp modSp mod">
        <pc:chgData name="Erwah Al Bataineh" userId="b400c1d921f65d71" providerId="LiveId" clId="{91E239C9-4D8E-4BD6-9CF0-6A71E75CB3DF}" dt="2022-10-15T20:50:02.725" v="5754" actId="1076"/>
        <pc:sldMkLst>
          <pc:docMk/>
          <pc:sldMk cId="0" sldId="256"/>
        </pc:sldMkLst>
        <pc:spChg chg="mod">
          <ac:chgData name="Erwah Al Bataineh" userId="b400c1d921f65d71" providerId="LiveId" clId="{91E239C9-4D8E-4BD6-9CF0-6A71E75CB3DF}" dt="2022-10-14T13:46:59.055" v="31" actId="20577"/>
          <ac:spMkLst>
            <pc:docMk/>
            <pc:sldMk cId="0" sldId="256"/>
            <ac:spMk id="2" creationId="{00000000-0000-0000-0000-000000000000}"/>
          </ac:spMkLst>
        </pc:spChg>
        <pc:spChg chg="add mod">
          <ac:chgData name="Erwah Al Bataineh" userId="b400c1d921f65d71" providerId="LiveId" clId="{91E239C9-4D8E-4BD6-9CF0-6A71E75CB3DF}" dt="2022-10-14T18:08:33.348" v="5629" actId="1076"/>
          <ac:spMkLst>
            <pc:docMk/>
            <pc:sldMk cId="0" sldId="256"/>
            <ac:spMk id="3" creationId="{285D83E1-8893-C38B-1E3B-19ACFB05AF60}"/>
          </ac:spMkLst>
        </pc:spChg>
        <pc:spChg chg="add mod">
          <ac:chgData name="Erwah Al Bataineh" userId="b400c1d921f65d71" providerId="LiveId" clId="{91E239C9-4D8E-4BD6-9CF0-6A71E75CB3DF}" dt="2022-10-15T20:50:02.725" v="5754" actId="1076"/>
          <ac:spMkLst>
            <pc:docMk/>
            <pc:sldMk cId="0" sldId="256"/>
            <ac:spMk id="4" creationId="{05DF77A5-1B59-8072-24AD-434C20205573}"/>
          </ac:spMkLst>
        </pc:spChg>
      </pc:sldChg>
      <pc:sldChg chg="addSp delSp modSp mod ord">
        <pc:chgData name="Erwah Al Bataineh" userId="b400c1d921f65d71" providerId="LiveId" clId="{91E239C9-4D8E-4BD6-9CF0-6A71E75CB3DF}" dt="2022-10-14T18:10:02.879" v="5632" actId="12"/>
        <pc:sldMkLst>
          <pc:docMk/>
          <pc:sldMk cId="0" sldId="257"/>
        </pc:sldMkLst>
        <pc:spChg chg="mod">
          <ac:chgData name="Erwah Al Bataineh" userId="b400c1d921f65d71" providerId="LiveId" clId="{91E239C9-4D8E-4BD6-9CF0-6A71E75CB3DF}" dt="2022-10-14T18:10:02.879" v="5632" actId="12"/>
          <ac:spMkLst>
            <pc:docMk/>
            <pc:sldMk cId="0" sldId="257"/>
            <ac:spMk id="3" creationId="{00000000-0000-0000-0000-000000000000}"/>
          </ac:spMkLst>
        </pc:spChg>
        <pc:spChg chg="add mod">
          <ac:chgData name="Erwah Al Bataineh" userId="b400c1d921f65d71" providerId="LiveId" clId="{91E239C9-4D8E-4BD6-9CF0-6A71E75CB3DF}" dt="2022-10-14T16:25:33.590" v="761" actId="20577"/>
          <ac:spMkLst>
            <pc:docMk/>
            <pc:sldMk cId="0" sldId="257"/>
            <ac:spMk id="5" creationId="{932A569B-2BFC-1DB3-EE67-6242FE6FA0DD}"/>
          </ac:spMkLst>
        </pc:spChg>
        <pc:picChg chg="del">
          <ac:chgData name="Erwah Al Bataineh" userId="b400c1d921f65d71" providerId="LiveId" clId="{91E239C9-4D8E-4BD6-9CF0-6A71E75CB3DF}" dt="2022-10-14T16:22:16.004" v="618" actId="478"/>
          <ac:picMkLst>
            <pc:docMk/>
            <pc:sldMk cId="0" sldId="257"/>
            <ac:picMk id="7" creationId="{29BDF36E-0928-4F70-9C8F-1D2FF93FC939}"/>
          </ac:picMkLst>
        </pc:picChg>
      </pc:sldChg>
      <pc:sldChg chg="addSp delSp modSp mod">
        <pc:chgData name="Erwah Al Bataineh" userId="b400c1d921f65d71" providerId="LiveId" clId="{91E239C9-4D8E-4BD6-9CF0-6A71E75CB3DF}" dt="2022-10-14T18:06:02.331" v="5543" actId="1076"/>
        <pc:sldMkLst>
          <pc:docMk/>
          <pc:sldMk cId="0" sldId="258"/>
        </pc:sldMkLst>
        <pc:spChg chg="del">
          <ac:chgData name="Erwah Al Bataineh" userId="b400c1d921f65d71" providerId="LiveId" clId="{91E239C9-4D8E-4BD6-9CF0-6A71E75CB3DF}" dt="2022-10-14T18:05:25.480" v="5532" actId="478"/>
          <ac:spMkLst>
            <pc:docMk/>
            <pc:sldMk cId="0" sldId="258"/>
            <ac:spMk id="2" creationId="{00000000-0000-0000-0000-000000000000}"/>
          </ac:spMkLst>
        </pc:spChg>
        <pc:spChg chg="mod">
          <ac:chgData name="Erwah Al Bataineh" userId="b400c1d921f65d71" providerId="LiveId" clId="{91E239C9-4D8E-4BD6-9CF0-6A71E75CB3DF}" dt="2022-10-14T18:06:02.331" v="5543" actId="1076"/>
          <ac:spMkLst>
            <pc:docMk/>
            <pc:sldMk cId="0" sldId="258"/>
            <ac:spMk id="3" creationId="{00000000-0000-0000-0000-000000000000}"/>
          </ac:spMkLst>
        </pc:spChg>
        <pc:spChg chg="add del mod">
          <ac:chgData name="Erwah Al Bataineh" userId="b400c1d921f65d71" providerId="LiveId" clId="{91E239C9-4D8E-4BD6-9CF0-6A71E75CB3DF}" dt="2022-10-14T18:05:34.969" v="5536" actId="478"/>
          <ac:spMkLst>
            <pc:docMk/>
            <pc:sldMk cId="0" sldId="258"/>
            <ac:spMk id="5" creationId="{D0A2E936-64B5-10E9-EB28-0CBCF023EB14}"/>
          </ac:spMkLst>
        </pc:spChg>
        <pc:spChg chg="del">
          <ac:chgData name="Erwah Al Bataineh" userId="b400c1d921f65d71" providerId="LiveId" clId="{91E239C9-4D8E-4BD6-9CF0-6A71E75CB3DF}" dt="2022-10-14T18:05:29.011" v="5533" actId="478"/>
          <ac:spMkLst>
            <pc:docMk/>
            <pc:sldMk cId="0" sldId="258"/>
            <ac:spMk id="12" creationId="{9B86A362-E0E8-4977-A388-95CE9A60EFA2}"/>
          </ac:spMkLst>
        </pc:spChg>
        <pc:picChg chg="del">
          <ac:chgData name="Erwah Al Bataineh" userId="b400c1d921f65d71" providerId="LiveId" clId="{91E239C9-4D8E-4BD6-9CF0-6A71E75CB3DF}" dt="2022-10-14T18:05:31.161" v="5534" actId="478"/>
          <ac:picMkLst>
            <pc:docMk/>
            <pc:sldMk cId="0" sldId="258"/>
            <ac:picMk id="14" creationId="{FB35B2C6-0A41-4E92-9452-CF52EA49E2A1}"/>
          </ac:picMkLst>
        </pc:picChg>
      </pc:sldChg>
      <pc:sldChg chg="del">
        <pc:chgData name="Erwah Al Bataineh" userId="b400c1d921f65d71" providerId="LiveId" clId="{91E239C9-4D8E-4BD6-9CF0-6A71E75CB3DF}" dt="2022-10-14T18:06:10.246" v="5544" actId="47"/>
        <pc:sldMkLst>
          <pc:docMk/>
          <pc:sldMk cId="0" sldId="259"/>
        </pc:sldMkLst>
      </pc:sldChg>
      <pc:sldChg chg="del">
        <pc:chgData name="Erwah Al Bataineh" userId="b400c1d921f65d71" providerId="LiveId" clId="{91E239C9-4D8E-4BD6-9CF0-6A71E75CB3DF}" dt="2022-10-14T18:06:12.366" v="5545" actId="47"/>
        <pc:sldMkLst>
          <pc:docMk/>
          <pc:sldMk cId="0" sldId="262"/>
        </pc:sldMkLst>
      </pc:sldChg>
      <pc:sldChg chg="del">
        <pc:chgData name="Erwah Al Bataineh" userId="b400c1d921f65d71" providerId="LiveId" clId="{91E239C9-4D8E-4BD6-9CF0-6A71E75CB3DF}" dt="2022-10-14T18:06:13.135" v="5546" actId="47"/>
        <pc:sldMkLst>
          <pc:docMk/>
          <pc:sldMk cId="0" sldId="263"/>
        </pc:sldMkLst>
      </pc:sldChg>
      <pc:sldChg chg="del">
        <pc:chgData name="Erwah Al Bataineh" userId="b400c1d921f65d71" providerId="LiveId" clId="{91E239C9-4D8E-4BD6-9CF0-6A71E75CB3DF}" dt="2022-10-14T18:06:13.695" v="5547" actId="47"/>
        <pc:sldMkLst>
          <pc:docMk/>
          <pc:sldMk cId="0" sldId="264"/>
        </pc:sldMkLst>
      </pc:sldChg>
      <pc:sldChg chg="del">
        <pc:chgData name="Erwah Al Bataineh" userId="b400c1d921f65d71" providerId="LiveId" clId="{91E239C9-4D8E-4BD6-9CF0-6A71E75CB3DF}" dt="2022-10-14T18:06:14.627" v="5548" actId="47"/>
        <pc:sldMkLst>
          <pc:docMk/>
          <pc:sldMk cId="0" sldId="265"/>
        </pc:sldMkLst>
      </pc:sldChg>
      <pc:sldChg chg="del">
        <pc:chgData name="Erwah Al Bataineh" userId="b400c1d921f65d71" providerId="LiveId" clId="{91E239C9-4D8E-4BD6-9CF0-6A71E75CB3DF}" dt="2022-10-14T18:06:15.989" v="5550" actId="47"/>
        <pc:sldMkLst>
          <pc:docMk/>
          <pc:sldMk cId="0" sldId="266"/>
        </pc:sldMkLst>
      </pc:sldChg>
      <pc:sldChg chg="del">
        <pc:chgData name="Erwah Al Bataineh" userId="b400c1d921f65d71" providerId="LiveId" clId="{91E239C9-4D8E-4BD6-9CF0-6A71E75CB3DF}" dt="2022-10-14T18:06:16.668" v="5551" actId="47"/>
        <pc:sldMkLst>
          <pc:docMk/>
          <pc:sldMk cId="0" sldId="267"/>
        </pc:sldMkLst>
      </pc:sldChg>
      <pc:sldChg chg="del">
        <pc:chgData name="Erwah Al Bataineh" userId="b400c1d921f65d71" providerId="LiveId" clId="{91E239C9-4D8E-4BD6-9CF0-6A71E75CB3DF}" dt="2022-10-14T18:06:17.284" v="5552" actId="47"/>
        <pc:sldMkLst>
          <pc:docMk/>
          <pc:sldMk cId="0" sldId="268"/>
        </pc:sldMkLst>
      </pc:sldChg>
      <pc:sldChg chg="del">
        <pc:chgData name="Erwah Al Bataineh" userId="b400c1d921f65d71" providerId="LiveId" clId="{91E239C9-4D8E-4BD6-9CF0-6A71E75CB3DF}" dt="2022-10-14T18:06:18.121" v="5553" actId="47"/>
        <pc:sldMkLst>
          <pc:docMk/>
          <pc:sldMk cId="0" sldId="269"/>
        </pc:sldMkLst>
      </pc:sldChg>
      <pc:sldChg chg="del">
        <pc:chgData name="Erwah Al Bataineh" userId="b400c1d921f65d71" providerId="LiveId" clId="{91E239C9-4D8E-4BD6-9CF0-6A71E75CB3DF}" dt="2022-10-14T18:06:19.756" v="5555" actId="47"/>
        <pc:sldMkLst>
          <pc:docMk/>
          <pc:sldMk cId="0" sldId="270"/>
        </pc:sldMkLst>
      </pc:sldChg>
      <pc:sldChg chg="del">
        <pc:chgData name="Erwah Al Bataineh" userId="b400c1d921f65d71" providerId="LiveId" clId="{91E239C9-4D8E-4BD6-9CF0-6A71E75CB3DF}" dt="2022-10-14T18:06:23.867" v="5563" actId="47"/>
        <pc:sldMkLst>
          <pc:docMk/>
          <pc:sldMk cId="0" sldId="271"/>
        </pc:sldMkLst>
      </pc:sldChg>
      <pc:sldChg chg="del">
        <pc:chgData name="Erwah Al Bataineh" userId="b400c1d921f65d71" providerId="LiveId" clId="{91E239C9-4D8E-4BD6-9CF0-6A71E75CB3DF}" dt="2022-10-14T18:06:15.339" v="5549" actId="47"/>
        <pc:sldMkLst>
          <pc:docMk/>
          <pc:sldMk cId="0" sldId="275"/>
        </pc:sldMkLst>
      </pc:sldChg>
      <pc:sldChg chg="del">
        <pc:chgData name="Erwah Al Bataineh" userId="b400c1d921f65d71" providerId="LiveId" clId="{91E239C9-4D8E-4BD6-9CF0-6A71E75CB3DF}" dt="2022-10-14T18:06:25.750" v="5566" actId="47"/>
        <pc:sldMkLst>
          <pc:docMk/>
          <pc:sldMk cId="0" sldId="278"/>
        </pc:sldMkLst>
      </pc:sldChg>
      <pc:sldChg chg="del">
        <pc:chgData name="Erwah Al Bataineh" userId="b400c1d921f65d71" providerId="LiveId" clId="{91E239C9-4D8E-4BD6-9CF0-6A71E75CB3DF}" dt="2022-10-14T18:06:24.510" v="5564" actId="47"/>
        <pc:sldMkLst>
          <pc:docMk/>
          <pc:sldMk cId="0" sldId="279"/>
        </pc:sldMkLst>
      </pc:sldChg>
      <pc:sldChg chg="del">
        <pc:chgData name="Erwah Al Bataineh" userId="b400c1d921f65d71" providerId="LiveId" clId="{91E239C9-4D8E-4BD6-9CF0-6A71E75CB3DF}" dt="2022-10-14T18:06:26.246" v="5567" actId="47"/>
        <pc:sldMkLst>
          <pc:docMk/>
          <pc:sldMk cId="0" sldId="282"/>
        </pc:sldMkLst>
      </pc:sldChg>
      <pc:sldChg chg="del">
        <pc:chgData name="Erwah Al Bataineh" userId="b400c1d921f65d71" providerId="LiveId" clId="{91E239C9-4D8E-4BD6-9CF0-6A71E75CB3DF}" dt="2022-10-14T18:06:23.433" v="5562" actId="47"/>
        <pc:sldMkLst>
          <pc:docMk/>
          <pc:sldMk cId="0" sldId="283"/>
        </pc:sldMkLst>
      </pc:sldChg>
      <pc:sldChg chg="del">
        <pc:chgData name="Erwah Al Bataineh" userId="b400c1d921f65d71" providerId="LiveId" clId="{91E239C9-4D8E-4BD6-9CF0-6A71E75CB3DF}" dt="2022-10-14T18:06:19.188" v="5554" actId="47"/>
        <pc:sldMkLst>
          <pc:docMk/>
          <pc:sldMk cId="0" sldId="287"/>
        </pc:sldMkLst>
      </pc:sldChg>
      <pc:sldChg chg="del">
        <pc:chgData name="Erwah Al Bataineh" userId="b400c1d921f65d71" providerId="LiveId" clId="{91E239C9-4D8E-4BD6-9CF0-6A71E75CB3DF}" dt="2022-10-14T18:06:30.248" v="5575" actId="47"/>
        <pc:sldMkLst>
          <pc:docMk/>
          <pc:sldMk cId="0" sldId="289"/>
        </pc:sldMkLst>
      </pc:sldChg>
      <pc:sldChg chg="addSp delSp modSp mod">
        <pc:chgData name="Erwah Al Bataineh" userId="b400c1d921f65d71" providerId="LiveId" clId="{91E239C9-4D8E-4BD6-9CF0-6A71E75CB3DF}" dt="2022-10-14T16:21:33.596" v="615" actId="12"/>
        <pc:sldMkLst>
          <pc:docMk/>
          <pc:sldMk cId="1528942578" sldId="291"/>
        </pc:sldMkLst>
        <pc:spChg chg="mod">
          <ac:chgData name="Erwah Al Bataineh" userId="b400c1d921f65d71" providerId="LiveId" clId="{91E239C9-4D8E-4BD6-9CF0-6A71E75CB3DF}" dt="2022-10-14T13:47:18.669" v="48" actId="1076"/>
          <ac:spMkLst>
            <pc:docMk/>
            <pc:sldMk cId="1528942578" sldId="291"/>
            <ac:spMk id="2" creationId="{D66325B9-AE9E-4B65-BAB3-A178C255C62C}"/>
          </ac:spMkLst>
        </pc:spChg>
        <pc:spChg chg="add del mod">
          <ac:chgData name="Erwah Al Bataineh" userId="b400c1d921f65d71" providerId="LiveId" clId="{91E239C9-4D8E-4BD6-9CF0-6A71E75CB3DF}" dt="2022-10-14T16:21:33.596" v="615" actId="12"/>
          <ac:spMkLst>
            <pc:docMk/>
            <pc:sldMk cId="1528942578" sldId="291"/>
            <ac:spMk id="3" creationId="{19EBE659-C685-4CB3-A6AA-3BE58473C75F}"/>
          </ac:spMkLst>
        </pc:spChg>
        <pc:spChg chg="add del mod">
          <ac:chgData name="Erwah Al Bataineh" userId="b400c1d921f65d71" providerId="LiveId" clId="{91E239C9-4D8E-4BD6-9CF0-6A71E75CB3DF}" dt="2022-10-14T16:18:03.264" v="493" actId="478"/>
          <ac:spMkLst>
            <pc:docMk/>
            <pc:sldMk cId="1528942578" sldId="291"/>
            <ac:spMk id="5" creationId="{8D21EAB5-6552-5049-23D1-5B75C4352DFF}"/>
          </ac:spMkLst>
        </pc:spChg>
        <pc:spChg chg="add del mod">
          <ac:chgData name="Erwah Al Bataineh" userId="b400c1d921f65d71" providerId="LiveId" clId="{91E239C9-4D8E-4BD6-9CF0-6A71E75CB3DF}" dt="2022-10-14T16:18:25.786" v="498" actId="478"/>
          <ac:spMkLst>
            <pc:docMk/>
            <pc:sldMk cId="1528942578" sldId="291"/>
            <ac:spMk id="7" creationId="{1A011911-4F1B-D8D2-68A6-8A29003A9951}"/>
          </ac:spMkLst>
        </pc:spChg>
        <pc:spChg chg="add del mod">
          <ac:chgData name="Erwah Al Bataineh" userId="b400c1d921f65d71" providerId="LiveId" clId="{91E239C9-4D8E-4BD6-9CF0-6A71E75CB3DF}" dt="2022-10-14T16:20:42.848" v="611" actId="21"/>
          <ac:spMkLst>
            <pc:docMk/>
            <pc:sldMk cId="1528942578" sldId="291"/>
            <ac:spMk id="9" creationId="{8CFDAC4F-22E7-5CD4-3EA1-616EE4F62803}"/>
          </ac:spMkLst>
        </pc:spChg>
      </pc:sldChg>
      <pc:sldChg chg="modSp mod">
        <pc:chgData name="Erwah Al Bataineh" userId="b400c1d921f65d71" providerId="LiveId" clId="{91E239C9-4D8E-4BD6-9CF0-6A71E75CB3DF}" dt="2022-10-14T17:10:22.080" v="1774" actId="20577"/>
        <pc:sldMkLst>
          <pc:docMk/>
          <pc:sldMk cId="2321638391" sldId="292"/>
        </pc:sldMkLst>
        <pc:spChg chg="mod">
          <ac:chgData name="Erwah Al Bataineh" userId="b400c1d921f65d71" providerId="LiveId" clId="{91E239C9-4D8E-4BD6-9CF0-6A71E75CB3DF}" dt="2022-10-14T17:09:02.101" v="1716" actId="1076"/>
          <ac:spMkLst>
            <pc:docMk/>
            <pc:sldMk cId="2321638391" sldId="292"/>
            <ac:spMk id="2" creationId="{B3BEB218-7BC7-458F-8E0E-C3AB941AB16D}"/>
          </ac:spMkLst>
        </pc:spChg>
        <pc:spChg chg="mod">
          <ac:chgData name="Erwah Al Bataineh" userId="b400c1d921f65d71" providerId="LiveId" clId="{91E239C9-4D8E-4BD6-9CF0-6A71E75CB3DF}" dt="2022-10-14T17:10:22.080" v="1774" actId="20577"/>
          <ac:spMkLst>
            <pc:docMk/>
            <pc:sldMk cId="2321638391" sldId="292"/>
            <ac:spMk id="3" creationId="{2070BDD4-A016-4F84-B7E6-3D4FAED16283}"/>
          </ac:spMkLst>
        </pc:spChg>
      </pc:sldChg>
      <pc:sldChg chg="del">
        <pc:chgData name="Erwah Al Bataineh" userId="b400c1d921f65d71" providerId="LiveId" clId="{91E239C9-4D8E-4BD6-9CF0-6A71E75CB3DF}" dt="2022-10-14T18:06:20.306" v="5556" actId="47"/>
        <pc:sldMkLst>
          <pc:docMk/>
          <pc:sldMk cId="191745092" sldId="293"/>
        </pc:sldMkLst>
      </pc:sldChg>
      <pc:sldChg chg="del">
        <pc:chgData name="Erwah Al Bataineh" userId="b400c1d921f65d71" providerId="LiveId" clId="{91E239C9-4D8E-4BD6-9CF0-6A71E75CB3DF}" dt="2022-10-14T18:06:20.982" v="5557" actId="47"/>
        <pc:sldMkLst>
          <pc:docMk/>
          <pc:sldMk cId="2529683021" sldId="294"/>
        </pc:sldMkLst>
      </pc:sldChg>
      <pc:sldChg chg="del">
        <pc:chgData name="Erwah Al Bataineh" userId="b400c1d921f65d71" providerId="LiveId" clId="{91E239C9-4D8E-4BD6-9CF0-6A71E75CB3DF}" dt="2022-10-14T18:06:21.519" v="5558" actId="47"/>
        <pc:sldMkLst>
          <pc:docMk/>
          <pc:sldMk cId="2093153941" sldId="295"/>
        </pc:sldMkLst>
      </pc:sldChg>
      <pc:sldChg chg="del">
        <pc:chgData name="Erwah Al Bataineh" userId="b400c1d921f65d71" providerId="LiveId" clId="{91E239C9-4D8E-4BD6-9CF0-6A71E75CB3DF}" dt="2022-10-14T18:06:22.074" v="5559" actId="47"/>
        <pc:sldMkLst>
          <pc:docMk/>
          <pc:sldMk cId="1242932597" sldId="296"/>
        </pc:sldMkLst>
      </pc:sldChg>
      <pc:sldChg chg="del">
        <pc:chgData name="Erwah Al Bataineh" userId="b400c1d921f65d71" providerId="LiveId" clId="{91E239C9-4D8E-4BD6-9CF0-6A71E75CB3DF}" dt="2022-10-14T18:06:22.495" v="5560" actId="47"/>
        <pc:sldMkLst>
          <pc:docMk/>
          <pc:sldMk cId="3528481445" sldId="297"/>
        </pc:sldMkLst>
      </pc:sldChg>
      <pc:sldChg chg="del">
        <pc:chgData name="Erwah Al Bataineh" userId="b400c1d921f65d71" providerId="LiveId" clId="{91E239C9-4D8E-4BD6-9CF0-6A71E75CB3DF}" dt="2022-10-14T18:06:29.248" v="5573" actId="47"/>
        <pc:sldMkLst>
          <pc:docMk/>
          <pc:sldMk cId="2762698281" sldId="299"/>
        </pc:sldMkLst>
      </pc:sldChg>
      <pc:sldChg chg="del">
        <pc:chgData name="Erwah Al Bataineh" userId="b400c1d921f65d71" providerId="LiveId" clId="{91E239C9-4D8E-4BD6-9CF0-6A71E75CB3DF}" dt="2022-10-14T18:06:22.896" v="5561" actId="47"/>
        <pc:sldMkLst>
          <pc:docMk/>
          <pc:sldMk cId="100555767" sldId="300"/>
        </pc:sldMkLst>
      </pc:sldChg>
      <pc:sldChg chg="del">
        <pc:chgData name="Erwah Al Bataineh" userId="b400c1d921f65d71" providerId="LiveId" clId="{91E239C9-4D8E-4BD6-9CF0-6A71E75CB3DF}" dt="2022-10-14T18:06:25.254" v="5565" actId="47"/>
        <pc:sldMkLst>
          <pc:docMk/>
          <pc:sldMk cId="3357313664" sldId="301"/>
        </pc:sldMkLst>
      </pc:sldChg>
      <pc:sldChg chg="del">
        <pc:chgData name="Erwah Al Bataineh" userId="b400c1d921f65d71" providerId="LiveId" clId="{91E239C9-4D8E-4BD6-9CF0-6A71E75CB3DF}" dt="2022-10-14T18:06:27.255" v="5569" actId="47"/>
        <pc:sldMkLst>
          <pc:docMk/>
          <pc:sldMk cId="3825073545" sldId="302"/>
        </pc:sldMkLst>
      </pc:sldChg>
      <pc:sldChg chg="del">
        <pc:chgData name="Erwah Al Bataineh" userId="b400c1d921f65d71" providerId="LiveId" clId="{91E239C9-4D8E-4BD6-9CF0-6A71E75CB3DF}" dt="2022-10-14T18:06:27.710" v="5570" actId="47"/>
        <pc:sldMkLst>
          <pc:docMk/>
          <pc:sldMk cId="1224799882" sldId="303"/>
        </pc:sldMkLst>
      </pc:sldChg>
      <pc:sldChg chg="del">
        <pc:chgData name="Erwah Al Bataineh" userId="b400c1d921f65d71" providerId="LiveId" clId="{91E239C9-4D8E-4BD6-9CF0-6A71E75CB3DF}" dt="2022-10-14T18:06:28.161" v="5571" actId="47"/>
        <pc:sldMkLst>
          <pc:docMk/>
          <pc:sldMk cId="399839294" sldId="304"/>
        </pc:sldMkLst>
      </pc:sldChg>
      <pc:sldChg chg="del">
        <pc:chgData name="Erwah Al Bataineh" userId="b400c1d921f65d71" providerId="LiveId" clId="{91E239C9-4D8E-4BD6-9CF0-6A71E75CB3DF}" dt="2022-10-14T18:06:28.717" v="5572" actId="47"/>
        <pc:sldMkLst>
          <pc:docMk/>
          <pc:sldMk cId="2780832215" sldId="305"/>
        </pc:sldMkLst>
      </pc:sldChg>
      <pc:sldChg chg="del">
        <pc:chgData name="Erwah Al Bataineh" userId="b400c1d921f65d71" providerId="LiveId" clId="{91E239C9-4D8E-4BD6-9CF0-6A71E75CB3DF}" dt="2022-10-14T18:06:26.743" v="5568" actId="47"/>
        <pc:sldMkLst>
          <pc:docMk/>
          <pc:sldMk cId="324365298" sldId="306"/>
        </pc:sldMkLst>
      </pc:sldChg>
      <pc:sldChg chg="del">
        <pc:chgData name="Erwah Al Bataineh" userId="b400c1d921f65d71" providerId="LiveId" clId="{91E239C9-4D8E-4BD6-9CF0-6A71E75CB3DF}" dt="2022-10-14T18:06:32.481" v="5576" actId="47"/>
        <pc:sldMkLst>
          <pc:docMk/>
          <pc:sldMk cId="959311013" sldId="307"/>
        </pc:sldMkLst>
      </pc:sldChg>
      <pc:sldChg chg="del">
        <pc:chgData name="Erwah Al Bataineh" userId="b400c1d921f65d71" providerId="LiveId" clId="{91E239C9-4D8E-4BD6-9CF0-6A71E75CB3DF}" dt="2022-10-14T18:06:29.741" v="5574" actId="47"/>
        <pc:sldMkLst>
          <pc:docMk/>
          <pc:sldMk cId="1204989546" sldId="308"/>
        </pc:sldMkLst>
      </pc:sldChg>
      <pc:sldChg chg="modSp add mod">
        <pc:chgData name="Erwah Al Bataineh" userId="b400c1d921f65d71" providerId="LiveId" clId="{91E239C9-4D8E-4BD6-9CF0-6A71E75CB3DF}" dt="2022-10-14T18:11:41.312" v="5634" actId="1076"/>
        <pc:sldMkLst>
          <pc:docMk/>
          <pc:sldMk cId="3298153405" sldId="309"/>
        </pc:sldMkLst>
        <pc:spChg chg="mod">
          <ac:chgData name="Erwah Al Bataineh" userId="b400c1d921f65d71" providerId="LiveId" clId="{91E239C9-4D8E-4BD6-9CF0-6A71E75CB3DF}" dt="2022-10-14T18:11:41.312" v="5634" actId="1076"/>
          <ac:spMkLst>
            <pc:docMk/>
            <pc:sldMk cId="3298153405" sldId="309"/>
            <ac:spMk id="3" creationId="{00000000-0000-0000-0000-000000000000}"/>
          </ac:spMkLst>
        </pc:spChg>
      </pc:sldChg>
      <pc:sldChg chg="modSp add mod">
        <pc:chgData name="Erwah Al Bataineh" userId="b400c1d921f65d71" providerId="LiveId" clId="{91E239C9-4D8E-4BD6-9CF0-6A71E75CB3DF}" dt="2022-10-14T18:12:00.266" v="5636" actId="14100"/>
        <pc:sldMkLst>
          <pc:docMk/>
          <pc:sldMk cId="1303803057" sldId="310"/>
        </pc:sldMkLst>
        <pc:spChg chg="mod">
          <ac:chgData name="Erwah Al Bataineh" userId="b400c1d921f65d71" providerId="LiveId" clId="{91E239C9-4D8E-4BD6-9CF0-6A71E75CB3DF}" dt="2022-10-14T16:35:36.772" v="908" actId="207"/>
          <ac:spMkLst>
            <pc:docMk/>
            <pc:sldMk cId="1303803057" sldId="310"/>
            <ac:spMk id="3" creationId="{00000000-0000-0000-0000-000000000000}"/>
          </ac:spMkLst>
        </pc:spChg>
        <pc:spChg chg="mod">
          <ac:chgData name="Erwah Al Bataineh" userId="b400c1d921f65d71" providerId="LiveId" clId="{91E239C9-4D8E-4BD6-9CF0-6A71E75CB3DF}" dt="2022-10-14T18:12:00.266" v="5636" actId="14100"/>
          <ac:spMkLst>
            <pc:docMk/>
            <pc:sldMk cId="1303803057" sldId="310"/>
            <ac:spMk id="5" creationId="{932A569B-2BFC-1DB3-EE67-6242FE6FA0DD}"/>
          </ac:spMkLst>
        </pc:spChg>
      </pc:sldChg>
      <pc:sldChg chg="add del">
        <pc:chgData name="Erwah Al Bataineh" userId="b400c1d921f65d71" providerId="LiveId" clId="{91E239C9-4D8E-4BD6-9CF0-6A71E75CB3DF}" dt="2022-10-14T16:31:56.522" v="799" actId="2696"/>
        <pc:sldMkLst>
          <pc:docMk/>
          <pc:sldMk cId="3575422586" sldId="311"/>
        </pc:sldMkLst>
      </pc:sldChg>
      <pc:sldChg chg="modSp add mod">
        <pc:chgData name="Erwah Al Bataineh" userId="b400c1d921f65d71" providerId="LiveId" clId="{91E239C9-4D8E-4BD6-9CF0-6A71E75CB3DF}" dt="2022-10-15T20:50:59.637" v="5757" actId="1076"/>
        <pc:sldMkLst>
          <pc:docMk/>
          <pc:sldMk cId="4111876984" sldId="311"/>
        </pc:sldMkLst>
        <pc:spChg chg="mod">
          <ac:chgData name="Erwah Al Bataineh" userId="b400c1d921f65d71" providerId="LiveId" clId="{91E239C9-4D8E-4BD6-9CF0-6A71E75CB3DF}" dt="2022-10-15T20:50:59.637" v="5757" actId="1076"/>
          <ac:spMkLst>
            <pc:docMk/>
            <pc:sldMk cId="4111876984" sldId="311"/>
            <ac:spMk id="3" creationId="{00000000-0000-0000-0000-000000000000}"/>
          </ac:spMkLst>
        </pc:spChg>
        <pc:spChg chg="mod">
          <ac:chgData name="Erwah Al Bataineh" userId="b400c1d921f65d71" providerId="LiveId" clId="{91E239C9-4D8E-4BD6-9CF0-6A71E75CB3DF}" dt="2022-10-15T20:50:55.885" v="5756" actId="1076"/>
          <ac:spMkLst>
            <pc:docMk/>
            <pc:sldMk cId="4111876984" sldId="311"/>
            <ac:spMk id="5" creationId="{932A569B-2BFC-1DB3-EE67-6242FE6FA0DD}"/>
          </ac:spMkLst>
        </pc:spChg>
      </pc:sldChg>
      <pc:sldChg chg="modSp add mod">
        <pc:chgData name="Erwah Al Bataineh" userId="b400c1d921f65d71" providerId="LiveId" clId="{91E239C9-4D8E-4BD6-9CF0-6A71E75CB3DF}" dt="2022-10-14T18:13:46.337" v="5665" actId="20577"/>
        <pc:sldMkLst>
          <pc:docMk/>
          <pc:sldMk cId="56142321" sldId="312"/>
        </pc:sldMkLst>
        <pc:spChg chg="mod">
          <ac:chgData name="Erwah Al Bataineh" userId="b400c1d921f65d71" providerId="LiveId" clId="{91E239C9-4D8E-4BD6-9CF0-6A71E75CB3DF}" dt="2022-10-14T18:13:46.337" v="5665" actId="20577"/>
          <ac:spMkLst>
            <pc:docMk/>
            <pc:sldMk cId="56142321" sldId="312"/>
            <ac:spMk id="3" creationId="{00000000-0000-0000-0000-000000000000}"/>
          </ac:spMkLst>
        </pc:spChg>
        <pc:spChg chg="mod">
          <ac:chgData name="Erwah Al Bataineh" userId="b400c1d921f65d71" providerId="LiveId" clId="{91E239C9-4D8E-4BD6-9CF0-6A71E75CB3DF}" dt="2022-10-14T16:46:48.822" v="975" actId="1076"/>
          <ac:spMkLst>
            <pc:docMk/>
            <pc:sldMk cId="56142321" sldId="312"/>
            <ac:spMk id="5" creationId="{932A569B-2BFC-1DB3-EE67-6242FE6FA0DD}"/>
          </ac:spMkLst>
        </pc:spChg>
      </pc:sldChg>
      <pc:sldChg chg="addSp modSp add mod">
        <pc:chgData name="Erwah Al Bataineh" userId="b400c1d921f65d71" providerId="LiveId" clId="{91E239C9-4D8E-4BD6-9CF0-6A71E75CB3DF}" dt="2022-10-15T20:53:15.277" v="5769" actId="1035"/>
        <pc:sldMkLst>
          <pc:docMk/>
          <pc:sldMk cId="3040170722" sldId="313"/>
        </pc:sldMkLst>
        <pc:spChg chg="mod">
          <ac:chgData name="Erwah Al Bataineh" userId="b400c1d921f65d71" providerId="LiveId" clId="{91E239C9-4D8E-4BD6-9CF0-6A71E75CB3DF}" dt="2022-10-14T17:16:02.436" v="2350" actId="1076"/>
          <ac:spMkLst>
            <pc:docMk/>
            <pc:sldMk cId="3040170722" sldId="313"/>
            <ac:spMk id="2" creationId="{B3BEB218-7BC7-458F-8E0E-C3AB941AB16D}"/>
          </ac:spMkLst>
        </pc:spChg>
        <pc:spChg chg="mod">
          <ac:chgData name="Erwah Al Bataineh" userId="b400c1d921f65d71" providerId="LiveId" clId="{91E239C9-4D8E-4BD6-9CF0-6A71E75CB3DF}" dt="2022-10-14T18:04:39.753" v="5499" actId="207"/>
          <ac:spMkLst>
            <pc:docMk/>
            <pc:sldMk cId="3040170722" sldId="313"/>
            <ac:spMk id="3" creationId="{2070BDD4-A016-4F84-B7E6-3D4FAED16283}"/>
          </ac:spMkLst>
        </pc:spChg>
        <pc:picChg chg="add mod">
          <ac:chgData name="Erwah Al Bataineh" userId="b400c1d921f65d71" providerId="LiveId" clId="{91E239C9-4D8E-4BD6-9CF0-6A71E75CB3DF}" dt="2022-10-15T20:53:15.277" v="5769" actId="1035"/>
          <ac:picMkLst>
            <pc:docMk/>
            <pc:sldMk cId="3040170722" sldId="313"/>
            <ac:picMk id="1026" creationId="{FFEEC6DA-90F4-CD24-319C-B925E891009E}"/>
          </ac:picMkLst>
        </pc:picChg>
      </pc:sldChg>
      <pc:sldChg chg="addSp modSp add mod">
        <pc:chgData name="Erwah Al Bataineh" userId="b400c1d921f65d71" providerId="LiveId" clId="{91E239C9-4D8E-4BD6-9CF0-6A71E75CB3DF}" dt="2022-10-14T17:29:54.738" v="3432" actId="1076"/>
        <pc:sldMkLst>
          <pc:docMk/>
          <pc:sldMk cId="2551072955" sldId="314"/>
        </pc:sldMkLst>
        <pc:spChg chg="mod">
          <ac:chgData name="Erwah Al Bataineh" userId="b400c1d921f65d71" providerId="LiveId" clId="{91E239C9-4D8E-4BD6-9CF0-6A71E75CB3DF}" dt="2022-10-14T17:27:47.147" v="3367" actId="1076"/>
          <ac:spMkLst>
            <pc:docMk/>
            <pc:sldMk cId="2551072955" sldId="314"/>
            <ac:spMk id="2" creationId="{B3BEB218-7BC7-458F-8E0E-C3AB941AB16D}"/>
          </ac:spMkLst>
        </pc:spChg>
        <pc:spChg chg="mod">
          <ac:chgData name="Erwah Al Bataineh" userId="b400c1d921f65d71" providerId="LiveId" clId="{91E239C9-4D8E-4BD6-9CF0-6A71E75CB3DF}" dt="2022-10-14T17:29:49.316" v="3431" actId="1076"/>
          <ac:spMkLst>
            <pc:docMk/>
            <pc:sldMk cId="2551072955" sldId="314"/>
            <ac:spMk id="3" creationId="{2070BDD4-A016-4F84-B7E6-3D4FAED16283}"/>
          </ac:spMkLst>
        </pc:spChg>
        <pc:spChg chg="add mod">
          <ac:chgData name="Erwah Al Bataineh" userId="b400c1d921f65d71" providerId="LiveId" clId="{91E239C9-4D8E-4BD6-9CF0-6A71E75CB3DF}" dt="2022-10-14T17:29:54.738" v="3432" actId="1076"/>
          <ac:spMkLst>
            <pc:docMk/>
            <pc:sldMk cId="2551072955" sldId="314"/>
            <ac:spMk id="5" creationId="{061133FE-D0BE-6189-B1A5-9084D0E16EC8}"/>
          </ac:spMkLst>
        </pc:spChg>
      </pc:sldChg>
      <pc:sldChg chg="delSp modSp add mod">
        <pc:chgData name="Erwah Al Bataineh" userId="b400c1d921f65d71" providerId="LiveId" clId="{91E239C9-4D8E-4BD6-9CF0-6A71E75CB3DF}" dt="2022-10-15T20:53:46.220" v="5784" actId="20577"/>
        <pc:sldMkLst>
          <pc:docMk/>
          <pc:sldMk cId="1757373660" sldId="315"/>
        </pc:sldMkLst>
        <pc:spChg chg="mod">
          <ac:chgData name="Erwah Al Bataineh" userId="b400c1d921f65d71" providerId="LiveId" clId="{91E239C9-4D8E-4BD6-9CF0-6A71E75CB3DF}" dt="2022-10-14T17:32:50.440" v="3579" actId="1076"/>
          <ac:spMkLst>
            <pc:docMk/>
            <pc:sldMk cId="1757373660" sldId="315"/>
            <ac:spMk id="2" creationId="{B3BEB218-7BC7-458F-8E0E-C3AB941AB16D}"/>
          </ac:spMkLst>
        </pc:spChg>
        <pc:spChg chg="mod">
          <ac:chgData name="Erwah Al Bataineh" userId="b400c1d921f65d71" providerId="LiveId" clId="{91E239C9-4D8E-4BD6-9CF0-6A71E75CB3DF}" dt="2022-10-15T20:53:46.220" v="5784" actId="20577"/>
          <ac:spMkLst>
            <pc:docMk/>
            <pc:sldMk cId="1757373660" sldId="315"/>
            <ac:spMk id="3" creationId="{2070BDD4-A016-4F84-B7E6-3D4FAED16283}"/>
          </ac:spMkLst>
        </pc:spChg>
        <pc:spChg chg="del">
          <ac:chgData name="Erwah Al Bataineh" userId="b400c1d921f65d71" providerId="LiveId" clId="{91E239C9-4D8E-4BD6-9CF0-6A71E75CB3DF}" dt="2022-10-14T17:32:22.627" v="3578" actId="478"/>
          <ac:spMkLst>
            <pc:docMk/>
            <pc:sldMk cId="1757373660" sldId="315"/>
            <ac:spMk id="5" creationId="{061133FE-D0BE-6189-B1A5-9084D0E16EC8}"/>
          </ac:spMkLst>
        </pc:spChg>
      </pc:sldChg>
      <pc:sldChg chg="modSp add mod">
        <pc:chgData name="Erwah Al Bataineh" userId="b400c1d921f65d71" providerId="LiveId" clId="{91E239C9-4D8E-4BD6-9CF0-6A71E75CB3DF}" dt="2022-10-14T17:42:26.412" v="4305" actId="1076"/>
        <pc:sldMkLst>
          <pc:docMk/>
          <pc:sldMk cId="3816164991" sldId="316"/>
        </pc:sldMkLst>
        <pc:spChg chg="mod">
          <ac:chgData name="Erwah Al Bataineh" userId="b400c1d921f65d71" providerId="LiveId" clId="{91E239C9-4D8E-4BD6-9CF0-6A71E75CB3DF}" dt="2022-10-14T17:34:35.603" v="3655" actId="313"/>
          <ac:spMkLst>
            <pc:docMk/>
            <pc:sldMk cId="3816164991" sldId="316"/>
            <ac:spMk id="2" creationId="{B3BEB218-7BC7-458F-8E0E-C3AB941AB16D}"/>
          </ac:spMkLst>
        </pc:spChg>
        <pc:spChg chg="mod">
          <ac:chgData name="Erwah Al Bataineh" userId="b400c1d921f65d71" providerId="LiveId" clId="{91E239C9-4D8E-4BD6-9CF0-6A71E75CB3DF}" dt="2022-10-14T17:42:26.412" v="4305" actId="1076"/>
          <ac:spMkLst>
            <pc:docMk/>
            <pc:sldMk cId="3816164991" sldId="316"/>
            <ac:spMk id="3" creationId="{2070BDD4-A016-4F84-B7E6-3D4FAED16283}"/>
          </ac:spMkLst>
        </pc:spChg>
        <pc:spChg chg="mod">
          <ac:chgData name="Erwah Al Bataineh" userId="b400c1d921f65d71" providerId="LiveId" clId="{91E239C9-4D8E-4BD6-9CF0-6A71E75CB3DF}" dt="2022-10-14T17:40:36.324" v="4159" actId="14100"/>
          <ac:spMkLst>
            <pc:docMk/>
            <pc:sldMk cId="3816164991" sldId="316"/>
            <ac:spMk id="4" creationId="{29B29276-69F0-44F7-B2C5-4BAE5699484F}"/>
          </ac:spMkLst>
        </pc:spChg>
      </pc:sldChg>
      <pc:sldChg chg="addSp delSp modSp add mod">
        <pc:chgData name="Erwah Al Bataineh" userId="b400c1d921f65d71" providerId="LiveId" clId="{91E239C9-4D8E-4BD6-9CF0-6A71E75CB3DF}" dt="2022-10-14T17:56:33.920" v="5151" actId="207"/>
        <pc:sldMkLst>
          <pc:docMk/>
          <pc:sldMk cId="516993740" sldId="317"/>
        </pc:sldMkLst>
        <pc:spChg chg="mod">
          <ac:chgData name="Erwah Al Bataineh" userId="b400c1d921f65d71" providerId="LiveId" clId="{91E239C9-4D8E-4BD6-9CF0-6A71E75CB3DF}" dt="2022-10-14T17:52:31.864" v="5080" actId="1076"/>
          <ac:spMkLst>
            <pc:docMk/>
            <pc:sldMk cId="516993740" sldId="317"/>
            <ac:spMk id="2" creationId="{B3BEB218-7BC7-458F-8E0E-C3AB941AB16D}"/>
          </ac:spMkLst>
        </pc:spChg>
        <pc:spChg chg="mod">
          <ac:chgData name="Erwah Al Bataineh" userId="b400c1d921f65d71" providerId="LiveId" clId="{91E239C9-4D8E-4BD6-9CF0-6A71E75CB3DF}" dt="2022-10-14T17:56:23.660" v="5150" actId="1076"/>
          <ac:spMkLst>
            <pc:docMk/>
            <pc:sldMk cId="516993740" sldId="317"/>
            <ac:spMk id="3" creationId="{2070BDD4-A016-4F84-B7E6-3D4FAED16283}"/>
          </ac:spMkLst>
        </pc:spChg>
        <pc:spChg chg="add del mod">
          <ac:chgData name="Erwah Al Bataineh" userId="b400c1d921f65d71" providerId="LiveId" clId="{91E239C9-4D8E-4BD6-9CF0-6A71E75CB3DF}" dt="2022-10-14T17:55:26.290" v="5143" actId="478"/>
          <ac:spMkLst>
            <pc:docMk/>
            <pc:sldMk cId="516993740" sldId="317"/>
            <ac:spMk id="5" creationId="{F70AB683-D63E-7ED0-6352-6C2AD0121912}"/>
          </ac:spMkLst>
        </pc:spChg>
        <pc:spChg chg="add mod">
          <ac:chgData name="Erwah Al Bataineh" userId="b400c1d921f65d71" providerId="LiveId" clId="{91E239C9-4D8E-4BD6-9CF0-6A71E75CB3DF}" dt="2022-10-14T17:56:33.920" v="5151" actId="207"/>
          <ac:spMkLst>
            <pc:docMk/>
            <pc:sldMk cId="516993740" sldId="317"/>
            <ac:spMk id="7" creationId="{BBD9758B-B1A1-1558-1F9A-B0D1E702E2C7}"/>
          </ac:spMkLst>
        </pc:spChg>
        <pc:inkChg chg="add del">
          <ac:chgData name="Erwah Al Bataineh" userId="b400c1d921f65d71" providerId="LiveId" clId="{91E239C9-4D8E-4BD6-9CF0-6A71E75CB3DF}" dt="2022-10-14T17:54:13.210" v="5136" actId="9405"/>
          <ac:inkMkLst>
            <pc:docMk/>
            <pc:sldMk cId="516993740" sldId="317"/>
            <ac:inkMk id="6" creationId="{9CE5D5CA-3539-5FCE-4EF9-26F7DDF84DD3}"/>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218FF2-2F70-4DB8-9B66-8E842E199D27}" type="datetimeFigureOut">
              <a:rPr lang="en-US" smtClean="0"/>
              <a:t>10/15/2022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8EEAA1-6D31-437E-B51D-E72B8F5576B9}" type="slidenum">
              <a:rPr lang="en-US" smtClean="0"/>
              <a:t>‹#›</a:t>
            </a:fld>
            <a:endParaRPr lang="en-US"/>
          </a:p>
        </p:txBody>
      </p:sp>
    </p:spTree>
    <p:extLst>
      <p:ext uri="{BB962C8B-B14F-4D97-AF65-F5344CB8AC3E}">
        <p14:creationId xmlns:p14="http://schemas.microsoft.com/office/powerpoint/2010/main" val="447911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4F8EEAA1-6D31-437E-B51D-E72B8F5576B9}" type="slidenum">
              <a:rPr lang="en-US" smtClean="0"/>
              <a:t>1</a:t>
            </a:fld>
            <a:endParaRPr lang="en-US"/>
          </a:p>
        </p:txBody>
      </p:sp>
    </p:spTree>
    <p:extLst>
      <p:ext uri="{BB962C8B-B14F-4D97-AF65-F5344CB8AC3E}">
        <p14:creationId xmlns:p14="http://schemas.microsoft.com/office/powerpoint/2010/main" val="2284638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a:xfrm>
            <a:off x="3623733" y="6117336"/>
            <a:ext cx="3609438" cy="365125"/>
          </a:xfrm>
        </p:spPr>
        <p:txBody>
          <a:bodyPr/>
          <a:lstStyle/>
          <a:p>
            <a:endParaRPr lang="ar-JO"/>
          </a:p>
        </p:txBody>
      </p:sp>
      <p:sp>
        <p:nvSpPr>
          <p:cNvPr id="6" name="Slide Number Placeholder 5"/>
          <p:cNvSpPr>
            <a:spLocks noGrp="1"/>
          </p:cNvSpPr>
          <p:nvPr>
            <p:ph type="sldNum" sz="quarter" idx="12"/>
          </p:nvPr>
        </p:nvSpPr>
        <p:spPr>
          <a:xfrm>
            <a:off x="8275320" y="6117336"/>
            <a:ext cx="411480" cy="365125"/>
          </a:xfrm>
        </p:spPr>
        <p:txBody>
          <a:bodyPr/>
          <a:lstStyle/>
          <a:p>
            <a:fld id="{05318856-1126-4C9C-8D2E-2E6D706808BC}" type="slidenum">
              <a:rPr lang="ar-JO" smtClean="0"/>
              <a:pPr/>
              <a:t>‹#›</a:t>
            </a:fld>
            <a:endParaRPr lang="ar-JO"/>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4050906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a:xfrm>
            <a:off x="1972647" y="6108173"/>
            <a:ext cx="5314517" cy="365125"/>
          </a:xfrm>
        </p:spPr>
        <p:txBody>
          <a:bodyPr/>
          <a:lstStyle/>
          <a:p>
            <a:endParaRPr lang="ar-JO"/>
          </a:p>
        </p:txBody>
      </p:sp>
      <p:sp>
        <p:nvSpPr>
          <p:cNvPr id="6" name="Slide Number Placeholder 5"/>
          <p:cNvSpPr>
            <a:spLocks noGrp="1"/>
          </p:cNvSpPr>
          <p:nvPr>
            <p:ph type="sldNum" sz="quarter" idx="12"/>
          </p:nvPr>
        </p:nvSpPr>
        <p:spPr>
          <a:xfrm>
            <a:off x="8258967" y="6108173"/>
            <a:ext cx="427833" cy="365125"/>
          </a:xfrm>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3858539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a:xfrm>
            <a:off x="8273317" y="6116070"/>
            <a:ext cx="413483" cy="365125"/>
          </a:xfrm>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4025624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6" name="Footer Placeholder 5"/>
          <p:cNvSpPr>
            <a:spLocks noGrp="1"/>
          </p:cNvSpPr>
          <p:nvPr>
            <p:ph type="ftr" sz="quarter" idx="11"/>
          </p:nvPr>
        </p:nvSpPr>
        <p:spPr/>
        <p:txBody>
          <a:bodyPr/>
          <a:lstStyle/>
          <a:p>
            <a:endParaRPr lang="ar-JO"/>
          </a:p>
        </p:txBody>
      </p:sp>
      <p:sp>
        <p:nvSpPr>
          <p:cNvPr id="7" name="Slide Number Placeholder 6"/>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499983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8" name="Footer Placeholder 7"/>
          <p:cNvSpPr>
            <a:spLocks noGrp="1"/>
          </p:cNvSpPr>
          <p:nvPr>
            <p:ph type="ftr" sz="quarter" idx="11"/>
          </p:nvPr>
        </p:nvSpPr>
        <p:spPr/>
        <p:txBody>
          <a:bodyPr/>
          <a:lstStyle/>
          <a:p>
            <a:endParaRPr lang="ar-JO"/>
          </a:p>
        </p:txBody>
      </p:sp>
      <p:sp>
        <p:nvSpPr>
          <p:cNvPr id="9" name="Slide Number Placeholder 8"/>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638305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4" name="Footer Placeholder 3"/>
          <p:cNvSpPr>
            <a:spLocks noGrp="1"/>
          </p:cNvSpPr>
          <p:nvPr>
            <p:ph type="ftr" sz="quarter" idx="11"/>
          </p:nvPr>
        </p:nvSpPr>
        <p:spPr/>
        <p:txBody>
          <a:bodyPr/>
          <a:lstStyle/>
          <a:p>
            <a:endParaRPr lang="ar-JO"/>
          </a:p>
        </p:txBody>
      </p:sp>
      <p:sp>
        <p:nvSpPr>
          <p:cNvPr id="5" name="Slide Number Placeholder 4"/>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574392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3" name="Footer Placeholder 2"/>
          <p:cNvSpPr>
            <a:spLocks noGrp="1"/>
          </p:cNvSpPr>
          <p:nvPr>
            <p:ph type="ftr" sz="quarter" idx="11"/>
          </p:nvPr>
        </p:nvSpPr>
        <p:spPr/>
        <p:txBody>
          <a:bodyPr/>
          <a:lstStyle/>
          <a:p>
            <a:endParaRPr lang="ar-JO"/>
          </a:p>
        </p:txBody>
      </p:sp>
      <p:sp>
        <p:nvSpPr>
          <p:cNvPr id="4" name="Slide Number Placeholder 3"/>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305053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6" name="Footer Placeholder 5"/>
          <p:cNvSpPr>
            <a:spLocks noGrp="1"/>
          </p:cNvSpPr>
          <p:nvPr>
            <p:ph type="ftr" sz="quarter" idx="11"/>
          </p:nvPr>
        </p:nvSpPr>
        <p:spPr/>
        <p:txBody>
          <a:bodyPr/>
          <a:lstStyle/>
          <a:p>
            <a:endParaRPr lang="ar-JO"/>
          </a:p>
        </p:txBody>
      </p:sp>
      <p:sp>
        <p:nvSpPr>
          <p:cNvPr id="7" name="Slide Number Placeholder 6"/>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174987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4077509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6" name="Footer Placeholder 5"/>
          <p:cNvSpPr>
            <a:spLocks noGrp="1"/>
          </p:cNvSpPr>
          <p:nvPr>
            <p:ph type="ftr" sz="quarter" idx="11"/>
          </p:nvPr>
        </p:nvSpPr>
        <p:spPr/>
        <p:txBody>
          <a:bodyPr/>
          <a:lstStyle/>
          <a:p>
            <a:endParaRPr lang="ar-JO"/>
          </a:p>
        </p:txBody>
      </p:sp>
      <p:sp>
        <p:nvSpPr>
          <p:cNvPr id="7" name="Slide Number Placeholder 6"/>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829573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2340393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482560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32977626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022928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85758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2546433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91C785-B0ED-4262-AD2E-867E3D0D5E5A}" type="datetimeFigureOut">
              <a:rPr lang="ar-JO" smtClean="0"/>
              <a:pPr/>
              <a:t>20/03/1444</a:t>
            </a:fld>
            <a:endParaRPr lang="ar-JO"/>
          </a:p>
        </p:txBody>
      </p:sp>
      <p:sp>
        <p:nvSpPr>
          <p:cNvPr id="5" name="Footer Placeholder 4"/>
          <p:cNvSpPr>
            <a:spLocks noGrp="1"/>
          </p:cNvSpPr>
          <p:nvPr>
            <p:ph type="ftr" sz="quarter" idx="11"/>
          </p:nvPr>
        </p:nvSpPr>
        <p:spPr/>
        <p:txBody>
          <a:bodyPr/>
          <a:lstStyle/>
          <a:p>
            <a:endParaRPr lang="ar-JO"/>
          </a:p>
        </p:txBody>
      </p:sp>
      <p:sp>
        <p:nvSpPr>
          <p:cNvPr id="6" name="Slide Number Placeholder 5"/>
          <p:cNvSpPr>
            <a:spLocks noGrp="1"/>
          </p:cNvSpPr>
          <p:nvPr>
            <p:ph type="sldNum" sz="quarter" idx="12"/>
          </p:nvPr>
        </p:nvSpPr>
        <p:spPr/>
        <p:txBody>
          <a:bodyPr/>
          <a:lstStyle/>
          <a:p>
            <a:fld id="{05318856-1126-4C9C-8D2E-2E6D706808BC}" type="slidenum">
              <a:rPr lang="ar-JO" smtClean="0"/>
              <a:pPr/>
              <a:t>‹#›</a:t>
            </a:fld>
            <a:endParaRPr lang="ar-JO"/>
          </a:p>
        </p:txBody>
      </p:sp>
    </p:spTree>
    <p:extLst>
      <p:ext uri="{BB962C8B-B14F-4D97-AF65-F5344CB8AC3E}">
        <p14:creationId xmlns:p14="http://schemas.microsoft.com/office/powerpoint/2010/main" val="1072235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A91C785-B0ED-4262-AD2E-867E3D0D5E5A}" type="datetimeFigureOut">
              <a:rPr lang="ar-JO" smtClean="0"/>
              <a:pPr/>
              <a:t>20/03/1444</a:t>
            </a:fld>
            <a:endParaRPr lang="ar-JO"/>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ar-JO"/>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5318856-1126-4C9C-8D2E-2E6D706808BC}" type="slidenum">
              <a:rPr lang="ar-JO" smtClean="0"/>
              <a:pPr/>
              <a:t>‹#›</a:t>
            </a:fld>
            <a:endParaRPr lang="ar-JO"/>
          </a:p>
        </p:txBody>
      </p:sp>
    </p:spTree>
    <p:extLst>
      <p:ext uri="{BB962C8B-B14F-4D97-AF65-F5344CB8AC3E}">
        <p14:creationId xmlns:p14="http://schemas.microsoft.com/office/powerpoint/2010/main" val="1706643096"/>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 id="214748394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b="1" dirty="0">
                <a:solidFill>
                  <a:srgbClr val="FF0000"/>
                </a:solidFill>
              </a:rPr>
              <a:t>Introduction and Lab Regulations</a:t>
            </a:r>
            <a:endParaRPr lang="ar-JO" sz="7200" b="1" dirty="0">
              <a:solidFill>
                <a:srgbClr val="FF0000"/>
              </a:solidFill>
            </a:endParaRPr>
          </a:p>
        </p:txBody>
      </p:sp>
      <p:sp>
        <p:nvSpPr>
          <p:cNvPr id="3" name="Rectangle 2">
            <a:extLst>
              <a:ext uri="{FF2B5EF4-FFF2-40B4-BE49-F238E27FC236}">
                <a16:creationId xmlns:a16="http://schemas.microsoft.com/office/drawing/2014/main" id="{285D83E1-8893-C38B-1E3B-19ACFB05AF60}"/>
              </a:ext>
            </a:extLst>
          </p:cNvPr>
          <p:cNvSpPr/>
          <p:nvPr/>
        </p:nvSpPr>
        <p:spPr>
          <a:xfrm>
            <a:off x="1907704" y="857673"/>
            <a:ext cx="6947127" cy="6537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highlight>
                  <a:srgbClr val="FFFF00"/>
                </a:highlight>
              </a:rPr>
              <a:t>BT233 – General Microbiology Laboratory</a:t>
            </a:r>
            <a:endParaRPr lang="en-AE" sz="2800" b="1" dirty="0">
              <a:solidFill>
                <a:srgbClr val="FF0000"/>
              </a:solidFill>
              <a:highlight>
                <a:srgbClr val="FFFF00"/>
              </a:highlight>
            </a:endParaRPr>
          </a:p>
        </p:txBody>
      </p:sp>
      <p:sp>
        <p:nvSpPr>
          <p:cNvPr id="4" name="Rectangle 3">
            <a:extLst>
              <a:ext uri="{FF2B5EF4-FFF2-40B4-BE49-F238E27FC236}">
                <a16:creationId xmlns:a16="http://schemas.microsoft.com/office/drawing/2014/main" id="{05DF77A5-1B59-8072-24AD-434C20205573}"/>
              </a:ext>
            </a:extLst>
          </p:cNvPr>
          <p:cNvSpPr/>
          <p:nvPr/>
        </p:nvSpPr>
        <p:spPr>
          <a:xfrm>
            <a:off x="0" y="5877272"/>
            <a:ext cx="1547664" cy="8367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highlight>
                  <a:srgbClr val="FFFF00"/>
                </a:highlight>
              </a:rPr>
              <a:t>Course Coordinator: </a:t>
            </a:r>
          </a:p>
          <a:p>
            <a:pPr algn="ctr"/>
            <a:r>
              <a:rPr lang="en-US" sz="1600" b="1" dirty="0">
                <a:solidFill>
                  <a:srgbClr val="FF0000"/>
                </a:solidFill>
                <a:highlight>
                  <a:srgbClr val="FFFF00"/>
                </a:highlight>
              </a:rPr>
              <a:t>Dr. Erwah Al Bataineh</a:t>
            </a:r>
            <a:endParaRPr lang="en-AE" sz="1600" b="1" dirty="0">
              <a:solidFill>
                <a:srgbClr val="FF0000"/>
              </a:solidFill>
              <a:highlight>
                <a:srgbClr val="FFFF0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325B9-AE9E-4B65-BAB3-A178C255C62C}"/>
              </a:ext>
            </a:extLst>
          </p:cNvPr>
          <p:cNvSpPr>
            <a:spLocks noGrp="1"/>
          </p:cNvSpPr>
          <p:nvPr>
            <p:ph type="title"/>
          </p:nvPr>
        </p:nvSpPr>
        <p:spPr>
          <a:xfrm>
            <a:off x="800100" y="404664"/>
            <a:ext cx="7543800" cy="868222"/>
          </a:xfrm>
        </p:spPr>
        <p:txBody>
          <a:bodyPr>
            <a:normAutofit/>
          </a:bodyPr>
          <a:lstStyle/>
          <a:p>
            <a:pPr algn="ctr"/>
            <a:r>
              <a:rPr lang="en-US" dirty="0"/>
              <a:t>Microbiology Lab</a:t>
            </a:r>
          </a:p>
        </p:txBody>
      </p:sp>
      <p:sp>
        <p:nvSpPr>
          <p:cNvPr id="3" name="Content Placeholder 2">
            <a:extLst>
              <a:ext uri="{FF2B5EF4-FFF2-40B4-BE49-F238E27FC236}">
                <a16:creationId xmlns:a16="http://schemas.microsoft.com/office/drawing/2014/main" id="{19EBE659-C685-4CB3-A6AA-3BE58473C75F}"/>
              </a:ext>
            </a:extLst>
          </p:cNvPr>
          <p:cNvSpPr>
            <a:spLocks noGrp="1"/>
          </p:cNvSpPr>
          <p:nvPr>
            <p:ph idx="1"/>
          </p:nvPr>
        </p:nvSpPr>
        <p:spPr>
          <a:xfrm>
            <a:off x="1475656" y="4000938"/>
            <a:ext cx="6868244" cy="868222"/>
          </a:xfrm>
        </p:spPr>
        <p:txBody>
          <a:bodyPr>
            <a:noAutofit/>
          </a:bodyPr>
          <a:lstStyle/>
          <a:p>
            <a:pPr marL="0" indent="0" rtl="0">
              <a:buNone/>
            </a:pPr>
            <a:r>
              <a:rPr lang="en-US" sz="2800" b="1" dirty="0">
                <a:solidFill>
                  <a:srgbClr val="FF0000"/>
                </a:solidFill>
              </a:rPr>
              <a:t>It’s the place where you will learn, study, isolate, identify microorganisms (Bacteria) using different techniques.</a:t>
            </a:r>
          </a:p>
          <a:p>
            <a:pPr marL="0" indent="0" rtl="0">
              <a:buNone/>
            </a:pPr>
            <a:r>
              <a:rPr lang="en-US" sz="2800" b="1" dirty="0">
                <a:solidFill>
                  <a:schemeClr val="accent1">
                    <a:lumMod val="50000"/>
                  </a:schemeClr>
                </a:solidFill>
              </a:rPr>
              <a:t>Extensive care should be taken when deal with bacteria:</a:t>
            </a:r>
          </a:p>
          <a:p>
            <a:r>
              <a:rPr lang="en-US" sz="2800" b="1" dirty="0">
                <a:solidFill>
                  <a:srgbClr val="FF0000"/>
                </a:solidFill>
              </a:rPr>
              <a:t>Bacteria can not be seen by naked eye.</a:t>
            </a:r>
          </a:p>
          <a:p>
            <a:r>
              <a:rPr lang="en-US" sz="2800" b="1" dirty="0">
                <a:solidFill>
                  <a:srgbClr val="FF0000"/>
                </a:solidFill>
              </a:rPr>
              <a:t>Bacteria could be pathogenic or not.</a:t>
            </a:r>
          </a:p>
          <a:p>
            <a:r>
              <a:rPr lang="en-US" sz="2800" b="1" dirty="0">
                <a:solidFill>
                  <a:srgbClr val="FF0000"/>
                </a:solidFill>
              </a:rPr>
              <a:t>Bacteria can be isolated from air, water, soil, food, surfaces, your hand, lab benches and other sources.</a:t>
            </a:r>
          </a:p>
          <a:p>
            <a:pPr rtl="0"/>
            <a:endParaRPr lang="en-US" b="1" dirty="0">
              <a:solidFill>
                <a:srgbClr val="FF0000"/>
              </a:solidFill>
            </a:endParaRPr>
          </a:p>
          <a:p>
            <a:pPr rtl="0"/>
            <a:endParaRPr lang="en-US" b="1" dirty="0">
              <a:solidFill>
                <a:srgbClr val="FF0000"/>
              </a:solidFill>
            </a:endParaRPr>
          </a:p>
        </p:txBody>
      </p:sp>
    </p:spTree>
    <p:extLst>
      <p:ext uri="{BB962C8B-B14F-4D97-AF65-F5344CB8AC3E}">
        <p14:creationId xmlns:p14="http://schemas.microsoft.com/office/powerpoint/2010/main" val="1528942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4720" y="1372579"/>
            <a:ext cx="7392087" cy="4568316"/>
          </a:xfrm>
        </p:spPr>
        <p:txBody>
          <a:bodyPr anchor="ctr">
            <a:noAutofit/>
          </a:bodyPr>
          <a:lstStyle/>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cs typeface="Arial" panose="020B0604020202020204" pitchFamily="34" charset="0"/>
              </a:rPr>
              <a:t>All safety procedures and precautions followed in the microbiology laboratory are designed to: </a:t>
            </a:r>
          </a:p>
          <a:p>
            <a:pPr marR="0" lvl="0" algn="just" defTabSz="457200" rtl="0" eaLnBrk="1" fontAlgn="auto" latinLnBrk="0" hangingPunct="1">
              <a:lnSpc>
                <a:spcPct val="100000"/>
              </a:lnSpc>
              <a:spcBef>
                <a:spcPct val="20000"/>
              </a:spcBef>
              <a:spcAft>
                <a:spcPts val="600"/>
              </a:spcAft>
              <a:buClr>
                <a:srgbClr val="30ACEC">
                  <a:lumMod val="75000"/>
                </a:srgbClr>
              </a:buClr>
              <a:buSzPct val="145000"/>
              <a:buFont typeface="Wingdings" panose="05000000000000000000" pitchFamily="2" charset="2"/>
              <a:buChar char="Ø"/>
              <a:tabLst/>
              <a:defRPr/>
            </a:pPr>
            <a:r>
              <a:rPr lang="en-US" dirty="0">
                <a:solidFill>
                  <a:srgbClr val="FF0000"/>
                </a:solidFill>
                <a:cs typeface="Arial" panose="020B0604020202020204" pitchFamily="34" charset="0"/>
              </a:rPr>
              <a:t>Restrict microorganisms present in specimens or cultures to the containers in which they are collected, grown, or studied. </a:t>
            </a:r>
          </a:p>
          <a:p>
            <a:pPr marR="0" lvl="0" algn="just" defTabSz="457200" rtl="0" eaLnBrk="1" fontAlgn="auto" latinLnBrk="0" hangingPunct="1">
              <a:lnSpc>
                <a:spcPct val="100000"/>
              </a:lnSpc>
              <a:spcBef>
                <a:spcPct val="20000"/>
              </a:spcBef>
              <a:spcAft>
                <a:spcPts val="600"/>
              </a:spcAft>
              <a:buClr>
                <a:srgbClr val="30ACEC">
                  <a:lumMod val="75000"/>
                </a:srgbClr>
              </a:buClr>
              <a:buSzPct val="145000"/>
              <a:buFont typeface="Wingdings" panose="05000000000000000000" pitchFamily="2" charset="2"/>
              <a:buChar char="Ø"/>
              <a:tabLst/>
              <a:defRPr/>
            </a:pPr>
            <a:r>
              <a:rPr lang="en-US" dirty="0">
                <a:solidFill>
                  <a:srgbClr val="FF0000"/>
                </a:solidFill>
                <a:cs typeface="Arial" panose="020B0604020202020204" pitchFamily="34" charset="0"/>
              </a:rPr>
              <a:t>Prevent environmental microorganisms (normally present on hands, hair, clothing, laboratory benches, or in the air) from entering specimens or cultures and interfering with results of studies</a:t>
            </a:r>
            <a:endParaRPr kumimoji="0" lang="en-US" b="1" i="0" u="none" strike="noStrike" kern="1200" cap="none" spc="0" normalizeH="0" baseline="0" noProof="0" dirty="0">
              <a:ln>
                <a:noFill/>
              </a:ln>
              <a:solidFill>
                <a:srgbClr val="FF0000"/>
              </a:solidFill>
              <a:effectLst/>
              <a:uLnTx/>
              <a:uFillTx/>
              <a:cs typeface="Arial" panose="020B0604020202020204" pitchFamily="34" charset="0"/>
            </a:endParaRPr>
          </a:p>
        </p:txBody>
      </p:sp>
      <p:sp>
        <p:nvSpPr>
          <p:cNvPr id="5" name="Content Placeholder 2">
            <a:extLst>
              <a:ext uri="{FF2B5EF4-FFF2-40B4-BE49-F238E27FC236}">
                <a16:creationId xmlns:a16="http://schemas.microsoft.com/office/drawing/2014/main" id="{932A569B-2BFC-1DB3-EE67-6242FE6FA0DD}"/>
              </a:ext>
            </a:extLst>
          </p:cNvPr>
          <p:cNvSpPr txBox="1">
            <a:spLocks/>
          </p:cNvSpPr>
          <p:nvPr/>
        </p:nvSpPr>
        <p:spPr>
          <a:xfrm>
            <a:off x="1004721" y="917105"/>
            <a:ext cx="7392087" cy="114345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Clr>
                <a:srgbClr val="30ACEC">
                  <a:lumMod val="75000"/>
                </a:srgbClr>
              </a:buClr>
              <a:defRPr/>
            </a:pPr>
            <a:r>
              <a:rPr lang="en-US" b="1" dirty="0">
                <a:solidFill>
                  <a:srgbClr val="0070C0"/>
                </a:solidFill>
                <a:latin typeface="Corbel" panose="020B0503020204020204"/>
              </a:rPr>
              <a:t>Safety procedures: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4685" y="1458249"/>
            <a:ext cx="7392087" cy="4392488"/>
          </a:xfrm>
        </p:spPr>
        <p:txBody>
          <a:bodyPr anchor="ctr">
            <a:noAutofit/>
          </a:bodyPr>
          <a:lstStyle/>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Hands and bench tops are kept clean with disinfectants (</a:t>
            </a:r>
            <a:r>
              <a:rPr lang="en-CA" dirty="0"/>
              <a:t>95% ethyl alcohol or </a:t>
            </a:r>
            <a:r>
              <a:rPr lang="en-CA" b="0" i="0" dirty="0">
                <a:solidFill>
                  <a:srgbClr val="111111"/>
                </a:solidFill>
                <a:effectLst/>
                <a:latin typeface="Roboto" panose="02000000000000000000" pitchFamily="2" charset="0"/>
              </a:rPr>
              <a:t>70% ethanol.</a:t>
            </a:r>
            <a:r>
              <a:rPr lang="en-CA" dirty="0"/>
              <a:t>)</a:t>
            </a:r>
            <a:r>
              <a:rPr lang="en-US" dirty="0">
                <a:solidFill>
                  <a:srgbClr val="FF0000"/>
                </a:solidFill>
              </a:rPr>
              <a:t>, laboratory coats are worn, long hair is tied back, and working areas are kept clear of all unnecessary items. Gloves may be used also to </a:t>
            </a:r>
            <a:r>
              <a:rPr lang="en-US" dirty="0"/>
              <a:t>prevent the hands from coming in direct contact with stains and other reagents.</a:t>
            </a:r>
            <a:endParaRPr lang="en-US" dirty="0">
              <a:solidFill>
                <a:srgbClr val="FF0000"/>
              </a:solidFill>
            </a:endParaRPr>
          </a:p>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Nothing is placed in the mouth</a:t>
            </a:r>
            <a:endParaRPr kumimoji="0" lang="en-US" b="1" i="0" u="none" strike="noStrike" kern="1200" cap="none" spc="0" normalizeH="0" baseline="0" noProof="0" dirty="0">
              <a:ln>
                <a:noFill/>
              </a:ln>
              <a:solidFill>
                <a:srgbClr val="FF0000"/>
              </a:solidFill>
              <a:effectLst/>
              <a:uLnTx/>
              <a:uFillTx/>
              <a:cs typeface="Arial" panose="020B0604020202020204" pitchFamily="34" charset="0"/>
            </a:endParaRPr>
          </a:p>
        </p:txBody>
      </p:sp>
      <p:sp>
        <p:nvSpPr>
          <p:cNvPr id="5" name="Content Placeholder 2">
            <a:extLst>
              <a:ext uri="{FF2B5EF4-FFF2-40B4-BE49-F238E27FC236}">
                <a16:creationId xmlns:a16="http://schemas.microsoft.com/office/drawing/2014/main" id="{932A569B-2BFC-1DB3-EE67-6242FE6FA0DD}"/>
              </a:ext>
            </a:extLst>
          </p:cNvPr>
          <p:cNvSpPr txBox="1">
            <a:spLocks/>
          </p:cNvSpPr>
          <p:nvPr/>
        </p:nvSpPr>
        <p:spPr>
          <a:xfrm>
            <a:off x="1004721" y="917105"/>
            <a:ext cx="7392087" cy="114345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Clr>
                <a:srgbClr val="30ACEC">
                  <a:lumMod val="75000"/>
                </a:srgbClr>
              </a:buClr>
              <a:defRPr/>
            </a:pPr>
            <a:r>
              <a:rPr lang="en-US" b="1" dirty="0">
                <a:solidFill>
                  <a:srgbClr val="0070C0"/>
                </a:solidFill>
                <a:latin typeface="Corbel" panose="020B0503020204020204"/>
              </a:rPr>
              <a:t>Safety procedures:</a:t>
            </a:r>
          </a:p>
        </p:txBody>
      </p:sp>
    </p:spTree>
    <p:extLst>
      <p:ext uri="{BB962C8B-B14F-4D97-AF65-F5344CB8AC3E}">
        <p14:creationId xmlns:p14="http://schemas.microsoft.com/office/powerpoint/2010/main" val="3298153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997081" y="764704"/>
            <a:ext cx="7392087" cy="5616624"/>
          </a:xfrm>
        </p:spPr>
        <p:txBody>
          <a:bodyPr anchor="ctr">
            <a:noAutofit/>
          </a:bodyPr>
          <a:lstStyle/>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Always read the assigned laboratory material before the start of the laboratory period. </a:t>
            </a:r>
          </a:p>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Before starting the laboratory work, remove coats, jackets, and other outerwear. These should be left in the assigned place by the instructor , together with any backpacks, books, papers, or other items not needed for the work. </a:t>
            </a:r>
          </a:p>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To be admitted to the laboratory, each student should wear a fresh, clean, knee-length laboratory coat. </a:t>
            </a:r>
          </a:p>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At the start and end of each laboratory session, students should clean their assigned bench-top area with a disinfectant solution provided. </a:t>
            </a:r>
            <a:endParaRPr kumimoji="0" lang="en-US" b="1" i="0" u="none" strike="noStrike" kern="1200" cap="none" spc="0" normalizeH="0" baseline="0" noProof="0" dirty="0">
              <a:ln>
                <a:noFill/>
              </a:ln>
              <a:solidFill>
                <a:srgbClr val="FF0000"/>
              </a:solidFill>
              <a:effectLst/>
              <a:uLnTx/>
              <a:uFillTx/>
              <a:cs typeface="Arial" panose="020B0604020202020204" pitchFamily="34" charset="0"/>
            </a:endParaRPr>
          </a:p>
        </p:txBody>
      </p:sp>
      <p:sp>
        <p:nvSpPr>
          <p:cNvPr id="5" name="Content Placeholder 2">
            <a:extLst>
              <a:ext uri="{FF2B5EF4-FFF2-40B4-BE49-F238E27FC236}">
                <a16:creationId xmlns:a16="http://schemas.microsoft.com/office/drawing/2014/main" id="{932A569B-2BFC-1DB3-EE67-6242FE6FA0DD}"/>
              </a:ext>
            </a:extLst>
          </p:cNvPr>
          <p:cNvSpPr txBox="1">
            <a:spLocks/>
          </p:cNvSpPr>
          <p:nvPr/>
        </p:nvSpPr>
        <p:spPr>
          <a:xfrm>
            <a:off x="1004721" y="53296"/>
            <a:ext cx="4647399" cy="114345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Clr>
                <a:srgbClr val="30ACEC">
                  <a:lumMod val="75000"/>
                </a:srgbClr>
              </a:buClr>
              <a:defRPr/>
            </a:pPr>
            <a:r>
              <a:rPr lang="en-CA" b="1" dirty="0">
                <a:solidFill>
                  <a:schemeClr val="accent1">
                    <a:lumMod val="50000"/>
                  </a:schemeClr>
                </a:solidFill>
              </a:rPr>
              <a:t>General Laboratory Directions</a:t>
            </a:r>
            <a:r>
              <a:rPr lang="en-US" b="1" dirty="0">
                <a:solidFill>
                  <a:schemeClr val="accent1">
                    <a:lumMod val="50000"/>
                  </a:schemeClr>
                </a:solidFill>
                <a:latin typeface="Corbel" panose="020B0503020204020204"/>
              </a:rPr>
              <a:t>:</a:t>
            </a:r>
          </a:p>
        </p:txBody>
      </p:sp>
    </p:spTree>
    <p:extLst>
      <p:ext uri="{BB962C8B-B14F-4D97-AF65-F5344CB8AC3E}">
        <p14:creationId xmlns:p14="http://schemas.microsoft.com/office/powerpoint/2010/main" val="1303803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0020" y="1340768"/>
            <a:ext cx="7392087" cy="4392488"/>
          </a:xfrm>
        </p:spPr>
        <p:txBody>
          <a:bodyPr anchor="ctr">
            <a:noAutofit/>
          </a:bodyPr>
          <a:lstStyle/>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Do not wear jewelry to laboratory sessions. </a:t>
            </a:r>
          </a:p>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Keep fingers, pencils, and such objects out of your mouth. </a:t>
            </a:r>
          </a:p>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Do not smoke, eat, or drink in the laboratory. </a:t>
            </a:r>
          </a:p>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Discard all cultures and used glassware into the container labeled CONTAMINATED. (This container will later be sterilized.) Plastic or other disposable items should be discarded separately from glassware in containers to be sterilized</a:t>
            </a:r>
            <a:endParaRPr kumimoji="0" lang="en-US" b="1" i="0" u="none" strike="noStrike" kern="1200" cap="none" spc="0" normalizeH="0" baseline="0" noProof="0" dirty="0">
              <a:ln>
                <a:noFill/>
              </a:ln>
              <a:solidFill>
                <a:srgbClr val="FF0000"/>
              </a:solidFill>
              <a:effectLst/>
              <a:uLnTx/>
              <a:uFillTx/>
              <a:cs typeface="Arial" panose="020B0604020202020204" pitchFamily="34" charset="0"/>
            </a:endParaRPr>
          </a:p>
        </p:txBody>
      </p:sp>
      <p:sp>
        <p:nvSpPr>
          <p:cNvPr id="5" name="Content Placeholder 2">
            <a:extLst>
              <a:ext uri="{FF2B5EF4-FFF2-40B4-BE49-F238E27FC236}">
                <a16:creationId xmlns:a16="http://schemas.microsoft.com/office/drawing/2014/main" id="{932A569B-2BFC-1DB3-EE67-6242FE6FA0DD}"/>
              </a:ext>
            </a:extLst>
          </p:cNvPr>
          <p:cNvSpPr txBox="1">
            <a:spLocks/>
          </p:cNvSpPr>
          <p:nvPr/>
        </p:nvSpPr>
        <p:spPr>
          <a:xfrm>
            <a:off x="1115616" y="620688"/>
            <a:ext cx="4791415" cy="114345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Clr>
                <a:srgbClr val="30ACEC">
                  <a:lumMod val="75000"/>
                </a:srgbClr>
              </a:buClr>
              <a:defRPr/>
            </a:pPr>
            <a:r>
              <a:rPr lang="en-CA" dirty="0">
                <a:solidFill>
                  <a:schemeClr val="accent1">
                    <a:lumMod val="75000"/>
                  </a:schemeClr>
                </a:solidFill>
              </a:rPr>
              <a:t>General Laboratory Directions</a:t>
            </a:r>
            <a:r>
              <a:rPr lang="en-US" b="1" dirty="0">
                <a:solidFill>
                  <a:schemeClr val="accent1">
                    <a:lumMod val="75000"/>
                  </a:schemeClr>
                </a:solidFill>
                <a:latin typeface="Corbel" panose="020B0503020204020204"/>
              </a:rPr>
              <a:t>:</a:t>
            </a:r>
          </a:p>
        </p:txBody>
      </p:sp>
    </p:spTree>
    <p:extLst>
      <p:ext uri="{BB962C8B-B14F-4D97-AF65-F5344CB8AC3E}">
        <p14:creationId xmlns:p14="http://schemas.microsoft.com/office/powerpoint/2010/main" val="4111876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4721" y="2852936"/>
            <a:ext cx="7392087" cy="1728192"/>
          </a:xfrm>
        </p:spPr>
        <p:txBody>
          <a:bodyPr anchor="ctr">
            <a:noAutofit/>
          </a:bodyPr>
          <a:lstStyle/>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If you are in doubt about the correct procedure, consult your instructor. </a:t>
            </a:r>
          </a:p>
          <a:p>
            <a:pPr marL="285750" marR="0" lvl="0" indent="-285750" algn="just" defTabSz="457200" rtl="0" eaLnBrk="1" fontAlgn="auto" latinLnBrk="0" hangingPunct="1">
              <a:lnSpc>
                <a:spcPct val="100000"/>
              </a:lnSpc>
              <a:spcBef>
                <a:spcPct val="20000"/>
              </a:spcBef>
              <a:spcAft>
                <a:spcPts val="600"/>
              </a:spcAft>
              <a:buClr>
                <a:srgbClr val="30ACEC">
                  <a:lumMod val="75000"/>
                </a:srgbClr>
              </a:buClr>
              <a:buSzPct val="145000"/>
              <a:buFont typeface="Arial"/>
              <a:buChar char="•"/>
              <a:tabLst/>
              <a:defRPr/>
            </a:pPr>
            <a:r>
              <a:rPr lang="en-US" dirty="0">
                <a:solidFill>
                  <a:srgbClr val="FF0000"/>
                </a:solidFill>
              </a:rPr>
              <a:t>If you should spill or drop a culture or if any type of accident occurs, call the instructor immediately. </a:t>
            </a:r>
          </a:p>
          <a:p>
            <a:pPr marL="457200" marR="0" lvl="0" indent="-457200" algn="just" defTabSz="457200" rtl="0" eaLnBrk="1" fontAlgn="auto" latinLnBrk="0" hangingPunct="1">
              <a:lnSpc>
                <a:spcPct val="100000"/>
              </a:lnSpc>
              <a:spcBef>
                <a:spcPct val="20000"/>
              </a:spcBef>
              <a:spcAft>
                <a:spcPts val="600"/>
              </a:spcAft>
              <a:buClr>
                <a:srgbClr val="30ACEC">
                  <a:lumMod val="75000"/>
                </a:srgbClr>
              </a:buClr>
              <a:buSzPct val="145000"/>
              <a:buAutoNum type="arabicPeriod"/>
              <a:tabLst/>
              <a:defRPr/>
            </a:pPr>
            <a:r>
              <a:rPr lang="en-US" dirty="0">
                <a:solidFill>
                  <a:srgbClr val="002060"/>
                </a:solidFill>
              </a:rPr>
              <a:t>Place a paper towel over any spill and pour disinfectant over the towel. </a:t>
            </a:r>
          </a:p>
          <a:p>
            <a:pPr marL="457200" marR="0" lvl="0" indent="-457200" algn="just" defTabSz="457200" rtl="0" eaLnBrk="1" fontAlgn="auto" latinLnBrk="0" hangingPunct="1">
              <a:lnSpc>
                <a:spcPct val="100000"/>
              </a:lnSpc>
              <a:spcBef>
                <a:spcPct val="20000"/>
              </a:spcBef>
              <a:spcAft>
                <a:spcPts val="600"/>
              </a:spcAft>
              <a:buClr>
                <a:srgbClr val="30ACEC">
                  <a:lumMod val="75000"/>
                </a:srgbClr>
              </a:buClr>
              <a:buSzPct val="145000"/>
              <a:buAutoNum type="arabicPeriod"/>
              <a:tabLst/>
              <a:defRPr/>
            </a:pPr>
            <a:r>
              <a:rPr lang="en-US" dirty="0">
                <a:solidFill>
                  <a:srgbClr val="002060"/>
                </a:solidFill>
              </a:rPr>
              <a:t>Let the disinfectant stand for 15 minutes, then clean the spill with fresh paper towels. </a:t>
            </a:r>
          </a:p>
          <a:p>
            <a:pPr algn="just">
              <a:buClr>
                <a:srgbClr val="30ACEC">
                  <a:lumMod val="75000"/>
                </a:srgbClr>
              </a:buClr>
              <a:defRPr/>
            </a:pPr>
            <a:r>
              <a:rPr lang="en-US" dirty="0">
                <a:solidFill>
                  <a:srgbClr val="FF0000"/>
                </a:solidFill>
              </a:rPr>
              <a:t>Never remove specimens, cultures, or equipment from the laboratory under any circumstances. </a:t>
            </a:r>
          </a:p>
          <a:p>
            <a:pPr algn="just">
              <a:buClr>
                <a:srgbClr val="30ACEC">
                  <a:lumMod val="75000"/>
                </a:srgbClr>
              </a:buClr>
              <a:defRPr/>
            </a:pPr>
            <a:r>
              <a:rPr lang="en-US" dirty="0">
                <a:solidFill>
                  <a:srgbClr val="FF0000"/>
                </a:solidFill>
              </a:rPr>
              <a:t>Before leaving the laboratory, carefully wash and disinfect your hands.</a:t>
            </a:r>
            <a:endParaRPr kumimoji="0" lang="en-US" b="1" i="0" u="none" strike="noStrike" kern="1200" cap="none" spc="0" normalizeH="0" baseline="0" noProof="0" dirty="0">
              <a:ln>
                <a:noFill/>
              </a:ln>
              <a:solidFill>
                <a:srgbClr val="FF0000"/>
              </a:solidFill>
              <a:effectLst/>
              <a:uLnTx/>
              <a:uFillTx/>
              <a:cs typeface="Arial" panose="020B0604020202020204" pitchFamily="34" charset="0"/>
            </a:endParaRPr>
          </a:p>
        </p:txBody>
      </p:sp>
      <p:sp>
        <p:nvSpPr>
          <p:cNvPr id="5" name="Content Placeholder 2">
            <a:extLst>
              <a:ext uri="{FF2B5EF4-FFF2-40B4-BE49-F238E27FC236}">
                <a16:creationId xmlns:a16="http://schemas.microsoft.com/office/drawing/2014/main" id="{932A569B-2BFC-1DB3-EE67-6242FE6FA0DD}"/>
              </a:ext>
            </a:extLst>
          </p:cNvPr>
          <p:cNvSpPr txBox="1">
            <a:spLocks/>
          </p:cNvSpPr>
          <p:nvPr/>
        </p:nvSpPr>
        <p:spPr>
          <a:xfrm>
            <a:off x="1021489" y="332656"/>
            <a:ext cx="4647399" cy="114345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a:buClr>
                <a:srgbClr val="30ACEC">
                  <a:lumMod val="75000"/>
                </a:srgbClr>
              </a:buClr>
              <a:defRPr/>
            </a:pPr>
            <a:r>
              <a:rPr lang="en-CA" dirty="0">
                <a:solidFill>
                  <a:schemeClr val="accent1">
                    <a:lumMod val="75000"/>
                  </a:schemeClr>
                </a:solidFill>
              </a:rPr>
              <a:t>General Laboratory Directions</a:t>
            </a:r>
            <a:r>
              <a:rPr lang="en-US" b="1" dirty="0">
                <a:solidFill>
                  <a:schemeClr val="accent1">
                    <a:lumMod val="75000"/>
                  </a:schemeClr>
                </a:solidFill>
                <a:latin typeface="Corbel" panose="020B0503020204020204"/>
              </a:rPr>
              <a:t>:</a:t>
            </a:r>
          </a:p>
        </p:txBody>
      </p:sp>
    </p:spTree>
    <p:extLst>
      <p:ext uri="{BB962C8B-B14F-4D97-AF65-F5344CB8AC3E}">
        <p14:creationId xmlns:p14="http://schemas.microsoft.com/office/powerpoint/2010/main" val="56142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B218-7BC7-458F-8E0E-C3AB941AB16D}"/>
              </a:ext>
            </a:extLst>
          </p:cNvPr>
          <p:cNvSpPr>
            <a:spLocks noGrp="1"/>
          </p:cNvSpPr>
          <p:nvPr>
            <p:ph type="title"/>
          </p:nvPr>
        </p:nvSpPr>
        <p:spPr>
          <a:xfrm>
            <a:off x="971600" y="1076069"/>
            <a:ext cx="4958019" cy="739551"/>
          </a:xfrm>
        </p:spPr>
        <p:txBody>
          <a:bodyPr/>
          <a:lstStyle/>
          <a:p>
            <a:r>
              <a:rPr lang="en-US" b="1" dirty="0">
                <a:solidFill>
                  <a:schemeClr val="accent1">
                    <a:lumMod val="75000"/>
                  </a:schemeClr>
                </a:solidFill>
              </a:rPr>
              <a:t>Aseptic Techniques</a:t>
            </a:r>
          </a:p>
        </p:txBody>
      </p:sp>
      <p:sp>
        <p:nvSpPr>
          <p:cNvPr id="3" name="Content Placeholder 2">
            <a:extLst>
              <a:ext uri="{FF2B5EF4-FFF2-40B4-BE49-F238E27FC236}">
                <a16:creationId xmlns:a16="http://schemas.microsoft.com/office/drawing/2014/main" id="{2070BDD4-A016-4F84-B7E6-3D4FAED16283}"/>
              </a:ext>
            </a:extLst>
          </p:cNvPr>
          <p:cNvSpPr>
            <a:spLocks noGrp="1"/>
          </p:cNvSpPr>
          <p:nvPr>
            <p:ph idx="1"/>
          </p:nvPr>
        </p:nvSpPr>
        <p:spPr>
          <a:xfrm>
            <a:off x="776476" y="1815620"/>
            <a:ext cx="8282434" cy="2736303"/>
          </a:xfrm>
        </p:spPr>
        <p:txBody>
          <a:bodyPr>
            <a:normAutofit/>
          </a:bodyPr>
          <a:lstStyle/>
          <a:p>
            <a:r>
              <a:rPr lang="en-US" dirty="0">
                <a:solidFill>
                  <a:srgbClr val="FF0000"/>
                </a:solidFill>
              </a:rPr>
              <a:t>Practices and procedures to prevent microbial contamination</a:t>
            </a:r>
          </a:p>
          <a:p>
            <a:r>
              <a:rPr lang="en-US" dirty="0">
                <a:solidFill>
                  <a:srgbClr val="FF0000"/>
                </a:solidFill>
              </a:rPr>
              <a:t>W</a:t>
            </a:r>
            <a:r>
              <a:rPr lang="en-US" i="0" dirty="0">
                <a:solidFill>
                  <a:srgbClr val="FF0000"/>
                </a:solidFill>
                <a:effectLst/>
              </a:rPr>
              <a:t>hen performed correctly, it maintains the sterility of equipment and key parts used during aseptic procedures.</a:t>
            </a:r>
          </a:p>
          <a:p>
            <a:r>
              <a:rPr lang="en-US" dirty="0">
                <a:solidFill>
                  <a:srgbClr val="FF0000"/>
                </a:solidFill>
              </a:rPr>
              <a:t>It will keep you and your work safe from any contamination.</a:t>
            </a:r>
          </a:p>
          <a:p>
            <a:r>
              <a:rPr lang="en-US" dirty="0">
                <a:solidFill>
                  <a:srgbClr val="FF0000"/>
                </a:solidFill>
              </a:rPr>
              <a:t>Later you will be introduced to all necessary techniques.</a:t>
            </a:r>
          </a:p>
        </p:txBody>
      </p:sp>
      <p:sp>
        <p:nvSpPr>
          <p:cNvPr id="4" name="Content Placeholder 2">
            <a:extLst>
              <a:ext uri="{FF2B5EF4-FFF2-40B4-BE49-F238E27FC236}">
                <a16:creationId xmlns:a16="http://schemas.microsoft.com/office/drawing/2014/main" id="{29B29276-69F0-44F7-B2C5-4BAE5699484F}"/>
              </a:ext>
            </a:extLst>
          </p:cNvPr>
          <p:cNvSpPr txBox="1">
            <a:spLocks/>
          </p:cNvSpPr>
          <p:nvPr/>
        </p:nvSpPr>
        <p:spPr>
          <a:xfrm>
            <a:off x="1065360" y="3674228"/>
            <a:ext cx="7704667" cy="199675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endParaRPr lang="en-US" dirty="0"/>
          </a:p>
        </p:txBody>
      </p:sp>
    </p:spTree>
    <p:extLst>
      <p:ext uri="{BB962C8B-B14F-4D97-AF65-F5344CB8AC3E}">
        <p14:creationId xmlns:p14="http://schemas.microsoft.com/office/powerpoint/2010/main" val="2321638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B218-7BC7-458F-8E0E-C3AB941AB16D}"/>
              </a:ext>
            </a:extLst>
          </p:cNvPr>
          <p:cNvSpPr>
            <a:spLocks noGrp="1"/>
          </p:cNvSpPr>
          <p:nvPr>
            <p:ph type="title"/>
          </p:nvPr>
        </p:nvSpPr>
        <p:spPr>
          <a:xfrm>
            <a:off x="767720" y="437596"/>
            <a:ext cx="4958019" cy="739551"/>
          </a:xfrm>
        </p:spPr>
        <p:txBody>
          <a:bodyPr/>
          <a:lstStyle/>
          <a:p>
            <a:r>
              <a:rPr lang="en-US" b="1" dirty="0">
                <a:solidFill>
                  <a:schemeClr val="accent1">
                    <a:lumMod val="75000"/>
                  </a:schemeClr>
                </a:solidFill>
              </a:rPr>
              <a:t>Lab Instruments</a:t>
            </a:r>
          </a:p>
        </p:txBody>
      </p:sp>
      <p:sp>
        <p:nvSpPr>
          <p:cNvPr id="3" name="Content Placeholder 2">
            <a:extLst>
              <a:ext uri="{FF2B5EF4-FFF2-40B4-BE49-F238E27FC236}">
                <a16:creationId xmlns:a16="http://schemas.microsoft.com/office/drawing/2014/main" id="{2070BDD4-A016-4F84-B7E6-3D4FAED16283}"/>
              </a:ext>
            </a:extLst>
          </p:cNvPr>
          <p:cNvSpPr>
            <a:spLocks noGrp="1"/>
          </p:cNvSpPr>
          <p:nvPr>
            <p:ph idx="1"/>
          </p:nvPr>
        </p:nvSpPr>
        <p:spPr>
          <a:xfrm>
            <a:off x="861566" y="1772816"/>
            <a:ext cx="8282434" cy="4421692"/>
          </a:xfrm>
        </p:spPr>
        <p:txBody>
          <a:bodyPr>
            <a:normAutofit fontScale="77500" lnSpcReduction="20000"/>
          </a:bodyPr>
          <a:lstStyle/>
          <a:p>
            <a:r>
              <a:rPr lang="en-US" dirty="0">
                <a:solidFill>
                  <a:srgbClr val="FF0000"/>
                </a:solidFill>
              </a:rPr>
              <a:t>You will be introduced to all instruments and equipment's in the lab which you will use during the whole semester including:</a:t>
            </a:r>
          </a:p>
          <a:p>
            <a:r>
              <a:rPr lang="en-US" dirty="0">
                <a:solidFill>
                  <a:srgbClr val="FF0000"/>
                </a:solidFill>
              </a:rPr>
              <a:t>Working bench area and how to keep it clean.</a:t>
            </a:r>
          </a:p>
          <a:p>
            <a:r>
              <a:rPr lang="en-US" dirty="0">
                <a:solidFill>
                  <a:srgbClr val="FF0000"/>
                </a:solidFill>
              </a:rPr>
              <a:t>Bunsen Burner and to know how to use correctly and safely.</a:t>
            </a:r>
          </a:p>
          <a:p>
            <a:r>
              <a:rPr lang="en-US" dirty="0">
                <a:solidFill>
                  <a:srgbClr val="FF0000"/>
                </a:solidFill>
              </a:rPr>
              <a:t>Incubator, Refrigerator and </a:t>
            </a:r>
            <a:r>
              <a:rPr lang="en-US" i="0" dirty="0">
                <a:solidFill>
                  <a:srgbClr val="FF0000"/>
                </a:solidFill>
                <a:effectLst/>
              </a:rPr>
              <a:t>Microscopes</a:t>
            </a:r>
          </a:p>
          <a:p>
            <a:r>
              <a:rPr lang="en-US" dirty="0">
                <a:solidFill>
                  <a:srgbClr val="FF0000"/>
                </a:solidFill>
              </a:rPr>
              <a:t>Staining area </a:t>
            </a:r>
          </a:p>
          <a:p>
            <a:r>
              <a:rPr lang="en-US" dirty="0">
                <a:solidFill>
                  <a:srgbClr val="FF0000"/>
                </a:solidFill>
              </a:rPr>
              <a:t> Disinfectants</a:t>
            </a:r>
          </a:p>
          <a:p>
            <a:r>
              <a:rPr lang="en-US" dirty="0">
                <a:solidFill>
                  <a:srgbClr val="FF0000"/>
                </a:solidFill>
              </a:rPr>
              <a:t>Technician room for support.</a:t>
            </a:r>
          </a:p>
          <a:p>
            <a:r>
              <a:rPr lang="en-US" dirty="0">
                <a:solidFill>
                  <a:srgbClr val="002060"/>
                </a:solidFill>
              </a:rPr>
              <a:t>Biomedical waste containers and how to  differentiate between them:</a:t>
            </a:r>
          </a:p>
          <a:p>
            <a:r>
              <a:rPr lang="en-US" dirty="0">
                <a:solidFill>
                  <a:srgbClr val="FF0000"/>
                </a:solidFill>
              </a:rPr>
              <a:t>A. Contaminated culture (with yellow bags)           </a:t>
            </a:r>
          </a:p>
          <a:p>
            <a:r>
              <a:rPr lang="en-US" dirty="0">
                <a:solidFill>
                  <a:srgbClr val="FF0000"/>
                </a:solidFill>
              </a:rPr>
              <a:t>B. Non-Contaminated waste (with black bags).</a:t>
            </a:r>
          </a:p>
          <a:p>
            <a:r>
              <a:rPr lang="en-US" dirty="0">
                <a:solidFill>
                  <a:srgbClr val="FF0000"/>
                </a:solidFill>
              </a:rPr>
              <a:t>C. Sharp containers: for sharp objects  like slides.                      </a:t>
            </a:r>
          </a:p>
          <a:p>
            <a:endParaRPr lang="en-US" dirty="0">
              <a:solidFill>
                <a:srgbClr val="FF0000"/>
              </a:solidFill>
            </a:endParaRPr>
          </a:p>
          <a:p>
            <a:endParaRPr lang="en-US" dirty="0">
              <a:solidFill>
                <a:srgbClr val="FF0000"/>
              </a:solidFill>
            </a:endParaRPr>
          </a:p>
        </p:txBody>
      </p:sp>
      <p:sp>
        <p:nvSpPr>
          <p:cNvPr id="4" name="Content Placeholder 2">
            <a:extLst>
              <a:ext uri="{FF2B5EF4-FFF2-40B4-BE49-F238E27FC236}">
                <a16:creationId xmlns:a16="http://schemas.microsoft.com/office/drawing/2014/main" id="{29B29276-69F0-44F7-B2C5-4BAE5699484F}"/>
              </a:ext>
            </a:extLst>
          </p:cNvPr>
          <p:cNvSpPr txBox="1">
            <a:spLocks/>
          </p:cNvSpPr>
          <p:nvPr/>
        </p:nvSpPr>
        <p:spPr>
          <a:xfrm>
            <a:off x="1065360" y="3674228"/>
            <a:ext cx="7704667" cy="199675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endParaRPr lang="en-US" dirty="0"/>
          </a:p>
        </p:txBody>
      </p:sp>
      <p:pic>
        <p:nvPicPr>
          <p:cNvPr id="1026" name="Picture 2" descr="See the source image">
            <a:extLst>
              <a:ext uri="{FF2B5EF4-FFF2-40B4-BE49-F238E27FC236}">
                <a16:creationId xmlns:a16="http://schemas.microsoft.com/office/drawing/2014/main" id="{FFEEC6DA-90F4-CD24-319C-B925E8910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0679" y="4653136"/>
            <a:ext cx="2813142" cy="1763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170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B218-7BC7-458F-8E0E-C3AB941AB16D}"/>
              </a:ext>
            </a:extLst>
          </p:cNvPr>
          <p:cNvSpPr>
            <a:spLocks noGrp="1"/>
          </p:cNvSpPr>
          <p:nvPr>
            <p:ph type="title"/>
          </p:nvPr>
        </p:nvSpPr>
        <p:spPr>
          <a:xfrm>
            <a:off x="467544" y="461784"/>
            <a:ext cx="4958019" cy="739551"/>
          </a:xfrm>
        </p:spPr>
        <p:txBody>
          <a:bodyPr/>
          <a:lstStyle/>
          <a:p>
            <a:r>
              <a:rPr lang="en-US" b="1" dirty="0">
                <a:solidFill>
                  <a:schemeClr val="accent1">
                    <a:lumMod val="75000"/>
                  </a:schemeClr>
                </a:solidFill>
              </a:rPr>
              <a:t>Lab Regulations</a:t>
            </a:r>
          </a:p>
        </p:txBody>
      </p:sp>
      <p:sp>
        <p:nvSpPr>
          <p:cNvPr id="3" name="Content Placeholder 2">
            <a:extLst>
              <a:ext uri="{FF2B5EF4-FFF2-40B4-BE49-F238E27FC236}">
                <a16:creationId xmlns:a16="http://schemas.microsoft.com/office/drawing/2014/main" id="{2070BDD4-A016-4F84-B7E6-3D4FAED16283}"/>
              </a:ext>
            </a:extLst>
          </p:cNvPr>
          <p:cNvSpPr>
            <a:spLocks noGrp="1"/>
          </p:cNvSpPr>
          <p:nvPr>
            <p:ph idx="1"/>
          </p:nvPr>
        </p:nvSpPr>
        <p:spPr>
          <a:xfrm>
            <a:off x="1054272" y="1298227"/>
            <a:ext cx="8282434" cy="4853740"/>
          </a:xfrm>
        </p:spPr>
        <p:txBody>
          <a:bodyPr>
            <a:normAutofit fontScale="92500"/>
          </a:bodyPr>
          <a:lstStyle/>
          <a:p>
            <a:r>
              <a:rPr lang="en-US" dirty="0">
                <a:solidFill>
                  <a:srgbClr val="FF0000"/>
                </a:solidFill>
              </a:rPr>
              <a:t>You should be punctual all the time.</a:t>
            </a:r>
          </a:p>
          <a:p>
            <a:r>
              <a:rPr lang="en-US" dirty="0">
                <a:solidFill>
                  <a:srgbClr val="FF0000"/>
                </a:solidFill>
              </a:rPr>
              <a:t>You should show respect to your lecturer, classmates  and technicians.</a:t>
            </a:r>
          </a:p>
          <a:p>
            <a:r>
              <a:rPr lang="en-US" dirty="0">
                <a:solidFill>
                  <a:srgbClr val="FF0000"/>
                </a:solidFill>
              </a:rPr>
              <a:t>Evaluation of your work and behavior in the lab is a continuous process.</a:t>
            </a:r>
            <a:endParaRPr lang="en-US" i="0" dirty="0">
              <a:solidFill>
                <a:srgbClr val="FF0000"/>
              </a:solidFill>
              <a:effectLst/>
            </a:endParaRPr>
          </a:p>
          <a:p>
            <a:r>
              <a:rPr lang="en-US" dirty="0">
                <a:solidFill>
                  <a:srgbClr val="FF0000"/>
                </a:solidFill>
              </a:rPr>
              <a:t>You will work as groups, so you need to show cooperation.</a:t>
            </a:r>
          </a:p>
          <a:p>
            <a:r>
              <a:rPr lang="en-US" dirty="0">
                <a:solidFill>
                  <a:srgbClr val="FF0000"/>
                </a:solidFill>
              </a:rPr>
              <a:t>The following items should be with you during the lab time starting from the second week: Lab coat, permanent marker, lighter for the Bunsen burner, tissue papers and personal hygiene.</a:t>
            </a:r>
          </a:p>
          <a:p>
            <a:r>
              <a:rPr lang="en-US" dirty="0">
                <a:solidFill>
                  <a:srgbClr val="FF0000"/>
                </a:solidFill>
              </a:rPr>
              <a:t>Marks will be deduced from those how don’t follow the instruction.</a:t>
            </a:r>
          </a:p>
          <a:p>
            <a:endParaRPr lang="en-US" dirty="0">
              <a:solidFill>
                <a:srgbClr val="FF0000"/>
              </a:solidFill>
            </a:endParaRPr>
          </a:p>
          <a:p>
            <a:endParaRPr lang="en-US" dirty="0">
              <a:solidFill>
                <a:srgbClr val="FF0000"/>
              </a:solidFill>
            </a:endParaRPr>
          </a:p>
        </p:txBody>
      </p:sp>
      <p:sp>
        <p:nvSpPr>
          <p:cNvPr id="4" name="Content Placeholder 2">
            <a:extLst>
              <a:ext uri="{FF2B5EF4-FFF2-40B4-BE49-F238E27FC236}">
                <a16:creationId xmlns:a16="http://schemas.microsoft.com/office/drawing/2014/main" id="{29B29276-69F0-44F7-B2C5-4BAE5699484F}"/>
              </a:ext>
            </a:extLst>
          </p:cNvPr>
          <p:cNvSpPr txBox="1">
            <a:spLocks/>
          </p:cNvSpPr>
          <p:nvPr/>
        </p:nvSpPr>
        <p:spPr>
          <a:xfrm>
            <a:off x="1065360" y="3674228"/>
            <a:ext cx="7704667" cy="199675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endParaRPr lang="en-US" dirty="0"/>
          </a:p>
        </p:txBody>
      </p:sp>
      <p:sp>
        <p:nvSpPr>
          <p:cNvPr id="5" name="Rectangle 4">
            <a:extLst>
              <a:ext uri="{FF2B5EF4-FFF2-40B4-BE49-F238E27FC236}">
                <a16:creationId xmlns:a16="http://schemas.microsoft.com/office/drawing/2014/main" id="{061133FE-D0BE-6189-B1A5-9084D0E16EC8}"/>
              </a:ext>
            </a:extLst>
          </p:cNvPr>
          <p:cNvSpPr/>
          <p:nvPr/>
        </p:nvSpPr>
        <p:spPr>
          <a:xfrm>
            <a:off x="1220275" y="5452589"/>
            <a:ext cx="7560840" cy="7395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solidFill>
                  <a:schemeClr val="accent1">
                    <a:lumMod val="75000"/>
                  </a:schemeClr>
                </a:solidFill>
              </a:rPr>
              <a:t>Attendance is of great importance as you have only </a:t>
            </a:r>
            <a:r>
              <a:rPr lang="en-US" sz="2800" b="1" dirty="0">
                <a:solidFill>
                  <a:schemeClr val="accent1">
                    <a:lumMod val="75000"/>
                  </a:schemeClr>
                </a:solidFill>
              </a:rPr>
              <a:t>2</a:t>
            </a:r>
            <a:r>
              <a:rPr lang="en-US" b="1" dirty="0">
                <a:solidFill>
                  <a:schemeClr val="accent1">
                    <a:lumMod val="75000"/>
                  </a:schemeClr>
                </a:solidFill>
              </a:rPr>
              <a:t> unexcused absences </a:t>
            </a:r>
            <a:r>
              <a:rPr lang="en-US" dirty="0">
                <a:solidFill>
                  <a:srgbClr val="FF0000"/>
                </a:solidFill>
              </a:rPr>
              <a:t>.</a:t>
            </a:r>
          </a:p>
        </p:txBody>
      </p:sp>
    </p:spTree>
    <p:extLst>
      <p:ext uri="{BB962C8B-B14F-4D97-AF65-F5344CB8AC3E}">
        <p14:creationId xmlns:p14="http://schemas.microsoft.com/office/powerpoint/2010/main" val="2551072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B218-7BC7-458F-8E0E-C3AB941AB16D}"/>
              </a:ext>
            </a:extLst>
          </p:cNvPr>
          <p:cNvSpPr>
            <a:spLocks noGrp="1"/>
          </p:cNvSpPr>
          <p:nvPr>
            <p:ph type="title"/>
          </p:nvPr>
        </p:nvSpPr>
        <p:spPr>
          <a:xfrm>
            <a:off x="481293" y="1052736"/>
            <a:ext cx="4958019" cy="739551"/>
          </a:xfrm>
        </p:spPr>
        <p:txBody>
          <a:bodyPr/>
          <a:lstStyle/>
          <a:p>
            <a:r>
              <a:rPr lang="en-US" b="1" dirty="0">
                <a:solidFill>
                  <a:schemeClr val="accent1">
                    <a:lumMod val="75000"/>
                  </a:schemeClr>
                </a:solidFill>
              </a:rPr>
              <a:t>Course Outline</a:t>
            </a:r>
          </a:p>
        </p:txBody>
      </p:sp>
      <p:sp>
        <p:nvSpPr>
          <p:cNvPr id="3" name="Content Placeholder 2">
            <a:extLst>
              <a:ext uri="{FF2B5EF4-FFF2-40B4-BE49-F238E27FC236}">
                <a16:creationId xmlns:a16="http://schemas.microsoft.com/office/drawing/2014/main" id="{2070BDD4-A016-4F84-B7E6-3D4FAED16283}"/>
              </a:ext>
            </a:extLst>
          </p:cNvPr>
          <p:cNvSpPr>
            <a:spLocks noGrp="1"/>
          </p:cNvSpPr>
          <p:nvPr>
            <p:ph idx="1"/>
          </p:nvPr>
        </p:nvSpPr>
        <p:spPr>
          <a:xfrm>
            <a:off x="861566" y="2276872"/>
            <a:ext cx="8282434" cy="1996753"/>
          </a:xfrm>
        </p:spPr>
        <p:txBody>
          <a:bodyPr>
            <a:normAutofit/>
          </a:bodyPr>
          <a:lstStyle/>
          <a:p>
            <a:r>
              <a:rPr lang="en-US" dirty="0">
                <a:solidFill>
                  <a:srgbClr val="FF0000"/>
                </a:solidFill>
              </a:rPr>
              <a:t>Course outline was uploaded to the e-learning.</a:t>
            </a:r>
          </a:p>
          <a:p>
            <a:r>
              <a:rPr lang="en-US" dirty="0">
                <a:solidFill>
                  <a:srgbClr val="FF0000"/>
                </a:solidFill>
              </a:rPr>
              <a:t>The instructor will go through the course outline.</a:t>
            </a:r>
          </a:p>
          <a:p>
            <a:r>
              <a:rPr lang="en-US" dirty="0">
                <a:solidFill>
                  <a:srgbClr val="FF0000"/>
                </a:solidFill>
              </a:rPr>
              <a:t>Grade distribution will be discussed in detail.</a:t>
            </a:r>
          </a:p>
        </p:txBody>
      </p:sp>
      <p:sp>
        <p:nvSpPr>
          <p:cNvPr id="4" name="Content Placeholder 2">
            <a:extLst>
              <a:ext uri="{FF2B5EF4-FFF2-40B4-BE49-F238E27FC236}">
                <a16:creationId xmlns:a16="http://schemas.microsoft.com/office/drawing/2014/main" id="{29B29276-69F0-44F7-B2C5-4BAE5699484F}"/>
              </a:ext>
            </a:extLst>
          </p:cNvPr>
          <p:cNvSpPr txBox="1">
            <a:spLocks/>
          </p:cNvSpPr>
          <p:nvPr/>
        </p:nvSpPr>
        <p:spPr>
          <a:xfrm>
            <a:off x="1065360" y="3674228"/>
            <a:ext cx="7704667" cy="199675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endParaRPr lang="en-US" dirty="0"/>
          </a:p>
        </p:txBody>
      </p:sp>
    </p:spTree>
    <p:extLst>
      <p:ext uri="{BB962C8B-B14F-4D97-AF65-F5344CB8AC3E}">
        <p14:creationId xmlns:p14="http://schemas.microsoft.com/office/powerpoint/2010/main" val="1757373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B218-7BC7-458F-8E0E-C3AB941AB16D}"/>
              </a:ext>
            </a:extLst>
          </p:cNvPr>
          <p:cNvSpPr>
            <a:spLocks noGrp="1"/>
          </p:cNvSpPr>
          <p:nvPr>
            <p:ph type="title"/>
          </p:nvPr>
        </p:nvSpPr>
        <p:spPr>
          <a:xfrm>
            <a:off x="1065360" y="1052736"/>
            <a:ext cx="4373952" cy="739551"/>
          </a:xfrm>
        </p:spPr>
        <p:txBody>
          <a:bodyPr/>
          <a:lstStyle/>
          <a:p>
            <a:r>
              <a:rPr lang="en-US" b="1" dirty="0">
                <a:solidFill>
                  <a:schemeClr val="accent1">
                    <a:lumMod val="75000"/>
                  </a:schemeClr>
                </a:solidFill>
              </a:rPr>
              <a:t>Communication</a:t>
            </a:r>
          </a:p>
        </p:txBody>
      </p:sp>
      <p:sp>
        <p:nvSpPr>
          <p:cNvPr id="3" name="Content Placeholder 2">
            <a:extLst>
              <a:ext uri="{FF2B5EF4-FFF2-40B4-BE49-F238E27FC236}">
                <a16:creationId xmlns:a16="http://schemas.microsoft.com/office/drawing/2014/main" id="{2070BDD4-A016-4F84-B7E6-3D4FAED16283}"/>
              </a:ext>
            </a:extLst>
          </p:cNvPr>
          <p:cNvSpPr>
            <a:spLocks noGrp="1"/>
          </p:cNvSpPr>
          <p:nvPr>
            <p:ph idx="1"/>
          </p:nvPr>
        </p:nvSpPr>
        <p:spPr>
          <a:xfrm>
            <a:off x="849734" y="1988839"/>
            <a:ext cx="8282434" cy="3682141"/>
          </a:xfrm>
        </p:spPr>
        <p:txBody>
          <a:bodyPr>
            <a:normAutofit lnSpcReduction="10000"/>
          </a:bodyPr>
          <a:lstStyle/>
          <a:p>
            <a:r>
              <a:rPr lang="en-US" dirty="0">
                <a:solidFill>
                  <a:srgbClr val="FF0000"/>
                </a:solidFill>
              </a:rPr>
              <a:t>E-learning is the main way to communicate with the course coordinator.</a:t>
            </a:r>
          </a:p>
          <a:p>
            <a:r>
              <a:rPr lang="en-US" dirty="0">
                <a:solidFill>
                  <a:srgbClr val="FF0000"/>
                </a:solidFill>
              </a:rPr>
              <a:t>Office hours announced in the course outline.</a:t>
            </a:r>
          </a:p>
          <a:p>
            <a:r>
              <a:rPr lang="en-US" dirty="0">
                <a:solidFill>
                  <a:srgbClr val="FF0000"/>
                </a:solidFill>
              </a:rPr>
              <a:t> It's recommended to use the e-learning for any question, clarifications unless it’s a private condition for a student.</a:t>
            </a:r>
          </a:p>
          <a:p>
            <a:r>
              <a:rPr lang="en-US" dirty="0">
                <a:solidFill>
                  <a:srgbClr val="FF0000"/>
                </a:solidFill>
              </a:rPr>
              <a:t>Its better to minimize your entry to the technician room unless required.</a:t>
            </a:r>
          </a:p>
          <a:p>
            <a:r>
              <a:rPr lang="en-US" dirty="0">
                <a:solidFill>
                  <a:srgbClr val="FF0000"/>
                </a:solidFill>
              </a:rPr>
              <a:t>E-learning announcements will be the main method for any news or modifications from the coordinator side. </a:t>
            </a:r>
          </a:p>
        </p:txBody>
      </p:sp>
      <p:sp>
        <p:nvSpPr>
          <p:cNvPr id="4" name="Content Placeholder 2">
            <a:extLst>
              <a:ext uri="{FF2B5EF4-FFF2-40B4-BE49-F238E27FC236}">
                <a16:creationId xmlns:a16="http://schemas.microsoft.com/office/drawing/2014/main" id="{29B29276-69F0-44F7-B2C5-4BAE5699484F}"/>
              </a:ext>
            </a:extLst>
          </p:cNvPr>
          <p:cNvSpPr txBox="1">
            <a:spLocks/>
          </p:cNvSpPr>
          <p:nvPr/>
        </p:nvSpPr>
        <p:spPr>
          <a:xfrm>
            <a:off x="487594" y="1988840"/>
            <a:ext cx="8282434" cy="368214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endParaRPr lang="en-US" dirty="0"/>
          </a:p>
        </p:txBody>
      </p:sp>
    </p:spTree>
    <p:extLst>
      <p:ext uri="{BB962C8B-B14F-4D97-AF65-F5344CB8AC3E}">
        <p14:creationId xmlns:p14="http://schemas.microsoft.com/office/powerpoint/2010/main" val="3816164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EB218-7BC7-458F-8E0E-C3AB941AB16D}"/>
              </a:ext>
            </a:extLst>
          </p:cNvPr>
          <p:cNvSpPr>
            <a:spLocks noGrp="1"/>
          </p:cNvSpPr>
          <p:nvPr>
            <p:ph type="title"/>
          </p:nvPr>
        </p:nvSpPr>
        <p:spPr>
          <a:xfrm>
            <a:off x="1115616" y="447468"/>
            <a:ext cx="7179048" cy="739551"/>
          </a:xfrm>
        </p:spPr>
        <p:txBody>
          <a:bodyPr>
            <a:normAutofit/>
          </a:bodyPr>
          <a:lstStyle/>
          <a:p>
            <a:r>
              <a:rPr lang="en-US" b="1" dirty="0">
                <a:solidFill>
                  <a:schemeClr val="accent1">
                    <a:lumMod val="75000"/>
                  </a:schemeClr>
                </a:solidFill>
              </a:rPr>
              <a:t>Attendance and Compensation</a:t>
            </a:r>
          </a:p>
        </p:txBody>
      </p:sp>
      <p:sp>
        <p:nvSpPr>
          <p:cNvPr id="3" name="Content Placeholder 2">
            <a:extLst>
              <a:ext uri="{FF2B5EF4-FFF2-40B4-BE49-F238E27FC236}">
                <a16:creationId xmlns:a16="http://schemas.microsoft.com/office/drawing/2014/main" id="{2070BDD4-A016-4F84-B7E6-3D4FAED16283}"/>
              </a:ext>
            </a:extLst>
          </p:cNvPr>
          <p:cNvSpPr>
            <a:spLocks noGrp="1"/>
          </p:cNvSpPr>
          <p:nvPr>
            <p:ph idx="1"/>
          </p:nvPr>
        </p:nvSpPr>
        <p:spPr>
          <a:xfrm>
            <a:off x="1053633" y="1027538"/>
            <a:ext cx="8282434" cy="4392489"/>
          </a:xfrm>
        </p:spPr>
        <p:txBody>
          <a:bodyPr>
            <a:normAutofit fontScale="92500"/>
          </a:bodyPr>
          <a:lstStyle/>
          <a:p>
            <a:r>
              <a:rPr lang="en-US" dirty="0">
                <a:solidFill>
                  <a:srgbClr val="FF0000"/>
                </a:solidFill>
              </a:rPr>
              <a:t>Student should attend all lab sessions as the practical work weighs </a:t>
            </a:r>
            <a:r>
              <a:rPr lang="en-US" b="1" dirty="0">
                <a:solidFill>
                  <a:schemeClr val="accent1">
                    <a:lumMod val="75000"/>
                  </a:schemeClr>
                </a:solidFill>
              </a:rPr>
              <a:t>30% of the total grade.</a:t>
            </a:r>
          </a:p>
          <a:p>
            <a:r>
              <a:rPr lang="en-US" dirty="0">
                <a:solidFill>
                  <a:srgbClr val="FF0000"/>
                </a:solidFill>
              </a:rPr>
              <a:t>The attendance will be recorded to the system 7 days after the lab date.</a:t>
            </a:r>
          </a:p>
          <a:p>
            <a:r>
              <a:rPr lang="en-US" dirty="0">
                <a:solidFill>
                  <a:srgbClr val="FF0000"/>
                </a:solidFill>
              </a:rPr>
              <a:t> If you got absent, show the coordinator your excuse not later than  7 days after the lab. So, It will not be recorded to the system.</a:t>
            </a:r>
          </a:p>
          <a:p>
            <a:r>
              <a:rPr lang="en-US" dirty="0">
                <a:solidFill>
                  <a:srgbClr val="FF0000"/>
                </a:solidFill>
              </a:rPr>
              <a:t>Only 2 absences allowed. The third absence without excuse means fall in the course.</a:t>
            </a:r>
          </a:p>
          <a:p>
            <a:r>
              <a:rPr lang="en-US" dirty="0">
                <a:solidFill>
                  <a:srgbClr val="FF0000"/>
                </a:solidFill>
              </a:rPr>
              <a:t>In case you need to compensate your approved absence, a form should be signed by the coordinator to be accepted by your lecturer.</a:t>
            </a:r>
          </a:p>
        </p:txBody>
      </p:sp>
      <p:sp>
        <p:nvSpPr>
          <p:cNvPr id="4" name="Content Placeholder 2">
            <a:extLst>
              <a:ext uri="{FF2B5EF4-FFF2-40B4-BE49-F238E27FC236}">
                <a16:creationId xmlns:a16="http://schemas.microsoft.com/office/drawing/2014/main" id="{29B29276-69F0-44F7-B2C5-4BAE5699484F}"/>
              </a:ext>
            </a:extLst>
          </p:cNvPr>
          <p:cNvSpPr txBox="1">
            <a:spLocks/>
          </p:cNvSpPr>
          <p:nvPr/>
        </p:nvSpPr>
        <p:spPr>
          <a:xfrm>
            <a:off x="487594" y="1988840"/>
            <a:ext cx="8282434" cy="3682141"/>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endParaRPr lang="en-US" dirty="0"/>
          </a:p>
        </p:txBody>
      </p:sp>
      <p:sp>
        <p:nvSpPr>
          <p:cNvPr id="7" name="Rectangle: Rounded Corners 6">
            <a:extLst>
              <a:ext uri="{FF2B5EF4-FFF2-40B4-BE49-F238E27FC236}">
                <a16:creationId xmlns:a16="http://schemas.microsoft.com/office/drawing/2014/main" id="{BBD9758B-B1A1-1558-1F9A-B0D1E702E2C7}"/>
              </a:ext>
            </a:extLst>
          </p:cNvPr>
          <p:cNvSpPr/>
          <p:nvPr/>
        </p:nvSpPr>
        <p:spPr>
          <a:xfrm>
            <a:off x="1619672" y="5464866"/>
            <a:ext cx="7150356" cy="1224136"/>
          </a:xfrm>
          <a:prstGeom prst="round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FFFF00"/>
                </a:solidFill>
              </a:rPr>
              <a:t>Compensation within the same week only </a:t>
            </a:r>
          </a:p>
        </p:txBody>
      </p:sp>
    </p:spTree>
    <p:extLst>
      <p:ext uri="{BB962C8B-B14F-4D97-AF65-F5344CB8AC3E}">
        <p14:creationId xmlns:p14="http://schemas.microsoft.com/office/powerpoint/2010/main" val="516993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19672" y="2744924"/>
            <a:ext cx="6323276" cy="1368152"/>
          </a:xfrm>
        </p:spPr>
        <p:txBody>
          <a:bodyPr>
            <a:normAutofit/>
          </a:bodyPr>
          <a:lstStyle/>
          <a:p>
            <a:pPr algn="l">
              <a:buNone/>
            </a:pPr>
            <a:r>
              <a:rPr lang="en-US" sz="3200" b="1" dirty="0">
                <a:solidFill>
                  <a:srgbClr val="FF0000"/>
                </a:solidFill>
              </a:rPr>
              <a:t>Thank you and see you next week</a:t>
            </a:r>
            <a:endParaRPr lang="ar-JO" sz="3200" b="1" dirty="0">
              <a:solidFill>
                <a:srgbClr val="FF000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1050</TotalTime>
  <Words>985</Words>
  <Application>Microsoft Office PowerPoint</Application>
  <PresentationFormat>On-screen Show (4:3)</PresentationFormat>
  <Paragraphs>78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Corbel</vt:lpstr>
      <vt:lpstr>Roboto</vt:lpstr>
      <vt:lpstr>Wingdings</vt:lpstr>
      <vt:lpstr>Parallax</vt:lpstr>
      <vt:lpstr>Introduction and Lab Regulations</vt:lpstr>
      <vt:lpstr>Microbiology Lab</vt:lpstr>
      <vt:lpstr>PowerPoint Presentation</vt:lpstr>
      <vt:lpstr>PowerPoint Presentation</vt:lpstr>
      <vt:lpstr>PowerPoint Presentation</vt:lpstr>
      <vt:lpstr>PowerPoint Presentation</vt:lpstr>
      <vt:lpstr>PowerPoint Presentation</vt:lpstr>
      <vt:lpstr>Aseptic Techniques</vt:lpstr>
      <vt:lpstr>Lab Instruments</vt:lpstr>
      <vt:lpstr>Lab Regulations</vt:lpstr>
      <vt:lpstr>Course Outline</vt:lpstr>
      <vt:lpstr>Communication</vt:lpstr>
      <vt:lpstr>Attendance and Compensation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Staining</dc:title>
  <dc:creator>Bayen Mahawreh</dc:creator>
  <cp:lastModifiedBy>Erwah Al Bataineh</cp:lastModifiedBy>
  <cp:revision>50</cp:revision>
  <dcterms:created xsi:type="dcterms:W3CDTF">2020-10-31T21:18:53Z</dcterms:created>
  <dcterms:modified xsi:type="dcterms:W3CDTF">2022-10-15T20:53:52Z</dcterms:modified>
</cp:coreProperties>
</file>