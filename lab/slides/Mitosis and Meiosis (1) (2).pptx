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33"/>
  </p:notesMasterIdLst>
  <p:sldIdLst>
    <p:sldId id="256" r:id="rId2"/>
    <p:sldId id="285" r:id="rId3"/>
    <p:sldId id="268" r:id="rId4"/>
    <p:sldId id="266" r:id="rId5"/>
    <p:sldId id="286" r:id="rId6"/>
    <p:sldId id="258" r:id="rId7"/>
    <p:sldId id="270" r:id="rId8"/>
    <p:sldId id="287" r:id="rId9"/>
    <p:sldId id="257" r:id="rId10"/>
    <p:sldId id="260" r:id="rId11"/>
    <p:sldId id="288" r:id="rId12"/>
    <p:sldId id="261" r:id="rId13"/>
    <p:sldId id="262" r:id="rId14"/>
    <p:sldId id="263" r:id="rId15"/>
    <p:sldId id="264" r:id="rId16"/>
    <p:sldId id="289" r:id="rId17"/>
    <p:sldId id="272" r:id="rId18"/>
    <p:sldId id="275" r:id="rId19"/>
    <p:sldId id="274" r:id="rId20"/>
    <p:sldId id="276" r:id="rId21"/>
    <p:sldId id="278" r:id="rId22"/>
    <p:sldId id="277" r:id="rId23"/>
    <p:sldId id="279" r:id="rId24"/>
    <p:sldId id="280" r:id="rId25"/>
    <p:sldId id="281" r:id="rId26"/>
    <p:sldId id="290" r:id="rId27"/>
    <p:sldId id="293" r:id="rId28"/>
    <p:sldId id="283" r:id="rId29"/>
    <p:sldId id="291" r:id="rId30"/>
    <p:sldId id="284" r:id="rId31"/>
    <p:sldId id="292"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5507CB1-B3A8-410C-BB35-745317AD9E53}" v="6888" dt="2019-03-11T17:20:31.0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268" autoAdjust="0"/>
  </p:normalViewPr>
  <p:slideViewPr>
    <p:cSldViewPr snapToGrid="0">
      <p:cViewPr>
        <p:scale>
          <a:sx n="75" d="100"/>
          <a:sy n="75" d="100"/>
        </p:scale>
        <p:origin x="516" y="54"/>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userId="aad049784041fbf2" providerId="LiveId" clId="{C5507CB1-B3A8-410C-BB35-745317AD9E53}"/>
    <pc:docChg chg="undo redo custSel mod addSld delSld modSld sldOrd">
      <pc:chgData name="" userId="aad049784041fbf2" providerId="LiveId" clId="{C5507CB1-B3A8-410C-BB35-745317AD9E53}" dt="2019-03-11T17:20:31.032" v="6831" actId="1076"/>
      <pc:docMkLst>
        <pc:docMk/>
      </pc:docMkLst>
      <pc:sldChg chg="addSp delSp modSp add mod setBg setClrOvrMap delDesignElem">
        <pc:chgData name="" userId="aad049784041fbf2" providerId="LiveId" clId="{C5507CB1-B3A8-410C-BB35-745317AD9E53}" dt="2019-03-10T19:34:09.552" v="596" actId="26606"/>
        <pc:sldMkLst>
          <pc:docMk/>
          <pc:sldMk cId="2686846521" sldId="256"/>
        </pc:sldMkLst>
        <pc:spChg chg="mod">
          <ac:chgData name="" userId="aad049784041fbf2" providerId="LiveId" clId="{C5507CB1-B3A8-410C-BB35-745317AD9E53}" dt="2019-03-10T19:34:09.552" v="595" actId="26606"/>
          <ac:spMkLst>
            <pc:docMk/>
            <pc:sldMk cId="2686846521" sldId="256"/>
            <ac:spMk id="2" creationId="{A10771B4-3259-467B-A653-DDCA72802507}"/>
          </ac:spMkLst>
        </pc:spChg>
        <pc:spChg chg="mod">
          <ac:chgData name="" userId="aad049784041fbf2" providerId="LiveId" clId="{C5507CB1-B3A8-410C-BB35-745317AD9E53}" dt="2019-03-10T19:34:09.552" v="595" actId="26606"/>
          <ac:spMkLst>
            <pc:docMk/>
            <pc:sldMk cId="2686846521" sldId="256"/>
            <ac:spMk id="3" creationId="{A326C901-07B2-4CCC-8936-BB988D395580}"/>
          </ac:spMkLst>
        </pc:spChg>
        <pc:spChg chg="add del">
          <ac:chgData name="" userId="aad049784041fbf2" providerId="LiveId" clId="{C5507CB1-B3A8-410C-BB35-745317AD9E53}" dt="2019-02-23T18:42:27.742" v="55" actId="26606"/>
          <ac:spMkLst>
            <pc:docMk/>
            <pc:sldMk cId="2686846521" sldId="256"/>
            <ac:spMk id="12" creationId="{C4E89C94-E462-4566-A15A-32835FD68BCD}"/>
          </ac:spMkLst>
        </pc:spChg>
        <pc:spChg chg="add del">
          <ac:chgData name="" userId="aad049784041fbf2" providerId="LiveId" clId="{C5507CB1-B3A8-410C-BB35-745317AD9E53}" dt="2019-02-23T18:42:27.742" v="55" actId="26606"/>
          <ac:spMkLst>
            <pc:docMk/>
            <pc:sldMk cId="2686846521" sldId="256"/>
            <ac:spMk id="14" creationId="{E25F4A20-71FB-4A26-92E2-89DED49264CA}"/>
          </ac:spMkLst>
        </pc:spChg>
        <pc:spChg chg="add del">
          <ac:chgData name="" userId="aad049784041fbf2" providerId="LiveId" clId="{C5507CB1-B3A8-410C-BB35-745317AD9E53}" dt="2019-02-23T18:42:37.427" v="57" actId="26606"/>
          <ac:spMkLst>
            <pc:docMk/>
            <pc:sldMk cId="2686846521" sldId="256"/>
            <ac:spMk id="16" creationId="{2D3DCA99-84AF-487A-BF72-91C5FA6B0B70}"/>
          </ac:spMkLst>
        </pc:spChg>
        <pc:spChg chg="add del">
          <ac:chgData name="" userId="aad049784041fbf2" providerId="LiveId" clId="{C5507CB1-B3A8-410C-BB35-745317AD9E53}" dt="2019-02-23T18:42:37.427" v="57" actId="26606"/>
          <ac:spMkLst>
            <pc:docMk/>
            <pc:sldMk cId="2686846521" sldId="256"/>
            <ac:spMk id="17" creationId="{5AE6C737-FF55-4064-94B7-0B21D2EB6045}"/>
          </ac:spMkLst>
        </pc:spChg>
        <pc:spChg chg="add del">
          <ac:chgData name="" userId="aad049784041fbf2" providerId="LiveId" clId="{C5507CB1-B3A8-410C-BB35-745317AD9E53}" dt="2019-02-23T18:42:37.427" v="57" actId="26606"/>
          <ac:spMkLst>
            <pc:docMk/>
            <pc:sldMk cId="2686846521" sldId="256"/>
            <ac:spMk id="19" creationId="{D8218D9F-38B6-4AE0-9051-5434D19A5277}"/>
          </ac:spMkLst>
        </pc:spChg>
        <pc:spChg chg="add del">
          <ac:chgData name="" userId="aad049784041fbf2" providerId="LiveId" clId="{C5507CB1-B3A8-410C-BB35-745317AD9E53}" dt="2019-02-23T18:42:39.308" v="59" actId="26606"/>
          <ac:spMkLst>
            <pc:docMk/>
            <pc:sldMk cId="2686846521" sldId="256"/>
            <ac:spMk id="21" creationId="{FA4CD5CB-D209-4D70-8CA4-629731C59219}"/>
          </ac:spMkLst>
        </pc:spChg>
        <pc:spChg chg="add del">
          <ac:chgData name="" userId="aad049784041fbf2" providerId="LiveId" clId="{C5507CB1-B3A8-410C-BB35-745317AD9E53}" dt="2019-02-23T18:42:39.308" v="59" actId="26606"/>
          <ac:spMkLst>
            <pc:docMk/>
            <pc:sldMk cId="2686846521" sldId="256"/>
            <ac:spMk id="23" creationId="{B4C27B90-DF2B-4D00-BA07-18ED774CD2F1}"/>
          </ac:spMkLst>
        </pc:spChg>
        <pc:spChg chg="add del">
          <ac:chgData name="" userId="aad049784041fbf2" providerId="LiveId" clId="{C5507CB1-B3A8-410C-BB35-745317AD9E53}" dt="2019-02-23T18:42:39.308" v="59" actId="26606"/>
          <ac:spMkLst>
            <pc:docMk/>
            <pc:sldMk cId="2686846521" sldId="256"/>
            <ac:spMk id="24" creationId="{593ACC25-C262-417A-8AA9-0641C772BDB6}"/>
          </ac:spMkLst>
        </pc:spChg>
        <pc:spChg chg="add del">
          <ac:chgData name="" userId="aad049784041fbf2" providerId="LiveId" clId="{C5507CB1-B3A8-410C-BB35-745317AD9E53}" dt="2019-02-25T20:00:43.537" v="64" actId="26606"/>
          <ac:spMkLst>
            <pc:docMk/>
            <pc:sldMk cId="2686846521" sldId="256"/>
            <ac:spMk id="26" creationId="{5AE6C737-FF55-4064-94B7-0B21D2EB6045}"/>
          </ac:spMkLst>
        </pc:spChg>
        <pc:spChg chg="add del">
          <ac:chgData name="" userId="aad049784041fbf2" providerId="LiveId" clId="{C5507CB1-B3A8-410C-BB35-745317AD9E53}" dt="2019-02-25T20:00:43.537" v="64" actId="26606"/>
          <ac:spMkLst>
            <pc:docMk/>
            <pc:sldMk cId="2686846521" sldId="256"/>
            <ac:spMk id="28" creationId="{D8218D9F-38B6-4AE0-9051-5434D19A5277}"/>
          </ac:spMkLst>
        </pc:spChg>
        <pc:spChg chg="add del">
          <ac:chgData name="" userId="aad049784041fbf2" providerId="LiveId" clId="{C5507CB1-B3A8-410C-BB35-745317AD9E53}" dt="2019-02-25T20:00:43.537" v="64" actId="26606"/>
          <ac:spMkLst>
            <pc:docMk/>
            <pc:sldMk cId="2686846521" sldId="256"/>
            <ac:spMk id="29" creationId="{2D3DCA99-84AF-487A-BF72-91C5FA6B0B70}"/>
          </ac:spMkLst>
        </pc:spChg>
        <pc:spChg chg="add del">
          <ac:chgData name="" userId="aad049784041fbf2" providerId="LiveId" clId="{C5507CB1-B3A8-410C-BB35-745317AD9E53}" dt="2019-02-25T20:00:43.521" v="63" actId="26606"/>
          <ac:spMkLst>
            <pc:docMk/>
            <pc:sldMk cId="2686846521" sldId="256"/>
            <ac:spMk id="34" creationId="{AE220058-3FCE-496E-ADF2-D8A6961F39F6}"/>
          </ac:spMkLst>
        </pc:spChg>
        <pc:spChg chg="add del">
          <ac:chgData name="" userId="aad049784041fbf2" providerId="LiveId" clId="{C5507CB1-B3A8-410C-BB35-745317AD9E53}" dt="2019-02-25T20:00:43.521" v="63" actId="26606"/>
          <ac:spMkLst>
            <pc:docMk/>
            <pc:sldMk cId="2686846521" sldId="256"/>
            <ac:spMk id="38" creationId="{3E9C5090-7D25-41E3-A6D3-CCAEE505E785}"/>
          </ac:spMkLst>
        </pc:spChg>
        <pc:spChg chg="add del">
          <ac:chgData name="" userId="aad049784041fbf2" providerId="LiveId" clId="{C5507CB1-B3A8-410C-BB35-745317AD9E53}" dt="2019-02-25T20:00:43.521" v="63" actId="26606"/>
          <ac:spMkLst>
            <pc:docMk/>
            <pc:sldMk cId="2686846521" sldId="256"/>
            <ac:spMk id="40" creationId="{11BF8809-0DAC-41E5-A212-ACB4A01BE95B}"/>
          </ac:spMkLst>
        </pc:spChg>
        <pc:spChg chg="add del">
          <ac:chgData name="" userId="aad049784041fbf2" providerId="LiveId" clId="{C5507CB1-B3A8-410C-BB35-745317AD9E53}" dt="2019-03-10T19:33:37.034" v="593" actId="26606"/>
          <ac:spMkLst>
            <pc:docMk/>
            <pc:sldMk cId="2686846521" sldId="256"/>
            <ac:spMk id="42" creationId="{EB1836F0-F9E0-4D93-9BDD-7EEC6EA05F7B}"/>
          </ac:spMkLst>
        </pc:spChg>
        <pc:spChg chg="add del">
          <ac:chgData name="" userId="aad049784041fbf2" providerId="LiveId" clId="{C5507CB1-B3A8-410C-BB35-745317AD9E53}" dt="2019-03-10T19:33:37.034" v="593" actId="26606"/>
          <ac:spMkLst>
            <pc:docMk/>
            <pc:sldMk cId="2686846521" sldId="256"/>
            <ac:spMk id="44" creationId="{6D2F28D1-82F9-40FE-935C-85ECF7660D2D}"/>
          </ac:spMkLst>
        </pc:spChg>
        <pc:spChg chg="add del">
          <ac:chgData name="" userId="aad049784041fbf2" providerId="LiveId" clId="{C5507CB1-B3A8-410C-BB35-745317AD9E53}" dt="2019-03-10T19:33:37.034" v="593" actId="26606"/>
          <ac:spMkLst>
            <pc:docMk/>
            <pc:sldMk cId="2686846521" sldId="256"/>
            <ac:spMk id="45" creationId="{4B670E93-2F53-48FC-AB6C-E99E22D17F31}"/>
          </ac:spMkLst>
        </pc:spChg>
        <pc:spChg chg="add del">
          <ac:chgData name="" userId="aad049784041fbf2" providerId="LiveId" clId="{C5507CB1-B3A8-410C-BB35-745317AD9E53}" dt="2019-03-10T19:33:31.488" v="590" actId="26606"/>
          <ac:spMkLst>
            <pc:docMk/>
            <pc:sldMk cId="2686846521" sldId="256"/>
            <ac:spMk id="52" creationId="{C4E89C94-E462-4566-A15A-32835FD68BCD}"/>
          </ac:spMkLst>
        </pc:spChg>
        <pc:spChg chg="add del">
          <ac:chgData name="" userId="aad049784041fbf2" providerId="LiveId" clId="{C5507CB1-B3A8-410C-BB35-745317AD9E53}" dt="2019-03-10T19:33:31.488" v="590" actId="26606"/>
          <ac:spMkLst>
            <pc:docMk/>
            <pc:sldMk cId="2686846521" sldId="256"/>
            <ac:spMk id="54" creationId="{E25F4A20-71FB-4A26-92E2-89DED49264CA}"/>
          </ac:spMkLst>
        </pc:spChg>
        <pc:spChg chg="add del">
          <ac:chgData name="" userId="aad049784041fbf2" providerId="LiveId" clId="{C5507CB1-B3A8-410C-BB35-745317AD9E53}" dt="2019-03-10T19:33:36.726" v="592" actId="26606"/>
          <ac:spMkLst>
            <pc:docMk/>
            <pc:sldMk cId="2686846521" sldId="256"/>
            <ac:spMk id="57" creationId="{B9E780F8-2452-4595-A281-E594BA83DB0D}"/>
          </ac:spMkLst>
        </pc:spChg>
        <pc:spChg chg="add del">
          <ac:chgData name="" userId="aad049784041fbf2" providerId="LiveId" clId="{C5507CB1-B3A8-410C-BB35-745317AD9E53}" dt="2019-03-10T19:33:36.726" v="592" actId="26606"/>
          <ac:spMkLst>
            <pc:docMk/>
            <pc:sldMk cId="2686846521" sldId="256"/>
            <ac:spMk id="58" creationId="{A917F44A-7774-4C79-BEDC-0CC73C8C0E04}"/>
          </ac:spMkLst>
        </pc:spChg>
        <pc:spChg chg="add del">
          <ac:chgData name="" userId="aad049784041fbf2" providerId="LiveId" clId="{C5507CB1-B3A8-410C-BB35-745317AD9E53}" dt="2019-03-10T19:34:09.552" v="596" actId="26606"/>
          <ac:spMkLst>
            <pc:docMk/>
            <pc:sldMk cId="2686846521" sldId="256"/>
            <ac:spMk id="61" creationId="{C4E89C94-E462-4566-A15A-32835FD68BCD}"/>
          </ac:spMkLst>
        </pc:spChg>
        <pc:spChg chg="add del">
          <ac:chgData name="" userId="aad049784041fbf2" providerId="LiveId" clId="{C5507CB1-B3A8-410C-BB35-745317AD9E53}" dt="2019-03-10T19:34:09.552" v="596" actId="26606"/>
          <ac:spMkLst>
            <pc:docMk/>
            <pc:sldMk cId="2686846521" sldId="256"/>
            <ac:spMk id="62" creationId="{E25F4A20-71FB-4A26-92E2-89DED49264CA}"/>
          </ac:spMkLst>
        </pc:spChg>
        <pc:spChg chg="add del">
          <ac:chgData name="" userId="aad049784041fbf2" providerId="LiveId" clId="{C5507CB1-B3A8-410C-BB35-745317AD9E53}" dt="2019-03-10T19:34:09.552" v="595" actId="26606"/>
          <ac:spMkLst>
            <pc:docMk/>
            <pc:sldMk cId="2686846521" sldId="256"/>
            <ac:spMk id="67" creationId="{B76D919A-FC3E-4B4E-BAF0-ED6CFB8DC4AE}"/>
          </ac:spMkLst>
        </pc:spChg>
        <pc:spChg chg="add del">
          <ac:chgData name="" userId="aad049784041fbf2" providerId="LiveId" clId="{C5507CB1-B3A8-410C-BB35-745317AD9E53}" dt="2019-03-10T19:34:09.552" v="595" actId="26606"/>
          <ac:spMkLst>
            <pc:docMk/>
            <pc:sldMk cId="2686846521" sldId="256"/>
            <ac:spMk id="69" creationId="{8F66ACBD-1C82-4782-AA7C-05504DD7DE77}"/>
          </ac:spMkLst>
        </pc:spChg>
        <pc:spChg chg="add">
          <ac:chgData name="" userId="aad049784041fbf2" providerId="LiveId" clId="{C5507CB1-B3A8-410C-BB35-745317AD9E53}" dt="2019-03-10T19:34:09.552" v="596" actId="26606"/>
          <ac:spMkLst>
            <pc:docMk/>
            <pc:sldMk cId="2686846521" sldId="256"/>
            <ac:spMk id="71" creationId="{E25F4A20-71FB-4A26-92E2-89DED49264CA}"/>
          </ac:spMkLst>
        </pc:spChg>
        <pc:spChg chg="add">
          <ac:chgData name="" userId="aad049784041fbf2" providerId="LiveId" clId="{C5507CB1-B3A8-410C-BB35-745317AD9E53}" dt="2019-03-10T19:34:09.552" v="596" actId="26606"/>
          <ac:spMkLst>
            <pc:docMk/>
            <pc:sldMk cId="2686846521" sldId="256"/>
            <ac:spMk id="73" creationId="{C4E89C94-E462-4566-A15A-32835FD68BCD}"/>
          </ac:spMkLst>
        </pc:spChg>
        <pc:picChg chg="add del mod ord">
          <ac:chgData name="" userId="aad049784041fbf2" providerId="LiveId" clId="{C5507CB1-B3A8-410C-BB35-745317AD9E53}" dt="2019-03-10T19:32:59.715" v="586" actId="478"/>
          <ac:picMkLst>
            <pc:docMk/>
            <pc:sldMk cId="2686846521" sldId="256"/>
            <ac:picMk id="5" creationId="{1A656B13-5B39-40F1-A717-D070B45B2717}"/>
          </ac:picMkLst>
        </pc:picChg>
        <pc:picChg chg="add mod ord">
          <ac:chgData name="" userId="aad049784041fbf2" providerId="LiveId" clId="{C5507CB1-B3A8-410C-BB35-745317AD9E53}" dt="2019-03-10T19:34:09.552" v="595" actId="26606"/>
          <ac:picMkLst>
            <pc:docMk/>
            <pc:sldMk cId="2686846521" sldId="256"/>
            <ac:picMk id="6" creationId="{0980EDC8-2DBD-4CC6-8C5A-848E99778234}"/>
          </ac:picMkLst>
        </pc:picChg>
        <pc:cxnChg chg="add del">
          <ac:chgData name="" userId="aad049784041fbf2" providerId="LiveId" clId="{C5507CB1-B3A8-410C-BB35-745317AD9E53}" dt="2019-02-23T18:42:27.742" v="55" actId="26606"/>
          <ac:cxnSpMkLst>
            <pc:docMk/>
            <pc:sldMk cId="2686846521" sldId="256"/>
            <ac:cxnSpMk id="10" creationId="{4071767D-5FF7-4508-B8B7-BB60FF3AB250}"/>
          </ac:cxnSpMkLst>
        </pc:cxnChg>
        <pc:cxnChg chg="add del">
          <ac:chgData name="" userId="aad049784041fbf2" providerId="LiveId" clId="{C5507CB1-B3A8-410C-BB35-745317AD9E53}" dt="2019-02-23T18:42:37.427" v="57" actId="26606"/>
          <ac:cxnSpMkLst>
            <pc:docMk/>
            <pc:sldMk cId="2686846521" sldId="256"/>
            <ac:cxnSpMk id="18" creationId="{6B5B1DD8-6224-4137-8621-32982B00F9FC}"/>
          </ac:cxnSpMkLst>
        </pc:cxnChg>
        <pc:cxnChg chg="add del">
          <ac:chgData name="" userId="aad049784041fbf2" providerId="LiveId" clId="{C5507CB1-B3A8-410C-BB35-745317AD9E53}" dt="2019-02-23T18:42:39.308" v="59" actId="26606"/>
          <ac:cxnSpMkLst>
            <pc:docMk/>
            <pc:sldMk cId="2686846521" sldId="256"/>
            <ac:cxnSpMk id="22" creationId="{5C6A2BAE-B461-4B55-8E1F-0722ABDD1393}"/>
          </ac:cxnSpMkLst>
        </pc:cxnChg>
        <pc:cxnChg chg="add del">
          <ac:chgData name="" userId="aad049784041fbf2" providerId="LiveId" clId="{C5507CB1-B3A8-410C-BB35-745317AD9E53}" dt="2019-02-25T20:00:43.537" v="64" actId="26606"/>
          <ac:cxnSpMkLst>
            <pc:docMk/>
            <pc:sldMk cId="2686846521" sldId="256"/>
            <ac:cxnSpMk id="27" creationId="{6B5B1DD8-6224-4137-8621-32982B00F9FC}"/>
          </ac:cxnSpMkLst>
        </pc:cxnChg>
        <pc:cxnChg chg="add del">
          <ac:chgData name="" userId="aad049784041fbf2" providerId="LiveId" clId="{C5507CB1-B3A8-410C-BB35-745317AD9E53}" dt="2019-02-25T20:00:43.521" v="63" actId="26606"/>
          <ac:cxnSpMkLst>
            <pc:docMk/>
            <pc:sldMk cId="2686846521" sldId="256"/>
            <ac:cxnSpMk id="36" creationId="{E193F809-7E50-4AAD-8E26-878207931CB5}"/>
          </ac:cxnSpMkLst>
        </pc:cxnChg>
        <pc:cxnChg chg="add del">
          <ac:chgData name="" userId="aad049784041fbf2" providerId="LiveId" clId="{C5507CB1-B3A8-410C-BB35-745317AD9E53}" dt="2019-03-10T19:33:37.034" v="593" actId="26606"/>
          <ac:cxnSpMkLst>
            <pc:docMk/>
            <pc:sldMk cId="2686846521" sldId="256"/>
            <ac:cxnSpMk id="43" creationId="{7A49EFD3-A806-4D59-99F1-AA9AFAE4EF71}"/>
          </ac:cxnSpMkLst>
        </pc:cxnChg>
        <pc:cxnChg chg="add del">
          <ac:chgData name="" userId="aad049784041fbf2" providerId="LiveId" clId="{C5507CB1-B3A8-410C-BB35-745317AD9E53}" dt="2019-03-10T19:33:31.488" v="590" actId="26606"/>
          <ac:cxnSpMkLst>
            <pc:docMk/>
            <pc:sldMk cId="2686846521" sldId="256"/>
            <ac:cxnSpMk id="50" creationId="{4071767D-5FF7-4508-B8B7-BB60FF3AB250}"/>
          </ac:cxnSpMkLst>
        </pc:cxnChg>
        <pc:cxnChg chg="add del">
          <ac:chgData name="" userId="aad049784041fbf2" providerId="LiveId" clId="{C5507CB1-B3A8-410C-BB35-745317AD9E53}" dt="2019-03-10T19:33:36.726" v="592" actId="26606"/>
          <ac:cxnSpMkLst>
            <pc:docMk/>
            <pc:sldMk cId="2686846521" sldId="256"/>
            <ac:cxnSpMk id="56" creationId="{E6E50488-8E5E-4E36-9763-092234CAED4A}"/>
          </ac:cxnSpMkLst>
        </pc:cxnChg>
        <pc:cxnChg chg="add del">
          <ac:chgData name="" userId="aad049784041fbf2" providerId="LiveId" clId="{C5507CB1-B3A8-410C-BB35-745317AD9E53}" dt="2019-03-10T19:34:09.552" v="596" actId="26606"/>
          <ac:cxnSpMkLst>
            <pc:docMk/>
            <pc:sldMk cId="2686846521" sldId="256"/>
            <ac:cxnSpMk id="60" creationId="{4071767D-5FF7-4508-B8B7-BB60FF3AB250}"/>
          </ac:cxnSpMkLst>
        </pc:cxnChg>
        <pc:cxnChg chg="add">
          <ac:chgData name="" userId="aad049784041fbf2" providerId="LiveId" clId="{C5507CB1-B3A8-410C-BB35-745317AD9E53}" dt="2019-03-10T19:34:09.552" v="596" actId="26606"/>
          <ac:cxnSpMkLst>
            <pc:docMk/>
            <pc:sldMk cId="2686846521" sldId="256"/>
            <ac:cxnSpMk id="72" creationId="{4071767D-5FF7-4508-B8B7-BB60FF3AB250}"/>
          </ac:cxnSpMkLst>
        </pc:cxnChg>
      </pc:sldChg>
      <pc:sldChg chg="addSp delSp modSp add ord">
        <pc:chgData name="" userId="aad049784041fbf2" providerId="LiveId" clId="{C5507CB1-B3A8-410C-BB35-745317AD9E53}" dt="2019-03-11T14:56:58.472" v="4356" actId="20577"/>
        <pc:sldMkLst>
          <pc:docMk/>
          <pc:sldMk cId="3825629512" sldId="257"/>
        </pc:sldMkLst>
        <pc:spChg chg="mod">
          <ac:chgData name="" userId="aad049784041fbf2" providerId="LiveId" clId="{C5507CB1-B3A8-410C-BB35-745317AD9E53}" dt="2019-03-11T14:56:58.472" v="4356" actId="20577"/>
          <ac:spMkLst>
            <pc:docMk/>
            <pc:sldMk cId="3825629512" sldId="257"/>
            <ac:spMk id="2" creationId="{B666C905-6FDA-4A02-9782-EDE0B113CD4E}"/>
          </ac:spMkLst>
        </pc:spChg>
        <pc:spChg chg="del">
          <ac:chgData name="" userId="aad049784041fbf2" providerId="LiveId" clId="{C5507CB1-B3A8-410C-BB35-745317AD9E53}" dt="2019-03-02T20:40:43.299" v="83" actId="931"/>
          <ac:spMkLst>
            <pc:docMk/>
            <pc:sldMk cId="3825629512" sldId="257"/>
            <ac:spMk id="3" creationId="{4D1ACCC9-C9DB-4A3C-AECF-9EF9999A932D}"/>
          </ac:spMkLst>
        </pc:spChg>
        <pc:picChg chg="add mod modCrop">
          <ac:chgData name="" userId="aad049784041fbf2" providerId="LiveId" clId="{C5507CB1-B3A8-410C-BB35-745317AD9E53}" dt="2019-03-10T22:12:48.931" v="2529" actId="14100"/>
          <ac:picMkLst>
            <pc:docMk/>
            <pc:sldMk cId="3825629512" sldId="257"/>
            <ac:picMk id="5" creationId="{817E899A-6A62-4F7F-8515-08FA5096A646}"/>
          </ac:picMkLst>
        </pc:picChg>
      </pc:sldChg>
      <pc:sldChg chg="addSp delSp modSp add mod setBg">
        <pc:chgData name="" userId="aad049784041fbf2" providerId="LiveId" clId="{C5507CB1-B3A8-410C-BB35-745317AD9E53}" dt="2019-03-10T21:01:05.536" v="1395" actId="20577"/>
        <pc:sldMkLst>
          <pc:docMk/>
          <pc:sldMk cId="316693252" sldId="258"/>
        </pc:sldMkLst>
        <pc:spChg chg="mod">
          <ac:chgData name="" userId="aad049784041fbf2" providerId="LiveId" clId="{C5507CB1-B3A8-410C-BB35-745317AD9E53}" dt="2019-03-10T20:49:48.968" v="1275" actId="207"/>
          <ac:spMkLst>
            <pc:docMk/>
            <pc:sldMk cId="316693252" sldId="258"/>
            <ac:spMk id="2" creationId="{C7432639-B365-414D-8665-9C2992F6F17C}"/>
          </ac:spMkLst>
        </pc:spChg>
        <pc:spChg chg="del">
          <ac:chgData name="" userId="aad049784041fbf2" providerId="LiveId" clId="{C5507CB1-B3A8-410C-BB35-745317AD9E53}" dt="2019-03-02T20:42:53.780" v="101" actId="931"/>
          <ac:spMkLst>
            <pc:docMk/>
            <pc:sldMk cId="316693252" sldId="258"/>
            <ac:spMk id="3" creationId="{3687BDD5-315C-46DB-9A69-360148C57242}"/>
          </ac:spMkLst>
        </pc:spChg>
        <pc:spChg chg="add del mod">
          <ac:chgData name="" userId="aad049784041fbf2" providerId="LiveId" clId="{C5507CB1-B3A8-410C-BB35-745317AD9E53}" dt="2019-03-10T20:35:05.105" v="1032" actId="11529"/>
          <ac:spMkLst>
            <pc:docMk/>
            <pc:sldMk cId="316693252" sldId="258"/>
            <ac:spMk id="5" creationId="{061662D6-CD50-4C65-B180-83875C7FFF6F}"/>
          </ac:spMkLst>
        </pc:spChg>
        <pc:spChg chg="add mod ord">
          <ac:chgData name="" userId="aad049784041fbf2" providerId="LiveId" clId="{C5507CB1-B3A8-410C-BB35-745317AD9E53}" dt="2019-03-10T21:01:05.536" v="1395" actId="20577"/>
          <ac:spMkLst>
            <pc:docMk/>
            <pc:sldMk cId="316693252" sldId="258"/>
            <ac:spMk id="10" creationId="{B96A796B-8795-4104-A0F2-B2BD9A55B6B7}"/>
          </ac:spMkLst>
        </pc:spChg>
        <pc:spChg chg="add del">
          <ac:chgData name="" userId="aad049784041fbf2" providerId="LiveId" clId="{C5507CB1-B3A8-410C-BB35-745317AD9E53}" dt="2019-03-02T20:48:19.926" v="123" actId="26606"/>
          <ac:spMkLst>
            <pc:docMk/>
            <pc:sldMk cId="316693252" sldId="258"/>
            <ac:spMk id="13" creationId="{990D0034-F768-41E7-85D4-F38C4DE85770}"/>
          </ac:spMkLst>
        </pc:spChg>
        <pc:spChg chg="add del">
          <ac:chgData name="" userId="aad049784041fbf2" providerId="LiveId" clId="{C5507CB1-B3A8-410C-BB35-745317AD9E53}" dt="2019-03-02T20:48:52.120" v="127" actId="26606"/>
          <ac:spMkLst>
            <pc:docMk/>
            <pc:sldMk cId="316693252" sldId="258"/>
            <ac:spMk id="20" creationId="{311973C2-EB8B-452A-A698-4A252FD3AE28}"/>
          </ac:spMkLst>
        </pc:spChg>
        <pc:spChg chg="add del">
          <ac:chgData name="" userId="aad049784041fbf2" providerId="LiveId" clId="{C5507CB1-B3A8-410C-BB35-745317AD9E53}" dt="2019-03-02T20:48:52.120" v="127" actId="26606"/>
          <ac:spMkLst>
            <pc:docMk/>
            <pc:sldMk cId="316693252" sldId="258"/>
            <ac:spMk id="22" creationId="{10162E77-11AD-44A7-84EC-40C59EEFBD2E}"/>
          </ac:spMkLst>
        </pc:spChg>
        <pc:spChg chg="add del">
          <ac:chgData name="" userId="aad049784041fbf2" providerId="LiveId" clId="{C5507CB1-B3A8-410C-BB35-745317AD9E53}" dt="2019-03-02T20:52:52.745" v="155" actId="26606"/>
          <ac:spMkLst>
            <pc:docMk/>
            <pc:sldMk cId="316693252" sldId="258"/>
            <ac:spMk id="29" creationId="{990D0034-F768-41E7-85D4-F38C4DE85770}"/>
          </ac:spMkLst>
        </pc:spChg>
        <pc:spChg chg="add del">
          <ac:chgData name="" userId="aad049784041fbf2" providerId="LiveId" clId="{C5507CB1-B3A8-410C-BB35-745317AD9E53}" dt="2019-03-10T20:49:02.103" v="1267" actId="26606"/>
          <ac:spMkLst>
            <pc:docMk/>
            <pc:sldMk cId="316693252" sldId="258"/>
            <ac:spMk id="36" creationId="{990D0034-F768-41E7-85D4-F38C4DE85770}"/>
          </ac:spMkLst>
        </pc:spChg>
        <pc:spChg chg="add del">
          <ac:chgData name="" userId="aad049784041fbf2" providerId="LiveId" clId="{C5507CB1-B3A8-410C-BB35-745317AD9E53}" dt="2019-03-10T20:45:42.283" v="1133" actId="26606"/>
          <ac:spMkLst>
            <pc:docMk/>
            <pc:sldMk cId="316693252" sldId="258"/>
            <ac:spMk id="40" creationId="{52ABB703-2B0E-4C3B-B4A2-F3973548E561}"/>
          </ac:spMkLst>
        </pc:spChg>
        <pc:spChg chg="add del">
          <ac:chgData name="" userId="aad049784041fbf2" providerId="LiveId" clId="{C5507CB1-B3A8-410C-BB35-745317AD9E53}" dt="2019-03-10T20:45:42.283" v="1133" actId="26606"/>
          <ac:spMkLst>
            <pc:docMk/>
            <pc:sldMk cId="316693252" sldId="258"/>
            <ac:spMk id="42" creationId="{E95DA498-D9A2-4DA9-B9DA-B3776E08CF7E}"/>
          </ac:spMkLst>
        </pc:spChg>
        <pc:spChg chg="add del">
          <ac:chgData name="" userId="aad049784041fbf2" providerId="LiveId" clId="{C5507CB1-B3A8-410C-BB35-745317AD9E53}" dt="2019-03-10T20:31:08.167" v="1006" actId="26606"/>
          <ac:spMkLst>
            <pc:docMk/>
            <pc:sldMk cId="316693252" sldId="258"/>
            <ac:spMk id="43" creationId="{52ABB703-2B0E-4C3B-B4A2-F3973548E561}"/>
          </ac:spMkLst>
        </pc:spChg>
        <pc:spChg chg="add del">
          <ac:chgData name="" userId="aad049784041fbf2" providerId="LiveId" clId="{C5507CB1-B3A8-410C-BB35-745317AD9E53}" dt="2019-03-10T20:45:42.283" v="1133" actId="26606"/>
          <ac:spMkLst>
            <pc:docMk/>
            <pc:sldMk cId="316693252" sldId="258"/>
            <ac:spMk id="44" creationId="{82A73093-4B9D-420D-B17E-52293703A1D4}"/>
          </ac:spMkLst>
        </pc:spChg>
        <pc:spChg chg="add del">
          <ac:chgData name="" userId="aad049784041fbf2" providerId="LiveId" clId="{C5507CB1-B3A8-410C-BB35-745317AD9E53}" dt="2019-03-10T20:48:47.061" v="1260" actId="26606"/>
          <ac:spMkLst>
            <pc:docMk/>
            <pc:sldMk cId="316693252" sldId="258"/>
            <ac:spMk id="46" creationId="{52ABB703-2B0E-4C3B-B4A2-F3973548E561}"/>
          </ac:spMkLst>
        </pc:spChg>
        <pc:spChg chg="add del">
          <ac:chgData name="" userId="aad049784041fbf2" providerId="LiveId" clId="{C5507CB1-B3A8-410C-BB35-745317AD9E53}" dt="2019-03-10T20:31:08.167" v="1006" actId="26606"/>
          <ac:spMkLst>
            <pc:docMk/>
            <pc:sldMk cId="316693252" sldId="258"/>
            <ac:spMk id="47" creationId="{E95DA498-D9A2-4DA9-B9DA-B3776E08CF7E}"/>
          </ac:spMkLst>
        </pc:spChg>
        <pc:spChg chg="add del">
          <ac:chgData name="" userId="aad049784041fbf2" providerId="LiveId" clId="{C5507CB1-B3A8-410C-BB35-745317AD9E53}" dt="2019-03-10T20:31:08.167" v="1006" actId="26606"/>
          <ac:spMkLst>
            <pc:docMk/>
            <pc:sldMk cId="316693252" sldId="258"/>
            <ac:spMk id="49" creationId="{82A73093-4B9D-420D-B17E-52293703A1D4}"/>
          </ac:spMkLst>
        </pc:spChg>
        <pc:spChg chg="add del">
          <ac:chgData name="" userId="aad049784041fbf2" providerId="LiveId" clId="{C5507CB1-B3A8-410C-BB35-745317AD9E53}" dt="2019-03-10T20:48:47.061" v="1260" actId="26606"/>
          <ac:spMkLst>
            <pc:docMk/>
            <pc:sldMk cId="316693252" sldId="258"/>
            <ac:spMk id="50" creationId="{E95DA498-D9A2-4DA9-B9DA-B3776E08CF7E}"/>
          </ac:spMkLst>
        </pc:spChg>
        <pc:spChg chg="add del">
          <ac:chgData name="" userId="aad049784041fbf2" providerId="LiveId" clId="{C5507CB1-B3A8-410C-BB35-745317AD9E53}" dt="2019-03-10T20:48:47.061" v="1260" actId="26606"/>
          <ac:spMkLst>
            <pc:docMk/>
            <pc:sldMk cId="316693252" sldId="258"/>
            <ac:spMk id="51" creationId="{82A73093-4B9D-420D-B17E-52293703A1D4}"/>
          </ac:spMkLst>
        </pc:spChg>
        <pc:spChg chg="add del">
          <ac:chgData name="" userId="aad049784041fbf2" providerId="LiveId" clId="{C5507CB1-B3A8-410C-BB35-745317AD9E53}" dt="2019-03-10T20:48:49.524" v="1262" actId="26606"/>
          <ac:spMkLst>
            <pc:docMk/>
            <pc:sldMk cId="316693252" sldId="258"/>
            <ac:spMk id="53" creationId="{284B70D5-875B-433D-BDBD-1522A85D6C1D}"/>
          </ac:spMkLst>
        </pc:spChg>
        <pc:spChg chg="add del">
          <ac:chgData name="" userId="aad049784041fbf2" providerId="LiveId" clId="{C5507CB1-B3A8-410C-BB35-745317AD9E53}" dt="2019-03-10T20:48:49.524" v="1262" actId="26606"/>
          <ac:spMkLst>
            <pc:docMk/>
            <pc:sldMk cId="316693252" sldId="258"/>
            <ac:spMk id="55" creationId="{1E299956-A9E7-4FC1-A0B1-D590CA9730E8}"/>
          </ac:spMkLst>
        </pc:spChg>
        <pc:spChg chg="add del">
          <ac:chgData name="" userId="aad049784041fbf2" providerId="LiveId" clId="{C5507CB1-B3A8-410C-BB35-745317AD9E53}" dt="2019-03-10T20:48:49.524" v="1262" actId="26606"/>
          <ac:spMkLst>
            <pc:docMk/>
            <pc:sldMk cId="316693252" sldId="258"/>
            <ac:spMk id="56" creationId="{17FC539C-B783-4B03-9F9E-D13430F3F64F}"/>
          </ac:spMkLst>
        </pc:spChg>
        <pc:spChg chg="add del">
          <ac:chgData name="" userId="aad049784041fbf2" providerId="LiveId" clId="{C5507CB1-B3A8-410C-BB35-745317AD9E53}" dt="2019-03-10T20:48:57.640" v="1264" actId="26606"/>
          <ac:spMkLst>
            <pc:docMk/>
            <pc:sldMk cId="316693252" sldId="258"/>
            <ac:spMk id="58" creationId="{52ABB703-2B0E-4C3B-B4A2-F3973548E561}"/>
          </ac:spMkLst>
        </pc:spChg>
        <pc:spChg chg="add del">
          <ac:chgData name="" userId="aad049784041fbf2" providerId="LiveId" clId="{C5507CB1-B3A8-410C-BB35-745317AD9E53}" dt="2019-03-10T20:48:57.640" v="1264" actId="26606"/>
          <ac:spMkLst>
            <pc:docMk/>
            <pc:sldMk cId="316693252" sldId="258"/>
            <ac:spMk id="60" creationId="{E95DA498-D9A2-4DA9-B9DA-B3776E08CF7E}"/>
          </ac:spMkLst>
        </pc:spChg>
        <pc:spChg chg="add del">
          <ac:chgData name="" userId="aad049784041fbf2" providerId="LiveId" clId="{C5507CB1-B3A8-410C-BB35-745317AD9E53}" dt="2019-03-10T20:48:57.640" v="1264" actId="26606"/>
          <ac:spMkLst>
            <pc:docMk/>
            <pc:sldMk cId="316693252" sldId="258"/>
            <ac:spMk id="61" creationId="{82A73093-4B9D-420D-B17E-52293703A1D4}"/>
          </ac:spMkLst>
        </pc:spChg>
        <pc:spChg chg="add del">
          <ac:chgData name="" userId="aad049784041fbf2" providerId="LiveId" clId="{C5507CB1-B3A8-410C-BB35-745317AD9E53}" dt="2019-03-10T20:49:02.088" v="1266" actId="26606"/>
          <ac:spMkLst>
            <pc:docMk/>
            <pc:sldMk cId="316693252" sldId="258"/>
            <ac:spMk id="63" creationId="{10162E77-11AD-44A7-84EC-40C59EEFBD2E}"/>
          </ac:spMkLst>
        </pc:spChg>
        <pc:spChg chg="add del">
          <ac:chgData name="" userId="aad049784041fbf2" providerId="LiveId" clId="{C5507CB1-B3A8-410C-BB35-745317AD9E53}" dt="2019-03-10T20:49:02.088" v="1266" actId="26606"/>
          <ac:spMkLst>
            <pc:docMk/>
            <pc:sldMk cId="316693252" sldId="258"/>
            <ac:spMk id="65" creationId="{6329CBCE-21AE-419D-AC1F-8ACF510A6670}"/>
          </ac:spMkLst>
        </pc:spChg>
        <pc:spChg chg="add del">
          <ac:chgData name="" userId="aad049784041fbf2" providerId="LiveId" clId="{C5507CB1-B3A8-410C-BB35-745317AD9E53}" dt="2019-03-10T20:49:02.088" v="1266" actId="26606"/>
          <ac:spMkLst>
            <pc:docMk/>
            <pc:sldMk cId="316693252" sldId="258"/>
            <ac:spMk id="66" creationId="{FF2DA012-1414-493D-888F-5D99D0BDA322}"/>
          </ac:spMkLst>
        </pc:spChg>
        <pc:spChg chg="add">
          <ac:chgData name="" userId="aad049784041fbf2" providerId="LiveId" clId="{C5507CB1-B3A8-410C-BB35-745317AD9E53}" dt="2019-03-10T20:49:02.103" v="1267" actId="26606"/>
          <ac:spMkLst>
            <pc:docMk/>
            <pc:sldMk cId="316693252" sldId="258"/>
            <ac:spMk id="68" creationId="{52ABB703-2B0E-4C3B-B4A2-F3973548E561}"/>
          </ac:spMkLst>
        </pc:spChg>
        <pc:spChg chg="add">
          <ac:chgData name="" userId="aad049784041fbf2" providerId="LiveId" clId="{C5507CB1-B3A8-410C-BB35-745317AD9E53}" dt="2019-03-10T20:49:02.103" v="1267" actId="26606"/>
          <ac:spMkLst>
            <pc:docMk/>
            <pc:sldMk cId="316693252" sldId="258"/>
            <ac:spMk id="70" creationId="{E95DA498-D9A2-4DA9-B9DA-B3776E08CF7E}"/>
          </ac:spMkLst>
        </pc:spChg>
        <pc:spChg chg="add">
          <ac:chgData name="" userId="aad049784041fbf2" providerId="LiveId" clId="{C5507CB1-B3A8-410C-BB35-745317AD9E53}" dt="2019-03-10T20:49:02.103" v="1267" actId="26606"/>
          <ac:spMkLst>
            <pc:docMk/>
            <pc:sldMk cId="316693252" sldId="258"/>
            <ac:spMk id="71" creationId="{82A73093-4B9D-420D-B17E-52293703A1D4}"/>
          </ac:spMkLst>
        </pc:spChg>
        <pc:picChg chg="add mod">
          <ac:chgData name="" userId="aad049784041fbf2" providerId="LiveId" clId="{C5507CB1-B3A8-410C-BB35-745317AD9E53}" dt="2019-03-10T20:49:22.194" v="1272" actId="14100"/>
          <ac:picMkLst>
            <pc:docMk/>
            <pc:sldMk cId="316693252" sldId="258"/>
            <ac:picMk id="4" creationId="{2E074124-BC1A-44D4-920F-49E9A3BE9EEF}"/>
          </ac:picMkLst>
        </pc:picChg>
        <pc:picChg chg="add del mod">
          <ac:chgData name="" userId="aad049784041fbf2" providerId="LiveId" clId="{C5507CB1-B3A8-410C-BB35-745317AD9E53}" dt="2019-03-02T20:43:15.690" v="102" actId="26606"/>
          <ac:picMkLst>
            <pc:docMk/>
            <pc:sldMk cId="316693252" sldId="258"/>
            <ac:picMk id="5" creationId="{F3BA35D2-9D85-41A2-A7E4-A794CBF87061}"/>
          </ac:picMkLst>
        </pc:picChg>
        <pc:picChg chg="add del mod ord modCrop">
          <ac:chgData name="" userId="aad049784041fbf2" providerId="LiveId" clId="{C5507CB1-B3A8-410C-BB35-745317AD9E53}" dt="2019-03-10T20:30:02.862" v="1002" actId="478"/>
          <ac:picMkLst>
            <pc:docMk/>
            <pc:sldMk cId="316693252" sldId="258"/>
            <ac:picMk id="8" creationId="{F3BA35D2-9D85-41A2-A7E4-A794CBF87061}"/>
          </ac:picMkLst>
        </pc:picChg>
        <pc:cxnChg chg="add del">
          <ac:chgData name="" userId="aad049784041fbf2" providerId="LiveId" clId="{C5507CB1-B3A8-410C-BB35-745317AD9E53}" dt="2019-03-02T20:48:19.926" v="123" actId="26606"/>
          <ac:cxnSpMkLst>
            <pc:docMk/>
            <pc:sldMk cId="316693252" sldId="258"/>
            <ac:cxnSpMk id="15" creationId="{5A0A5CF6-407C-4691-8122-49DF69D0020D}"/>
          </ac:cxnSpMkLst>
        </pc:cxnChg>
        <pc:cxnChg chg="add del">
          <ac:chgData name="" userId="aad049784041fbf2" providerId="LiveId" clId="{C5507CB1-B3A8-410C-BB35-745317AD9E53}" dt="2019-03-02T20:48:52.120" v="127" actId="26606"/>
          <ac:cxnSpMkLst>
            <pc:docMk/>
            <pc:sldMk cId="316693252" sldId="258"/>
            <ac:cxnSpMk id="24" creationId="{5AB158E9-1B40-4CD6-95F0-95CA11DF7B7A}"/>
          </ac:cxnSpMkLst>
        </pc:cxnChg>
        <pc:cxnChg chg="add del">
          <ac:chgData name="" userId="aad049784041fbf2" providerId="LiveId" clId="{C5507CB1-B3A8-410C-BB35-745317AD9E53}" dt="2019-03-02T20:52:52.745" v="155" actId="26606"/>
          <ac:cxnSpMkLst>
            <pc:docMk/>
            <pc:sldMk cId="316693252" sldId="258"/>
            <ac:cxnSpMk id="31" creationId="{5A0A5CF6-407C-4691-8122-49DF69D0020D}"/>
          </ac:cxnSpMkLst>
        </pc:cxnChg>
        <pc:cxnChg chg="add del">
          <ac:chgData name="" userId="aad049784041fbf2" providerId="LiveId" clId="{C5507CB1-B3A8-410C-BB35-745317AD9E53}" dt="2019-03-10T20:49:02.103" v="1267" actId="26606"/>
          <ac:cxnSpMkLst>
            <pc:docMk/>
            <pc:sldMk cId="316693252" sldId="258"/>
            <ac:cxnSpMk id="38" creationId="{5A0A5CF6-407C-4691-8122-49DF69D0020D}"/>
          </ac:cxnSpMkLst>
        </pc:cxnChg>
        <pc:cxnChg chg="add del">
          <ac:chgData name="" userId="aad049784041fbf2" providerId="LiveId" clId="{C5507CB1-B3A8-410C-BB35-745317AD9E53}" dt="2019-03-10T20:45:42.283" v="1133" actId="26606"/>
          <ac:cxnSpMkLst>
            <pc:docMk/>
            <pc:sldMk cId="316693252" sldId="258"/>
            <ac:cxnSpMk id="41" creationId="{9C21570E-E159-49A6-9891-FA397B7A92D3}"/>
          </ac:cxnSpMkLst>
        </pc:cxnChg>
        <pc:cxnChg chg="add del">
          <ac:chgData name="" userId="aad049784041fbf2" providerId="LiveId" clId="{C5507CB1-B3A8-410C-BB35-745317AD9E53}" dt="2019-03-10T20:31:08.167" v="1006" actId="26606"/>
          <ac:cxnSpMkLst>
            <pc:docMk/>
            <pc:sldMk cId="316693252" sldId="258"/>
            <ac:cxnSpMk id="45" creationId="{9C21570E-E159-49A6-9891-FA397B7A92D3}"/>
          </ac:cxnSpMkLst>
        </pc:cxnChg>
        <pc:cxnChg chg="add del">
          <ac:chgData name="" userId="aad049784041fbf2" providerId="LiveId" clId="{C5507CB1-B3A8-410C-BB35-745317AD9E53}" dt="2019-03-10T20:48:47.061" v="1260" actId="26606"/>
          <ac:cxnSpMkLst>
            <pc:docMk/>
            <pc:sldMk cId="316693252" sldId="258"/>
            <ac:cxnSpMk id="48" creationId="{9C21570E-E159-49A6-9891-FA397B7A92D3}"/>
          </ac:cxnSpMkLst>
        </pc:cxnChg>
        <pc:cxnChg chg="add del">
          <ac:chgData name="" userId="aad049784041fbf2" providerId="LiveId" clId="{C5507CB1-B3A8-410C-BB35-745317AD9E53}" dt="2019-03-10T20:48:49.524" v="1262" actId="26606"/>
          <ac:cxnSpMkLst>
            <pc:docMk/>
            <pc:sldMk cId="316693252" sldId="258"/>
            <ac:cxnSpMk id="54" creationId="{C947DF4A-614C-4B4C-8B80-E5B9D8E8CFED}"/>
          </ac:cxnSpMkLst>
        </pc:cxnChg>
        <pc:cxnChg chg="add del">
          <ac:chgData name="" userId="aad049784041fbf2" providerId="LiveId" clId="{C5507CB1-B3A8-410C-BB35-745317AD9E53}" dt="2019-03-10T20:48:57.640" v="1264" actId="26606"/>
          <ac:cxnSpMkLst>
            <pc:docMk/>
            <pc:sldMk cId="316693252" sldId="258"/>
            <ac:cxnSpMk id="59" creationId="{9C21570E-E159-49A6-9891-FA397B7A92D3}"/>
          </ac:cxnSpMkLst>
        </pc:cxnChg>
        <pc:cxnChg chg="add del">
          <ac:chgData name="" userId="aad049784041fbf2" providerId="LiveId" clId="{C5507CB1-B3A8-410C-BB35-745317AD9E53}" dt="2019-03-10T20:49:02.088" v="1266" actId="26606"/>
          <ac:cxnSpMkLst>
            <pc:docMk/>
            <pc:sldMk cId="316693252" sldId="258"/>
            <ac:cxnSpMk id="64" creationId="{5AB158E9-1B40-4CD6-95F0-95CA11DF7B7A}"/>
          </ac:cxnSpMkLst>
        </pc:cxnChg>
        <pc:cxnChg chg="add">
          <ac:chgData name="" userId="aad049784041fbf2" providerId="LiveId" clId="{C5507CB1-B3A8-410C-BB35-745317AD9E53}" dt="2019-03-10T20:49:02.103" v="1267" actId="26606"/>
          <ac:cxnSpMkLst>
            <pc:docMk/>
            <pc:sldMk cId="316693252" sldId="258"/>
            <ac:cxnSpMk id="69" creationId="{9C21570E-E159-49A6-9891-FA397B7A92D3}"/>
          </ac:cxnSpMkLst>
        </pc:cxnChg>
      </pc:sldChg>
      <pc:sldChg chg="addSp delSp modSp add del mod setBg">
        <pc:chgData name="" userId="aad049784041fbf2" providerId="LiveId" clId="{C5507CB1-B3A8-410C-BB35-745317AD9E53}" dt="2019-03-10T21:39:37.024" v="2319" actId="2696"/>
        <pc:sldMkLst>
          <pc:docMk/>
          <pc:sldMk cId="1981335075" sldId="259"/>
        </pc:sldMkLst>
        <pc:spChg chg="mod">
          <ac:chgData name="" userId="aad049784041fbf2" providerId="LiveId" clId="{C5507CB1-B3A8-410C-BB35-745317AD9E53}" dt="2019-03-02T21:10:30.182" v="267" actId="26606"/>
          <ac:spMkLst>
            <pc:docMk/>
            <pc:sldMk cId="1981335075" sldId="259"/>
            <ac:spMk id="2" creationId="{203E58EC-E9E3-4CF3-A144-D108DD2495BB}"/>
          </ac:spMkLst>
        </pc:spChg>
        <pc:spChg chg="mod ord">
          <ac:chgData name="" userId="aad049784041fbf2" providerId="LiveId" clId="{C5507CB1-B3A8-410C-BB35-745317AD9E53}" dt="2019-03-02T21:10:30.182" v="267" actId="26606"/>
          <ac:spMkLst>
            <pc:docMk/>
            <pc:sldMk cId="1981335075" sldId="259"/>
            <ac:spMk id="3" creationId="{0DB66EA4-10A3-4873-9812-255143AC2F40}"/>
          </ac:spMkLst>
        </pc:spChg>
        <pc:spChg chg="add mod">
          <ac:chgData name="" userId="aad049784041fbf2" providerId="LiveId" clId="{C5507CB1-B3A8-410C-BB35-745317AD9E53}" dt="2019-03-02T21:11:06.107" v="282" actId="113"/>
          <ac:spMkLst>
            <pc:docMk/>
            <pc:sldMk cId="1981335075" sldId="259"/>
            <ac:spMk id="8" creationId="{E2AB0189-F641-4E78-83F9-2DC55DB24470}"/>
          </ac:spMkLst>
        </pc:spChg>
        <pc:spChg chg="add del">
          <ac:chgData name="" userId="aad049784041fbf2" providerId="LiveId" clId="{C5507CB1-B3A8-410C-BB35-745317AD9E53}" dt="2019-03-02T21:10:30.182" v="267" actId="26606"/>
          <ac:spMkLst>
            <pc:docMk/>
            <pc:sldMk cId="1981335075" sldId="259"/>
            <ac:spMk id="9" creationId="{E5958DBC-F4DA-42A8-8C52-860179790ECD}"/>
          </ac:spMkLst>
        </pc:spChg>
        <pc:spChg chg="add del">
          <ac:chgData name="" userId="aad049784041fbf2" providerId="LiveId" clId="{C5507CB1-B3A8-410C-BB35-745317AD9E53}" dt="2019-03-02T21:10:30.182" v="267" actId="26606"/>
          <ac:spMkLst>
            <pc:docMk/>
            <pc:sldMk cId="1981335075" sldId="259"/>
            <ac:spMk id="11" creationId="{51DDD252-D7C8-4CE5-9C61-D60D722BC217}"/>
          </ac:spMkLst>
        </pc:spChg>
        <pc:spChg chg="add del">
          <ac:chgData name="" userId="aad049784041fbf2" providerId="LiveId" clId="{C5507CB1-B3A8-410C-BB35-745317AD9E53}" dt="2019-03-02T21:10:13.196" v="263" actId="26606"/>
          <ac:spMkLst>
            <pc:docMk/>
            <pc:sldMk cId="1981335075" sldId="259"/>
            <ac:spMk id="12" creationId="{E5958DBC-F4DA-42A8-8C52-860179790ECD}"/>
          </ac:spMkLst>
        </pc:spChg>
        <pc:spChg chg="add del">
          <ac:chgData name="" userId="aad049784041fbf2" providerId="LiveId" clId="{C5507CB1-B3A8-410C-BB35-745317AD9E53}" dt="2019-03-02T21:10:30.182" v="267" actId="26606"/>
          <ac:spMkLst>
            <pc:docMk/>
            <pc:sldMk cId="1981335075" sldId="259"/>
            <ac:spMk id="13" creationId="{2FBD75F5-C49C-4F6A-8D43-7A5939C23307}"/>
          </ac:spMkLst>
        </pc:spChg>
        <pc:spChg chg="add mod">
          <ac:chgData name="" userId="aad049784041fbf2" providerId="LiveId" clId="{C5507CB1-B3A8-410C-BB35-745317AD9E53}" dt="2019-03-02T21:11:42.644" v="290" actId="404"/>
          <ac:spMkLst>
            <pc:docMk/>
            <pc:sldMk cId="1981335075" sldId="259"/>
            <ac:spMk id="15" creationId="{098A582B-3345-4C29-B09A-6FC3480CED57}"/>
          </ac:spMkLst>
        </pc:spChg>
        <pc:spChg chg="add del">
          <ac:chgData name="" userId="aad049784041fbf2" providerId="LiveId" clId="{C5507CB1-B3A8-410C-BB35-745317AD9E53}" dt="2019-03-02T21:10:13.196" v="263" actId="26606"/>
          <ac:spMkLst>
            <pc:docMk/>
            <pc:sldMk cId="1981335075" sldId="259"/>
            <ac:spMk id="16" creationId="{51DDD252-D7C8-4CE5-9C61-D60D722BC217}"/>
          </ac:spMkLst>
        </pc:spChg>
        <pc:spChg chg="add del">
          <ac:chgData name="" userId="aad049784041fbf2" providerId="LiveId" clId="{C5507CB1-B3A8-410C-BB35-745317AD9E53}" dt="2019-03-02T21:10:13.196" v="263" actId="26606"/>
          <ac:spMkLst>
            <pc:docMk/>
            <pc:sldMk cId="1981335075" sldId="259"/>
            <ac:spMk id="18" creationId="{2FBD75F5-C49C-4F6A-8D43-7A5939C23307}"/>
          </ac:spMkLst>
        </pc:spChg>
        <pc:picChg chg="add mod ord modCrop">
          <ac:chgData name="" userId="aad049784041fbf2" providerId="LiveId" clId="{C5507CB1-B3A8-410C-BB35-745317AD9E53}" dt="2019-03-02T21:10:30.182" v="267" actId="26606"/>
          <ac:picMkLst>
            <pc:docMk/>
            <pc:sldMk cId="1981335075" sldId="259"/>
            <ac:picMk id="5" creationId="{CC0EB896-BA46-4247-9001-332D8F119666}"/>
          </ac:picMkLst>
        </pc:picChg>
        <pc:picChg chg="add mod modCrop">
          <ac:chgData name="" userId="aad049784041fbf2" providerId="LiveId" clId="{C5507CB1-B3A8-410C-BB35-745317AD9E53}" dt="2019-03-02T21:10:30.182" v="267" actId="26606"/>
          <ac:picMkLst>
            <pc:docMk/>
            <pc:sldMk cId="1981335075" sldId="259"/>
            <ac:picMk id="7" creationId="{03FF52E0-9B4D-4621-9F4E-E7E1B8A0F2EB}"/>
          </ac:picMkLst>
        </pc:picChg>
        <pc:cxnChg chg="add del">
          <ac:chgData name="" userId="aad049784041fbf2" providerId="LiveId" clId="{C5507CB1-B3A8-410C-BB35-745317AD9E53}" dt="2019-03-02T21:10:30.182" v="267" actId="26606"/>
          <ac:cxnSpMkLst>
            <pc:docMk/>
            <pc:sldMk cId="1981335075" sldId="259"/>
            <ac:cxnSpMk id="10" creationId="{79FCC9A9-2031-4283-9B27-34B62BB7F305}"/>
          </ac:cxnSpMkLst>
        </pc:cxnChg>
        <pc:cxnChg chg="add del">
          <ac:chgData name="" userId="aad049784041fbf2" providerId="LiveId" clId="{C5507CB1-B3A8-410C-BB35-745317AD9E53}" dt="2019-03-02T21:10:13.196" v="263" actId="26606"/>
          <ac:cxnSpMkLst>
            <pc:docMk/>
            <pc:sldMk cId="1981335075" sldId="259"/>
            <ac:cxnSpMk id="14" creationId="{79FCC9A9-2031-4283-9B27-34B62BB7F305}"/>
          </ac:cxnSpMkLst>
        </pc:cxnChg>
      </pc:sldChg>
      <pc:sldChg chg="addSp delSp modSp add mod setBg modNotesTx">
        <pc:chgData name="" userId="aad049784041fbf2" providerId="LiveId" clId="{C5507CB1-B3A8-410C-BB35-745317AD9E53}" dt="2019-03-11T17:20:31.032" v="6831" actId="1076"/>
        <pc:sldMkLst>
          <pc:docMk/>
          <pc:sldMk cId="4273766014" sldId="260"/>
        </pc:sldMkLst>
        <pc:spChg chg="mod">
          <ac:chgData name="" userId="aad049784041fbf2" providerId="LiveId" clId="{C5507CB1-B3A8-410C-BB35-745317AD9E53}" dt="2019-03-11T13:28:12.995" v="3064" actId="108"/>
          <ac:spMkLst>
            <pc:docMk/>
            <pc:sldMk cId="4273766014" sldId="260"/>
            <ac:spMk id="2" creationId="{2D744B1B-1D41-4AC3-857F-85A1D4D75DA6}"/>
          </ac:spMkLst>
        </pc:spChg>
        <pc:spChg chg="mod ord">
          <ac:chgData name="" userId="aad049784041fbf2" providerId="LiveId" clId="{C5507CB1-B3A8-410C-BB35-745317AD9E53}" dt="2019-03-11T17:20:31.032" v="6831" actId="1076"/>
          <ac:spMkLst>
            <pc:docMk/>
            <pc:sldMk cId="4273766014" sldId="260"/>
            <ac:spMk id="3" creationId="{A296DD89-3D8A-4A8E-BFB6-0CC33CBD3E25}"/>
          </ac:spMkLst>
        </pc:spChg>
        <pc:spChg chg="add mod">
          <ac:chgData name="" userId="aad049784041fbf2" providerId="LiveId" clId="{C5507CB1-B3A8-410C-BB35-745317AD9E53}" dt="2019-03-11T13:28:53.199" v="3082" actId="1076"/>
          <ac:spMkLst>
            <pc:docMk/>
            <pc:sldMk cId="4273766014" sldId="260"/>
            <ac:spMk id="8" creationId="{45191CFF-E1E0-4C81-9B32-27BE7A3D65F6}"/>
          </ac:spMkLst>
        </pc:spChg>
        <pc:spChg chg="add del">
          <ac:chgData name="" userId="aad049784041fbf2" providerId="LiveId" clId="{C5507CB1-B3A8-410C-BB35-745317AD9E53}" dt="2019-03-11T13:25:31.847" v="3035" actId="26606"/>
          <ac:spMkLst>
            <pc:docMk/>
            <pc:sldMk cId="4273766014" sldId="260"/>
            <ac:spMk id="12" creationId="{C642902F-4656-4563-AB0B-2EB57ACCD674}"/>
          </ac:spMkLst>
        </pc:spChg>
        <pc:spChg chg="add del">
          <ac:chgData name="" userId="aad049784041fbf2" providerId="LiveId" clId="{C5507CB1-B3A8-410C-BB35-745317AD9E53}" dt="2019-03-11T13:25:31.847" v="3035" actId="26606"/>
          <ac:spMkLst>
            <pc:docMk/>
            <pc:sldMk cId="4273766014" sldId="260"/>
            <ac:spMk id="14" creationId="{2793D4A6-D9A6-4743-902C-5C956F8CAE12}"/>
          </ac:spMkLst>
        </pc:spChg>
        <pc:spChg chg="add del">
          <ac:chgData name="" userId="aad049784041fbf2" providerId="LiveId" clId="{C5507CB1-B3A8-410C-BB35-745317AD9E53}" dt="2019-03-11T13:25:31.847" v="3035" actId="26606"/>
          <ac:spMkLst>
            <pc:docMk/>
            <pc:sldMk cId="4273766014" sldId="260"/>
            <ac:spMk id="16" creationId="{82D6E6E8-60D6-43DF-AB32-F009976E965A}"/>
          </ac:spMkLst>
        </pc:spChg>
        <pc:spChg chg="add del">
          <ac:chgData name="" userId="aad049784041fbf2" providerId="LiveId" clId="{C5507CB1-B3A8-410C-BB35-745317AD9E53}" dt="2019-03-11T13:25:31.847" v="3035" actId="26606"/>
          <ac:spMkLst>
            <pc:docMk/>
            <pc:sldMk cId="4273766014" sldId="260"/>
            <ac:spMk id="20" creationId="{BE24306B-0379-4C6F-80A1-5A7D01A13564}"/>
          </ac:spMkLst>
        </pc:spChg>
        <pc:spChg chg="add del">
          <ac:chgData name="" userId="aad049784041fbf2" providerId="LiveId" clId="{C5507CB1-B3A8-410C-BB35-745317AD9E53}" dt="2019-03-11T13:25:31.847" v="3035" actId="26606"/>
          <ac:spMkLst>
            <pc:docMk/>
            <pc:sldMk cId="4273766014" sldId="260"/>
            <ac:spMk id="22" creationId="{98F8BC0B-2185-4E1F-B3E4-6C4034B461AD}"/>
          </ac:spMkLst>
        </pc:spChg>
        <pc:spChg chg="add del">
          <ac:chgData name="" userId="aad049784041fbf2" providerId="LiveId" clId="{C5507CB1-B3A8-410C-BB35-745317AD9E53}" dt="2019-03-11T13:25:31.847" v="3035" actId="26606"/>
          <ac:spMkLst>
            <pc:docMk/>
            <pc:sldMk cId="4273766014" sldId="260"/>
            <ac:spMk id="24" creationId="{9204E438-647D-40F8-9613-FA00FF3E5094}"/>
          </ac:spMkLst>
        </pc:spChg>
        <pc:spChg chg="add del">
          <ac:chgData name="" userId="aad049784041fbf2" providerId="LiveId" clId="{C5507CB1-B3A8-410C-BB35-745317AD9E53}" dt="2019-03-11T13:25:31.847" v="3035" actId="26606"/>
          <ac:spMkLst>
            <pc:docMk/>
            <pc:sldMk cId="4273766014" sldId="260"/>
            <ac:spMk id="26" creationId="{4EE16D88-B2D1-4B7E-92B3-B0AD4F5B56FE}"/>
          </ac:spMkLst>
        </pc:spChg>
        <pc:spChg chg="add del">
          <ac:chgData name="" userId="aad049784041fbf2" providerId="LiveId" clId="{C5507CB1-B3A8-410C-BB35-745317AD9E53}" dt="2019-03-11T13:25:41.359" v="3037" actId="26606"/>
          <ac:spMkLst>
            <pc:docMk/>
            <pc:sldMk cId="4273766014" sldId="260"/>
            <ac:spMk id="28" creationId="{EB46D928-20CF-4C1C-8208-DDCC72244586}"/>
          </ac:spMkLst>
        </pc:spChg>
        <pc:spChg chg="add del">
          <ac:chgData name="" userId="aad049784041fbf2" providerId="LiveId" clId="{C5507CB1-B3A8-410C-BB35-745317AD9E53}" dt="2019-03-11T13:25:41.359" v="3037" actId="26606"/>
          <ac:spMkLst>
            <pc:docMk/>
            <pc:sldMk cId="4273766014" sldId="260"/>
            <ac:spMk id="29" creationId="{5C2DE013-7AB0-443B-97C3-22890570C3CC}"/>
          </ac:spMkLst>
        </pc:spChg>
        <pc:spChg chg="add del">
          <ac:chgData name="" userId="aad049784041fbf2" providerId="LiveId" clId="{C5507CB1-B3A8-410C-BB35-745317AD9E53}" dt="2019-03-11T13:25:41.359" v="3037" actId="26606"/>
          <ac:spMkLst>
            <pc:docMk/>
            <pc:sldMk cId="4273766014" sldId="260"/>
            <ac:spMk id="30" creationId="{7E83AE91-F8F2-46F6-88F8-CAD52520EF0D}"/>
          </ac:spMkLst>
        </pc:spChg>
        <pc:spChg chg="add del">
          <ac:chgData name="" userId="aad049784041fbf2" providerId="LiveId" clId="{C5507CB1-B3A8-410C-BB35-745317AD9E53}" dt="2019-03-11T13:25:41.359" v="3037" actId="26606"/>
          <ac:spMkLst>
            <pc:docMk/>
            <pc:sldMk cId="4273766014" sldId="260"/>
            <ac:spMk id="31" creationId="{EE9DCA04-0209-4A89-9CA1-8C95D074EC90}"/>
          </ac:spMkLst>
        </pc:spChg>
        <pc:spChg chg="add mod">
          <ac:chgData name="" userId="aad049784041fbf2" providerId="LiveId" clId="{C5507CB1-B3A8-410C-BB35-745317AD9E53}" dt="2019-03-11T13:29:03.757" v="3089" actId="20577"/>
          <ac:spMkLst>
            <pc:docMk/>
            <pc:sldMk cId="4273766014" sldId="260"/>
            <ac:spMk id="32" creationId="{C1A35EBA-0A22-4D2F-B9BC-7756DC7172E4}"/>
          </ac:spMkLst>
        </pc:spChg>
        <pc:spChg chg="add">
          <ac:chgData name="" userId="aad049784041fbf2" providerId="LiveId" clId="{C5507CB1-B3A8-410C-BB35-745317AD9E53}" dt="2019-03-11T13:25:41.379" v="3038" actId="26606"/>
          <ac:spMkLst>
            <pc:docMk/>
            <pc:sldMk cId="4273766014" sldId="260"/>
            <ac:spMk id="33" creationId="{C642902F-4656-4563-AB0B-2EB57ACCD674}"/>
          </ac:spMkLst>
        </pc:spChg>
        <pc:spChg chg="add">
          <ac:chgData name="" userId="aad049784041fbf2" providerId="LiveId" clId="{C5507CB1-B3A8-410C-BB35-745317AD9E53}" dt="2019-03-11T13:25:41.379" v="3038" actId="26606"/>
          <ac:spMkLst>
            <pc:docMk/>
            <pc:sldMk cId="4273766014" sldId="260"/>
            <ac:spMk id="34" creationId="{2793D4A6-D9A6-4743-902C-5C956F8CAE12}"/>
          </ac:spMkLst>
        </pc:spChg>
        <pc:spChg chg="add">
          <ac:chgData name="" userId="aad049784041fbf2" providerId="LiveId" clId="{C5507CB1-B3A8-410C-BB35-745317AD9E53}" dt="2019-03-11T13:25:41.379" v="3038" actId="26606"/>
          <ac:spMkLst>
            <pc:docMk/>
            <pc:sldMk cId="4273766014" sldId="260"/>
            <ac:spMk id="35" creationId="{82D6E6E8-60D6-43DF-AB32-F009976E965A}"/>
          </ac:spMkLst>
        </pc:spChg>
        <pc:spChg chg="add">
          <ac:chgData name="" userId="aad049784041fbf2" providerId="LiveId" clId="{C5507CB1-B3A8-410C-BB35-745317AD9E53}" dt="2019-03-11T13:25:41.379" v="3038" actId="26606"/>
          <ac:spMkLst>
            <pc:docMk/>
            <pc:sldMk cId="4273766014" sldId="260"/>
            <ac:spMk id="37" creationId="{BE24306B-0379-4C6F-80A1-5A7D01A13564}"/>
          </ac:spMkLst>
        </pc:spChg>
        <pc:spChg chg="add">
          <ac:chgData name="" userId="aad049784041fbf2" providerId="LiveId" clId="{C5507CB1-B3A8-410C-BB35-745317AD9E53}" dt="2019-03-11T13:25:41.379" v="3038" actId="26606"/>
          <ac:spMkLst>
            <pc:docMk/>
            <pc:sldMk cId="4273766014" sldId="260"/>
            <ac:spMk id="38" creationId="{98F8BC0B-2185-4E1F-B3E4-6C4034B461AD}"/>
          </ac:spMkLst>
        </pc:spChg>
        <pc:spChg chg="add">
          <ac:chgData name="" userId="aad049784041fbf2" providerId="LiveId" clId="{C5507CB1-B3A8-410C-BB35-745317AD9E53}" dt="2019-03-11T13:25:41.379" v="3038" actId="26606"/>
          <ac:spMkLst>
            <pc:docMk/>
            <pc:sldMk cId="4273766014" sldId="260"/>
            <ac:spMk id="39" creationId="{9204E438-647D-40F8-9613-FA00FF3E5094}"/>
          </ac:spMkLst>
        </pc:spChg>
        <pc:spChg chg="add">
          <ac:chgData name="" userId="aad049784041fbf2" providerId="LiveId" clId="{C5507CB1-B3A8-410C-BB35-745317AD9E53}" dt="2019-03-11T13:25:41.379" v="3038" actId="26606"/>
          <ac:spMkLst>
            <pc:docMk/>
            <pc:sldMk cId="4273766014" sldId="260"/>
            <ac:spMk id="40" creationId="{4EE16D88-B2D1-4B7E-92B3-B0AD4F5B56FE}"/>
          </ac:spMkLst>
        </pc:spChg>
        <pc:picChg chg="add mod ord modCrop">
          <ac:chgData name="" userId="aad049784041fbf2" providerId="LiveId" clId="{C5507CB1-B3A8-410C-BB35-745317AD9E53}" dt="2019-03-11T13:29:39.616" v="3119" actId="732"/>
          <ac:picMkLst>
            <pc:docMk/>
            <pc:sldMk cId="4273766014" sldId="260"/>
            <ac:picMk id="4" creationId="{CF533CAE-B548-466D-B949-74527CD41A90}"/>
          </ac:picMkLst>
        </pc:picChg>
        <pc:picChg chg="add mod ord">
          <ac:chgData name="" userId="aad049784041fbf2" providerId="LiveId" clId="{C5507CB1-B3A8-410C-BB35-745317AD9E53}" dt="2019-03-11T13:26:36.652" v="3052" actId="14100"/>
          <ac:picMkLst>
            <pc:docMk/>
            <pc:sldMk cId="4273766014" sldId="260"/>
            <ac:picMk id="5" creationId="{ABD068B2-CFDF-4D44-BDC8-B6A1DC2101D4}"/>
          </ac:picMkLst>
        </pc:picChg>
        <pc:picChg chg="add mod modCrop">
          <ac:chgData name="" userId="aad049784041fbf2" providerId="LiveId" clId="{C5507CB1-B3A8-410C-BB35-745317AD9E53}" dt="2019-03-11T13:26:44.218" v="3054" actId="14100"/>
          <ac:picMkLst>
            <pc:docMk/>
            <pc:sldMk cId="4273766014" sldId="260"/>
            <ac:picMk id="6" creationId="{0569C554-D404-47E9-BF45-E0E088389D3F}"/>
          </ac:picMkLst>
        </pc:picChg>
        <pc:picChg chg="add mod modCrop">
          <ac:chgData name="" userId="aad049784041fbf2" providerId="LiveId" clId="{C5507CB1-B3A8-410C-BB35-745317AD9E53}" dt="2019-03-11T13:29:30.313" v="3118" actId="732"/>
          <ac:picMkLst>
            <pc:docMk/>
            <pc:sldMk cId="4273766014" sldId="260"/>
            <ac:picMk id="7" creationId="{0DCFA6A2-7FBF-43BB-AFD6-611A8485DA9F}"/>
          </ac:picMkLst>
        </pc:picChg>
        <pc:cxnChg chg="add del">
          <ac:chgData name="" userId="aad049784041fbf2" providerId="LiveId" clId="{C5507CB1-B3A8-410C-BB35-745317AD9E53}" dt="2019-03-11T13:25:31.847" v="3035" actId="26606"/>
          <ac:cxnSpMkLst>
            <pc:docMk/>
            <pc:sldMk cId="4273766014" sldId="260"/>
            <ac:cxnSpMk id="18" creationId="{FDF97CA6-0525-4AD4-8E21-2C9A75DB7A01}"/>
          </ac:cxnSpMkLst>
        </pc:cxnChg>
        <pc:cxnChg chg="add">
          <ac:chgData name="" userId="aad049784041fbf2" providerId="LiveId" clId="{C5507CB1-B3A8-410C-BB35-745317AD9E53}" dt="2019-03-11T13:25:41.379" v="3038" actId="26606"/>
          <ac:cxnSpMkLst>
            <pc:docMk/>
            <pc:sldMk cId="4273766014" sldId="260"/>
            <ac:cxnSpMk id="36" creationId="{FDF97CA6-0525-4AD4-8E21-2C9A75DB7A01}"/>
          </ac:cxnSpMkLst>
        </pc:cxnChg>
      </pc:sldChg>
      <pc:sldChg chg="addSp modSp add">
        <pc:chgData name="" userId="aad049784041fbf2" providerId="LiveId" clId="{C5507CB1-B3A8-410C-BB35-745317AD9E53}" dt="2019-03-11T13:41:18.648" v="3221" actId="1076"/>
        <pc:sldMkLst>
          <pc:docMk/>
          <pc:sldMk cId="2949743374" sldId="261"/>
        </pc:sldMkLst>
        <pc:spChg chg="mod">
          <ac:chgData name="" userId="aad049784041fbf2" providerId="LiveId" clId="{C5507CB1-B3A8-410C-BB35-745317AD9E53}" dt="2019-03-02T21:19:36.480" v="358" actId="108"/>
          <ac:spMkLst>
            <pc:docMk/>
            <pc:sldMk cId="2949743374" sldId="261"/>
            <ac:spMk id="2" creationId="{B896976F-7230-497C-A40A-46AB4A1704AC}"/>
          </ac:spMkLst>
        </pc:spChg>
        <pc:spChg chg="mod">
          <ac:chgData name="" userId="aad049784041fbf2" providerId="LiveId" clId="{C5507CB1-B3A8-410C-BB35-745317AD9E53}" dt="2019-03-11T13:40:56.922" v="3215" actId="14100"/>
          <ac:spMkLst>
            <pc:docMk/>
            <pc:sldMk cId="2949743374" sldId="261"/>
            <ac:spMk id="3" creationId="{A0589C0B-A0F8-4773-BCA5-2E6AA77D1741}"/>
          </ac:spMkLst>
        </pc:spChg>
        <pc:spChg chg="add mod">
          <ac:chgData name="" userId="aad049784041fbf2" providerId="LiveId" clId="{C5507CB1-B3A8-410C-BB35-745317AD9E53}" dt="2019-03-11T13:41:18.648" v="3221" actId="1076"/>
          <ac:spMkLst>
            <pc:docMk/>
            <pc:sldMk cId="2949743374" sldId="261"/>
            <ac:spMk id="7" creationId="{0AFEEFB0-54A1-4DDD-AE76-9C41239B3FCD}"/>
          </ac:spMkLst>
        </pc:spChg>
        <pc:spChg chg="add mod">
          <ac:chgData name="" userId="aad049784041fbf2" providerId="LiveId" clId="{C5507CB1-B3A8-410C-BB35-745317AD9E53}" dt="2019-03-11T13:41:15.538" v="3220" actId="1076"/>
          <ac:spMkLst>
            <pc:docMk/>
            <pc:sldMk cId="2949743374" sldId="261"/>
            <ac:spMk id="8" creationId="{CFA2083A-5859-476E-9C18-80CF812B180B}"/>
          </ac:spMkLst>
        </pc:spChg>
        <pc:picChg chg="add mod modCrop">
          <ac:chgData name="" userId="aad049784041fbf2" providerId="LiveId" clId="{C5507CB1-B3A8-410C-BB35-745317AD9E53}" dt="2019-03-11T13:41:04.124" v="3217" actId="14100"/>
          <ac:picMkLst>
            <pc:docMk/>
            <pc:sldMk cId="2949743374" sldId="261"/>
            <ac:picMk id="4" creationId="{4BDA0E1D-8A23-49A9-882B-6F8A9E0A509F}"/>
          </ac:picMkLst>
        </pc:picChg>
        <pc:picChg chg="add mod modCrop">
          <ac:chgData name="" userId="aad049784041fbf2" providerId="LiveId" clId="{C5507CB1-B3A8-410C-BB35-745317AD9E53}" dt="2019-03-11T13:41:00.730" v="3216" actId="14100"/>
          <ac:picMkLst>
            <pc:docMk/>
            <pc:sldMk cId="2949743374" sldId="261"/>
            <ac:picMk id="5" creationId="{076B266D-5600-413F-B56B-57C5CBAB8C8D}"/>
          </ac:picMkLst>
        </pc:picChg>
        <pc:picChg chg="add mod modCrop">
          <ac:chgData name="" userId="aad049784041fbf2" providerId="LiveId" clId="{C5507CB1-B3A8-410C-BB35-745317AD9E53}" dt="2019-03-11T13:41:10.381" v="3219" actId="14100"/>
          <ac:picMkLst>
            <pc:docMk/>
            <pc:sldMk cId="2949743374" sldId="261"/>
            <ac:picMk id="6" creationId="{3AD63D0C-B2CC-4885-8BFE-9D4C0D2C03CF}"/>
          </ac:picMkLst>
        </pc:picChg>
      </pc:sldChg>
      <pc:sldChg chg="addSp modSp add">
        <pc:chgData name="" userId="aad049784041fbf2" providerId="LiveId" clId="{C5507CB1-B3A8-410C-BB35-745317AD9E53}" dt="2019-03-11T14:07:52.268" v="3534" actId="27636"/>
        <pc:sldMkLst>
          <pc:docMk/>
          <pc:sldMk cId="1493364483" sldId="262"/>
        </pc:sldMkLst>
        <pc:spChg chg="mod">
          <ac:chgData name="" userId="aad049784041fbf2" providerId="LiveId" clId="{C5507CB1-B3A8-410C-BB35-745317AD9E53}" dt="2019-03-02T21:19:40.066" v="360" actId="108"/>
          <ac:spMkLst>
            <pc:docMk/>
            <pc:sldMk cId="1493364483" sldId="262"/>
            <ac:spMk id="2" creationId="{CE1C0742-4D65-4BBF-B3D7-5101EA148754}"/>
          </ac:spMkLst>
        </pc:spChg>
        <pc:spChg chg="mod">
          <ac:chgData name="" userId="aad049784041fbf2" providerId="LiveId" clId="{C5507CB1-B3A8-410C-BB35-745317AD9E53}" dt="2019-03-11T14:07:52.268" v="3534" actId="27636"/>
          <ac:spMkLst>
            <pc:docMk/>
            <pc:sldMk cId="1493364483" sldId="262"/>
            <ac:spMk id="3" creationId="{662D2FB4-AA48-4EFD-92D4-E9AFB2CC7A43}"/>
          </ac:spMkLst>
        </pc:spChg>
        <pc:spChg chg="add mod">
          <ac:chgData name="" userId="aad049784041fbf2" providerId="LiveId" clId="{C5507CB1-B3A8-410C-BB35-745317AD9E53}" dt="2019-03-11T14:07:25.077" v="3529" actId="1076"/>
          <ac:spMkLst>
            <pc:docMk/>
            <pc:sldMk cId="1493364483" sldId="262"/>
            <ac:spMk id="7" creationId="{18D3C7F1-A1F2-4B17-9DB4-CD6A3FC90CD4}"/>
          </ac:spMkLst>
        </pc:spChg>
        <pc:spChg chg="add mod">
          <ac:chgData name="" userId="aad049784041fbf2" providerId="LiveId" clId="{C5507CB1-B3A8-410C-BB35-745317AD9E53}" dt="2019-03-11T14:07:42.634" v="3531" actId="1076"/>
          <ac:spMkLst>
            <pc:docMk/>
            <pc:sldMk cId="1493364483" sldId="262"/>
            <ac:spMk id="8" creationId="{6B0447A3-C888-44BE-80CA-990312C8B9A1}"/>
          </ac:spMkLst>
        </pc:spChg>
        <pc:picChg chg="add mod modCrop">
          <ac:chgData name="" userId="aad049784041fbf2" providerId="LiveId" clId="{C5507CB1-B3A8-410C-BB35-745317AD9E53}" dt="2019-03-11T14:06:50.928" v="3525" actId="14100"/>
          <ac:picMkLst>
            <pc:docMk/>
            <pc:sldMk cId="1493364483" sldId="262"/>
            <ac:picMk id="4" creationId="{1AE7DF6E-65B0-4772-9E91-56AEA46DE430}"/>
          </ac:picMkLst>
        </pc:picChg>
        <pc:picChg chg="add mod modCrop">
          <ac:chgData name="" userId="aad049784041fbf2" providerId="LiveId" clId="{C5507CB1-B3A8-410C-BB35-745317AD9E53}" dt="2019-03-11T14:06:58.954" v="3526" actId="14100"/>
          <ac:picMkLst>
            <pc:docMk/>
            <pc:sldMk cId="1493364483" sldId="262"/>
            <ac:picMk id="5" creationId="{00219639-3B54-4F44-AA06-929F01BB7FC0}"/>
          </ac:picMkLst>
        </pc:picChg>
        <pc:picChg chg="add mod modCrop">
          <ac:chgData name="" userId="aad049784041fbf2" providerId="LiveId" clId="{C5507CB1-B3A8-410C-BB35-745317AD9E53}" dt="2019-03-11T14:07:02.187" v="3527" actId="14100"/>
          <ac:picMkLst>
            <pc:docMk/>
            <pc:sldMk cId="1493364483" sldId="262"/>
            <ac:picMk id="6" creationId="{0C12CCAA-1C5B-4F40-829A-4159E59D4510}"/>
          </ac:picMkLst>
        </pc:picChg>
      </pc:sldChg>
      <pc:sldChg chg="addSp modSp add mod setBg">
        <pc:chgData name="" userId="aad049784041fbf2" providerId="LiveId" clId="{C5507CB1-B3A8-410C-BB35-745317AD9E53}" dt="2019-03-11T14:21:09.078" v="3786" actId="108"/>
        <pc:sldMkLst>
          <pc:docMk/>
          <pc:sldMk cId="1120108111" sldId="263"/>
        </pc:sldMkLst>
        <pc:spChg chg="mod">
          <ac:chgData name="" userId="aad049784041fbf2" providerId="LiveId" clId="{C5507CB1-B3A8-410C-BB35-745317AD9E53}" dt="2019-03-11T14:21:09.078" v="3786" actId="108"/>
          <ac:spMkLst>
            <pc:docMk/>
            <pc:sldMk cId="1120108111" sldId="263"/>
            <ac:spMk id="2" creationId="{CCD0248D-0AFD-4CB5-A81F-0B0CC658FB68}"/>
          </ac:spMkLst>
        </pc:spChg>
        <pc:spChg chg="mod ord">
          <ac:chgData name="" userId="aad049784041fbf2" providerId="LiveId" clId="{C5507CB1-B3A8-410C-BB35-745317AD9E53}" dt="2019-03-11T14:19:57.280" v="3781" actId="27636"/>
          <ac:spMkLst>
            <pc:docMk/>
            <pc:sldMk cId="1120108111" sldId="263"/>
            <ac:spMk id="3" creationId="{C8A914CB-E3E7-4B54-BFC4-0D72A9FB3F40}"/>
          </ac:spMkLst>
        </pc:spChg>
        <pc:spChg chg="add mod">
          <ac:chgData name="" userId="aad049784041fbf2" providerId="LiveId" clId="{C5507CB1-B3A8-410C-BB35-745317AD9E53}" dt="2019-03-11T14:20:24.002" v="3783" actId="1076"/>
          <ac:spMkLst>
            <pc:docMk/>
            <pc:sldMk cId="1120108111" sldId="263"/>
            <ac:spMk id="7" creationId="{C7968C03-4066-4AF0-9B0F-48A971CDB777}"/>
          </ac:spMkLst>
        </pc:spChg>
        <pc:spChg chg="add mod">
          <ac:chgData name="" userId="aad049784041fbf2" providerId="LiveId" clId="{C5507CB1-B3A8-410C-BB35-745317AD9E53}" dt="2019-03-11T14:20:41.472" v="3785" actId="1076"/>
          <ac:spMkLst>
            <pc:docMk/>
            <pc:sldMk cId="1120108111" sldId="263"/>
            <ac:spMk id="8" creationId="{214DAA85-E79B-49B3-A4E1-9430858059EB}"/>
          </ac:spMkLst>
        </pc:spChg>
        <pc:picChg chg="add mod ord modCrop">
          <ac:chgData name="" userId="aad049784041fbf2" providerId="LiveId" clId="{C5507CB1-B3A8-410C-BB35-745317AD9E53}" dt="2019-03-11T14:19:37.864" v="3771" actId="1076"/>
          <ac:picMkLst>
            <pc:docMk/>
            <pc:sldMk cId="1120108111" sldId="263"/>
            <ac:picMk id="4" creationId="{5C436B40-841F-4026-AA8A-F53E2E4ED65D}"/>
          </ac:picMkLst>
        </pc:picChg>
        <pc:picChg chg="add mod ord modCrop">
          <ac:chgData name="" userId="aad049784041fbf2" providerId="LiveId" clId="{C5507CB1-B3A8-410C-BB35-745317AD9E53}" dt="2019-03-11T14:19:35.934" v="3770" actId="1076"/>
          <ac:picMkLst>
            <pc:docMk/>
            <pc:sldMk cId="1120108111" sldId="263"/>
            <ac:picMk id="5" creationId="{3E5B626B-3D67-40F6-B307-CA26A5B88625}"/>
          </ac:picMkLst>
        </pc:picChg>
        <pc:picChg chg="add mod modCrop">
          <ac:chgData name="" userId="aad049784041fbf2" providerId="LiveId" clId="{C5507CB1-B3A8-410C-BB35-745317AD9E53}" dt="2019-03-11T14:19:34.436" v="3769" actId="1076"/>
          <ac:picMkLst>
            <pc:docMk/>
            <pc:sldMk cId="1120108111" sldId="263"/>
            <ac:picMk id="6" creationId="{0E30A450-C1E4-4F01-BD0E-B87C279F8169}"/>
          </ac:picMkLst>
        </pc:picChg>
      </pc:sldChg>
      <pc:sldChg chg="addSp delSp modSp add mod setBg">
        <pc:chgData name="" userId="aad049784041fbf2" providerId="LiveId" clId="{C5507CB1-B3A8-410C-BB35-745317AD9E53}" dt="2019-03-11T14:28:13.720" v="3915" actId="1076"/>
        <pc:sldMkLst>
          <pc:docMk/>
          <pc:sldMk cId="3966114878" sldId="264"/>
        </pc:sldMkLst>
        <pc:spChg chg="mod">
          <ac:chgData name="" userId="aad049784041fbf2" providerId="LiveId" clId="{C5507CB1-B3A8-410C-BB35-745317AD9E53}" dt="2019-03-11T14:23:17.765" v="3807" actId="207"/>
          <ac:spMkLst>
            <pc:docMk/>
            <pc:sldMk cId="3966114878" sldId="264"/>
            <ac:spMk id="2" creationId="{0AC8107B-AE37-47CE-B327-977DFF5D6E90}"/>
          </ac:spMkLst>
        </pc:spChg>
        <pc:spChg chg="del mod ord">
          <ac:chgData name="" userId="aad049784041fbf2" providerId="LiveId" clId="{C5507CB1-B3A8-410C-BB35-745317AD9E53}" dt="2019-03-11T14:23:25.179" v="3808" actId="478"/>
          <ac:spMkLst>
            <pc:docMk/>
            <pc:sldMk cId="3966114878" sldId="264"/>
            <ac:spMk id="3" creationId="{D6B9E164-A086-4D9A-B136-ECC9CCFE54B6}"/>
          </ac:spMkLst>
        </pc:spChg>
        <pc:spChg chg="add del mod">
          <ac:chgData name="" userId="aad049784041fbf2" providerId="LiveId" clId="{C5507CB1-B3A8-410C-BB35-745317AD9E53}" dt="2019-03-11T14:23:31.997" v="3809" actId="478"/>
          <ac:spMkLst>
            <pc:docMk/>
            <pc:sldMk cId="3966114878" sldId="264"/>
            <ac:spMk id="7" creationId="{EE303FC9-3C30-4E07-9CCB-1DBF1C3DA2FD}"/>
          </ac:spMkLst>
        </pc:spChg>
        <pc:spChg chg="add mod">
          <ac:chgData name="" userId="aad049784041fbf2" providerId="LiveId" clId="{C5507CB1-B3A8-410C-BB35-745317AD9E53}" dt="2019-03-11T14:27:31.202" v="3902" actId="20577"/>
          <ac:spMkLst>
            <pc:docMk/>
            <pc:sldMk cId="3966114878" sldId="264"/>
            <ac:spMk id="8" creationId="{1D703BD4-22AB-4A17-A34B-1C6630C2A35E}"/>
          </ac:spMkLst>
        </pc:spChg>
        <pc:spChg chg="add mod">
          <ac:chgData name="" userId="aad049784041fbf2" providerId="LiveId" clId="{C5507CB1-B3A8-410C-BB35-745317AD9E53}" dt="2019-03-11T14:28:03.216" v="3913" actId="20577"/>
          <ac:spMkLst>
            <pc:docMk/>
            <pc:sldMk cId="3966114878" sldId="264"/>
            <ac:spMk id="12" creationId="{56222EBD-D7CB-43C6-B260-576E5A503D4D}"/>
          </ac:spMkLst>
        </pc:spChg>
        <pc:picChg chg="add mod">
          <ac:chgData name="" userId="aad049784041fbf2" providerId="LiveId" clId="{C5507CB1-B3A8-410C-BB35-745317AD9E53}" dt="2019-03-11T14:27:03.155" v="3895" actId="14100"/>
          <ac:picMkLst>
            <pc:docMk/>
            <pc:sldMk cId="3966114878" sldId="264"/>
            <ac:picMk id="4" creationId="{44FECF17-2AAF-47D6-8584-A5E0D6A5BEE8}"/>
          </ac:picMkLst>
        </pc:picChg>
        <pc:picChg chg="add mod modCrop">
          <ac:chgData name="" userId="aad049784041fbf2" providerId="LiveId" clId="{C5507CB1-B3A8-410C-BB35-745317AD9E53}" dt="2019-03-11T14:26:21.340" v="3878" actId="14100"/>
          <ac:picMkLst>
            <pc:docMk/>
            <pc:sldMk cId="3966114878" sldId="264"/>
            <ac:picMk id="5" creationId="{72641854-7110-4F0D-B1B6-05AC7D2CCFC4}"/>
          </ac:picMkLst>
        </pc:picChg>
        <pc:cxnChg chg="add del mod">
          <ac:chgData name="" userId="aad049784041fbf2" providerId="LiveId" clId="{C5507CB1-B3A8-410C-BB35-745317AD9E53}" dt="2019-03-11T14:26:29.999" v="3880"/>
          <ac:cxnSpMkLst>
            <pc:docMk/>
            <pc:sldMk cId="3966114878" sldId="264"/>
            <ac:cxnSpMk id="10" creationId="{21B49E0A-F950-4D8E-A711-B9055FC31A3E}"/>
          </ac:cxnSpMkLst>
        </pc:cxnChg>
        <pc:cxnChg chg="add mod">
          <ac:chgData name="" userId="aad049784041fbf2" providerId="LiveId" clId="{C5507CB1-B3A8-410C-BB35-745317AD9E53}" dt="2019-03-11T14:27:27.239" v="3901" actId="13822"/>
          <ac:cxnSpMkLst>
            <pc:docMk/>
            <pc:sldMk cId="3966114878" sldId="264"/>
            <ac:cxnSpMk id="11" creationId="{8301516A-B276-4CDF-AEAE-28175EBF9563}"/>
          </ac:cxnSpMkLst>
        </pc:cxnChg>
        <pc:cxnChg chg="add mod">
          <ac:chgData name="" userId="aad049784041fbf2" providerId="LiveId" clId="{C5507CB1-B3A8-410C-BB35-745317AD9E53}" dt="2019-03-11T14:28:13.720" v="3915" actId="1076"/>
          <ac:cxnSpMkLst>
            <pc:docMk/>
            <pc:sldMk cId="3966114878" sldId="264"/>
            <ac:cxnSpMk id="13" creationId="{A4B908FB-54A0-495A-91AB-736253A8EFFC}"/>
          </ac:cxnSpMkLst>
        </pc:cxnChg>
      </pc:sldChg>
      <pc:sldChg chg="addSp delSp modSp add">
        <pc:chgData name="" userId="aad049784041fbf2" providerId="LiveId" clId="{C5507CB1-B3A8-410C-BB35-745317AD9E53}" dt="2019-03-10T22:24:08.673" v="2572" actId="20577"/>
        <pc:sldMkLst>
          <pc:docMk/>
          <pc:sldMk cId="2596065647" sldId="266"/>
        </pc:sldMkLst>
        <pc:spChg chg="mod">
          <ac:chgData name="" userId="aad049784041fbf2" providerId="LiveId" clId="{C5507CB1-B3A8-410C-BB35-745317AD9E53}" dt="2019-03-02T21:47:43.457" v="521" actId="2711"/>
          <ac:spMkLst>
            <pc:docMk/>
            <pc:sldMk cId="2596065647" sldId="266"/>
            <ac:spMk id="2" creationId="{D69B7482-0963-41DB-99F6-18C55A7E2B49}"/>
          </ac:spMkLst>
        </pc:spChg>
        <pc:spChg chg="del">
          <ac:chgData name="" userId="aad049784041fbf2" providerId="LiveId" clId="{C5507CB1-B3A8-410C-BB35-745317AD9E53}" dt="2019-03-02T21:46:48.127" v="517" actId="1032"/>
          <ac:spMkLst>
            <pc:docMk/>
            <pc:sldMk cId="2596065647" sldId="266"/>
            <ac:spMk id="3" creationId="{7AB1600C-9A15-4628-80CB-C41150127A88}"/>
          </ac:spMkLst>
        </pc:spChg>
        <pc:graphicFrameChg chg="add mod">
          <ac:chgData name="" userId="aad049784041fbf2" providerId="LiveId" clId="{C5507CB1-B3A8-410C-BB35-745317AD9E53}" dt="2019-03-10T22:24:08.673" v="2572" actId="20577"/>
          <ac:graphicFrameMkLst>
            <pc:docMk/>
            <pc:sldMk cId="2596065647" sldId="266"/>
            <ac:graphicFrameMk id="8" creationId="{F6C85E22-B58F-4684-99ED-D4F0540EDED5}"/>
          </ac:graphicFrameMkLst>
        </pc:graphicFrameChg>
      </pc:sldChg>
      <pc:sldChg chg="addSp delSp modSp add del">
        <pc:chgData name="" userId="aad049784041fbf2" providerId="LiveId" clId="{C5507CB1-B3A8-410C-BB35-745317AD9E53}" dt="2019-03-10T21:40:29.513" v="2320" actId="2696"/>
        <pc:sldMkLst>
          <pc:docMk/>
          <pc:sldMk cId="707145321" sldId="267"/>
        </pc:sldMkLst>
        <pc:spChg chg="add del">
          <ac:chgData name="" userId="aad049784041fbf2" providerId="LiveId" clId="{C5507CB1-B3A8-410C-BB35-745317AD9E53}" dt="2019-03-10T19:24:16.633" v="585"/>
          <ac:spMkLst>
            <pc:docMk/>
            <pc:sldMk cId="707145321" sldId="267"/>
            <ac:spMk id="3" creationId="{69FD4DBE-5077-4617-8501-59BD31C3C171}"/>
          </ac:spMkLst>
        </pc:spChg>
        <pc:spChg chg="add del mod">
          <ac:chgData name="" userId="aad049784041fbf2" providerId="LiveId" clId="{C5507CB1-B3A8-410C-BB35-745317AD9E53}" dt="2019-03-10T19:24:10.009" v="581"/>
          <ac:spMkLst>
            <pc:docMk/>
            <pc:sldMk cId="707145321" sldId="267"/>
            <ac:spMk id="5" creationId="{080FF39F-7A2D-419D-8649-36A86BC0FDC0}"/>
          </ac:spMkLst>
        </pc:spChg>
        <pc:picChg chg="add del mod">
          <ac:chgData name="" userId="aad049784041fbf2" providerId="LiveId" clId="{C5507CB1-B3A8-410C-BB35-745317AD9E53}" dt="2019-03-10T19:24:16.633" v="585"/>
          <ac:picMkLst>
            <pc:docMk/>
            <pc:sldMk cId="707145321" sldId="267"/>
            <ac:picMk id="4" creationId="{0D7C9AF4-C5A7-41B7-84EE-A479EB1D08CF}"/>
          </ac:picMkLst>
        </pc:picChg>
      </pc:sldChg>
      <pc:sldChg chg="addSp delSp modSp add">
        <pc:chgData name="" userId="aad049784041fbf2" providerId="LiveId" clId="{C5507CB1-B3A8-410C-BB35-745317AD9E53}" dt="2019-03-10T22:23:03.668" v="2561" actId="14100"/>
        <pc:sldMkLst>
          <pc:docMk/>
          <pc:sldMk cId="1770511139" sldId="268"/>
        </pc:sldMkLst>
        <pc:spChg chg="del">
          <ac:chgData name="" userId="aad049784041fbf2" providerId="LiveId" clId="{C5507CB1-B3A8-410C-BB35-745317AD9E53}" dt="2019-03-10T20:04:26.356" v="599" actId="478"/>
          <ac:spMkLst>
            <pc:docMk/>
            <pc:sldMk cId="1770511139" sldId="268"/>
            <ac:spMk id="2" creationId="{92F760CD-2C19-45A6-B7CA-2500B302EC05}"/>
          </ac:spMkLst>
        </pc:spChg>
        <pc:spChg chg="del">
          <ac:chgData name="" userId="aad049784041fbf2" providerId="LiveId" clId="{C5507CB1-B3A8-410C-BB35-745317AD9E53}" dt="2019-03-10T20:04:16.693" v="598" actId="931"/>
          <ac:spMkLst>
            <pc:docMk/>
            <pc:sldMk cId="1770511139" sldId="268"/>
            <ac:spMk id="3" creationId="{8C6CE034-616C-432D-93B0-52619A612EA8}"/>
          </ac:spMkLst>
        </pc:spChg>
        <pc:spChg chg="add mod">
          <ac:chgData name="" userId="aad049784041fbf2" providerId="LiveId" clId="{C5507CB1-B3A8-410C-BB35-745317AD9E53}" dt="2019-03-10T20:07:27.747" v="660" actId="207"/>
          <ac:spMkLst>
            <pc:docMk/>
            <pc:sldMk cId="1770511139" sldId="268"/>
            <ac:spMk id="6" creationId="{5A5AAC19-B9E6-4CA6-8E2A-033DE1BE0E69}"/>
          </ac:spMkLst>
        </pc:spChg>
        <pc:spChg chg="add mod">
          <ac:chgData name="" userId="aad049784041fbf2" providerId="LiveId" clId="{C5507CB1-B3A8-410C-BB35-745317AD9E53}" dt="2019-03-10T20:07:46.665" v="663" actId="14100"/>
          <ac:spMkLst>
            <pc:docMk/>
            <pc:sldMk cId="1770511139" sldId="268"/>
            <ac:spMk id="7" creationId="{578EEC23-2EED-451F-B75D-BB8E88FAA61F}"/>
          </ac:spMkLst>
        </pc:spChg>
        <pc:spChg chg="add mod">
          <ac:chgData name="" userId="aad049784041fbf2" providerId="LiveId" clId="{C5507CB1-B3A8-410C-BB35-745317AD9E53}" dt="2019-03-10T20:25:50.156" v="1001" actId="20577"/>
          <ac:spMkLst>
            <pc:docMk/>
            <pc:sldMk cId="1770511139" sldId="268"/>
            <ac:spMk id="8" creationId="{BB0893AD-CEAA-4BA2-801D-8BEEADB25477}"/>
          </ac:spMkLst>
        </pc:spChg>
        <pc:spChg chg="add mod">
          <ac:chgData name="" userId="aad049784041fbf2" providerId="LiveId" clId="{C5507CB1-B3A8-410C-BB35-745317AD9E53}" dt="2019-03-10T20:17:49.911" v="936" actId="17032"/>
          <ac:spMkLst>
            <pc:docMk/>
            <pc:sldMk cId="1770511139" sldId="268"/>
            <ac:spMk id="9" creationId="{7D09BCE9-7EAF-49E9-91D0-AFAC412B30D7}"/>
          </ac:spMkLst>
        </pc:spChg>
        <pc:picChg chg="add mod">
          <ac:chgData name="" userId="aad049784041fbf2" providerId="LiveId" clId="{C5507CB1-B3A8-410C-BB35-745317AD9E53}" dt="2019-03-10T22:23:03.668" v="2561" actId="14100"/>
          <ac:picMkLst>
            <pc:docMk/>
            <pc:sldMk cId="1770511139" sldId="268"/>
            <ac:picMk id="5" creationId="{840ED141-5173-4647-B48F-EAE66F364173}"/>
          </ac:picMkLst>
        </pc:picChg>
      </pc:sldChg>
      <pc:sldChg chg="addSp delSp modSp add del">
        <pc:chgData name="" userId="aad049784041fbf2" providerId="LiveId" clId="{C5507CB1-B3A8-410C-BB35-745317AD9E53}" dt="2019-03-11T15:34:50.239" v="4939" actId="2696"/>
        <pc:sldMkLst>
          <pc:docMk/>
          <pc:sldMk cId="260455787" sldId="269"/>
        </pc:sldMkLst>
        <pc:spChg chg="del">
          <ac:chgData name="" userId="aad049784041fbf2" providerId="LiveId" clId="{C5507CB1-B3A8-410C-BB35-745317AD9E53}" dt="2019-03-10T20:54:19.132" v="1284"/>
          <ac:spMkLst>
            <pc:docMk/>
            <pc:sldMk cId="260455787" sldId="269"/>
            <ac:spMk id="3" creationId="{0048338A-7263-4A6B-BC5A-8E3C1D7078CD}"/>
          </ac:spMkLst>
        </pc:spChg>
        <pc:picChg chg="add mod">
          <ac:chgData name="" userId="aad049784041fbf2" providerId="LiveId" clId="{C5507CB1-B3A8-410C-BB35-745317AD9E53}" dt="2019-03-10T21:35:06.384" v="2287" actId="14100"/>
          <ac:picMkLst>
            <pc:docMk/>
            <pc:sldMk cId="260455787" sldId="269"/>
            <ac:picMk id="4" creationId="{6651DDEA-5AA7-4FBF-8FB6-3FFE265B23B1}"/>
          </ac:picMkLst>
        </pc:picChg>
        <pc:picChg chg="add mod">
          <ac:chgData name="" userId="aad049784041fbf2" providerId="LiveId" clId="{C5507CB1-B3A8-410C-BB35-745317AD9E53}" dt="2019-03-10T20:55:08.042" v="1286" actId="1076"/>
          <ac:picMkLst>
            <pc:docMk/>
            <pc:sldMk cId="260455787" sldId="269"/>
            <ac:picMk id="5" creationId="{8FE33BF5-D0F7-4B64-A860-B4C6B134A304}"/>
          </ac:picMkLst>
        </pc:picChg>
        <pc:picChg chg="add">
          <ac:chgData name="" userId="aad049784041fbf2" providerId="LiveId" clId="{C5507CB1-B3A8-410C-BB35-745317AD9E53}" dt="2019-03-10T20:55:29.945" v="1287"/>
          <ac:picMkLst>
            <pc:docMk/>
            <pc:sldMk cId="260455787" sldId="269"/>
            <ac:picMk id="6" creationId="{1B466F3E-42C5-4133-A4A7-C119EEFD097E}"/>
          </ac:picMkLst>
        </pc:picChg>
        <pc:picChg chg="add mod">
          <ac:chgData name="" userId="aad049784041fbf2" providerId="LiveId" clId="{C5507CB1-B3A8-410C-BB35-745317AD9E53}" dt="2019-03-10T22:05:23.486" v="2482" actId="1076"/>
          <ac:picMkLst>
            <pc:docMk/>
            <pc:sldMk cId="260455787" sldId="269"/>
            <ac:picMk id="7" creationId="{62ADE7BC-3033-40F9-B0A9-C25BD97C1774}"/>
          </ac:picMkLst>
        </pc:picChg>
        <pc:picChg chg="add mod">
          <ac:chgData name="" userId="aad049784041fbf2" providerId="LiveId" clId="{C5507CB1-B3A8-410C-BB35-745317AD9E53}" dt="2019-03-10T21:38:21.689" v="2305" actId="1076"/>
          <ac:picMkLst>
            <pc:docMk/>
            <pc:sldMk cId="260455787" sldId="269"/>
            <ac:picMk id="8" creationId="{2947DABE-7717-4F93-917F-3269C4796229}"/>
          </ac:picMkLst>
        </pc:picChg>
        <pc:picChg chg="add mod">
          <ac:chgData name="" userId="aad049784041fbf2" providerId="LiveId" clId="{C5507CB1-B3A8-410C-BB35-745317AD9E53}" dt="2019-03-10T21:28:38.811" v="2223" actId="1076"/>
          <ac:picMkLst>
            <pc:docMk/>
            <pc:sldMk cId="260455787" sldId="269"/>
            <ac:picMk id="9" creationId="{34E0EA5A-B61E-4211-98D3-A05B160E2244}"/>
          </ac:picMkLst>
        </pc:picChg>
        <pc:picChg chg="add mod">
          <ac:chgData name="" userId="aad049784041fbf2" providerId="LiveId" clId="{C5507CB1-B3A8-410C-BB35-745317AD9E53}" dt="2019-03-10T21:28:41.857" v="2225" actId="1076"/>
          <ac:picMkLst>
            <pc:docMk/>
            <pc:sldMk cId="260455787" sldId="269"/>
            <ac:picMk id="10" creationId="{24ACD35F-5D6D-45C8-B485-870FB5363780}"/>
          </ac:picMkLst>
        </pc:picChg>
        <pc:picChg chg="add mod">
          <ac:chgData name="" userId="aad049784041fbf2" providerId="LiveId" clId="{C5507CB1-B3A8-410C-BB35-745317AD9E53}" dt="2019-03-10T21:28:40.239" v="2224" actId="1076"/>
          <ac:picMkLst>
            <pc:docMk/>
            <pc:sldMk cId="260455787" sldId="269"/>
            <ac:picMk id="11" creationId="{7802D373-CB13-45E0-9436-E4D5B5912A84}"/>
          </ac:picMkLst>
        </pc:picChg>
        <pc:picChg chg="add mod">
          <ac:chgData name="" userId="aad049784041fbf2" providerId="LiveId" clId="{C5507CB1-B3A8-410C-BB35-745317AD9E53}" dt="2019-03-10T21:28:34.782" v="2222" actId="1076"/>
          <ac:picMkLst>
            <pc:docMk/>
            <pc:sldMk cId="260455787" sldId="269"/>
            <ac:picMk id="12" creationId="{BFB811FF-856A-4027-B570-82CA69786769}"/>
          </ac:picMkLst>
        </pc:picChg>
      </pc:sldChg>
      <pc:sldChg chg="addSp delSp modSp add mod setBg">
        <pc:chgData name="" userId="aad049784041fbf2" providerId="LiveId" clId="{C5507CB1-B3A8-410C-BB35-745317AD9E53}" dt="2019-03-11T16:09:00.122" v="5590" actId="1076"/>
        <pc:sldMkLst>
          <pc:docMk/>
          <pc:sldMk cId="2014578672" sldId="270"/>
        </pc:sldMkLst>
        <pc:spChg chg="mod">
          <ac:chgData name="" userId="aad049784041fbf2" providerId="LiveId" clId="{C5507CB1-B3A8-410C-BB35-745317AD9E53}" dt="2019-03-10T22:19:14.679" v="2547" actId="108"/>
          <ac:spMkLst>
            <pc:docMk/>
            <pc:sldMk cId="2014578672" sldId="270"/>
            <ac:spMk id="2" creationId="{67075F6B-B9D2-4C8C-A9D0-B17874ED2E91}"/>
          </ac:spMkLst>
        </pc:spChg>
        <pc:spChg chg="mod ord">
          <ac:chgData name="" userId="aad049784041fbf2" providerId="LiveId" clId="{C5507CB1-B3A8-410C-BB35-745317AD9E53}" dt="2019-03-11T16:09:00.122" v="5590" actId="1076"/>
          <ac:spMkLst>
            <pc:docMk/>
            <pc:sldMk cId="2014578672" sldId="270"/>
            <ac:spMk id="3" creationId="{629B114F-83F6-4CA2-95DC-BF90145DB79B}"/>
          </ac:spMkLst>
        </pc:spChg>
        <pc:picChg chg="add mod ord modCrop">
          <ac:chgData name="" userId="aad049784041fbf2" providerId="LiveId" clId="{C5507CB1-B3A8-410C-BB35-745317AD9E53}" dt="2019-03-10T21:41:47.469" v="2328" actId="14100"/>
          <ac:picMkLst>
            <pc:docMk/>
            <pc:sldMk cId="2014578672" sldId="270"/>
            <ac:picMk id="4" creationId="{35D40C08-36DC-43F9-B296-88E89FFAA4E8}"/>
          </ac:picMkLst>
        </pc:picChg>
        <pc:picChg chg="add del mod modCrop">
          <ac:chgData name="" userId="aad049784041fbf2" providerId="LiveId" clId="{C5507CB1-B3A8-410C-BB35-745317AD9E53}" dt="2019-03-10T21:41:22.501" v="2322"/>
          <ac:picMkLst>
            <pc:docMk/>
            <pc:sldMk cId="2014578672" sldId="270"/>
            <ac:picMk id="5" creationId="{E8808BEF-6B77-481B-9124-C09E33994CFA}"/>
          </ac:picMkLst>
        </pc:picChg>
        <pc:picChg chg="add mod modCrop">
          <ac:chgData name="" userId="aad049784041fbf2" providerId="LiveId" clId="{C5507CB1-B3A8-410C-BB35-745317AD9E53}" dt="2019-03-10T21:42:19.092" v="2332" actId="732"/>
          <ac:picMkLst>
            <pc:docMk/>
            <pc:sldMk cId="2014578672" sldId="270"/>
            <ac:picMk id="6" creationId="{E658C3E4-AC59-44A3-AE24-DD2C8B9B68B3}"/>
          </ac:picMkLst>
        </pc:picChg>
      </pc:sldChg>
      <pc:sldChg chg="addSp delSp modSp add mod setBg">
        <pc:chgData name="" userId="aad049784041fbf2" providerId="LiveId" clId="{C5507CB1-B3A8-410C-BB35-745317AD9E53}" dt="2019-03-11T13:17:55.204" v="3017" actId="14100"/>
        <pc:sldMkLst>
          <pc:docMk/>
          <pc:sldMk cId="3765284933" sldId="271"/>
        </pc:sldMkLst>
        <pc:spChg chg="del">
          <ac:chgData name="" userId="aad049784041fbf2" providerId="LiveId" clId="{C5507CB1-B3A8-410C-BB35-745317AD9E53}" dt="2019-03-11T13:09:07.119" v="2578"/>
          <ac:spMkLst>
            <pc:docMk/>
            <pc:sldMk cId="3765284933" sldId="271"/>
            <ac:spMk id="2" creationId="{9E8DDA80-1335-47ED-844B-7AF92C3E2F15}"/>
          </ac:spMkLst>
        </pc:spChg>
        <pc:spChg chg="add del">
          <ac:chgData name="" userId="aad049784041fbf2" providerId="LiveId" clId="{C5507CB1-B3A8-410C-BB35-745317AD9E53}" dt="2019-03-11T13:07:50.417" v="2577" actId="931"/>
          <ac:spMkLst>
            <pc:docMk/>
            <pc:sldMk cId="3765284933" sldId="271"/>
            <ac:spMk id="3" creationId="{26B3BA27-851A-4D18-886C-2E713F70F987}"/>
          </ac:spMkLst>
        </pc:spChg>
        <pc:spChg chg="add del mod">
          <ac:chgData name="" userId="aad049784041fbf2" providerId="LiveId" clId="{C5507CB1-B3A8-410C-BB35-745317AD9E53}" dt="2019-03-11T13:17:18.917" v="3012" actId="14100"/>
          <ac:spMkLst>
            <pc:docMk/>
            <pc:sldMk cId="3765284933" sldId="271"/>
            <ac:spMk id="8" creationId="{21FC5639-1761-45F9-896A-60EAC108A76F}"/>
          </ac:spMkLst>
        </pc:spChg>
        <pc:spChg chg="add mod">
          <ac:chgData name="" userId="aad049784041fbf2" providerId="LiveId" clId="{C5507CB1-B3A8-410C-BB35-745317AD9E53}" dt="2019-03-11T13:17:55.204" v="3017" actId="14100"/>
          <ac:spMkLst>
            <pc:docMk/>
            <pc:sldMk cId="3765284933" sldId="271"/>
            <ac:spMk id="9" creationId="{C1E50ACE-58FC-48D3-A016-43C49518C538}"/>
          </ac:spMkLst>
        </pc:spChg>
        <pc:spChg chg="add">
          <ac:chgData name="" userId="aad049784041fbf2" providerId="LiveId" clId="{C5507CB1-B3A8-410C-BB35-745317AD9E53}" dt="2019-03-11T13:09:21.670" v="2579" actId="26606"/>
          <ac:spMkLst>
            <pc:docMk/>
            <pc:sldMk cId="3765284933" sldId="271"/>
            <ac:spMk id="14" creationId="{7D379150-F6B4-45C8-BE10-6B278AD400EB}"/>
          </ac:spMkLst>
        </pc:spChg>
        <pc:spChg chg="add">
          <ac:chgData name="" userId="aad049784041fbf2" providerId="LiveId" clId="{C5507CB1-B3A8-410C-BB35-745317AD9E53}" dt="2019-03-11T13:09:21.670" v="2579" actId="26606"/>
          <ac:spMkLst>
            <pc:docMk/>
            <pc:sldMk cId="3765284933" sldId="271"/>
            <ac:spMk id="16" creationId="{5FFCF544-A370-4A5D-A95F-CA6E0E7191E6}"/>
          </ac:spMkLst>
        </pc:spChg>
        <pc:spChg chg="add">
          <ac:chgData name="" userId="aad049784041fbf2" providerId="LiveId" clId="{C5507CB1-B3A8-410C-BB35-745317AD9E53}" dt="2019-03-11T13:09:21.670" v="2579" actId="26606"/>
          <ac:spMkLst>
            <pc:docMk/>
            <pc:sldMk cId="3765284933" sldId="271"/>
            <ac:spMk id="20" creationId="{52ABB703-2B0E-4C3B-B4A2-F3973548E561}"/>
          </ac:spMkLst>
        </pc:spChg>
        <pc:spChg chg="add">
          <ac:chgData name="" userId="aad049784041fbf2" providerId="LiveId" clId="{C5507CB1-B3A8-410C-BB35-745317AD9E53}" dt="2019-03-11T13:09:21.670" v="2579" actId="26606"/>
          <ac:spMkLst>
            <pc:docMk/>
            <pc:sldMk cId="3765284933" sldId="271"/>
            <ac:spMk id="24" creationId="{E95DA498-D9A2-4DA9-B9DA-B3776E08CF7E}"/>
          </ac:spMkLst>
        </pc:spChg>
        <pc:spChg chg="add">
          <ac:chgData name="" userId="aad049784041fbf2" providerId="LiveId" clId="{C5507CB1-B3A8-410C-BB35-745317AD9E53}" dt="2019-03-11T13:09:21.670" v="2579" actId="26606"/>
          <ac:spMkLst>
            <pc:docMk/>
            <pc:sldMk cId="3765284933" sldId="271"/>
            <ac:spMk id="26" creationId="{82A73093-4B9D-420D-B17E-52293703A1D4}"/>
          </ac:spMkLst>
        </pc:spChg>
        <pc:picChg chg="add del mod">
          <ac:chgData name="" userId="aad049784041fbf2" providerId="LiveId" clId="{C5507CB1-B3A8-410C-BB35-745317AD9E53}" dt="2019-03-11T13:07:44.493" v="2576" actId="931"/>
          <ac:picMkLst>
            <pc:docMk/>
            <pc:sldMk cId="3765284933" sldId="271"/>
            <ac:picMk id="5" creationId="{5870A0DB-5C48-488F-8F01-5DADC40EE788}"/>
          </ac:picMkLst>
        </pc:picChg>
        <pc:picChg chg="add mod modCrop">
          <ac:chgData name="" userId="aad049784041fbf2" providerId="LiveId" clId="{C5507CB1-B3A8-410C-BB35-745317AD9E53}" dt="2019-03-11T13:17:48.737" v="3016" actId="1076"/>
          <ac:picMkLst>
            <pc:docMk/>
            <pc:sldMk cId="3765284933" sldId="271"/>
            <ac:picMk id="7" creationId="{4C74BB11-8583-4FAF-979B-C66A9208FFB0}"/>
          </ac:picMkLst>
        </pc:picChg>
        <pc:cxnChg chg="add">
          <ac:chgData name="" userId="aad049784041fbf2" providerId="LiveId" clId="{C5507CB1-B3A8-410C-BB35-745317AD9E53}" dt="2019-03-11T13:09:21.670" v="2579" actId="26606"/>
          <ac:cxnSpMkLst>
            <pc:docMk/>
            <pc:sldMk cId="3765284933" sldId="271"/>
            <ac:cxnSpMk id="18" creationId="{6EEB3B97-A638-498B-8083-54191CE71E01}"/>
          </ac:cxnSpMkLst>
        </pc:cxnChg>
        <pc:cxnChg chg="add">
          <ac:chgData name="" userId="aad049784041fbf2" providerId="LiveId" clId="{C5507CB1-B3A8-410C-BB35-745317AD9E53}" dt="2019-03-11T13:09:21.670" v="2579" actId="26606"/>
          <ac:cxnSpMkLst>
            <pc:docMk/>
            <pc:sldMk cId="3765284933" sldId="271"/>
            <ac:cxnSpMk id="22" creationId="{9C21570E-E159-49A6-9891-FA397B7A92D3}"/>
          </ac:cxnSpMkLst>
        </pc:cxnChg>
      </pc:sldChg>
      <pc:sldChg chg="addSp delSp modSp add mod setBg">
        <pc:chgData name="" userId="aad049784041fbf2" providerId="LiveId" clId="{C5507CB1-B3A8-410C-BB35-745317AD9E53}" dt="2019-03-11T14:57:31.191" v="4358" actId="113"/>
        <pc:sldMkLst>
          <pc:docMk/>
          <pc:sldMk cId="3574125206" sldId="272"/>
        </pc:sldMkLst>
        <pc:spChg chg="mod">
          <ac:chgData name="" userId="aad049784041fbf2" providerId="LiveId" clId="{C5507CB1-B3A8-410C-BB35-745317AD9E53}" dt="2019-03-11T14:57:31.191" v="4358" actId="113"/>
          <ac:spMkLst>
            <pc:docMk/>
            <pc:sldMk cId="3574125206" sldId="272"/>
            <ac:spMk id="2" creationId="{A8AD047D-57DA-4224-BB93-9B259532A3BF}"/>
          </ac:spMkLst>
        </pc:spChg>
        <pc:spChg chg="del">
          <ac:chgData name="" userId="aad049784041fbf2" providerId="LiveId" clId="{C5507CB1-B3A8-410C-BB35-745317AD9E53}" dt="2019-03-11T14:33:04.697" v="3920"/>
          <ac:spMkLst>
            <pc:docMk/>
            <pc:sldMk cId="3574125206" sldId="272"/>
            <ac:spMk id="3" creationId="{3C1DE370-9750-417E-B8AF-CD89662222FE}"/>
          </ac:spMkLst>
        </pc:spChg>
        <pc:spChg chg="add del mod">
          <ac:chgData name="" userId="aad049784041fbf2" providerId="LiveId" clId="{C5507CB1-B3A8-410C-BB35-745317AD9E53}" dt="2019-03-11T14:51:57.043" v="4179" actId="26606"/>
          <ac:spMkLst>
            <pc:docMk/>
            <pc:sldMk cId="3574125206" sldId="272"/>
            <ac:spMk id="6" creationId="{CF6657A2-EEC3-4DCE-BF4C-3E96638EAE12}"/>
          </ac:spMkLst>
        </pc:spChg>
        <pc:spChg chg="add mod">
          <ac:chgData name="" userId="aad049784041fbf2" providerId="LiveId" clId="{C5507CB1-B3A8-410C-BB35-745317AD9E53}" dt="2019-03-11T14:55:45.827" v="4347" actId="1076"/>
          <ac:spMkLst>
            <pc:docMk/>
            <pc:sldMk cId="3574125206" sldId="272"/>
            <ac:spMk id="7" creationId="{D25A6DFC-D03C-47A0-A49A-20B3156A3152}"/>
          </ac:spMkLst>
        </pc:spChg>
        <pc:spChg chg="add del">
          <ac:chgData name="" userId="aad049784041fbf2" providerId="LiveId" clId="{C5507CB1-B3A8-410C-BB35-745317AD9E53}" dt="2019-03-11T14:51:55.112" v="4176" actId="26606"/>
          <ac:spMkLst>
            <pc:docMk/>
            <pc:sldMk cId="3574125206" sldId="272"/>
            <ac:spMk id="12" creationId="{4E4490D0-3672-446A-AC12-B4830333BDDD}"/>
          </ac:spMkLst>
        </pc:spChg>
        <pc:spChg chg="add del">
          <ac:chgData name="" userId="aad049784041fbf2" providerId="LiveId" clId="{C5507CB1-B3A8-410C-BB35-745317AD9E53}" dt="2019-03-11T14:51:55.112" v="4176" actId="26606"/>
          <ac:spMkLst>
            <pc:docMk/>
            <pc:sldMk cId="3574125206" sldId="272"/>
            <ac:spMk id="14" creationId="{39CB82C2-DF65-4EC1-8280-F201D50F570B}"/>
          </ac:spMkLst>
        </pc:spChg>
        <pc:spChg chg="add del">
          <ac:chgData name="" userId="aad049784041fbf2" providerId="LiveId" clId="{C5507CB1-B3A8-410C-BB35-745317AD9E53}" dt="2019-03-11T14:51:55.112" v="4176" actId="26606"/>
          <ac:spMkLst>
            <pc:docMk/>
            <pc:sldMk cId="3574125206" sldId="272"/>
            <ac:spMk id="18" creationId="{EB1836F0-F9E0-4D93-9BDD-7EEC6EA05F7B}"/>
          </ac:spMkLst>
        </pc:spChg>
        <pc:spChg chg="add del">
          <ac:chgData name="" userId="aad049784041fbf2" providerId="LiveId" clId="{C5507CB1-B3A8-410C-BB35-745317AD9E53}" dt="2019-03-11T14:51:55.112" v="4176" actId="26606"/>
          <ac:spMkLst>
            <pc:docMk/>
            <pc:sldMk cId="3574125206" sldId="272"/>
            <ac:spMk id="22" creationId="{6D2F28D1-82F9-40FE-935C-85ECF7660D2D}"/>
          </ac:spMkLst>
        </pc:spChg>
        <pc:spChg chg="add del">
          <ac:chgData name="" userId="aad049784041fbf2" providerId="LiveId" clId="{C5507CB1-B3A8-410C-BB35-745317AD9E53}" dt="2019-03-11T14:51:55.112" v="4176" actId="26606"/>
          <ac:spMkLst>
            <pc:docMk/>
            <pc:sldMk cId="3574125206" sldId="272"/>
            <ac:spMk id="24" creationId="{4B670E93-2F53-48FC-AB6C-E99E22D17F31}"/>
          </ac:spMkLst>
        </pc:spChg>
        <pc:spChg chg="add del">
          <ac:chgData name="" userId="aad049784041fbf2" providerId="LiveId" clId="{C5507CB1-B3A8-410C-BB35-745317AD9E53}" dt="2019-03-11T14:51:56.865" v="4178" actId="26606"/>
          <ac:spMkLst>
            <pc:docMk/>
            <pc:sldMk cId="3574125206" sldId="272"/>
            <ac:spMk id="26" creationId="{4E4490D0-3672-446A-AC12-B4830333BDDD}"/>
          </ac:spMkLst>
        </pc:spChg>
        <pc:spChg chg="add del">
          <ac:chgData name="" userId="aad049784041fbf2" providerId="LiveId" clId="{C5507CB1-B3A8-410C-BB35-745317AD9E53}" dt="2019-03-11T14:51:56.865" v="4178" actId="26606"/>
          <ac:spMkLst>
            <pc:docMk/>
            <pc:sldMk cId="3574125206" sldId="272"/>
            <ac:spMk id="27" creationId="{39CB82C2-DF65-4EC1-8280-F201D50F570B}"/>
          </ac:spMkLst>
        </pc:spChg>
        <pc:spChg chg="add del">
          <ac:chgData name="" userId="aad049784041fbf2" providerId="LiveId" clId="{C5507CB1-B3A8-410C-BB35-745317AD9E53}" dt="2019-03-11T14:51:56.865" v="4178" actId="26606"/>
          <ac:spMkLst>
            <pc:docMk/>
            <pc:sldMk cId="3574125206" sldId="272"/>
            <ac:spMk id="29" creationId="{FA4CD5CB-D209-4D70-8CA4-629731C59219}"/>
          </ac:spMkLst>
        </pc:spChg>
        <pc:spChg chg="add del">
          <ac:chgData name="" userId="aad049784041fbf2" providerId="LiveId" clId="{C5507CB1-B3A8-410C-BB35-745317AD9E53}" dt="2019-03-11T14:51:56.865" v="4178" actId="26606"/>
          <ac:spMkLst>
            <pc:docMk/>
            <pc:sldMk cId="3574125206" sldId="272"/>
            <ac:spMk id="32" creationId="{B4C27B90-DF2B-4D00-BA07-18ED774CD2F1}"/>
          </ac:spMkLst>
        </pc:spChg>
        <pc:spChg chg="add del">
          <ac:chgData name="" userId="aad049784041fbf2" providerId="LiveId" clId="{C5507CB1-B3A8-410C-BB35-745317AD9E53}" dt="2019-03-11T14:51:56.865" v="4178" actId="26606"/>
          <ac:spMkLst>
            <pc:docMk/>
            <pc:sldMk cId="3574125206" sldId="272"/>
            <ac:spMk id="33" creationId="{593ACC25-C262-417A-8AA9-0641C772BDB6}"/>
          </ac:spMkLst>
        </pc:spChg>
        <pc:spChg chg="add">
          <ac:chgData name="" userId="aad049784041fbf2" providerId="LiveId" clId="{C5507CB1-B3A8-410C-BB35-745317AD9E53}" dt="2019-03-11T14:51:57.043" v="4179" actId="26606"/>
          <ac:spMkLst>
            <pc:docMk/>
            <pc:sldMk cId="3574125206" sldId="272"/>
            <ac:spMk id="35" creationId="{4E4490D0-3672-446A-AC12-B4830333BDDD}"/>
          </ac:spMkLst>
        </pc:spChg>
        <pc:spChg chg="add">
          <ac:chgData name="" userId="aad049784041fbf2" providerId="LiveId" clId="{C5507CB1-B3A8-410C-BB35-745317AD9E53}" dt="2019-03-11T14:51:57.043" v="4179" actId="26606"/>
          <ac:spMkLst>
            <pc:docMk/>
            <pc:sldMk cId="3574125206" sldId="272"/>
            <ac:spMk id="36" creationId="{39CB82C2-DF65-4EC1-8280-F201D50F570B}"/>
          </ac:spMkLst>
        </pc:spChg>
        <pc:spChg chg="add">
          <ac:chgData name="" userId="aad049784041fbf2" providerId="LiveId" clId="{C5507CB1-B3A8-410C-BB35-745317AD9E53}" dt="2019-03-11T14:51:57.043" v="4179" actId="26606"/>
          <ac:spMkLst>
            <pc:docMk/>
            <pc:sldMk cId="3574125206" sldId="272"/>
            <ac:spMk id="38" creationId="{EB1836F0-F9E0-4D93-9BDD-7EEC6EA05F7B}"/>
          </ac:spMkLst>
        </pc:spChg>
        <pc:spChg chg="add">
          <ac:chgData name="" userId="aad049784041fbf2" providerId="LiveId" clId="{C5507CB1-B3A8-410C-BB35-745317AD9E53}" dt="2019-03-11T14:51:57.043" v="4179" actId="26606"/>
          <ac:spMkLst>
            <pc:docMk/>
            <pc:sldMk cId="3574125206" sldId="272"/>
            <ac:spMk id="41" creationId="{6D2F28D1-82F9-40FE-935C-85ECF7660D2D}"/>
          </ac:spMkLst>
        </pc:spChg>
        <pc:spChg chg="add">
          <ac:chgData name="" userId="aad049784041fbf2" providerId="LiveId" clId="{C5507CB1-B3A8-410C-BB35-745317AD9E53}" dt="2019-03-11T14:51:57.043" v="4179" actId="26606"/>
          <ac:spMkLst>
            <pc:docMk/>
            <pc:sldMk cId="3574125206" sldId="272"/>
            <ac:spMk id="42" creationId="{4B670E93-2F53-48FC-AB6C-E99E22D17F31}"/>
          </ac:spMkLst>
        </pc:spChg>
        <pc:picChg chg="add del mod">
          <ac:chgData name="" userId="aad049784041fbf2" providerId="LiveId" clId="{C5507CB1-B3A8-410C-BB35-745317AD9E53}" dt="2019-03-11T14:44:32.477" v="3948"/>
          <ac:picMkLst>
            <pc:docMk/>
            <pc:sldMk cId="3574125206" sldId="272"/>
            <ac:picMk id="4" creationId="{E01CFCEB-E318-4FF5-A701-EED2E26B7641}"/>
          </ac:picMkLst>
        </pc:picChg>
        <pc:picChg chg="add del mod">
          <ac:chgData name="" userId="aad049784041fbf2" providerId="LiveId" clId="{C5507CB1-B3A8-410C-BB35-745317AD9E53}" dt="2019-03-11T14:51:57.043" v="4179" actId="26606"/>
          <ac:picMkLst>
            <pc:docMk/>
            <pc:sldMk cId="3574125206" sldId="272"/>
            <ac:picMk id="5" creationId="{E09FE840-A3F9-4981-9EB0-A45B4D4BBA00}"/>
          </ac:picMkLst>
        </pc:picChg>
        <pc:picChg chg="add del">
          <ac:chgData name="" userId="aad049784041fbf2" providerId="LiveId" clId="{C5507CB1-B3A8-410C-BB35-745317AD9E53}" dt="2019-03-11T14:51:55.112" v="4176" actId="26606"/>
          <ac:picMkLst>
            <pc:docMk/>
            <pc:sldMk cId="3574125206" sldId="272"/>
            <ac:picMk id="9" creationId="{E09FE840-A3F9-4981-9EB0-A45B4D4BBA00}"/>
          </ac:picMkLst>
        </pc:picChg>
        <pc:picChg chg="add del">
          <ac:chgData name="" userId="aad049784041fbf2" providerId="LiveId" clId="{C5507CB1-B3A8-410C-BB35-745317AD9E53}" dt="2019-03-11T14:51:56.865" v="4178" actId="26606"/>
          <ac:picMkLst>
            <pc:docMk/>
            <pc:sldMk cId="3574125206" sldId="272"/>
            <ac:picMk id="30" creationId="{E09FE840-A3F9-4981-9EB0-A45B4D4BBA00}"/>
          </ac:picMkLst>
        </pc:picChg>
        <pc:picChg chg="add mod">
          <ac:chgData name="" userId="aad049784041fbf2" providerId="LiveId" clId="{C5507CB1-B3A8-410C-BB35-745317AD9E53}" dt="2019-03-11T14:52:14.946" v="4183" actId="14100"/>
          <ac:picMkLst>
            <pc:docMk/>
            <pc:sldMk cId="3574125206" sldId="272"/>
            <ac:picMk id="39" creationId="{E09FE840-A3F9-4981-9EB0-A45B4D4BBA00}"/>
          </ac:picMkLst>
        </pc:picChg>
        <pc:cxnChg chg="add del">
          <ac:chgData name="" userId="aad049784041fbf2" providerId="LiveId" clId="{C5507CB1-B3A8-410C-BB35-745317AD9E53}" dt="2019-03-11T14:51:55.112" v="4176" actId="26606"/>
          <ac:cxnSpMkLst>
            <pc:docMk/>
            <pc:sldMk cId="3574125206" sldId="272"/>
            <ac:cxnSpMk id="16" creationId="{7E1D4427-852B-4B37-8E76-0E9F1810BA2A}"/>
          </ac:cxnSpMkLst>
        </pc:cxnChg>
        <pc:cxnChg chg="add del">
          <ac:chgData name="" userId="aad049784041fbf2" providerId="LiveId" clId="{C5507CB1-B3A8-410C-BB35-745317AD9E53}" dt="2019-03-11T14:51:55.112" v="4176" actId="26606"/>
          <ac:cxnSpMkLst>
            <pc:docMk/>
            <pc:sldMk cId="3574125206" sldId="272"/>
            <ac:cxnSpMk id="20" creationId="{7A49EFD3-A806-4D59-99F1-AA9AFAE4EF71}"/>
          </ac:cxnSpMkLst>
        </pc:cxnChg>
        <pc:cxnChg chg="add del">
          <ac:chgData name="" userId="aad049784041fbf2" providerId="LiveId" clId="{C5507CB1-B3A8-410C-BB35-745317AD9E53}" dt="2019-03-11T14:51:56.865" v="4178" actId="26606"/>
          <ac:cxnSpMkLst>
            <pc:docMk/>
            <pc:sldMk cId="3574125206" sldId="272"/>
            <ac:cxnSpMk id="28" creationId="{7E1D4427-852B-4B37-8E76-0E9F1810BA2A}"/>
          </ac:cxnSpMkLst>
        </pc:cxnChg>
        <pc:cxnChg chg="add del">
          <ac:chgData name="" userId="aad049784041fbf2" providerId="LiveId" clId="{C5507CB1-B3A8-410C-BB35-745317AD9E53}" dt="2019-03-11T14:51:56.865" v="4178" actId="26606"/>
          <ac:cxnSpMkLst>
            <pc:docMk/>
            <pc:sldMk cId="3574125206" sldId="272"/>
            <ac:cxnSpMk id="31" creationId="{5C6A2BAE-B461-4B55-8E1F-0722ABDD1393}"/>
          </ac:cxnSpMkLst>
        </pc:cxnChg>
        <pc:cxnChg chg="add">
          <ac:chgData name="" userId="aad049784041fbf2" providerId="LiveId" clId="{C5507CB1-B3A8-410C-BB35-745317AD9E53}" dt="2019-03-11T14:51:57.043" v="4179" actId="26606"/>
          <ac:cxnSpMkLst>
            <pc:docMk/>
            <pc:sldMk cId="3574125206" sldId="272"/>
            <ac:cxnSpMk id="37" creationId="{7E1D4427-852B-4B37-8E76-0E9F1810BA2A}"/>
          </ac:cxnSpMkLst>
        </pc:cxnChg>
        <pc:cxnChg chg="add">
          <ac:chgData name="" userId="aad049784041fbf2" providerId="LiveId" clId="{C5507CB1-B3A8-410C-BB35-745317AD9E53}" dt="2019-03-11T14:51:57.043" v="4179" actId="26606"/>
          <ac:cxnSpMkLst>
            <pc:docMk/>
            <pc:sldMk cId="3574125206" sldId="272"/>
            <ac:cxnSpMk id="40" creationId="{7A49EFD3-A806-4D59-99F1-AA9AFAE4EF71}"/>
          </ac:cxnSpMkLst>
        </pc:cxnChg>
      </pc:sldChg>
      <pc:sldChg chg="addSp delSp modSp add del">
        <pc:chgData name="" userId="aad049784041fbf2" providerId="LiveId" clId="{C5507CB1-B3A8-410C-BB35-745317AD9E53}" dt="2019-03-11T16:05:42.782" v="5527" actId="2696"/>
        <pc:sldMkLst>
          <pc:docMk/>
          <pc:sldMk cId="1902469022" sldId="273"/>
        </pc:sldMkLst>
        <pc:spChg chg="del">
          <ac:chgData name="" userId="aad049784041fbf2" providerId="LiveId" clId="{C5507CB1-B3A8-410C-BB35-745317AD9E53}" dt="2019-03-11T15:31:14.609" v="4885" actId="478"/>
          <ac:spMkLst>
            <pc:docMk/>
            <pc:sldMk cId="1902469022" sldId="273"/>
            <ac:spMk id="2" creationId="{96A1E0B3-B698-4D65-A0C5-0825B9CBEBA4}"/>
          </ac:spMkLst>
        </pc:spChg>
        <pc:spChg chg="del">
          <ac:chgData name="" userId="aad049784041fbf2" providerId="LiveId" clId="{C5507CB1-B3A8-410C-BB35-745317AD9E53}" dt="2019-03-11T14:36:30.809" v="3929" actId="478"/>
          <ac:spMkLst>
            <pc:docMk/>
            <pc:sldMk cId="1902469022" sldId="273"/>
            <ac:spMk id="3" creationId="{264E8C28-424F-4183-BABF-BE8F4C8CDD1D}"/>
          </ac:spMkLst>
        </pc:spChg>
        <pc:picChg chg="add mod ord">
          <ac:chgData name="" userId="aad049784041fbf2" providerId="LiveId" clId="{C5507CB1-B3A8-410C-BB35-745317AD9E53}" dt="2019-03-11T15:28:09.019" v="4846" actId="170"/>
          <ac:picMkLst>
            <pc:docMk/>
            <pc:sldMk cId="1902469022" sldId="273"/>
            <ac:picMk id="4" creationId="{E5D6AB05-ABB4-4895-8A23-CE95B752C9CD}"/>
          </ac:picMkLst>
        </pc:picChg>
        <pc:picChg chg="add mod">
          <ac:chgData name="" userId="aad049784041fbf2" providerId="LiveId" clId="{C5507CB1-B3A8-410C-BB35-745317AD9E53}" dt="2019-03-11T15:28:04.403" v="4845" actId="1076"/>
          <ac:picMkLst>
            <pc:docMk/>
            <pc:sldMk cId="1902469022" sldId="273"/>
            <ac:picMk id="5" creationId="{11A72408-321E-42A2-853F-ABA070BCA950}"/>
          </ac:picMkLst>
        </pc:picChg>
        <pc:picChg chg="add mod">
          <ac:chgData name="" userId="aad049784041fbf2" providerId="LiveId" clId="{C5507CB1-B3A8-410C-BB35-745317AD9E53}" dt="2019-03-11T14:36:34.020" v="3930" actId="1076"/>
          <ac:picMkLst>
            <pc:docMk/>
            <pc:sldMk cId="1902469022" sldId="273"/>
            <ac:picMk id="6" creationId="{183F951D-AC90-43D3-9B4D-4AC105E8CBB6}"/>
          </ac:picMkLst>
        </pc:picChg>
        <pc:picChg chg="add mod">
          <ac:chgData name="" userId="aad049784041fbf2" providerId="LiveId" clId="{C5507CB1-B3A8-410C-BB35-745317AD9E53}" dt="2019-03-11T15:31:11.244" v="4884" actId="1076"/>
          <ac:picMkLst>
            <pc:docMk/>
            <pc:sldMk cId="1902469022" sldId="273"/>
            <ac:picMk id="7" creationId="{2159ED95-B07E-4513-8DA2-B36A16D3D507}"/>
          </ac:picMkLst>
        </pc:picChg>
        <pc:picChg chg="add mod">
          <ac:chgData name="" userId="aad049784041fbf2" providerId="LiveId" clId="{C5507CB1-B3A8-410C-BB35-745317AD9E53}" dt="2019-03-11T14:37:30.485" v="3935" actId="1076"/>
          <ac:picMkLst>
            <pc:docMk/>
            <pc:sldMk cId="1902469022" sldId="273"/>
            <ac:picMk id="8" creationId="{8B5D0F1A-11E2-49EA-8DB4-064584B95926}"/>
          </ac:picMkLst>
        </pc:picChg>
        <pc:picChg chg="add mod">
          <ac:chgData name="" userId="aad049784041fbf2" providerId="LiveId" clId="{C5507CB1-B3A8-410C-BB35-745317AD9E53}" dt="2019-03-11T14:37:58.277" v="3937" actId="1076"/>
          <ac:picMkLst>
            <pc:docMk/>
            <pc:sldMk cId="1902469022" sldId="273"/>
            <ac:picMk id="9" creationId="{23196FEC-3514-4816-8D0A-7B9DC5138C54}"/>
          </ac:picMkLst>
        </pc:picChg>
      </pc:sldChg>
      <pc:sldChg chg="addSp delSp modSp add mod setBg">
        <pc:chgData name="" userId="aad049784041fbf2" providerId="LiveId" clId="{C5507CB1-B3A8-410C-BB35-745317AD9E53}" dt="2019-03-11T16:05:11.520" v="5526" actId="14100"/>
        <pc:sldMkLst>
          <pc:docMk/>
          <pc:sldMk cId="798067439" sldId="274"/>
        </pc:sldMkLst>
        <pc:spChg chg="add del">
          <ac:chgData name="" userId="aad049784041fbf2" providerId="LiveId" clId="{C5507CB1-B3A8-410C-BB35-745317AD9E53}" dt="2019-03-11T16:01:10.943" v="5497" actId="26606"/>
          <ac:spMkLst>
            <pc:docMk/>
            <pc:sldMk cId="798067439" sldId="274"/>
            <ac:spMk id="2" creationId="{7678FEF4-6F42-4406-A910-352FA0BF6B2F}"/>
          </ac:spMkLst>
        </pc:spChg>
        <pc:spChg chg="add del">
          <ac:chgData name="" userId="aad049784041fbf2" providerId="LiveId" clId="{C5507CB1-B3A8-410C-BB35-745317AD9E53}" dt="2019-03-11T16:01:10.943" v="5497" actId="26606"/>
          <ac:spMkLst>
            <pc:docMk/>
            <pc:sldMk cId="798067439" sldId="274"/>
            <ac:spMk id="3" creationId="{A69ED0C5-F5DA-483B-AFF8-605527A233EE}"/>
          </ac:spMkLst>
        </pc:spChg>
        <pc:spChg chg="add del">
          <ac:chgData name="" userId="aad049784041fbf2" providerId="LiveId" clId="{C5507CB1-B3A8-410C-BB35-745317AD9E53}" dt="2019-03-11T16:01:08.672" v="5494" actId="26606"/>
          <ac:spMkLst>
            <pc:docMk/>
            <pc:sldMk cId="798067439" sldId="274"/>
            <ac:spMk id="10" creationId="{C2579DAE-C141-48DB-810E-C070C300819E}"/>
          </ac:spMkLst>
        </pc:spChg>
        <pc:spChg chg="add del">
          <ac:chgData name="" userId="aad049784041fbf2" providerId="LiveId" clId="{C5507CB1-B3A8-410C-BB35-745317AD9E53}" dt="2019-03-11T16:01:08.672" v="5494" actId="26606"/>
          <ac:spMkLst>
            <pc:docMk/>
            <pc:sldMk cId="798067439" sldId="274"/>
            <ac:spMk id="12" creationId="{02FD90C3-6350-4D5B-9738-6E94EDF30F74}"/>
          </ac:spMkLst>
        </pc:spChg>
        <pc:spChg chg="add del">
          <ac:chgData name="" userId="aad049784041fbf2" providerId="LiveId" clId="{C5507CB1-B3A8-410C-BB35-745317AD9E53}" dt="2019-03-11T16:01:08.672" v="5494" actId="26606"/>
          <ac:spMkLst>
            <pc:docMk/>
            <pc:sldMk cId="798067439" sldId="274"/>
            <ac:spMk id="14" creationId="{41497DE5-0939-4D1D-9350-0C5E1B209C68}"/>
          </ac:spMkLst>
        </pc:spChg>
        <pc:spChg chg="add del">
          <ac:chgData name="" userId="aad049784041fbf2" providerId="LiveId" clId="{C5507CB1-B3A8-410C-BB35-745317AD9E53}" dt="2019-03-11T16:01:08.672" v="5494" actId="26606"/>
          <ac:spMkLst>
            <pc:docMk/>
            <pc:sldMk cId="798067439" sldId="274"/>
            <ac:spMk id="16" creationId="{5CCC70ED-6C63-4537-B7EB-51990D6C0A6F}"/>
          </ac:spMkLst>
        </pc:spChg>
        <pc:spChg chg="add del">
          <ac:chgData name="" userId="aad049784041fbf2" providerId="LiveId" clId="{C5507CB1-B3A8-410C-BB35-745317AD9E53}" dt="2019-03-11T16:01:08.672" v="5494" actId="26606"/>
          <ac:spMkLst>
            <pc:docMk/>
            <pc:sldMk cId="798067439" sldId="274"/>
            <ac:spMk id="18" creationId="{B76E24C1-2968-40DC-A36E-F6B85F0F0752}"/>
          </ac:spMkLst>
        </pc:spChg>
        <pc:spChg chg="add del">
          <ac:chgData name="" userId="aad049784041fbf2" providerId="LiveId" clId="{C5507CB1-B3A8-410C-BB35-745317AD9E53}" dt="2019-03-11T16:01:10.596" v="5496" actId="26606"/>
          <ac:spMkLst>
            <pc:docMk/>
            <pc:sldMk cId="798067439" sldId="274"/>
            <ac:spMk id="20" creationId="{C2579DAE-C141-48DB-810E-C070C300819E}"/>
          </ac:spMkLst>
        </pc:spChg>
        <pc:spChg chg="add del">
          <ac:chgData name="" userId="aad049784041fbf2" providerId="LiveId" clId="{C5507CB1-B3A8-410C-BB35-745317AD9E53}" dt="2019-03-11T16:01:10.596" v="5496" actId="26606"/>
          <ac:spMkLst>
            <pc:docMk/>
            <pc:sldMk cId="798067439" sldId="274"/>
            <ac:spMk id="21" creationId="{02FD90C3-6350-4D5B-9738-6E94EDF30F74}"/>
          </ac:spMkLst>
        </pc:spChg>
        <pc:spChg chg="add del">
          <ac:chgData name="" userId="aad049784041fbf2" providerId="LiveId" clId="{C5507CB1-B3A8-410C-BB35-745317AD9E53}" dt="2019-03-11T16:01:50.165" v="5501" actId="26606"/>
          <ac:spMkLst>
            <pc:docMk/>
            <pc:sldMk cId="798067439" sldId="274"/>
            <ac:spMk id="24" creationId="{C2579DAE-C141-48DB-810E-C070C300819E}"/>
          </ac:spMkLst>
        </pc:spChg>
        <pc:spChg chg="add del">
          <ac:chgData name="" userId="aad049784041fbf2" providerId="LiveId" clId="{C5507CB1-B3A8-410C-BB35-745317AD9E53}" dt="2019-03-11T16:01:50.165" v="5501" actId="26606"/>
          <ac:spMkLst>
            <pc:docMk/>
            <pc:sldMk cId="798067439" sldId="274"/>
            <ac:spMk id="25" creationId="{02FD90C3-6350-4D5B-9738-6E94EDF30F74}"/>
          </ac:spMkLst>
        </pc:spChg>
        <pc:spChg chg="add del">
          <ac:chgData name="" userId="aad049784041fbf2" providerId="LiveId" clId="{C5507CB1-B3A8-410C-BB35-745317AD9E53}" dt="2019-03-11T16:01:50.165" v="5501" actId="26606"/>
          <ac:spMkLst>
            <pc:docMk/>
            <pc:sldMk cId="798067439" sldId="274"/>
            <ac:spMk id="26" creationId="{41497DE5-0939-4D1D-9350-0C5E1B209C68}"/>
          </ac:spMkLst>
        </pc:spChg>
        <pc:spChg chg="add del">
          <ac:chgData name="" userId="aad049784041fbf2" providerId="LiveId" clId="{C5507CB1-B3A8-410C-BB35-745317AD9E53}" dt="2019-03-11T16:01:50.165" v="5501" actId="26606"/>
          <ac:spMkLst>
            <pc:docMk/>
            <pc:sldMk cId="798067439" sldId="274"/>
            <ac:spMk id="27" creationId="{5CCC70ED-6C63-4537-B7EB-51990D6C0A6F}"/>
          </ac:spMkLst>
        </pc:spChg>
        <pc:spChg chg="add del">
          <ac:chgData name="" userId="aad049784041fbf2" providerId="LiveId" clId="{C5507CB1-B3A8-410C-BB35-745317AD9E53}" dt="2019-03-11T16:01:50.165" v="5501" actId="26606"/>
          <ac:spMkLst>
            <pc:docMk/>
            <pc:sldMk cId="798067439" sldId="274"/>
            <ac:spMk id="28" creationId="{B76E24C1-2968-40DC-A36E-F6B85F0F0752}"/>
          </ac:spMkLst>
        </pc:spChg>
        <pc:spChg chg="add del">
          <ac:chgData name="" userId="aad049784041fbf2" providerId="LiveId" clId="{C5507CB1-B3A8-410C-BB35-745317AD9E53}" dt="2019-03-11T16:01:50.144" v="5500" actId="26606"/>
          <ac:spMkLst>
            <pc:docMk/>
            <pc:sldMk cId="798067439" sldId="274"/>
            <ac:spMk id="34" creationId="{C2579DAE-C141-48DB-810E-C070C300819E}"/>
          </ac:spMkLst>
        </pc:spChg>
        <pc:spChg chg="add del">
          <ac:chgData name="" userId="aad049784041fbf2" providerId="LiveId" clId="{C5507CB1-B3A8-410C-BB35-745317AD9E53}" dt="2019-03-11T16:01:50.144" v="5500" actId="26606"/>
          <ac:spMkLst>
            <pc:docMk/>
            <pc:sldMk cId="798067439" sldId="274"/>
            <ac:spMk id="36" creationId="{02FD90C3-6350-4D5B-9738-6E94EDF30F74}"/>
          </ac:spMkLst>
        </pc:spChg>
        <pc:spChg chg="add del">
          <ac:chgData name="" userId="aad049784041fbf2" providerId="LiveId" clId="{C5507CB1-B3A8-410C-BB35-745317AD9E53}" dt="2019-03-11T16:01:50.144" v="5500" actId="26606"/>
          <ac:spMkLst>
            <pc:docMk/>
            <pc:sldMk cId="798067439" sldId="274"/>
            <ac:spMk id="38" creationId="{BCD2D517-BC35-4439-AC31-06DF764F25FC}"/>
          </ac:spMkLst>
        </pc:spChg>
        <pc:spChg chg="add del">
          <ac:chgData name="" userId="aad049784041fbf2" providerId="LiveId" clId="{C5507CB1-B3A8-410C-BB35-745317AD9E53}" dt="2019-03-11T16:01:50.144" v="5500" actId="26606"/>
          <ac:spMkLst>
            <pc:docMk/>
            <pc:sldMk cId="798067439" sldId="274"/>
            <ac:spMk id="40" creationId="{2DD3F846-0483-40F5-A881-0C1AD2A0CAD7}"/>
          </ac:spMkLst>
        </pc:spChg>
        <pc:spChg chg="add">
          <ac:chgData name="" userId="aad049784041fbf2" providerId="LiveId" clId="{C5507CB1-B3A8-410C-BB35-745317AD9E53}" dt="2019-03-11T16:01:50.165" v="5501" actId="26606"/>
          <ac:spMkLst>
            <pc:docMk/>
            <pc:sldMk cId="798067439" sldId="274"/>
            <ac:spMk id="42" creationId="{C2579DAE-C141-48DB-810E-C070C300819E}"/>
          </ac:spMkLst>
        </pc:spChg>
        <pc:spChg chg="add">
          <ac:chgData name="" userId="aad049784041fbf2" providerId="LiveId" clId="{C5507CB1-B3A8-410C-BB35-745317AD9E53}" dt="2019-03-11T16:01:50.165" v="5501" actId="26606"/>
          <ac:spMkLst>
            <pc:docMk/>
            <pc:sldMk cId="798067439" sldId="274"/>
            <ac:spMk id="43" creationId="{02FD90C3-6350-4D5B-9738-6E94EDF30F74}"/>
          </ac:spMkLst>
        </pc:spChg>
        <pc:spChg chg="add">
          <ac:chgData name="" userId="aad049784041fbf2" providerId="LiveId" clId="{C5507CB1-B3A8-410C-BB35-745317AD9E53}" dt="2019-03-11T16:01:50.165" v="5501" actId="26606"/>
          <ac:spMkLst>
            <pc:docMk/>
            <pc:sldMk cId="798067439" sldId="274"/>
            <ac:spMk id="44" creationId="{2C7211D9-E545-4D00-9874-641EC7C7BD85}"/>
          </ac:spMkLst>
        </pc:spChg>
        <pc:spChg chg="add">
          <ac:chgData name="" userId="aad049784041fbf2" providerId="LiveId" clId="{C5507CB1-B3A8-410C-BB35-745317AD9E53}" dt="2019-03-11T16:01:50.165" v="5501" actId="26606"/>
          <ac:spMkLst>
            <pc:docMk/>
            <pc:sldMk cId="798067439" sldId="274"/>
            <ac:spMk id="45" creationId="{5DBBC34A-8C43-4368-951E-A04EB7C00E32}"/>
          </ac:spMkLst>
        </pc:spChg>
        <pc:picChg chg="add del">
          <ac:chgData name="" userId="aad049784041fbf2" providerId="LiveId" clId="{C5507CB1-B3A8-410C-BB35-745317AD9E53}" dt="2019-03-11T16:01:10.943" v="5497" actId="26606"/>
          <ac:picMkLst>
            <pc:docMk/>
            <pc:sldMk cId="798067439" sldId="274"/>
            <ac:picMk id="4" creationId="{5ACA5AF6-2240-4173-A782-6DB7AE6701B1}"/>
          </ac:picMkLst>
        </pc:picChg>
        <pc:picChg chg="add del">
          <ac:chgData name="" userId="aad049784041fbf2" providerId="LiveId" clId="{C5507CB1-B3A8-410C-BB35-745317AD9E53}" dt="2019-03-11T16:01:08.672" v="5494" actId="26606"/>
          <ac:picMkLst>
            <pc:docMk/>
            <pc:sldMk cId="798067439" sldId="274"/>
            <ac:picMk id="7" creationId="{5ACA5AF6-2240-4173-A782-6DB7AE6701B1}"/>
          </ac:picMkLst>
        </pc:picChg>
        <pc:picChg chg="add del">
          <ac:chgData name="" userId="aad049784041fbf2" providerId="LiveId" clId="{C5507CB1-B3A8-410C-BB35-745317AD9E53}" dt="2019-03-11T16:01:10.596" v="5496" actId="26606"/>
          <ac:picMkLst>
            <pc:docMk/>
            <pc:sldMk cId="798067439" sldId="274"/>
            <ac:picMk id="22" creationId="{5ACA5AF6-2240-4173-A782-6DB7AE6701B1}"/>
          </ac:picMkLst>
        </pc:picChg>
        <pc:picChg chg="add mod ord modCrop">
          <ac:chgData name="" userId="aad049784041fbf2" providerId="LiveId" clId="{C5507CB1-B3A8-410C-BB35-745317AD9E53}" dt="2019-03-11T16:04:25.348" v="5520" actId="171"/>
          <ac:picMkLst>
            <pc:docMk/>
            <pc:sldMk cId="798067439" sldId="274"/>
            <ac:picMk id="29" creationId="{5ACA5AF6-2240-4173-A782-6DB7AE6701B1}"/>
          </ac:picMkLst>
        </pc:picChg>
        <pc:picChg chg="add mod modCrop">
          <ac:chgData name="" userId="aad049784041fbf2" providerId="LiveId" clId="{C5507CB1-B3A8-410C-BB35-745317AD9E53}" dt="2019-03-11T16:05:11.520" v="5526" actId="14100"/>
          <ac:picMkLst>
            <pc:docMk/>
            <pc:sldMk cId="798067439" sldId="274"/>
            <ac:picMk id="30" creationId="{F9C19036-7EE1-4F8C-86CA-B35059D2DCD0}"/>
          </ac:picMkLst>
        </pc:picChg>
      </pc:sldChg>
      <pc:sldChg chg="addSp delSp modSp add mod setBg">
        <pc:chgData name="" userId="aad049784041fbf2" providerId="LiveId" clId="{C5507CB1-B3A8-410C-BB35-745317AD9E53}" dt="2019-03-11T16:08:20.797" v="5587" actId="20577"/>
        <pc:sldMkLst>
          <pc:docMk/>
          <pc:sldMk cId="4083924405" sldId="275"/>
        </pc:sldMkLst>
        <pc:spChg chg="del mod">
          <ac:chgData name="" userId="aad049784041fbf2" providerId="LiveId" clId="{C5507CB1-B3A8-410C-BB35-745317AD9E53}" dt="2019-03-11T14:49:11.099" v="4141" actId="478"/>
          <ac:spMkLst>
            <pc:docMk/>
            <pc:sldMk cId="4083924405" sldId="275"/>
            <ac:spMk id="2" creationId="{5C379CA1-FA6D-4726-BFE1-D085845862ED}"/>
          </ac:spMkLst>
        </pc:spChg>
        <pc:spChg chg="mod ord">
          <ac:chgData name="" userId="aad049784041fbf2" providerId="LiveId" clId="{C5507CB1-B3A8-410C-BB35-745317AD9E53}" dt="2019-03-11T16:08:20.797" v="5587" actId="20577"/>
          <ac:spMkLst>
            <pc:docMk/>
            <pc:sldMk cId="4083924405" sldId="275"/>
            <ac:spMk id="3" creationId="{8175F06C-50A0-4134-881F-2DC041CD6D53}"/>
          </ac:spMkLst>
        </pc:spChg>
        <pc:spChg chg="add del">
          <ac:chgData name="" userId="aad049784041fbf2" providerId="LiveId" clId="{C5507CB1-B3A8-410C-BB35-745317AD9E53}" dt="2019-03-11T14:44:49.769" v="3952" actId="26606"/>
          <ac:spMkLst>
            <pc:docMk/>
            <pc:sldMk cId="4083924405" sldId="275"/>
            <ac:spMk id="9" creationId="{C33BF9DD-8A45-4EEE-B231-0A14D322E5F9}"/>
          </ac:spMkLst>
        </pc:spChg>
        <pc:spChg chg="add del">
          <ac:chgData name="" userId="aad049784041fbf2" providerId="LiveId" clId="{C5507CB1-B3A8-410C-BB35-745317AD9E53}" dt="2019-03-11T14:44:49.769" v="3952" actId="26606"/>
          <ac:spMkLst>
            <pc:docMk/>
            <pc:sldMk cId="4083924405" sldId="275"/>
            <ac:spMk id="13" creationId="{D5FBCAC9-BD8B-4F3B-AD74-EF37D4211349}"/>
          </ac:spMkLst>
        </pc:spChg>
        <pc:spChg chg="add del">
          <ac:chgData name="" userId="aad049784041fbf2" providerId="LiveId" clId="{C5507CB1-B3A8-410C-BB35-745317AD9E53}" dt="2019-03-11T14:44:49.769" v="3952" actId="26606"/>
          <ac:spMkLst>
            <pc:docMk/>
            <pc:sldMk cId="4083924405" sldId="275"/>
            <ac:spMk id="15" creationId="{9556C5A8-AD7E-4CE7-87BE-9EA3B5E1786F}"/>
          </ac:spMkLst>
        </pc:spChg>
        <pc:spChg chg="add del">
          <ac:chgData name="" userId="aad049784041fbf2" providerId="LiveId" clId="{C5507CB1-B3A8-410C-BB35-745317AD9E53}" dt="2019-03-11T14:44:51.503" v="3954" actId="26606"/>
          <ac:spMkLst>
            <pc:docMk/>
            <pc:sldMk cId="4083924405" sldId="275"/>
            <ac:spMk id="17" creationId="{52ABB703-2B0E-4C3B-B4A2-F3973548E561}"/>
          </ac:spMkLst>
        </pc:spChg>
        <pc:spChg chg="add del">
          <ac:chgData name="" userId="aad049784041fbf2" providerId="LiveId" clId="{C5507CB1-B3A8-410C-BB35-745317AD9E53}" dt="2019-03-11T14:44:51.503" v="3954" actId="26606"/>
          <ac:spMkLst>
            <pc:docMk/>
            <pc:sldMk cId="4083924405" sldId="275"/>
            <ac:spMk id="19" creationId="{E95DA498-D9A2-4DA9-B9DA-B3776E08CF7E}"/>
          </ac:spMkLst>
        </pc:spChg>
        <pc:spChg chg="add del">
          <ac:chgData name="" userId="aad049784041fbf2" providerId="LiveId" clId="{C5507CB1-B3A8-410C-BB35-745317AD9E53}" dt="2019-03-11T14:44:51.503" v="3954" actId="26606"/>
          <ac:spMkLst>
            <pc:docMk/>
            <pc:sldMk cId="4083924405" sldId="275"/>
            <ac:spMk id="20" creationId="{82A73093-4B9D-420D-B17E-52293703A1D4}"/>
          </ac:spMkLst>
        </pc:spChg>
        <pc:spChg chg="add del">
          <ac:chgData name="" userId="aad049784041fbf2" providerId="LiveId" clId="{C5507CB1-B3A8-410C-BB35-745317AD9E53}" dt="2019-03-11T14:50:05.777" v="4152" actId="26606"/>
          <ac:spMkLst>
            <pc:docMk/>
            <pc:sldMk cId="4083924405" sldId="275"/>
            <ac:spMk id="22" creationId="{C33BF9DD-8A45-4EEE-B231-0A14D322E5F9}"/>
          </ac:spMkLst>
        </pc:spChg>
        <pc:spChg chg="add del">
          <ac:chgData name="" userId="aad049784041fbf2" providerId="LiveId" clId="{C5507CB1-B3A8-410C-BB35-745317AD9E53}" dt="2019-03-11T14:50:05.777" v="4152" actId="26606"/>
          <ac:spMkLst>
            <pc:docMk/>
            <pc:sldMk cId="4083924405" sldId="275"/>
            <ac:spMk id="24" creationId="{D5FBCAC9-BD8B-4F3B-AD74-EF37D4211349}"/>
          </ac:spMkLst>
        </pc:spChg>
        <pc:spChg chg="add del">
          <ac:chgData name="" userId="aad049784041fbf2" providerId="LiveId" clId="{C5507CB1-B3A8-410C-BB35-745317AD9E53}" dt="2019-03-11T14:50:05.777" v="4152" actId="26606"/>
          <ac:spMkLst>
            <pc:docMk/>
            <pc:sldMk cId="4083924405" sldId="275"/>
            <ac:spMk id="25" creationId="{9556C5A8-AD7E-4CE7-87BE-9EA3B5E1786F}"/>
          </ac:spMkLst>
        </pc:spChg>
        <pc:spChg chg="add">
          <ac:chgData name="" userId="aad049784041fbf2" providerId="LiveId" clId="{C5507CB1-B3A8-410C-BB35-745317AD9E53}" dt="2019-03-11T14:50:05.777" v="4152" actId="26606"/>
          <ac:spMkLst>
            <pc:docMk/>
            <pc:sldMk cId="4083924405" sldId="275"/>
            <ac:spMk id="30" creationId="{284B70D5-875B-433D-BDBD-1522A85D6C1D}"/>
          </ac:spMkLst>
        </pc:spChg>
        <pc:spChg chg="add">
          <ac:chgData name="" userId="aad049784041fbf2" providerId="LiveId" clId="{C5507CB1-B3A8-410C-BB35-745317AD9E53}" dt="2019-03-11T14:50:05.777" v="4152" actId="26606"/>
          <ac:spMkLst>
            <pc:docMk/>
            <pc:sldMk cId="4083924405" sldId="275"/>
            <ac:spMk id="34" creationId="{1E299956-A9E7-4FC1-A0B1-D590CA9730E8}"/>
          </ac:spMkLst>
        </pc:spChg>
        <pc:spChg chg="add">
          <ac:chgData name="" userId="aad049784041fbf2" providerId="LiveId" clId="{C5507CB1-B3A8-410C-BB35-745317AD9E53}" dt="2019-03-11T14:50:05.777" v="4152" actId="26606"/>
          <ac:spMkLst>
            <pc:docMk/>
            <pc:sldMk cId="4083924405" sldId="275"/>
            <ac:spMk id="36" creationId="{17FC539C-B783-4B03-9F9E-D13430F3F64F}"/>
          </ac:spMkLst>
        </pc:spChg>
        <pc:picChg chg="add mod">
          <ac:chgData name="" userId="aad049784041fbf2" providerId="LiveId" clId="{C5507CB1-B3A8-410C-BB35-745317AD9E53}" dt="2019-03-11T14:50:18.816" v="4157" actId="1076"/>
          <ac:picMkLst>
            <pc:docMk/>
            <pc:sldMk cId="4083924405" sldId="275"/>
            <ac:picMk id="4" creationId="{059B8AD9-1E21-4683-B364-0EF1D06DD007}"/>
          </ac:picMkLst>
        </pc:picChg>
        <pc:cxnChg chg="add del">
          <ac:chgData name="" userId="aad049784041fbf2" providerId="LiveId" clId="{C5507CB1-B3A8-410C-BB35-745317AD9E53}" dt="2019-03-11T14:44:49.769" v="3952" actId="26606"/>
          <ac:cxnSpMkLst>
            <pc:docMk/>
            <pc:sldMk cId="4083924405" sldId="275"/>
            <ac:cxnSpMk id="11" creationId="{9020DCC9-F851-4562-BB20-1AB3C51BFD08}"/>
          </ac:cxnSpMkLst>
        </pc:cxnChg>
        <pc:cxnChg chg="add del">
          <ac:chgData name="" userId="aad049784041fbf2" providerId="LiveId" clId="{C5507CB1-B3A8-410C-BB35-745317AD9E53}" dt="2019-03-11T14:44:51.503" v="3954" actId="26606"/>
          <ac:cxnSpMkLst>
            <pc:docMk/>
            <pc:sldMk cId="4083924405" sldId="275"/>
            <ac:cxnSpMk id="18" creationId="{9C21570E-E159-49A6-9891-FA397B7A92D3}"/>
          </ac:cxnSpMkLst>
        </pc:cxnChg>
        <pc:cxnChg chg="add del">
          <ac:chgData name="" userId="aad049784041fbf2" providerId="LiveId" clId="{C5507CB1-B3A8-410C-BB35-745317AD9E53}" dt="2019-03-11T14:50:05.777" v="4152" actId="26606"/>
          <ac:cxnSpMkLst>
            <pc:docMk/>
            <pc:sldMk cId="4083924405" sldId="275"/>
            <ac:cxnSpMk id="23" creationId="{9020DCC9-F851-4562-BB20-1AB3C51BFD08}"/>
          </ac:cxnSpMkLst>
        </pc:cxnChg>
        <pc:cxnChg chg="add">
          <ac:chgData name="" userId="aad049784041fbf2" providerId="LiveId" clId="{C5507CB1-B3A8-410C-BB35-745317AD9E53}" dt="2019-03-11T14:50:05.777" v="4152" actId="26606"/>
          <ac:cxnSpMkLst>
            <pc:docMk/>
            <pc:sldMk cId="4083924405" sldId="275"/>
            <ac:cxnSpMk id="32" creationId="{C947DF4A-614C-4B4C-8B80-E5B9D8E8CFED}"/>
          </ac:cxnSpMkLst>
        </pc:cxnChg>
      </pc:sldChg>
      <pc:sldChg chg="addSp modSp add">
        <pc:chgData name="" userId="aad049784041fbf2" providerId="LiveId" clId="{C5507CB1-B3A8-410C-BB35-745317AD9E53}" dt="2019-03-11T15:30:41.498" v="4870" actId="20577"/>
        <pc:sldMkLst>
          <pc:docMk/>
          <pc:sldMk cId="3698660001" sldId="276"/>
        </pc:sldMkLst>
        <pc:spChg chg="mod">
          <ac:chgData name="" userId="aad049784041fbf2" providerId="LiveId" clId="{C5507CB1-B3A8-410C-BB35-745317AD9E53}" dt="2019-03-11T15:27:39.055" v="4841" actId="108"/>
          <ac:spMkLst>
            <pc:docMk/>
            <pc:sldMk cId="3698660001" sldId="276"/>
            <ac:spMk id="2" creationId="{D4A01666-6FE7-4539-8D44-A11D1346984F}"/>
          </ac:spMkLst>
        </pc:spChg>
        <pc:spChg chg="mod">
          <ac:chgData name="" userId="aad049784041fbf2" providerId="LiveId" clId="{C5507CB1-B3A8-410C-BB35-745317AD9E53}" dt="2019-03-11T15:30:41.498" v="4870" actId="20577"/>
          <ac:spMkLst>
            <pc:docMk/>
            <pc:sldMk cId="3698660001" sldId="276"/>
            <ac:spMk id="3" creationId="{FE6955B7-1599-468F-BB5B-2DCCD8848CDD}"/>
          </ac:spMkLst>
        </pc:spChg>
        <pc:picChg chg="add mod">
          <ac:chgData name="" userId="aad049784041fbf2" providerId="LiveId" clId="{C5507CB1-B3A8-410C-BB35-745317AD9E53}" dt="2019-03-11T15:29:32.927" v="4853" actId="1076"/>
          <ac:picMkLst>
            <pc:docMk/>
            <pc:sldMk cId="3698660001" sldId="276"/>
            <ac:picMk id="4" creationId="{484C0E12-F354-49BC-9CFA-F30EA4AC9802}"/>
          </ac:picMkLst>
        </pc:picChg>
      </pc:sldChg>
      <pc:sldChg chg="addSp delSp modSp add">
        <pc:chgData name="" userId="aad049784041fbf2" providerId="LiveId" clId="{C5507CB1-B3A8-410C-BB35-745317AD9E53}" dt="2019-03-11T15:58:59.845" v="5473" actId="1076"/>
        <pc:sldMkLst>
          <pc:docMk/>
          <pc:sldMk cId="1092445943" sldId="277"/>
        </pc:sldMkLst>
        <pc:spChg chg="mod">
          <ac:chgData name="" userId="aad049784041fbf2" providerId="LiveId" clId="{C5507CB1-B3A8-410C-BB35-745317AD9E53}" dt="2019-03-11T15:50:26.740" v="5234" actId="108"/>
          <ac:spMkLst>
            <pc:docMk/>
            <pc:sldMk cId="1092445943" sldId="277"/>
            <ac:spMk id="2" creationId="{AFE2FDB6-17B4-4664-BDF6-FC597BD617E3}"/>
          </ac:spMkLst>
        </pc:spChg>
        <pc:spChg chg="mod">
          <ac:chgData name="" userId="aad049784041fbf2" providerId="LiveId" clId="{C5507CB1-B3A8-410C-BB35-745317AD9E53}" dt="2019-03-11T15:51:55.705" v="5251" actId="13900"/>
          <ac:spMkLst>
            <pc:docMk/>
            <pc:sldMk cId="1092445943" sldId="277"/>
            <ac:spMk id="3" creationId="{9BAC97DC-12D7-4C3B-B9CA-9CD399DC3743}"/>
          </ac:spMkLst>
        </pc:spChg>
        <pc:picChg chg="add del">
          <ac:chgData name="" userId="aad049784041fbf2" providerId="LiveId" clId="{C5507CB1-B3A8-410C-BB35-745317AD9E53}" dt="2019-03-11T15:38:31.907" v="4943"/>
          <ac:picMkLst>
            <pc:docMk/>
            <pc:sldMk cId="1092445943" sldId="277"/>
            <ac:picMk id="4" creationId="{E907B1BF-19CA-4CC7-972E-0B88A3A7BE44}"/>
          </ac:picMkLst>
        </pc:picChg>
        <pc:picChg chg="add mod">
          <ac:chgData name="" userId="aad049784041fbf2" providerId="LiveId" clId="{C5507CB1-B3A8-410C-BB35-745317AD9E53}" dt="2019-03-11T15:58:59.845" v="5473" actId="1076"/>
          <ac:picMkLst>
            <pc:docMk/>
            <pc:sldMk cId="1092445943" sldId="277"/>
            <ac:picMk id="5" creationId="{5247228D-E8EA-4B50-9411-9C51780E490D}"/>
          </ac:picMkLst>
        </pc:picChg>
      </pc:sldChg>
      <pc:sldChg chg="addSp delSp modSp add">
        <pc:chgData name="" userId="aad049784041fbf2" providerId="LiveId" clId="{C5507CB1-B3A8-410C-BB35-745317AD9E53}" dt="2019-03-11T15:34:10.071" v="4938" actId="14100"/>
        <pc:sldMkLst>
          <pc:docMk/>
          <pc:sldMk cId="1607185536" sldId="278"/>
        </pc:sldMkLst>
        <pc:spChg chg="mod">
          <ac:chgData name="" userId="aad049784041fbf2" providerId="LiveId" clId="{C5507CB1-B3A8-410C-BB35-745317AD9E53}" dt="2019-03-11T15:33:25.623" v="4932" actId="108"/>
          <ac:spMkLst>
            <pc:docMk/>
            <pc:sldMk cId="1607185536" sldId="278"/>
            <ac:spMk id="2" creationId="{95D61B20-B14C-40CA-9573-1194C5A42A4A}"/>
          </ac:spMkLst>
        </pc:spChg>
        <pc:spChg chg="del">
          <ac:chgData name="" userId="aad049784041fbf2" providerId="LiveId" clId="{C5507CB1-B3A8-410C-BB35-745317AD9E53}" dt="2019-03-11T15:33:38.881" v="4933" actId="931"/>
          <ac:spMkLst>
            <pc:docMk/>
            <pc:sldMk cId="1607185536" sldId="278"/>
            <ac:spMk id="3" creationId="{E43ABBD8-5EEB-4C20-8687-68BD31236BFB}"/>
          </ac:spMkLst>
        </pc:spChg>
        <pc:picChg chg="add del mod">
          <ac:chgData name="" userId="aad049784041fbf2" providerId="LiveId" clId="{C5507CB1-B3A8-410C-BB35-745317AD9E53}" dt="2019-03-11T15:32:32.834" v="4901" actId="478"/>
          <ac:picMkLst>
            <pc:docMk/>
            <pc:sldMk cId="1607185536" sldId="278"/>
            <ac:picMk id="4" creationId="{20B06964-27B4-4258-BEFF-451B11F14AA5}"/>
          </ac:picMkLst>
        </pc:picChg>
        <pc:picChg chg="add mod modCrop">
          <ac:chgData name="" userId="aad049784041fbf2" providerId="LiveId" clId="{C5507CB1-B3A8-410C-BB35-745317AD9E53}" dt="2019-03-11T15:34:10.071" v="4938" actId="14100"/>
          <ac:picMkLst>
            <pc:docMk/>
            <pc:sldMk cId="1607185536" sldId="278"/>
            <ac:picMk id="6" creationId="{64DD8648-8490-4A77-A561-76AB38A61EB1}"/>
          </ac:picMkLst>
        </pc:picChg>
      </pc:sldChg>
      <pc:sldChg chg="addSp modSp add mod setBg">
        <pc:chgData name="" userId="aad049784041fbf2" providerId="LiveId" clId="{C5507CB1-B3A8-410C-BB35-745317AD9E53}" dt="2019-03-11T16:00:29.525" v="5491" actId="13900"/>
        <pc:sldMkLst>
          <pc:docMk/>
          <pc:sldMk cId="1751021369" sldId="279"/>
        </pc:sldMkLst>
        <pc:spChg chg="mod">
          <ac:chgData name="" userId="aad049784041fbf2" providerId="LiveId" clId="{C5507CB1-B3A8-410C-BB35-745317AD9E53}" dt="2019-03-11T15:59:49.911" v="5478" actId="108"/>
          <ac:spMkLst>
            <pc:docMk/>
            <pc:sldMk cId="1751021369" sldId="279"/>
            <ac:spMk id="2" creationId="{A25D0681-5E0D-4BBE-AEA3-9DFAD1C834D9}"/>
          </ac:spMkLst>
        </pc:spChg>
        <pc:spChg chg="mod ord">
          <ac:chgData name="" userId="aad049784041fbf2" providerId="LiveId" clId="{C5507CB1-B3A8-410C-BB35-745317AD9E53}" dt="2019-03-11T16:00:29.525" v="5491" actId="13900"/>
          <ac:spMkLst>
            <pc:docMk/>
            <pc:sldMk cId="1751021369" sldId="279"/>
            <ac:spMk id="3" creationId="{DCFBD32F-C02F-4CBC-A6B5-9BD01F56E937}"/>
          </ac:spMkLst>
        </pc:spChg>
        <pc:spChg chg="add">
          <ac:chgData name="" userId="aad049784041fbf2" providerId="LiveId" clId="{C5507CB1-B3A8-410C-BB35-745317AD9E53}" dt="2019-03-11T15:58:36.995" v="5470" actId="26606"/>
          <ac:spMkLst>
            <pc:docMk/>
            <pc:sldMk cId="1751021369" sldId="279"/>
            <ac:spMk id="9" creationId="{C33BF9DD-8A45-4EEE-B231-0A14D322E5F9}"/>
          </ac:spMkLst>
        </pc:spChg>
        <pc:spChg chg="add">
          <ac:chgData name="" userId="aad049784041fbf2" providerId="LiveId" clId="{C5507CB1-B3A8-410C-BB35-745317AD9E53}" dt="2019-03-11T15:58:36.995" v="5470" actId="26606"/>
          <ac:spMkLst>
            <pc:docMk/>
            <pc:sldMk cId="1751021369" sldId="279"/>
            <ac:spMk id="13" creationId="{D5FBCAC9-BD8B-4F3B-AD74-EF37D4211349}"/>
          </ac:spMkLst>
        </pc:spChg>
        <pc:spChg chg="add">
          <ac:chgData name="" userId="aad049784041fbf2" providerId="LiveId" clId="{C5507CB1-B3A8-410C-BB35-745317AD9E53}" dt="2019-03-11T15:58:36.995" v="5470" actId="26606"/>
          <ac:spMkLst>
            <pc:docMk/>
            <pc:sldMk cId="1751021369" sldId="279"/>
            <ac:spMk id="15" creationId="{9556C5A8-AD7E-4CE7-87BE-9EA3B5E1786F}"/>
          </ac:spMkLst>
        </pc:spChg>
        <pc:picChg chg="add mod">
          <ac:chgData name="" userId="aad049784041fbf2" providerId="LiveId" clId="{C5507CB1-B3A8-410C-BB35-745317AD9E53}" dt="2019-03-11T15:58:36.995" v="5470" actId="26606"/>
          <ac:picMkLst>
            <pc:docMk/>
            <pc:sldMk cId="1751021369" sldId="279"/>
            <ac:picMk id="4" creationId="{B052392D-FDBC-4C90-801B-33AA9975E18E}"/>
          </ac:picMkLst>
        </pc:picChg>
        <pc:cxnChg chg="add">
          <ac:chgData name="" userId="aad049784041fbf2" providerId="LiveId" clId="{C5507CB1-B3A8-410C-BB35-745317AD9E53}" dt="2019-03-11T15:58:36.995" v="5470" actId="26606"/>
          <ac:cxnSpMkLst>
            <pc:docMk/>
            <pc:sldMk cId="1751021369" sldId="279"/>
            <ac:cxnSpMk id="11" creationId="{9020DCC9-F851-4562-BB20-1AB3C51BFD08}"/>
          </ac:cxnSpMkLst>
        </pc:cxnChg>
      </pc:sldChg>
      <pc:sldChg chg="addSp add del">
        <pc:chgData name="" userId="aad049784041fbf2" providerId="LiveId" clId="{C5507CB1-B3A8-410C-BB35-745317AD9E53}" dt="2019-03-11T16:05:48.258" v="5528" actId="2696"/>
        <pc:sldMkLst>
          <pc:docMk/>
          <pc:sldMk cId="2305728605" sldId="280"/>
        </pc:sldMkLst>
        <pc:picChg chg="add">
          <ac:chgData name="" userId="aad049784041fbf2" providerId="LiveId" clId="{C5507CB1-B3A8-410C-BB35-745317AD9E53}" dt="2019-03-11T16:02:05.825" v="5503"/>
          <ac:picMkLst>
            <pc:docMk/>
            <pc:sldMk cId="2305728605" sldId="280"/>
            <ac:picMk id="4" creationId="{7C2D4ABB-6363-4C16-A530-8A43661B67A1}"/>
          </ac:picMkLst>
        </pc:picChg>
      </pc:sldChg>
      <pc:sldChg chg="addSp modSp add">
        <pc:chgData name="" userId="aad049784041fbf2" providerId="LiveId" clId="{C5507CB1-B3A8-410C-BB35-745317AD9E53}" dt="2019-03-11T16:30:42.399" v="5898" actId="14100"/>
        <pc:sldMkLst>
          <pc:docMk/>
          <pc:sldMk cId="4173004112" sldId="280"/>
        </pc:sldMkLst>
        <pc:spChg chg="mod">
          <ac:chgData name="" userId="aad049784041fbf2" providerId="LiveId" clId="{C5507CB1-B3A8-410C-BB35-745317AD9E53}" dt="2019-03-11T16:06:30.038" v="5559" actId="108"/>
          <ac:spMkLst>
            <pc:docMk/>
            <pc:sldMk cId="4173004112" sldId="280"/>
            <ac:spMk id="2" creationId="{F4F52D11-55CC-4E3C-9C11-D2FE437E49AE}"/>
          </ac:spMkLst>
        </pc:spChg>
        <pc:spChg chg="mod">
          <ac:chgData name="" userId="aad049784041fbf2" providerId="LiveId" clId="{C5507CB1-B3A8-410C-BB35-745317AD9E53}" dt="2019-03-11T16:30:42.399" v="5898" actId="14100"/>
          <ac:spMkLst>
            <pc:docMk/>
            <pc:sldMk cId="4173004112" sldId="280"/>
            <ac:spMk id="3" creationId="{BFCE6703-9CF2-443E-B12F-413C103491F8}"/>
          </ac:spMkLst>
        </pc:spChg>
        <pc:picChg chg="add mod">
          <ac:chgData name="" userId="aad049784041fbf2" providerId="LiveId" clId="{C5507CB1-B3A8-410C-BB35-745317AD9E53}" dt="2019-03-11T16:30:26.686" v="5891" actId="14100"/>
          <ac:picMkLst>
            <pc:docMk/>
            <pc:sldMk cId="4173004112" sldId="280"/>
            <ac:picMk id="4" creationId="{9811B2D0-8B8D-45D1-A638-9AC4D8C8C2E7}"/>
          </ac:picMkLst>
        </pc:picChg>
      </pc:sldChg>
      <pc:sldChg chg="modSp add">
        <pc:chgData name="" userId="aad049784041fbf2" providerId="LiveId" clId="{C5507CB1-B3A8-410C-BB35-745317AD9E53}" dt="2019-03-11T17:10:23.574" v="6734" actId="20577"/>
        <pc:sldMkLst>
          <pc:docMk/>
          <pc:sldMk cId="1333859996" sldId="281"/>
        </pc:sldMkLst>
        <pc:spChg chg="mod">
          <ac:chgData name="" userId="aad049784041fbf2" providerId="LiveId" clId="{C5507CB1-B3A8-410C-BB35-745317AD9E53}" dt="2019-03-11T16:42:56.128" v="6468" actId="108"/>
          <ac:spMkLst>
            <pc:docMk/>
            <pc:sldMk cId="1333859996" sldId="281"/>
            <ac:spMk id="2" creationId="{DFC4DDCA-1A5B-405F-8039-B6D00EAF7CFD}"/>
          </ac:spMkLst>
        </pc:spChg>
        <pc:spChg chg="mod">
          <ac:chgData name="" userId="aad049784041fbf2" providerId="LiveId" clId="{C5507CB1-B3A8-410C-BB35-745317AD9E53}" dt="2019-03-11T17:10:23.574" v="6734" actId="20577"/>
          <ac:spMkLst>
            <pc:docMk/>
            <pc:sldMk cId="1333859996" sldId="281"/>
            <ac:spMk id="3" creationId="{E716412B-7730-47A9-AEF1-B8E2E52672DD}"/>
          </ac:spMkLst>
        </pc:spChg>
      </pc:sldChg>
      <pc:sldChg chg="addSp delSp modSp add mod setBg">
        <pc:chgData name="" userId="aad049784041fbf2" providerId="LiveId" clId="{C5507CB1-B3A8-410C-BB35-745317AD9E53}" dt="2019-03-11T16:47:36.217" v="6506" actId="207"/>
        <pc:sldMkLst>
          <pc:docMk/>
          <pc:sldMk cId="1670140602" sldId="282"/>
        </pc:sldMkLst>
        <pc:spChg chg="mod">
          <ac:chgData name="" userId="aad049784041fbf2" providerId="LiveId" clId="{C5507CB1-B3A8-410C-BB35-745317AD9E53}" dt="2019-03-11T16:46:50.699" v="6490" actId="14100"/>
          <ac:spMkLst>
            <pc:docMk/>
            <pc:sldMk cId="1670140602" sldId="282"/>
            <ac:spMk id="2" creationId="{C1C2645D-5AAE-4846-AE3C-FA18193094AB}"/>
          </ac:spMkLst>
        </pc:spChg>
        <pc:spChg chg="mod ord">
          <ac:chgData name="" userId="aad049784041fbf2" providerId="LiveId" clId="{C5507CB1-B3A8-410C-BB35-745317AD9E53}" dt="2019-03-11T16:47:36.217" v="6506" actId="207"/>
          <ac:spMkLst>
            <pc:docMk/>
            <pc:sldMk cId="1670140602" sldId="282"/>
            <ac:spMk id="3" creationId="{6B72F1F8-EC51-48C4-8620-F1B8DDF7ECDB}"/>
          </ac:spMkLst>
        </pc:spChg>
        <pc:spChg chg="add del">
          <ac:chgData name="" userId="aad049784041fbf2" providerId="LiveId" clId="{C5507CB1-B3A8-410C-BB35-745317AD9E53}" dt="2019-03-11T16:46:01.856" v="6479" actId="26606"/>
          <ac:spMkLst>
            <pc:docMk/>
            <pc:sldMk cId="1670140602" sldId="282"/>
            <ac:spMk id="10" creationId="{44CC594A-A820-450F-B363-C19201FCFEC6}"/>
          </ac:spMkLst>
        </pc:spChg>
        <pc:spChg chg="add del">
          <ac:chgData name="" userId="aad049784041fbf2" providerId="LiveId" clId="{C5507CB1-B3A8-410C-BB35-745317AD9E53}" dt="2019-03-11T16:46:01.856" v="6479" actId="26606"/>
          <ac:spMkLst>
            <pc:docMk/>
            <pc:sldMk cId="1670140602" sldId="282"/>
            <ac:spMk id="12" creationId="{59FAB3DA-E9ED-4574-ABCC-378BC0FF1BBC}"/>
          </ac:spMkLst>
        </pc:spChg>
        <pc:spChg chg="add del">
          <ac:chgData name="" userId="aad049784041fbf2" providerId="LiveId" clId="{C5507CB1-B3A8-410C-BB35-745317AD9E53}" dt="2019-03-11T16:46:01.856" v="6479" actId="26606"/>
          <ac:spMkLst>
            <pc:docMk/>
            <pc:sldMk cId="1670140602" sldId="282"/>
            <ac:spMk id="14" creationId="{53B8D6B0-55D6-48DC-86D8-FD95D5F118AB}"/>
          </ac:spMkLst>
        </pc:spChg>
        <pc:spChg chg="add del">
          <ac:chgData name="" userId="aad049784041fbf2" providerId="LiveId" clId="{C5507CB1-B3A8-410C-BB35-745317AD9E53}" dt="2019-03-11T16:46:10.121" v="6481" actId="26606"/>
          <ac:spMkLst>
            <pc:docMk/>
            <pc:sldMk cId="1670140602" sldId="282"/>
            <ac:spMk id="16" creationId="{FF2DA012-1414-493D-888F-5D99D0BDA322}"/>
          </ac:spMkLst>
        </pc:spChg>
        <pc:spChg chg="add del">
          <ac:chgData name="" userId="aad049784041fbf2" providerId="LiveId" clId="{C5507CB1-B3A8-410C-BB35-745317AD9E53}" dt="2019-03-11T16:46:10.121" v="6481" actId="26606"/>
          <ac:spMkLst>
            <pc:docMk/>
            <pc:sldMk cId="1670140602" sldId="282"/>
            <ac:spMk id="17" creationId="{10162E77-11AD-44A7-84EC-40C59EEFBD2E}"/>
          </ac:spMkLst>
        </pc:spChg>
        <pc:spChg chg="add del">
          <ac:chgData name="" userId="aad049784041fbf2" providerId="LiveId" clId="{C5507CB1-B3A8-410C-BB35-745317AD9E53}" dt="2019-03-11T16:46:10.121" v="6481" actId="26606"/>
          <ac:spMkLst>
            <pc:docMk/>
            <pc:sldMk cId="1670140602" sldId="282"/>
            <ac:spMk id="19" creationId="{6329CBCE-21AE-419D-AC1F-8ACF510A6670}"/>
          </ac:spMkLst>
        </pc:spChg>
        <pc:spChg chg="add">
          <ac:chgData name="" userId="aad049784041fbf2" providerId="LiveId" clId="{C5507CB1-B3A8-410C-BB35-745317AD9E53}" dt="2019-03-11T16:46:10.137" v="6482" actId="26606"/>
          <ac:spMkLst>
            <pc:docMk/>
            <pc:sldMk cId="1670140602" sldId="282"/>
            <ac:spMk id="21" creationId="{990D0034-F768-41E7-85D4-F38C4DE85770}"/>
          </ac:spMkLst>
        </pc:spChg>
        <pc:picChg chg="add mod">
          <ac:chgData name="" userId="aad049784041fbf2" providerId="LiveId" clId="{C5507CB1-B3A8-410C-BB35-745317AD9E53}" dt="2019-03-11T16:46:47.090" v="6489" actId="14100"/>
          <ac:picMkLst>
            <pc:docMk/>
            <pc:sldMk cId="1670140602" sldId="282"/>
            <ac:picMk id="5" creationId="{8EF27E4F-B00B-43F9-9942-ED4D2B3086FD}"/>
          </ac:picMkLst>
        </pc:picChg>
        <pc:cxnChg chg="add del">
          <ac:chgData name="" userId="aad049784041fbf2" providerId="LiveId" clId="{C5507CB1-B3A8-410C-BB35-745317AD9E53}" dt="2019-03-11T16:46:10.121" v="6481" actId="26606"/>
          <ac:cxnSpMkLst>
            <pc:docMk/>
            <pc:sldMk cId="1670140602" sldId="282"/>
            <ac:cxnSpMk id="18" creationId="{5AB158E9-1B40-4CD6-95F0-95CA11DF7B7A}"/>
          </ac:cxnSpMkLst>
        </pc:cxnChg>
        <pc:cxnChg chg="add">
          <ac:chgData name="" userId="aad049784041fbf2" providerId="LiveId" clId="{C5507CB1-B3A8-410C-BB35-745317AD9E53}" dt="2019-03-11T16:46:10.137" v="6482" actId="26606"/>
          <ac:cxnSpMkLst>
            <pc:docMk/>
            <pc:sldMk cId="1670140602" sldId="282"/>
            <ac:cxnSpMk id="22" creationId="{5A0A5CF6-407C-4691-8122-49DF69D0020D}"/>
          </ac:cxnSpMkLst>
        </pc:cxnChg>
      </pc:sldChg>
      <pc:sldChg chg="addSp delSp modSp add">
        <pc:chgData name="" userId="aad049784041fbf2" providerId="LiveId" clId="{C5507CB1-B3A8-410C-BB35-745317AD9E53}" dt="2019-03-11T16:52:27.303" v="6514" actId="14100"/>
        <pc:sldMkLst>
          <pc:docMk/>
          <pc:sldMk cId="327187576" sldId="283"/>
        </pc:sldMkLst>
        <pc:spChg chg="del">
          <ac:chgData name="" userId="aad049784041fbf2" providerId="LiveId" clId="{C5507CB1-B3A8-410C-BB35-745317AD9E53}" dt="2019-03-11T16:52:10.178" v="6509"/>
          <ac:spMkLst>
            <pc:docMk/>
            <pc:sldMk cId="327187576" sldId="283"/>
            <ac:spMk id="2" creationId="{0A3A84AD-FC2B-4E36-BFBD-B0D91810B7EC}"/>
          </ac:spMkLst>
        </pc:spChg>
        <pc:spChg chg="del">
          <ac:chgData name="" userId="aad049784041fbf2" providerId="LiveId" clId="{C5507CB1-B3A8-410C-BB35-745317AD9E53}" dt="2019-03-11T16:52:10.178" v="6509"/>
          <ac:spMkLst>
            <pc:docMk/>
            <pc:sldMk cId="327187576" sldId="283"/>
            <ac:spMk id="3" creationId="{EE9FF315-0CD6-441D-9615-C183D67AE1CE}"/>
          </ac:spMkLst>
        </pc:spChg>
        <pc:picChg chg="add mod">
          <ac:chgData name="" userId="aad049784041fbf2" providerId="LiveId" clId="{C5507CB1-B3A8-410C-BB35-745317AD9E53}" dt="2019-03-11T16:52:27.303" v="6514" actId="14100"/>
          <ac:picMkLst>
            <pc:docMk/>
            <pc:sldMk cId="327187576" sldId="283"/>
            <ac:picMk id="4" creationId="{26EB46B3-3E9D-4A42-8C32-26658A6B3646}"/>
          </ac:picMkLst>
        </pc:picChg>
      </pc:sldChg>
      <pc:sldChg chg="addSp modSp add mod setBg">
        <pc:chgData name="" userId="aad049784041fbf2" providerId="LiveId" clId="{C5507CB1-B3A8-410C-BB35-745317AD9E53}" dt="2019-03-11T17:08:57.391" v="6725" actId="14100"/>
        <pc:sldMkLst>
          <pc:docMk/>
          <pc:sldMk cId="3487998506" sldId="284"/>
        </pc:sldMkLst>
        <pc:spChg chg="add mod">
          <ac:chgData name="" userId="aad049784041fbf2" providerId="LiveId" clId="{C5507CB1-B3A8-410C-BB35-745317AD9E53}" dt="2019-03-11T17:04:02.442" v="6700" actId="403"/>
          <ac:spMkLst>
            <pc:docMk/>
            <pc:sldMk cId="3487998506" sldId="284"/>
            <ac:spMk id="2" creationId="{2E3E4F60-D667-491C-9014-6CB087029555}"/>
          </ac:spMkLst>
        </pc:spChg>
        <pc:spChg chg="add mod">
          <ac:chgData name="" userId="aad049784041fbf2" providerId="LiveId" clId="{C5507CB1-B3A8-410C-BB35-745317AD9E53}" dt="2019-03-11T17:08:53.012" v="6724" actId="1076"/>
          <ac:spMkLst>
            <pc:docMk/>
            <pc:sldMk cId="3487998506" sldId="284"/>
            <ac:spMk id="3" creationId="{A0B4BD14-0DF6-48D4-A72D-27BC9B79BB46}"/>
          </ac:spMkLst>
        </pc:spChg>
        <pc:spChg chg="add">
          <ac:chgData name="" userId="aad049784041fbf2" providerId="LiveId" clId="{C5507CB1-B3A8-410C-BB35-745317AD9E53}" dt="2019-03-11T17:00:39.536" v="6680" actId="26606"/>
          <ac:spMkLst>
            <pc:docMk/>
            <pc:sldMk cId="3487998506" sldId="284"/>
            <ac:spMk id="12" creationId="{CF6BB2E5-F5C5-4876-9282-B0246E035740}"/>
          </ac:spMkLst>
        </pc:spChg>
        <pc:spChg chg="add">
          <ac:chgData name="" userId="aad049784041fbf2" providerId="LiveId" clId="{C5507CB1-B3A8-410C-BB35-745317AD9E53}" dt="2019-03-11T17:00:39.536" v="6680" actId="26606"/>
          <ac:spMkLst>
            <pc:docMk/>
            <pc:sldMk cId="3487998506" sldId="284"/>
            <ac:spMk id="14" creationId="{6E53EAE7-3851-4CE7-BE81-EF90F19EF019}"/>
          </ac:spMkLst>
        </pc:spChg>
        <pc:spChg chg="add">
          <ac:chgData name="" userId="aad049784041fbf2" providerId="LiveId" clId="{C5507CB1-B3A8-410C-BB35-745317AD9E53}" dt="2019-03-11T17:00:39.536" v="6680" actId="26606"/>
          <ac:spMkLst>
            <pc:docMk/>
            <pc:sldMk cId="3487998506" sldId="284"/>
            <ac:spMk id="18" creationId="{C4D3E4EC-9CAC-455D-8511-5C0D0BEFCF19}"/>
          </ac:spMkLst>
        </pc:spChg>
        <pc:spChg chg="add">
          <ac:chgData name="" userId="aad049784041fbf2" providerId="LiveId" clId="{C5507CB1-B3A8-410C-BB35-745317AD9E53}" dt="2019-03-11T17:00:39.536" v="6680" actId="26606"/>
          <ac:spMkLst>
            <pc:docMk/>
            <pc:sldMk cId="3487998506" sldId="284"/>
            <ac:spMk id="20" creationId="{3DDF40A7-2316-4304-8880-2FA7451E932E}"/>
          </ac:spMkLst>
        </pc:spChg>
        <pc:spChg chg="add">
          <ac:chgData name="" userId="aad049784041fbf2" providerId="LiveId" clId="{C5507CB1-B3A8-410C-BB35-745317AD9E53}" dt="2019-03-11T17:00:39.536" v="6680" actId="26606"/>
          <ac:spMkLst>
            <pc:docMk/>
            <pc:sldMk cId="3487998506" sldId="284"/>
            <ac:spMk id="22" creationId="{44BD36A9-BAC7-415E-8DDB-4C743838F557}"/>
          </ac:spMkLst>
        </pc:spChg>
        <pc:picChg chg="add mod modCrop">
          <ac:chgData name="" userId="aad049784041fbf2" providerId="LiveId" clId="{C5507CB1-B3A8-410C-BB35-745317AD9E53}" dt="2019-03-11T17:01:37.242" v="6691" actId="14100"/>
          <ac:picMkLst>
            <pc:docMk/>
            <pc:sldMk cId="3487998506" sldId="284"/>
            <ac:picMk id="5" creationId="{03DD120D-29FD-4FFB-AFC4-F0238757CBBC}"/>
          </ac:picMkLst>
        </pc:picChg>
        <pc:picChg chg="add mod">
          <ac:chgData name="" userId="aad049784041fbf2" providerId="LiveId" clId="{C5507CB1-B3A8-410C-BB35-745317AD9E53}" dt="2019-03-11T17:08:57.391" v="6725" actId="14100"/>
          <ac:picMkLst>
            <pc:docMk/>
            <pc:sldMk cId="3487998506" sldId="284"/>
            <ac:picMk id="7" creationId="{9539E961-C45F-4225-B940-FCB31B11D686}"/>
          </ac:picMkLst>
        </pc:picChg>
        <pc:cxnChg chg="add">
          <ac:chgData name="" userId="aad049784041fbf2" providerId="LiveId" clId="{C5507CB1-B3A8-410C-BB35-745317AD9E53}" dt="2019-03-11T17:00:39.536" v="6680" actId="26606"/>
          <ac:cxnSpMkLst>
            <pc:docMk/>
            <pc:sldMk cId="3487998506" sldId="284"/>
            <ac:cxnSpMk id="16" creationId="{5C5EFB6A-0AF1-46B2-B103-4AA6C7B31025}"/>
          </ac:cxnSpMkLst>
        </pc:cxn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2_5">
  <dgm:title val=""/>
  <dgm:desc val=""/>
  <dgm:catLst>
    <dgm:cat type="accent2" pri="11500"/>
  </dgm:catLst>
  <dgm:styleLbl name="node0">
    <dgm:fillClrLst meth="cycle">
      <a:schemeClr val="accent2">
        <a:alpha val="80000"/>
      </a:schemeClr>
    </dgm:fillClrLst>
    <dgm:linClrLst meth="repeat">
      <a:schemeClr val="lt1"/>
    </dgm:linClrLst>
    <dgm:effectClrLst/>
    <dgm:txLinClrLst/>
    <dgm:txFillClrLst/>
    <dgm:txEffectClrLst/>
  </dgm:styleLbl>
  <dgm:styleLbl name="node1">
    <dgm:fillClrLst>
      <a:schemeClr val="accent2">
        <a:alpha val="90000"/>
      </a:schemeClr>
      <a:schemeClr val="accent2">
        <a:alpha val="50000"/>
      </a:schemeClr>
    </dgm:fillClrLst>
    <dgm:linClrLst meth="repeat">
      <a:schemeClr val="lt1"/>
    </dgm:linClrLst>
    <dgm:effectClrLst/>
    <dgm:txLinClrLst/>
    <dgm:txFillClrLst/>
    <dgm:txEffectClrLst/>
  </dgm:styleLbl>
  <dgm:styleLbl name="alignNode1">
    <dgm:fillClrLst>
      <a:schemeClr val="accent2">
        <a:alpha val="90000"/>
      </a:schemeClr>
      <a:schemeClr val="accent2">
        <a:alpha val="50000"/>
      </a:schemeClr>
    </dgm:fillClrLst>
    <dgm:linClrLst>
      <a:schemeClr val="accent2">
        <a:alpha val="90000"/>
      </a:schemeClr>
      <a:schemeClr val="accent2">
        <a:alpha val="50000"/>
      </a:schemeClr>
    </dgm:linClrLst>
    <dgm:effectClrLst/>
    <dgm:txLinClrLst/>
    <dgm:txFillClrLst/>
    <dgm:txEffectClrLst/>
  </dgm:styleLbl>
  <dgm:styleLbl name="lnNode1">
    <dgm:fillClrLst>
      <a:schemeClr val="accent2">
        <a:shade val="90000"/>
      </a:schemeClr>
      <a:schemeClr val="accent2">
        <a:alpha val="50000"/>
        <a:tint val="5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alpha val="20000"/>
      </a:schemeClr>
    </dgm:fillClrLst>
    <dgm:linClrLst meth="repeat">
      <a:schemeClr val="lt1"/>
    </dgm:linClrLst>
    <dgm:effectClrLst/>
    <dgm:txLinClrLst/>
    <dgm:txFillClrLst/>
    <dgm:txEffectClrLst/>
  </dgm:styleLbl>
  <dgm:styleLbl name="node2">
    <dgm:fillClrLst>
      <a:schemeClr val="accent2">
        <a:alpha val="70000"/>
      </a:schemeClr>
    </dgm:fillClrLst>
    <dgm:linClrLst meth="repeat">
      <a:schemeClr val="lt1"/>
    </dgm:linClrLst>
    <dgm:effectClrLst/>
    <dgm:txLinClrLst/>
    <dgm:txFillClrLst/>
    <dgm:txEffectClrLst/>
  </dgm:styleLbl>
  <dgm:styleLbl name="node3">
    <dgm:fillClrLst>
      <a:schemeClr val="accent2">
        <a:alpha val="50000"/>
      </a:schemeClr>
    </dgm:fillClrLst>
    <dgm:linClrLst meth="repeat">
      <a:schemeClr val="lt1"/>
    </dgm:linClrLst>
    <dgm:effectClrLst/>
    <dgm:txLinClrLst/>
    <dgm:txFillClrLst/>
    <dgm:txEffectClrLst/>
  </dgm:styleLbl>
  <dgm:styleLbl name="node4">
    <dgm:fillClrLst>
      <a:schemeClr val="accent2">
        <a:alpha val="30000"/>
      </a:schemeClr>
    </dgm:fillClrLst>
    <dgm:linClrLst meth="repeat">
      <a:schemeClr val="lt1"/>
    </dgm:linClrLst>
    <dgm:effectClrLst/>
    <dgm:txLinClrLst/>
    <dgm:txFillClrLst/>
    <dgm:txEffectClrLst/>
  </dgm:styleLbl>
  <dgm:styleLbl name="fgImgPlace1">
    <dgm:fillClrLst>
      <a:schemeClr val="accent2">
        <a:tint val="50000"/>
        <a:alpha val="90000"/>
      </a:schemeClr>
      <a:schemeClr val="accent2">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f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b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sibTrans1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alpha val="90000"/>
      </a:schemeClr>
    </dgm:fillClrLst>
    <dgm:linClrLst meth="repeat">
      <a:schemeClr val="lt1"/>
    </dgm:linClrLst>
    <dgm:effectClrLst/>
    <dgm:txLinClrLst/>
    <dgm:txFillClrLst/>
    <dgm:txEffectClrLst/>
  </dgm:styleLbl>
  <dgm:styleLbl name="asst1">
    <dgm:fillClrLst meth="repeat">
      <a:schemeClr val="accent2">
        <a:alpha val="90000"/>
      </a:schemeClr>
    </dgm:fillClrLst>
    <dgm:linClrLst meth="repeat">
      <a:schemeClr val="lt1"/>
    </dgm:linClrLst>
    <dgm:effectClrLst/>
    <dgm:txLinClrLst/>
    <dgm:txFillClrLst/>
    <dgm:txEffectClrLst/>
  </dgm:styleLbl>
  <dgm:styleLbl name="asst2">
    <dgm:fillClrLst>
      <a:schemeClr val="accent2">
        <a:alpha val="90000"/>
      </a:schemeClr>
    </dgm:fillClrLst>
    <dgm:linClrLst meth="repeat">
      <a:schemeClr val="lt1"/>
    </dgm:linClrLst>
    <dgm:effectClrLst/>
    <dgm:txLinClrLst/>
    <dgm:txFillClrLst/>
    <dgm:txEffectClrLst/>
  </dgm:styleLbl>
  <dgm:styleLbl name="asst3">
    <dgm:fillClrLst>
      <a:schemeClr val="accent2">
        <a:alpha val="70000"/>
      </a:schemeClr>
    </dgm:fillClrLst>
    <dgm:linClrLst meth="repeat">
      <a:schemeClr val="lt1"/>
    </dgm:linClrLst>
    <dgm:effectClrLst/>
    <dgm:txLinClrLst/>
    <dgm:txFillClrLst/>
    <dgm:txEffectClrLst/>
  </dgm:styleLbl>
  <dgm:styleLbl name="asst4">
    <dgm:fillClrLst>
      <a:schemeClr val="accent2">
        <a:alpha val="50000"/>
      </a:schemeClr>
    </dgm:fillClrLst>
    <dgm:linClrLst meth="repeat">
      <a:schemeClr val="lt1"/>
    </dgm:linClrLst>
    <dgm:effectClrLst/>
    <dgm:txLinClrLst/>
    <dgm:txFillClrLst/>
    <dgm:txEffectClrLst/>
  </dgm:styleLbl>
  <dgm:styleLbl name="parChTrans2D1">
    <dgm:fillClrLst meth="repeat">
      <a:schemeClr val="accent2">
        <a:shade val="8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a:schemeClr val="accent2">
        <a:alpha val="90000"/>
        <a:tint val="40000"/>
      </a:schemeClr>
      <a:schemeClr val="accent2">
        <a:alpha val="5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3C8D414-84A7-4196-BBD4-F2621800D21B}" type="doc">
      <dgm:prSet loTypeId="urn:microsoft.com/office/officeart/2008/layout/HorizontalMultiLevelHierarchy" loCatId="hierarchy" qsTypeId="urn:microsoft.com/office/officeart/2005/8/quickstyle/simple3" qsCatId="simple" csTypeId="urn:microsoft.com/office/officeart/2005/8/colors/accent2_5" csCatId="accent2" phldr="1"/>
      <dgm:spPr/>
      <dgm:t>
        <a:bodyPr/>
        <a:lstStyle/>
        <a:p>
          <a:endParaRPr lang="en-GB"/>
        </a:p>
      </dgm:t>
    </dgm:pt>
    <dgm:pt modelId="{D27AD6DA-3A52-48DA-A365-4D18DA872329}">
      <dgm:prSet phldrT="[Text]" custT="1"/>
      <dgm:spPr>
        <a:solidFill>
          <a:schemeClr val="accent2">
            <a:lumMod val="50000"/>
          </a:schemeClr>
        </a:solidFill>
      </dgm:spPr>
      <dgm:t>
        <a:bodyPr/>
        <a:lstStyle/>
        <a:p>
          <a:r>
            <a:rPr lang="en-GB" sz="2000" dirty="0">
              <a:solidFill>
                <a:schemeClr val="accent1">
                  <a:lumMod val="20000"/>
                  <a:lumOff val="80000"/>
                </a:schemeClr>
              </a:solidFill>
            </a:rPr>
            <a:t>Cells divide for many reasons. For example,</a:t>
          </a:r>
        </a:p>
      </dgm:t>
    </dgm:pt>
    <dgm:pt modelId="{FCFE6BD8-D64B-4C3B-85EF-79B399CE08F1}" type="parTrans" cxnId="{DDD93A0F-815D-4F17-8FBD-0A5649771E7A}">
      <dgm:prSet/>
      <dgm:spPr/>
      <dgm:t>
        <a:bodyPr/>
        <a:lstStyle/>
        <a:p>
          <a:endParaRPr lang="en-GB"/>
        </a:p>
      </dgm:t>
    </dgm:pt>
    <dgm:pt modelId="{560B0B30-DF9E-4A4B-BEF6-8E1787F334EE}" type="sibTrans" cxnId="{DDD93A0F-815D-4F17-8FBD-0A5649771E7A}">
      <dgm:prSet/>
      <dgm:spPr/>
      <dgm:t>
        <a:bodyPr/>
        <a:lstStyle/>
        <a:p>
          <a:endParaRPr lang="en-GB"/>
        </a:p>
      </dgm:t>
    </dgm:pt>
    <dgm:pt modelId="{16D4E57B-D7E8-4049-960F-2897A550A10F}">
      <dgm:prSet phldrT="[Text]" custT="1"/>
      <dgm:spPr/>
      <dgm:t>
        <a:bodyPr/>
        <a:lstStyle/>
        <a:p>
          <a:r>
            <a:rPr lang="en-GB" sz="1800" dirty="0">
              <a:solidFill>
                <a:schemeClr val="accent2">
                  <a:lumMod val="50000"/>
                </a:schemeClr>
              </a:solidFill>
            </a:rPr>
            <a:t>Mitosis</a:t>
          </a:r>
        </a:p>
      </dgm:t>
    </dgm:pt>
    <dgm:pt modelId="{CBBA3312-5E18-46DE-BD30-455A31C79ADD}" type="parTrans" cxnId="{063DFF02-6EE1-4122-8A7D-6770345A15BB}">
      <dgm:prSet custT="1"/>
      <dgm:spPr/>
      <dgm:t>
        <a:bodyPr/>
        <a:lstStyle/>
        <a:p>
          <a:endParaRPr lang="en-GB" sz="600">
            <a:solidFill>
              <a:schemeClr val="accent2">
                <a:lumMod val="50000"/>
              </a:schemeClr>
            </a:solidFill>
          </a:endParaRPr>
        </a:p>
      </dgm:t>
    </dgm:pt>
    <dgm:pt modelId="{E6936DF7-40BD-4FF7-9308-C16E7D973B54}" type="sibTrans" cxnId="{063DFF02-6EE1-4122-8A7D-6770345A15BB}">
      <dgm:prSet/>
      <dgm:spPr/>
      <dgm:t>
        <a:bodyPr/>
        <a:lstStyle/>
        <a:p>
          <a:endParaRPr lang="en-GB"/>
        </a:p>
      </dgm:t>
    </dgm:pt>
    <dgm:pt modelId="{F3D95B0B-F7DD-4E4F-BF71-739E64CFA669}">
      <dgm:prSet phldrT="[Text]" custT="1"/>
      <dgm:spPr/>
      <dgm:t>
        <a:bodyPr/>
        <a:lstStyle/>
        <a:p>
          <a:r>
            <a:rPr lang="en-GB" sz="1800" dirty="0">
              <a:solidFill>
                <a:schemeClr val="accent2">
                  <a:lumMod val="50000"/>
                </a:schemeClr>
              </a:solidFill>
            </a:rPr>
            <a:t>To renewal, repair, and replace old, dead, or damaged cells. </a:t>
          </a:r>
        </a:p>
      </dgm:t>
    </dgm:pt>
    <dgm:pt modelId="{BDBA9C2B-BD62-426D-B78B-04CDB3CC2332}" type="parTrans" cxnId="{24178C1C-5872-44E4-BEAB-8814ABC41C25}">
      <dgm:prSet custT="1"/>
      <dgm:spPr/>
      <dgm:t>
        <a:bodyPr/>
        <a:lstStyle/>
        <a:p>
          <a:endParaRPr lang="en-GB" sz="600">
            <a:solidFill>
              <a:schemeClr val="accent2">
                <a:lumMod val="50000"/>
              </a:schemeClr>
            </a:solidFill>
          </a:endParaRPr>
        </a:p>
      </dgm:t>
    </dgm:pt>
    <dgm:pt modelId="{642C71A2-25E7-4D15-B4AF-ABA179937CB7}" type="sibTrans" cxnId="{24178C1C-5872-44E4-BEAB-8814ABC41C25}">
      <dgm:prSet/>
      <dgm:spPr/>
      <dgm:t>
        <a:bodyPr/>
        <a:lstStyle/>
        <a:p>
          <a:endParaRPr lang="en-GB"/>
        </a:p>
      </dgm:t>
    </dgm:pt>
    <dgm:pt modelId="{A413B996-BAAA-418F-8C1B-8BA108191A1C}">
      <dgm:prSet phldrT="[Text]" custT="1"/>
      <dgm:spPr/>
      <dgm:t>
        <a:bodyPr/>
        <a:lstStyle/>
        <a:p>
          <a:r>
            <a:rPr lang="en-GB" sz="1800" dirty="0">
              <a:solidFill>
                <a:schemeClr val="accent2">
                  <a:lumMod val="50000"/>
                </a:schemeClr>
              </a:solidFill>
            </a:rPr>
            <a:t>For growth and development of multicellular organisms. </a:t>
          </a:r>
        </a:p>
      </dgm:t>
    </dgm:pt>
    <dgm:pt modelId="{A52021FE-5922-43C9-9421-4CCA3F44FC4F}" type="parTrans" cxnId="{D714055D-D6C7-4443-A1C3-68ACFA8CF6E3}">
      <dgm:prSet custT="1"/>
      <dgm:spPr/>
      <dgm:t>
        <a:bodyPr/>
        <a:lstStyle/>
        <a:p>
          <a:endParaRPr lang="en-GB" sz="600">
            <a:solidFill>
              <a:schemeClr val="accent2">
                <a:lumMod val="50000"/>
              </a:schemeClr>
            </a:solidFill>
          </a:endParaRPr>
        </a:p>
      </dgm:t>
    </dgm:pt>
    <dgm:pt modelId="{8691A3F9-310D-474A-AABF-0C5ADA834442}" type="sibTrans" cxnId="{D714055D-D6C7-4443-A1C3-68ACFA8CF6E3}">
      <dgm:prSet/>
      <dgm:spPr/>
      <dgm:t>
        <a:bodyPr/>
        <a:lstStyle/>
        <a:p>
          <a:endParaRPr lang="en-GB"/>
        </a:p>
      </dgm:t>
    </dgm:pt>
    <dgm:pt modelId="{1EEDD981-CDC0-4B3A-9BA2-96C337327905}">
      <dgm:prSet phldrT="[Text]" custT="1"/>
      <dgm:spPr/>
      <dgm:t>
        <a:bodyPr/>
        <a:lstStyle/>
        <a:p>
          <a:r>
            <a:rPr lang="en-GB" sz="1800" dirty="0">
              <a:solidFill>
                <a:schemeClr val="accent2">
                  <a:lumMod val="50000"/>
                </a:schemeClr>
              </a:solidFill>
            </a:rPr>
            <a:t>Meiosis</a:t>
          </a:r>
        </a:p>
      </dgm:t>
    </dgm:pt>
    <dgm:pt modelId="{091FAA75-EED8-4017-880C-C63821643AFC}" type="parTrans" cxnId="{E5CDD95E-73C9-4A77-B64E-6B28441B714E}">
      <dgm:prSet custT="1"/>
      <dgm:spPr/>
      <dgm:t>
        <a:bodyPr/>
        <a:lstStyle/>
        <a:p>
          <a:endParaRPr lang="en-GB" sz="600">
            <a:solidFill>
              <a:schemeClr val="accent2">
                <a:lumMod val="50000"/>
              </a:schemeClr>
            </a:solidFill>
          </a:endParaRPr>
        </a:p>
      </dgm:t>
    </dgm:pt>
    <dgm:pt modelId="{D7BBA01B-4900-4A5F-AC56-3F98A080D49A}" type="sibTrans" cxnId="{E5CDD95E-73C9-4A77-B64E-6B28441B714E}">
      <dgm:prSet/>
      <dgm:spPr/>
      <dgm:t>
        <a:bodyPr/>
        <a:lstStyle/>
        <a:p>
          <a:endParaRPr lang="en-GB"/>
        </a:p>
      </dgm:t>
    </dgm:pt>
    <dgm:pt modelId="{428E7BD6-078F-4D00-92EC-9A117CA922CE}">
      <dgm:prSet phldrT="[Text]" custT="1"/>
      <dgm:spPr/>
      <dgm:t>
        <a:bodyPr/>
        <a:lstStyle/>
        <a:p>
          <a:r>
            <a:rPr lang="en-GB" sz="1800" dirty="0">
              <a:solidFill>
                <a:schemeClr val="accent2">
                  <a:lumMod val="50000"/>
                </a:schemeClr>
              </a:solidFill>
            </a:rPr>
            <a:t>To have genetic diversity in all sexually reproducing organisms.</a:t>
          </a:r>
        </a:p>
      </dgm:t>
    </dgm:pt>
    <dgm:pt modelId="{AC78D00D-FBCE-4D5C-AEA4-25B361EF9607}" type="parTrans" cxnId="{8C762C9E-20BE-4C94-B098-1EBC64C9E2AD}">
      <dgm:prSet custT="1"/>
      <dgm:spPr/>
      <dgm:t>
        <a:bodyPr/>
        <a:lstStyle/>
        <a:p>
          <a:endParaRPr lang="en-GB" sz="600">
            <a:solidFill>
              <a:schemeClr val="accent2">
                <a:lumMod val="50000"/>
              </a:schemeClr>
            </a:solidFill>
          </a:endParaRPr>
        </a:p>
      </dgm:t>
    </dgm:pt>
    <dgm:pt modelId="{81CA7B30-A356-4163-9B5A-D62CB3409446}" type="sibTrans" cxnId="{8C762C9E-20BE-4C94-B098-1EBC64C9E2AD}">
      <dgm:prSet/>
      <dgm:spPr/>
      <dgm:t>
        <a:bodyPr/>
        <a:lstStyle/>
        <a:p>
          <a:endParaRPr lang="en-GB"/>
        </a:p>
      </dgm:t>
    </dgm:pt>
    <dgm:pt modelId="{464092BB-E233-4942-9B35-3E0D68E0093C}">
      <dgm:prSet custT="1"/>
      <dgm:spPr/>
      <dgm:t>
        <a:bodyPr/>
        <a:lstStyle/>
        <a:p>
          <a:r>
            <a:rPr lang="en-GB" sz="1800" dirty="0">
              <a:solidFill>
                <a:schemeClr val="accent2">
                  <a:lumMod val="50000"/>
                </a:schemeClr>
              </a:solidFill>
            </a:rPr>
            <a:t>Creates sex cells (gametes)</a:t>
          </a:r>
          <a:endParaRPr lang="en-US" sz="1800" dirty="0">
            <a:solidFill>
              <a:schemeClr val="accent2">
                <a:lumMod val="50000"/>
              </a:schemeClr>
            </a:solidFill>
          </a:endParaRPr>
        </a:p>
      </dgm:t>
    </dgm:pt>
    <dgm:pt modelId="{D41A35DA-7383-4AE1-A101-265F95C3AF6F}" type="parTrans" cxnId="{A6FA5107-EC17-47E6-A7F6-28F23102AF43}">
      <dgm:prSet custT="1"/>
      <dgm:spPr/>
      <dgm:t>
        <a:bodyPr/>
        <a:lstStyle/>
        <a:p>
          <a:endParaRPr lang="en-GB" sz="600">
            <a:solidFill>
              <a:schemeClr val="accent2">
                <a:lumMod val="50000"/>
              </a:schemeClr>
            </a:solidFill>
          </a:endParaRPr>
        </a:p>
      </dgm:t>
    </dgm:pt>
    <dgm:pt modelId="{913C317A-4C71-484E-9E31-9D5A783E6B5C}" type="sibTrans" cxnId="{A6FA5107-EC17-47E6-A7F6-28F23102AF43}">
      <dgm:prSet/>
      <dgm:spPr/>
      <dgm:t>
        <a:bodyPr/>
        <a:lstStyle/>
        <a:p>
          <a:endParaRPr lang="en-GB"/>
        </a:p>
      </dgm:t>
    </dgm:pt>
    <dgm:pt modelId="{12C573F8-5338-4511-8035-2BE89B2CADE9}">
      <dgm:prSet custT="1"/>
      <dgm:spPr/>
      <dgm:t>
        <a:bodyPr/>
        <a:lstStyle/>
        <a:p>
          <a:r>
            <a:rPr lang="en-GB" sz="1800" kern="1200" dirty="0">
              <a:solidFill>
                <a:srgbClr val="BD582C">
                  <a:lumMod val="50000"/>
                </a:srgbClr>
              </a:solidFill>
              <a:latin typeface="Calibri" panose="020F0502020204030204"/>
              <a:ea typeface="+mn-ea"/>
              <a:cs typeface="+mn-cs"/>
            </a:rPr>
            <a:t>Asexual reproduction</a:t>
          </a:r>
        </a:p>
      </dgm:t>
    </dgm:pt>
    <dgm:pt modelId="{D16FCA47-9D15-4FBA-972B-3D754A6CA423}" type="parTrans" cxnId="{9345EF3D-57E7-4563-BD30-B34B34359DB3}">
      <dgm:prSet/>
      <dgm:spPr/>
      <dgm:t>
        <a:bodyPr/>
        <a:lstStyle/>
        <a:p>
          <a:endParaRPr lang="en-GB"/>
        </a:p>
      </dgm:t>
    </dgm:pt>
    <dgm:pt modelId="{9275ACF2-39B4-4D13-8653-00BE74D33F70}" type="sibTrans" cxnId="{9345EF3D-57E7-4563-BD30-B34B34359DB3}">
      <dgm:prSet/>
      <dgm:spPr/>
      <dgm:t>
        <a:bodyPr/>
        <a:lstStyle/>
        <a:p>
          <a:endParaRPr lang="en-GB"/>
        </a:p>
      </dgm:t>
    </dgm:pt>
    <dgm:pt modelId="{1D9CD6D5-1075-424E-AFF3-2E347DD1BD2D}" type="pres">
      <dgm:prSet presAssocID="{13C8D414-84A7-4196-BBD4-F2621800D21B}" presName="Name0" presStyleCnt="0">
        <dgm:presLayoutVars>
          <dgm:chPref val="1"/>
          <dgm:dir/>
          <dgm:animOne val="branch"/>
          <dgm:animLvl val="lvl"/>
          <dgm:resizeHandles val="exact"/>
        </dgm:presLayoutVars>
      </dgm:prSet>
      <dgm:spPr/>
    </dgm:pt>
    <dgm:pt modelId="{8B912C80-97C0-430E-9EC0-ACB0CFE14FD8}" type="pres">
      <dgm:prSet presAssocID="{D27AD6DA-3A52-48DA-A365-4D18DA872329}" presName="root1" presStyleCnt="0"/>
      <dgm:spPr/>
    </dgm:pt>
    <dgm:pt modelId="{820827B5-F5D3-4E98-B533-9F1D407B2B81}" type="pres">
      <dgm:prSet presAssocID="{D27AD6DA-3A52-48DA-A365-4D18DA872329}" presName="LevelOneTextNode" presStyleLbl="node0" presStyleIdx="0" presStyleCnt="1" custAng="5400000" custScaleX="97770" custScaleY="74517" custLinFactNeighborX="-97853" custLinFactNeighborY="815">
        <dgm:presLayoutVars>
          <dgm:chPref val="3"/>
        </dgm:presLayoutVars>
      </dgm:prSet>
      <dgm:spPr/>
    </dgm:pt>
    <dgm:pt modelId="{F5FB43B0-1534-4B4C-83A1-6BE804EA17E4}" type="pres">
      <dgm:prSet presAssocID="{D27AD6DA-3A52-48DA-A365-4D18DA872329}" presName="level2hierChild" presStyleCnt="0"/>
      <dgm:spPr/>
    </dgm:pt>
    <dgm:pt modelId="{76AB6BC9-49C5-4792-B687-1987FA046E8A}" type="pres">
      <dgm:prSet presAssocID="{CBBA3312-5E18-46DE-BD30-455A31C79ADD}" presName="conn2-1" presStyleLbl="parChTrans1D2" presStyleIdx="0" presStyleCnt="2"/>
      <dgm:spPr/>
    </dgm:pt>
    <dgm:pt modelId="{79776631-D0EF-4724-AE98-B8BD6CB04319}" type="pres">
      <dgm:prSet presAssocID="{CBBA3312-5E18-46DE-BD30-455A31C79ADD}" presName="connTx" presStyleLbl="parChTrans1D2" presStyleIdx="0" presStyleCnt="2"/>
      <dgm:spPr/>
    </dgm:pt>
    <dgm:pt modelId="{EBF460DB-DC2F-42C6-94FB-40024F9EA79F}" type="pres">
      <dgm:prSet presAssocID="{16D4E57B-D7E8-4049-960F-2897A550A10F}" presName="root2" presStyleCnt="0"/>
      <dgm:spPr/>
    </dgm:pt>
    <dgm:pt modelId="{06850B22-9CFA-4130-B207-86F71D200850}" type="pres">
      <dgm:prSet presAssocID="{16D4E57B-D7E8-4049-960F-2897A550A10F}" presName="LevelTwoTextNode" presStyleLbl="node2" presStyleIdx="0" presStyleCnt="2">
        <dgm:presLayoutVars>
          <dgm:chPref val="3"/>
        </dgm:presLayoutVars>
      </dgm:prSet>
      <dgm:spPr/>
    </dgm:pt>
    <dgm:pt modelId="{3E274AC8-DF43-425B-B9C5-14CE780B8BEE}" type="pres">
      <dgm:prSet presAssocID="{16D4E57B-D7E8-4049-960F-2897A550A10F}" presName="level3hierChild" presStyleCnt="0"/>
      <dgm:spPr/>
    </dgm:pt>
    <dgm:pt modelId="{DBE265F0-7176-4AFF-8787-B32F3A61B3BC}" type="pres">
      <dgm:prSet presAssocID="{BDBA9C2B-BD62-426D-B78B-04CDB3CC2332}" presName="conn2-1" presStyleLbl="parChTrans1D3" presStyleIdx="0" presStyleCnt="5"/>
      <dgm:spPr/>
    </dgm:pt>
    <dgm:pt modelId="{69CE4E64-B67A-423E-9021-491646452F46}" type="pres">
      <dgm:prSet presAssocID="{BDBA9C2B-BD62-426D-B78B-04CDB3CC2332}" presName="connTx" presStyleLbl="parChTrans1D3" presStyleIdx="0" presStyleCnt="5"/>
      <dgm:spPr/>
    </dgm:pt>
    <dgm:pt modelId="{447C443F-C055-4A73-9EC8-DB0430084043}" type="pres">
      <dgm:prSet presAssocID="{F3D95B0B-F7DD-4E4F-BF71-739E64CFA669}" presName="root2" presStyleCnt="0"/>
      <dgm:spPr/>
    </dgm:pt>
    <dgm:pt modelId="{E3EA5B95-8287-4262-92A4-501ADC8999AF}" type="pres">
      <dgm:prSet presAssocID="{F3D95B0B-F7DD-4E4F-BF71-739E64CFA669}" presName="LevelTwoTextNode" presStyleLbl="node3" presStyleIdx="0" presStyleCnt="5" custScaleX="146425">
        <dgm:presLayoutVars>
          <dgm:chPref val="3"/>
        </dgm:presLayoutVars>
      </dgm:prSet>
      <dgm:spPr/>
    </dgm:pt>
    <dgm:pt modelId="{28E80526-2BC5-472D-A522-F9B3CAF4155E}" type="pres">
      <dgm:prSet presAssocID="{F3D95B0B-F7DD-4E4F-BF71-739E64CFA669}" presName="level3hierChild" presStyleCnt="0"/>
      <dgm:spPr/>
    </dgm:pt>
    <dgm:pt modelId="{AACA3605-C373-4E5A-BFD8-798EDB4A95B3}" type="pres">
      <dgm:prSet presAssocID="{A52021FE-5922-43C9-9421-4CCA3F44FC4F}" presName="conn2-1" presStyleLbl="parChTrans1D3" presStyleIdx="1" presStyleCnt="5"/>
      <dgm:spPr/>
    </dgm:pt>
    <dgm:pt modelId="{AA9153BD-FD02-43D4-B828-21962A48474E}" type="pres">
      <dgm:prSet presAssocID="{A52021FE-5922-43C9-9421-4CCA3F44FC4F}" presName="connTx" presStyleLbl="parChTrans1D3" presStyleIdx="1" presStyleCnt="5"/>
      <dgm:spPr/>
    </dgm:pt>
    <dgm:pt modelId="{BFFCF36E-2C07-4719-B001-1624E08B0CE2}" type="pres">
      <dgm:prSet presAssocID="{A413B996-BAAA-418F-8C1B-8BA108191A1C}" presName="root2" presStyleCnt="0"/>
      <dgm:spPr/>
    </dgm:pt>
    <dgm:pt modelId="{888D0DE7-1C58-4C5F-8C8A-B5A10A9C9224}" type="pres">
      <dgm:prSet presAssocID="{A413B996-BAAA-418F-8C1B-8BA108191A1C}" presName="LevelTwoTextNode" presStyleLbl="node3" presStyleIdx="1" presStyleCnt="5" custScaleX="146471">
        <dgm:presLayoutVars>
          <dgm:chPref val="3"/>
        </dgm:presLayoutVars>
      </dgm:prSet>
      <dgm:spPr/>
    </dgm:pt>
    <dgm:pt modelId="{9800F99A-A466-4734-9112-E9048912354A}" type="pres">
      <dgm:prSet presAssocID="{A413B996-BAAA-418F-8C1B-8BA108191A1C}" presName="level3hierChild" presStyleCnt="0"/>
      <dgm:spPr/>
    </dgm:pt>
    <dgm:pt modelId="{12FF2AF0-88D8-4A9E-A6DD-E2496F3E00B3}" type="pres">
      <dgm:prSet presAssocID="{D16FCA47-9D15-4FBA-972B-3D754A6CA423}" presName="conn2-1" presStyleLbl="parChTrans1D3" presStyleIdx="2" presStyleCnt="5"/>
      <dgm:spPr/>
    </dgm:pt>
    <dgm:pt modelId="{ABC2B506-0F54-495A-A347-821DAAE9973C}" type="pres">
      <dgm:prSet presAssocID="{D16FCA47-9D15-4FBA-972B-3D754A6CA423}" presName="connTx" presStyleLbl="parChTrans1D3" presStyleIdx="2" presStyleCnt="5"/>
      <dgm:spPr/>
    </dgm:pt>
    <dgm:pt modelId="{6B96B40A-AFA5-44C7-8E7D-5FC77AAF0550}" type="pres">
      <dgm:prSet presAssocID="{12C573F8-5338-4511-8035-2BE89B2CADE9}" presName="root2" presStyleCnt="0"/>
      <dgm:spPr/>
    </dgm:pt>
    <dgm:pt modelId="{D5BC16DF-4EAD-420A-9882-B1FF7A7026F6}" type="pres">
      <dgm:prSet presAssocID="{12C573F8-5338-4511-8035-2BE89B2CADE9}" presName="LevelTwoTextNode" presStyleLbl="node3" presStyleIdx="2" presStyleCnt="5" custScaleX="146535" custLinFactNeighborX="1864">
        <dgm:presLayoutVars>
          <dgm:chPref val="3"/>
        </dgm:presLayoutVars>
      </dgm:prSet>
      <dgm:spPr/>
    </dgm:pt>
    <dgm:pt modelId="{D74F0943-7932-4513-90C3-71D493AE2595}" type="pres">
      <dgm:prSet presAssocID="{12C573F8-5338-4511-8035-2BE89B2CADE9}" presName="level3hierChild" presStyleCnt="0"/>
      <dgm:spPr/>
    </dgm:pt>
    <dgm:pt modelId="{99525C54-CDDF-4738-B42A-E6A8C98D809D}" type="pres">
      <dgm:prSet presAssocID="{091FAA75-EED8-4017-880C-C63821643AFC}" presName="conn2-1" presStyleLbl="parChTrans1D2" presStyleIdx="1" presStyleCnt="2"/>
      <dgm:spPr/>
    </dgm:pt>
    <dgm:pt modelId="{81E28F87-36FC-4814-914C-58A3B4C1325F}" type="pres">
      <dgm:prSet presAssocID="{091FAA75-EED8-4017-880C-C63821643AFC}" presName="connTx" presStyleLbl="parChTrans1D2" presStyleIdx="1" presStyleCnt="2"/>
      <dgm:spPr/>
    </dgm:pt>
    <dgm:pt modelId="{FE1F4A06-17F4-4EDB-B8A2-F61889AB9BD3}" type="pres">
      <dgm:prSet presAssocID="{1EEDD981-CDC0-4B3A-9BA2-96C337327905}" presName="root2" presStyleCnt="0"/>
      <dgm:spPr/>
    </dgm:pt>
    <dgm:pt modelId="{FA8A615E-C012-45D0-A199-E55A35576BBF}" type="pres">
      <dgm:prSet presAssocID="{1EEDD981-CDC0-4B3A-9BA2-96C337327905}" presName="LevelTwoTextNode" presStyleLbl="node2" presStyleIdx="1" presStyleCnt="2">
        <dgm:presLayoutVars>
          <dgm:chPref val="3"/>
        </dgm:presLayoutVars>
      </dgm:prSet>
      <dgm:spPr/>
    </dgm:pt>
    <dgm:pt modelId="{C82137CF-E401-40CF-B464-AAE6ED02668B}" type="pres">
      <dgm:prSet presAssocID="{1EEDD981-CDC0-4B3A-9BA2-96C337327905}" presName="level3hierChild" presStyleCnt="0"/>
      <dgm:spPr/>
    </dgm:pt>
    <dgm:pt modelId="{B184C718-DE64-4733-8C3E-726AEBA39EF3}" type="pres">
      <dgm:prSet presAssocID="{AC78D00D-FBCE-4D5C-AEA4-25B361EF9607}" presName="conn2-1" presStyleLbl="parChTrans1D3" presStyleIdx="3" presStyleCnt="5"/>
      <dgm:spPr/>
    </dgm:pt>
    <dgm:pt modelId="{A1831974-0D7C-4A63-9112-497229DB0CAD}" type="pres">
      <dgm:prSet presAssocID="{AC78D00D-FBCE-4D5C-AEA4-25B361EF9607}" presName="connTx" presStyleLbl="parChTrans1D3" presStyleIdx="3" presStyleCnt="5"/>
      <dgm:spPr/>
    </dgm:pt>
    <dgm:pt modelId="{30DCE23E-B848-4781-A8D7-7DE171D8DC19}" type="pres">
      <dgm:prSet presAssocID="{428E7BD6-078F-4D00-92EC-9A117CA922CE}" presName="root2" presStyleCnt="0"/>
      <dgm:spPr/>
    </dgm:pt>
    <dgm:pt modelId="{AF904A5C-F792-406F-BEF8-E67901A6E280}" type="pres">
      <dgm:prSet presAssocID="{428E7BD6-078F-4D00-92EC-9A117CA922CE}" presName="LevelTwoTextNode" presStyleLbl="node3" presStyleIdx="3" presStyleCnt="5" custScaleX="146471">
        <dgm:presLayoutVars>
          <dgm:chPref val="3"/>
        </dgm:presLayoutVars>
      </dgm:prSet>
      <dgm:spPr/>
    </dgm:pt>
    <dgm:pt modelId="{7317EC5A-8D15-4E2C-AAD2-6AF7A04D5F99}" type="pres">
      <dgm:prSet presAssocID="{428E7BD6-078F-4D00-92EC-9A117CA922CE}" presName="level3hierChild" presStyleCnt="0"/>
      <dgm:spPr/>
    </dgm:pt>
    <dgm:pt modelId="{EACA86CD-0DAD-451B-B4D4-5BA456728C2E}" type="pres">
      <dgm:prSet presAssocID="{D41A35DA-7383-4AE1-A101-265F95C3AF6F}" presName="conn2-1" presStyleLbl="parChTrans1D3" presStyleIdx="4" presStyleCnt="5"/>
      <dgm:spPr/>
    </dgm:pt>
    <dgm:pt modelId="{B14A4CA1-8275-484F-B53E-FBDEDCABB9A0}" type="pres">
      <dgm:prSet presAssocID="{D41A35DA-7383-4AE1-A101-265F95C3AF6F}" presName="connTx" presStyleLbl="parChTrans1D3" presStyleIdx="4" presStyleCnt="5"/>
      <dgm:spPr/>
    </dgm:pt>
    <dgm:pt modelId="{4B2E8C82-B52A-4841-AB6C-C32B0B578106}" type="pres">
      <dgm:prSet presAssocID="{464092BB-E233-4942-9B35-3E0D68E0093C}" presName="root2" presStyleCnt="0"/>
      <dgm:spPr/>
    </dgm:pt>
    <dgm:pt modelId="{41630A13-91B8-4E00-A85D-745DC64C1377}" type="pres">
      <dgm:prSet presAssocID="{464092BB-E233-4942-9B35-3E0D68E0093C}" presName="LevelTwoTextNode" presStyleLbl="node3" presStyleIdx="4" presStyleCnt="5" custScaleX="146471">
        <dgm:presLayoutVars>
          <dgm:chPref val="3"/>
        </dgm:presLayoutVars>
      </dgm:prSet>
      <dgm:spPr/>
    </dgm:pt>
    <dgm:pt modelId="{52CFA4E2-678E-42E9-8A87-709E9BEF0F43}" type="pres">
      <dgm:prSet presAssocID="{464092BB-E233-4942-9B35-3E0D68E0093C}" presName="level3hierChild" presStyleCnt="0"/>
      <dgm:spPr/>
    </dgm:pt>
  </dgm:ptLst>
  <dgm:cxnLst>
    <dgm:cxn modelId="{063DFF02-6EE1-4122-8A7D-6770345A15BB}" srcId="{D27AD6DA-3A52-48DA-A365-4D18DA872329}" destId="{16D4E57B-D7E8-4049-960F-2897A550A10F}" srcOrd="0" destOrd="0" parTransId="{CBBA3312-5E18-46DE-BD30-455A31C79ADD}" sibTransId="{E6936DF7-40BD-4FF7-9308-C16E7D973B54}"/>
    <dgm:cxn modelId="{FC49B703-382D-4443-8E58-A4B11E080961}" type="presOf" srcId="{AC78D00D-FBCE-4D5C-AEA4-25B361EF9607}" destId="{B184C718-DE64-4733-8C3E-726AEBA39EF3}" srcOrd="0" destOrd="0" presId="urn:microsoft.com/office/officeart/2008/layout/HorizontalMultiLevelHierarchy"/>
    <dgm:cxn modelId="{55F07F04-14E5-42C0-8772-E35FCE83D022}" type="presOf" srcId="{D16FCA47-9D15-4FBA-972B-3D754A6CA423}" destId="{ABC2B506-0F54-495A-A347-821DAAE9973C}" srcOrd="1" destOrd="0" presId="urn:microsoft.com/office/officeart/2008/layout/HorizontalMultiLevelHierarchy"/>
    <dgm:cxn modelId="{A6FA5107-EC17-47E6-A7F6-28F23102AF43}" srcId="{1EEDD981-CDC0-4B3A-9BA2-96C337327905}" destId="{464092BB-E233-4942-9B35-3E0D68E0093C}" srcOrd="1" destOrd="0" parTransId="{D41A35DA-7383-4AE1-A101-265F95C3AF6F}" sibTransId="{913C317A-4C71-484E-9E31-9D5A783E6B5C}"/>
    <dgm:cxn modelId="{DDD93A0F-815D-4F17-8FBD-0A5649771E7A}" srcId="{13C8D414-84A7-4196-BBD4-F2621800D21B}" destId="{D27AD6DA-3A52-48DA-A365-4D18DA872329}" srcOrd="0" destOrd="0" parTransId="{FCFE6BD8-D64B-4C3B-85EF-79B399CE08F1}" sibTransId="{560B0B30-DF9E-4A4B-BEF6-8E1787F334EE}"/>
    <dgm:cxn modelId="{41815F0F-89B7-40DE-8DD5-B39B052DEDBF}" type="presOf" srcId="{D41A35DA-7383-4AE1-A101-265F95C3AF6F}" destId="{B14A4CA1-8275-484F-B53E-FBDEDCABB9A0}" srcOrd="1" destOrd="0" presId="urn:microsoft.com/office/officeart/2008/layout/HorizontalMultiLevelHierarchy"/>
    <dgm:cxn modelId="{C518A40F-43C2-47A8-A0D3-ACED7B4A22C4}" type="presOf" srcId="{464092BB-E233-4942-9B35-3E0D68E0093C}" destId="{41630A13-91B8-4E00-A85D-745DC64C1377}" srcOrd="0" destOrd="0" presId="urn:microsoft.com/office/officeart/2008/layout/HorizontalMultiLevelHierarchy"/>
    <dgm:cxn modelId="{24178C1C-5872-44E4-BEAB-8814ABC41C25}" srcId="{16D4E57B-D7E8-4049-960F-2897A550A10F}" destId="{F3D95B0B-F7DD-4E4F-BF71-739E64CFA669}" srcOrd="0" destOrd="0" parTransId="{BDBA9C2B-BD62-426D-B78B-04CDB3CC2332}" sibTransId="{642C71A2-25E7-4D15-B4AF-ABA179937CB7}"/>
    <dgm:cxn modelId="{5AB50C33-B15C-4759-903B-8262D10706F0}" type="presOf" srcId="{BDBA9C2B-BD62-426D-B78B-04CDB3CC2332}" destId="{69CE4E64-B67A-423E-9021-491646452F46}" srcOrd="1" destOrd="0" presId="urn:microsoft.com/office/officeart/2008/layout/HorizontalMultiLevelHierarchy"/>
    <dgm:cxn modelId="{9345EF3D-57E7-4563-BD30-B34B34359DB3}" srcId="{16D4E57B-D7E8-4049-960F-2897A550A10F}" destId="{12C573F8-5338-4511-8035-2BE89B2CADE9}" srcOrd="2" destOrd="0" parTransId="{D16FCA47-9D15-4FBA-972B-3D754A6CA423}" sibTransId="{9275ACF2-39B4-4D13-8653-00BE74D33F70}"/>
    <dgm:cxn modelId="{9E985B3F-DA79-4A5B-AB87-378667C992EF}" type="presOf" srcId="{13C8D414-84A7-4196-BBD4-F2621800D21B}" destId="{1D9CD6D5-1075-424E-AFF3-2E347DD1BD2D}" srcOrd="0" destOrd="0" presId="urn:microsoft.com/office/officeart/2008/layout/HorizontalMultiLevelHierarchy"/>
    <dgm:cxn modelId="{D714055D-D6C7-4443-A1C3-68ACFA8CF6E3}" srcId="{16D4E57B-D7E8-4049-960F-2897A550A10F}" destId="{A413B996-BAAA-418F-8C1B-8BA108191A1C}" srcOrd="1" destOrd="0" parTransId="{A52021FE-5922-43C9-9421-4CCA3F44FC4F}" sibTransId="{8691A3F9-310D-474A-AABF-0C5ADA834442}"/>
    <dgm:cxn modelId="{E5CDD95E-73C9-4A77-B64E-6B28441B714E}" srcId="{D27AD6DA-3A52-48DA-A365-4D18DA872329}" destId="{1EEDD981-CDC0-4B3A-9BA2-96C337327905}" srcOrd="1" destOrd="0" parTransId="{091FAA75-EED8-4017-880C-C63821643AFC}" sibTransId="{D7BBA01B-4900-4A5F-AC56-3F98A080D49A}"/>
    <dgm:cxn modelId="{B1128E42-0FA5-4E38-B6AF-72FE5E62EE5B}" type="presOf" srcId="{12C573F8-5338-4511-8035-2BE89B2CADE9}" destId="{D5BC16DF-4EAD-420A-9882-B1FF7A7026F6}" srcOrd="0" destOrd="0" presId="urn:microsoft.com/office/officeart/2008/layout/HorizontalMultiLevelHierarchy"/>
    <dgm:cxn modelId="{FECB5148-6F8A-492B-BE11-4A3353EFAA18}" type="presOf" srcId="{A413B996-BAAA-418F-8C1B-8BA108191A1C}" destId="{888D0DE7-1C58-4C5F-8C8A-B5A10A9C9224}" srcOrd="0" destOrd="0" presId="urn:microsoft.com/office/officeart/2008/layout/HorizontalMultiLevelHierarchy"/>
    <dgm:cxn modelId="{E06CD96D-3F50-41EE-A52F-E78851BC5DA2}" type="presOf" srcId="{CBBA3312-5E18-46DE-BD30-455A31C79ADD}" destId="{79776631-D0EF-4724-AE98-B8BD6CB04319}" srcOrd="1" destOrd="0" presId="urn:microsoft.com/office/officeart/2008/layout/HorizontalMultiLevelHierarchy"/>
    <dgm:cxn modelId="{BD109F5A-2515-4F1E-90AC-D768E5686479}" type="presOf" srcId="{091FAA75-EED8-4017-880C-C63821643AFC}" destId="{99525C54-CDDF-4738-B42A-E6A8C98D809D}" srcOrd="0" destOrd="0" presId="urn:microsoft.com/office/officeart/2008/layout/HorizontalMultiLevelHierarchy"/>
    <dgm:cxn modelId="{CCFD9089-7602-4495-911E-BAF8E44AE242}" type="presOf" srcId="{16D4E57B-D7E8-4049-960F-2897A550A10F}" destId="{06850B22-9CFA-4130-B207-86F71D200850}" srcOrd="0" destOrd="0" presId="urn:microsoft.com/office/officeart/2008/layout/HorizontalMultiLevelHierarchy"/>
    <dgm:cxn modelId="{F9018A8D-87B9-4E00-BC05-B6EF9DCA06C3}" type="presOf" srcId="{1EEDD981-CDC0-4B3A-9BA2-96C337327905}" destId="{FA8A615E-C012-45D0-A199-E55A35576BBF}" srcOrd="0" destOrd="0" presId="urn:microsoft.com/office/officeart/2008/layout/HorizontalMultiLevelHierarchy"/>
    <dgm:cxn modelId="{F68CBA93-6A46-418A-A8CA-4FEE045FDD4B}" type="presOf" srcId="{AC78D00D-FBCE-4D5C-AEA4-25B361EF9607}" destId="{A1831974-0D7C-4A63-9112-497229DB0CAD}" srcOrd="1" destOrd="0" presId="urn:microsoft.com/office/officeart/2008/layout/HorizontalMultiLevelHierarchy"/>
    <dgm:cxn modelId="{72DD5495-4A26-4C42-988C-D9F4CFD6CA38}" type="presOf" srcId="{A52021FE-5922-43C9-9421-4CCA3F44FC4F}" destId="{AACA3605-C373-4E5A-BFD8-798EDB4A95B3}" srcOrd="0" destOrd="0" presId="urn:microsoft.com/office/officeart/2008/layout/HorizontalMultiLevelHierarchy"/>
    <dgm:cxn modelId="{7D806E98-04CE-4257-9BFA-FE7DB05F4726}" type="presOf" srcId="{D16FCA47-9D15-4FBA-972B-3D754A6CA423}" destId="{12FF2AF0-88D8-4A9E-A6DD-E2496F3E00B3}" srcOrd="0" destOrd="0" presId="urn:microsoft.com/office/officeart/2008/layout/HorizontalMultiLevelHierarchy"/>
    <dgm:cxn modelId="{BD0F1B99-3F09-491A-AF03-547E75E155CE}" type="presOf" srcId="{091FAA75-EED8-4017-880C-C63821643AFC}" destId="{81E28F87-36FC-4814-914C-58A3B4C1325F}" srcOrd="1" destOrd="0" presId="urn:microsoft.com/office/officeart/2008/layout/HorizontalMultiLevelHierarchy"/>
    <dgm:cxn modelId="{8C762C9E-20BE-4C94-B098-1EBC64C9E2AD}" srcId="{1EEDD981-CDC0-4B3A-9BA2-96C337327905}" destId="{428E7BD6-078F-4D00-92EC-9A117CA922CE}" srcOrd="0" destOrd="0" parTransId="{AC78D00D-FBCE-4D5C-AEA4-25B361EF9607}" sibTransId="{81CA7B30-A356-4163-9B5A-D62CB3409446}"/>
    <dgm:cxn modelId="{0E4D72AD-1748-4A47-8307-88AE639E2C13}" type="presOf" srcId="{D41A35DA-7383-4AE1-A101-265F95C3AF6F}" destId="{EACA86CD-0DAD-451B-B4D4-5BA456728C2E}" srcOrd="0" destOrd="0" presId="urn:microsoft.com/office/officeart/2008/layout/HorizontalMultiLevelHierarchy"/>
    <dgm:cxn modelId="{0EC303B1-84B6-43F9-93CC-172CAC0A21FA}" type="presOf" srcId="{428E7BD6-078F-4D00-92EC-9A117CA922CE}" destId="{AF904A5C-F792-406F-BEF8-E67901A6E280}" srcOrd="0" destOrd="0" presId="urn:microsoft.com/office/officeart/2008/layout/HorizontalMultiLevelHierarchy"/>
    <dgm:cxn modelId="{67FD4FCA-54AC-4A82-8507-0BBE559068BB}" type="presOf" srcId="{F3D95B0B-F7DD-4E4F-BF71-739E64CFA669}" destId="{E3EA5B95-8287-4262-92A4-501ADC8999AF}" srcOrd="0" destOrd="0" presId="urn:microsoft.com/office/officeart/2008/layout/HorizontalMultiLevelHierarchy"/>
    <dgm:cxn modelId="{0B8BD2D7-2411-44CB-A015-60A2D7A4B4F9}" type="presOf" srcId="{BDBA9C2B-BD62-426D-B78B-04CDB3CC2332}" destId="{DBE265F0-7176-4AFF-8787-B32F3A61B3BC}" srcOrd="0" destOrd="0" presId="urn:microsoft.com/office/officeart/2008/layout/HorizontalMultiLevelHierarchy"/>
    <dgm:cxn modelId="{6E37EADB-F071-42A2-9BF5-3074B1D431C3}" type="presOf" srcId="{A52021FE-5922-43C9-9421-4CCA3F44FC4F}" destId="{AA9153BD-FD02-43D4-B828-21962A48474E}" srcOrd="1" destOrd="0" presId="urn:microsoft.com/office/officeart/2008/layout/HorizontalMultiLevelHierarchy"/>
    <dgm:cxn modelId="{8BB763FB-16E9-4C99-B660-7E4D967357FF}" type="presOf" srcId="{D27AD6DA-3A52-48DA-A365-4D18DA872329}" destId="{820827B5-F5D3-4E98-B533-9F1D407B2B81}" srcOrd="0" destOrd="0" presId="urn:microsoft.com/office/officeart/2008/layout/HorizontalMultiLevelHierarchy"/>
    <dgm:cxn modelId="{C01EFAFF-4579-4762-A12C-9E22255BC10B}" type="presOf" srcId="{CBBA3312-5E18-46DE-BD30-455A31C79ADD}" destId="{76AB6BC9-49C5-4792-B687-1987FA046E8A}" srcOrd="0" destOrd="0" presId="urn:microsoft.com/office/officeart/2008/layout/HorizontalMultiLevelHierarchy"/>
    <dgm:cxn modelId="{B082261D-7C69-4E1A-9C29-3A9DED0E3D03}" type="presParOf" srcId="{1D9CD6D5-1075-424E-AFF3-2E347DD1BD2D}" destId="{8B912C80-97C0-430E-9EC0-ACB0CFE14FD8}" srcOrd="0" destOrd="0" presId="urn:microsoft.com/office/officeart/2008/layout/HorizontalMultiLevelHierarchy"/>
    <dgm:cxn modelId="{265BCCBC-D4D8-4DC8-B7EE-D148355FB202}" type="presParOf" srcId="{8B912C80-97C0-430E-9EC0-ACB0CFE14FD8}" destId="{820827B5-F5D3-4E98-B533-9F1D407B2B81}" srcOrd="0" destOrd="0" presId="urn:microsoft.com/office/officeart/2008/layout/HorizontalMultiLevelHierarchy"/>
    <dgm:cxn modelId="{E005F019-F493-4BBA-B10C-4DDAA944D45C}" type="presParOf" srcId="{8B912C80-97C0-430E-9EC0-ACB0CFE14FD8}" destId="{F5FB43B0-1534-4B4C-83A1-6BE804EA17E4}" srcOrd="1" destOrd="0" presId="urn:microsoft.com/office/officeart/2008/layout/HorizontalMultiLevelHierarchy"/>
    <dgm:cxn modelId="{1079A279-F329-445A-A2B5-B7E1E51CE997}" type="presParOf" srcId="{F5FB43B0-1534-4B4C-83A1-6BE804EA17E4}" destId="{76AB6BC9-49C5-4792-B687-1987FA046E8A}" srcOrd="0" destOrd="0" presId="urn:microsoft.com/office/officeart/2008/layout/HorizontalMultiLevelHierarchy"/>
    <dgm:cxn modelId="{93FE2305-D659-4F3B-AAF0-0663B4968C12}" type="presParOf" srcId="{76AB6BC9-49C5-4792-B687-1987FA046E8A}" destId="{79776631-D0EF-4724-AE98-B8BD6CB04319}" srcOrd="0" destOrd="0" presId="urn:microsoft.com/office/officeart/2008/layout/HorizontalMultiLevelHierarchy"/>
    <dgm:cxn modelId="{607D8488-0232-401D-9A49-B43085323957}" type="presParOf" srcId="{F5FB43B0-1534-4B4C-83A1-6BE804EA17E4}" destId="{EBF460DB-DC2F-42C6-94FB-40024F9EA79F}" srcOrd="1" destOrd="0" presId="urn:microsoft.com/office/officeart/2008/layout/HorizontalMultiLevelHierarchy"/>
    <dgm:cxn modelId="{BF892FB6-1D55-4002-A609-7B7F91F48427}" type="presParOf" srcId="{EBF460DB-DC2F-42C6-94FB-40024F9EA79F}" destId="{06850B22-9CFA-4130-B207-86F71D200850}" srcOrd="0" destOrd="0" presId="urn:microsoft.com/office/officeart/2008/layout/HorizontalMultiLevelHierarchy"/>
    <dgm:cxn modelId="{911F02E1-B6F0-4CCA-A800-D47EEF844A66}" type="presParOf" srcId="{EBF460DB-DC2F-42C6-94FB-40024F9EA79F}" destId="{3E274AC8-DF43-425B-B9C5-14CE780B8BEE}" srcOrd="1" destOrd="0" presId="urn:microsoft.com/office/officeart/2008/layout/HorizontalMultiLevelHierarchy"/>
    <dgm:cxn modelId="{CCF684E5-EB13-4CDE-AFAB-9C81AF6EAE15}" type="presParOf" srcId="{3E274AC8-DF43-425B-B9C5-14CE780B8BEE}" destId="{DBE265F0-7176-4AFF-8787-B32F3A61B3BC}" srcOrd="0" destOrd="0" presId="urn:microsoft.com/office/officeart/2008/layout/HorizontalMultiLevelHierarchy"/>
    <dgm:cxn modelId="{312C5C4F-C258-4513-A422-FEE440CA0014}" type="presParOf" srcId="{DBE265F0-7176-4AFF-8787-B32F3A61B3BC}" destId="{69CE4E64-B67A-423E-9021-491646452F46}" srcOrd="0" destOrd="0" presId="urn:microsoft.com/office/officeart/2008/layout/HorizontalMultiLevelHierarchy"/>
    <dgm:cxn modelId="{EB8A94C6-A8B7-4F81-B4F5-68988E8C4E67}" type="presParOf" srcId="{3E274AC8-DF43-425B-B9C5-14CE780B8BEE}" destId="{447C443F-C055-4A73-9EC8-DB0430084043}" srcOrd="1" destOrd="0" presId="urn:microsoft.com/office/officeart/2008/layout/HorizontalMultiLevelHierarchy"/>
    <dgm:cxn modelId="{D6C3FC6D-50B4-4EA4-8B88-BE1A7C2C8126}" type="presParOf" srcId="{447C443F-C055-4A73-9EC8-DB0430084043}" destId="{E3EA5B95-8287-4262-92A4-501ADC8999AF}" srcOrd="0" destOrd="0" presId="urn:microsoft.com/office/officeart/2008/layout/HorizontalMultiLevelHierarchy"/>
    <dgm:cxn modelId="{91114A21-8AE6-46CE-B2E9-9D96AFECF7B5}" type="presParOf" srcId="{447C443F-C055-4A73-9EC8-DB0430084043}" destId="{28E80526-2BC5-472D-A522-F9B3CAF4155E}" srcOrd="1" destOrd="0" presId="urn:microsoft.com/office/officeart/2008/layout/HorizontalMultiLevelHierarchy"/>
    <dgm:cxn modelId="{8734917B-F009-4AB6-8916-744185C91E6C}" type="presParOf" srcId="{3E274AC8-DF43-425B-B9C5-14CE780B8BEE}" destId="{AACA3605-C373-4E5A-BFD8-798EDB4A95B3}" srcOrd="2" destOrd="0" presId="urn:microsoft.com/office/officeart/2008/layout/HorizontalMultiLevelHierarchy"/>
    <dgm:cxn modelId="{3F561A09-62BB-4ACC-A4FA-1635593D29C5}" type="presParOf" srcId="{AACA3605-C373-4E5A-BFD8-798EDB4A95B3}" destId="{AA9153BD-FD02-43D4-B828-21962A48474E}" srcOrd="0" destOrd="0" presId="urn:microsoft.com/office/officeart/2008/layout/HorizontalMultiLevelHierarchy"/>
    <dgm:cxn modelId="{9E03143D-00E4-423C-B5C4-7DAB7463FF41}" type="presParOf" srcId="{3E274AC8-DF43-425B-B9C5-14CE780B8BEE}" destId="{BFFCF36E-2C07-4719-B001-1624E08B0CE2}" srcOrd="3" destOrd="0" presId="urn:microsoft.com/office/officeart/2008/layout/HorizontalMultiLevelHierarchy"/>
    <dgm:cxn modelId="{0662DAF2-B206-4B9D-9388-2A09E5C778DF}" type="presParOf" srcId="{BFFCF36E-2C07-4719-B001-1624E08B0CE2}" destId="{888D0DE7-1C58-4C5F-8C8A-B5A10A9C9224}" srcOrd="0" destOrd="0" presId="urn:microsoft.com/office/officeart/2008/layout/HorizontalMultiLevelHierarchy"/>
    <dgm:cxn modelId="{054B57FE-D19B-4DBD-A456-06DD321E01AA}" type="presParOf" srcId="{BFFCF36E-2C07-4719-B001-1624E08B0CE2}" destId="{9800F99A-A466-4734-9112-E9048912354A}" srcOrd="1" destOrd="0" presId="urn:microsoft.com/office/officeart/2008/layout/HorizontalMultiLevelHierarchy"/>
    <dgm:cxn modelId="{0FFE33FB-18F3-43C0-89B6-0F2C89A4C2F1}" type="presParOf" srcId="{3E274AC8-DF43-425B-B9C5-14CE780B8BEE}" destId="{12FF2AF0-88D8-4A9E-A6DD-E2496F3E00B3}" srcOrd="4" destOrd="0" presId="urn:microsoft.com/office/officeart/2008/layout/HorizontalMultiLevelHierarchy"/>
    <dgm:cxn modelId="{A6397FAB-0ECC-46C4-9F3B-2D9448244B8A}" type="presParOf" srcId="{12FF2AF0-88D8-4A9E-A6DD-E2496F3E00B3}" destId="{ABC2B506-0F54-495A-A347-821DAAE9973C}" srcOrd="0" destOrd="0" presId="urn:microsoft.com/office/officeart/2008/layout/HorizontalMultiLevelHierarchy"/>
    <dgm:cxn modelId="{A816D629-8874-4EA0-91B6-454476196D06}" type="presParOf" srcId="{3E274AC8-DF43-425B-B9C5-14CE780B8BEE}" destId="{6B96B40A-AFA5-44C7-8E7D-5FC77AAF0550}" srcOrd="5" destOrd="0" presId="urn:microsoft.com/office/officeart/2008/layout/HorizontalMultiLevelHierarchy"/>
    <dgm:cxn modelId="{C3F59572-526B-418C-8CCF-2ADC88731C89}" type="presParOf" srcId="{6B96B40A-AFA5-44C7-8E7D-5FC77AAF0550}" destId="{D5BC16DF-4EAD-420A-9882-B1FF7A7026F6}" srcOrd="0" destOrd="0" presId="urn:microsoft.com/office/officeart/2008/layout/HorizontalMultiLevelHierarchy"/>
    <dgm:cxn modelId="{A1F4D30E-97FA-4B22-B564-EC4241E6A446}" type="presParOf" srcId="{6B96B40A-AFA5-44C7-8E7D-5FC77AAF0550}" destId="{D74F0943-7932-4513-90C3-71D493AE2595}" srcOrd="1" destOrd="0" presId="urn:microsoft.com/office/officeart/2008/layout/HorizontalMultiLevelHierarchy"/>
    <dgm:cxn modelId="{80D4A6D1-D7FB-4425-958B-D65AB3CECA6D}" type="presParOf" srcId="{F5FB43B0-1534-4B4C-83A1-6BE804EA17E4}" destId="{99525C54-CDDF-4738-B42A-E6A8C98D809D}" srcOrd="2" destOrd="0" presId="urn:microsoft.com/office/officeart/2008/layout/HorizontalMultiLevelHierarchy"/>
    <dgm:cxn modelId="{6218CD48-F48B-49A6-99C2-531974271564}" type="presParOf" srcId="{99525C54-CDDF-4738-B42A-E6A8C98D809D}" destId="{81E28F87-36FC-4814-914C-58A3B4C1325F}" srcOrd="0" destOrd="0" presId="urn:microsoft.com/office/officeart/2008/layout/HorizontalMultiLevelHierarchy"/>
    <dgm:cxn modelId="{0EEC53EC-414C-4F32-B784-42CC33FB20C7}" type="presParOf" srcId="{F5FB43B0-1534-4B4C-83A1-6BE804EA17E4}" destId="{FE1F4A06-17F4-4EDB-B8A2-F61889AB9BD3}" srcOrd="3" destOrd="0" presId="urn:microsoft.com/office/officeart/2008/layout/HorizontalMultiLevelHierarchy"/>
    <dgm:cxn modelId="{46F11F5C-EAC0-48DA-8655-8CEABA8B13DA}" type="presParOf" srcId="{FE1F4A06-17F4-4EDB-B8A2-F61889AB9BD3}" destId="{FA8A615E-C012-45D0-A199-E55A35576BBF}" srcOrd="0" destOrd="0" presId="urn:microsoft.com/office/officeart/2008/layout/HorizontalMultiLevelHierarchy"/>
    <dgm:cxn modelId="{3282F45A-46B6-4BA3-B447-D261DC8265C7}" type="presParOf" srcId="{FE1F4A06-17F4-4EDB-B8A2-F61889AB9BD3}" destId="{C82137CF-E401-40CF-B464-AAE6ED02668B}" srcOrd="1" destOrd="0" presId="urn:microsoft.com/office/officeart/2008/layout/HorizontalMultiLevelHierarchy"/>
    <dgm:cxn modelId="{E6C0CAB0-2B55-4158-8B4C-5B37D6132662}" type="presParOf" srcId="{C82137CF-E401-40CF-B464-AAE6ED02668B}" destId="{B184C718-DE64-4733-8C3E-726AEBA39EF3}" srcOrd="0" destOrd="0" presId="urn:microsoft.com/office/officeart/2008/layout/HorizontalMultiLevelHierarchy"/>
    <dgm:cxn modelId="{54B3AD42-99DF-46D6-91CC-083F781C1CD0}" type="presParOf" srcId="{B184C718-DE64-4733-8C3E-726AEBA39EF3}" destId="{A1831974-0D7C-4A63-9112-497229DB0CAD}" srcOrd="0" destOrd="0" presId="urn:microsoft.com/office/officeart/2008/layout/HorizontalMultiLevelHierarchy"/>
    <dgm:cxn modelId="{66D06341-9DE9-4B5D-AD95-D8DCA6692F81}" type="presParOf" srcId="{C82137CF-E401-40CF-B464-AAE6ED02668B}" destId="{30DCE23E-B848-4781-A8D7-7DE171D8DC19}" srcOrd="1" destOrd="0" presId="urn:microsoft.com/office/officeart/2008/layout/HorizontalMultiLevelHierarchy"/>
    <dgm:cxn modelId="{5514EDB6-4B8F-44CF-A378-C94EB3E6F6C5}" type="presParOf" srcId="{30DCE23E-B848-4781-A8D7-7DE171D8DC19}" destId="{AF904A5C-F792-406F-BEF8-E67901A6E280}" srcOrd="0" destOrd="0" presId="urn:microsoft.com/office/officeart/2008/layout/HorizontalMultiLevelHierarchy"/>
    <dgm:cxn modelId="{70B6FDED-05B1-47B3-A4C4-FEF3B9CB2E69}" type="presParOf" srcId="{30DCE23E-B848-4781-A8D7-7DE171D8DC19}" destId="{7317EC5A-8D15-4E2C-AAD2-6AF7A04D5F99}" srcOrd="1" destOrd="0" presId="urn:microsoft.com/office/officeart/2008/layout/HorizontalMultiLevelHierarchy"/>
    <dgm:cxn modelId="{55A95EC7-2824-45AE-A02B-B66DFD3145F3}" type="presParOf" srcId="{C82137CF-E401-40CF-B464-AAE6ED02668B}" destId="{EACA86CD-0DAD-451B-B4D4-5BA456728C2E}" srcOrd="2" destOrd="0" presId="urn:microsoft.com/office/officeart/2008/layout/HorizontalMultiLevelHierarchy"/>
    <dgm:cxn modelId="{DA512C4F-5A68-4466-89EB-DB2DB3A0D83C}" type="presParOf" srcId="{EACA86CD-0DAD-451B-B4D4-5BA456728C2E}" destId="{B14A4CA1-8275-484F-B53E-FBDEDCABB9A0}" srcOrd="0" destOrd="0" presId="urn:microsoft.com/office/officeart/2008/layout/HorizontalMultiLevelHierarchy"/>
    <dgm:cxn modelId="{BED72E75-FEE1-4289-B4E9-0237563DC4DF}" type="presParOf" srcId="{C82137CF-E401-40CF-B464-AAE6ED02668B}" destId="{4B2E8C82-B52A-4841-AB6C-C32B0B578106}" srcOrd="3" destOrd="0" presId="urn:microsoft.com/office/officeart/2008/layout/HorizontalMultiLevelHierarchy"/>
    <dgm:cxn modelId="{36007A6B-AA74-4328-A2B3-F36EF7F6E2DC}" type="presParOf" srcId="{4B2E8C82-B52A-4841-AB6C-C32B0B578106}" destId="{41630A13-91B8-4E00-A85D-745DC64C1377}" srcOrd="0" destOrd="0" presId="urn:microsoft.com/office/officeart/2008/layout/HorizontalMultiLevelHierarchy"/>
    <dgm:cxn modelId="{1469EF59-98EA-4503-81FD-34999F34DEDC}" type="presParOf" srcId="{4B2E8C82-B52A-4841-AB6C-C32B0B578106}" destId="{52CFA4E2-678E-42E9-8A87-709E9BEF0F43}" srcOrd="1" destOrd="0" presId="urn:microsoft.com/office/officeart/2008/layout/HorizontalMultiLevelHierarchy"/>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CA86CD-0DAD-451B-B4D4-5BA456728C2E}">
      <dsp:nvSpPr>
        <dsp:cNvPr id="0" name=""/>
        <dsp:cNvSpPr/>
      </dsp:nvSpPr>
      <dsp:spPr>
        <a:xfrm>
          <a:off x="4556259" y="3266893"/>
          <a:ext cx="439268" cy="418510"/>
        </a:xfrm>
        <a:custGeom>
          <a:avLst/>
          <a:gdLst/>
          <a:ahLst/>
          <a:cxnLst/>
          <a:rect l="0" t="0" r="0" b="0"/>
          <a:pathLst>
            <a:path>
              <a:moveTo>
                <a:pt x="0" y="0"/>
              </a:moveTo>
              <a:lnTo>
                <a:pt x="219634" y="0"/>
              </a:lnTo>
              <a:lnTo>
                <a:pt x="219634" y="418510"/>
              </a:lnTo>
              <a:lnTo>
                <a:pt x="439268" y="418510"/>
              </a:lnTo>
            </a:path>
          </a:pathLst>
        </a:custGeom>
        <a:noFill/>
        <a:ln w="15875" cap="flat" cmpd="sng" algn="ctr">
          <a:solidFill>
            <a:schemeClr val="accent2">
              <a:tint val="7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en-GB" sz="600" kern="1200">
            <a:solidFill>
              <a:schemeClr val="accent2">
                <a:lumMod val="50000"/>
              </a:schemeClr>
            </a:solidFill>
          </a:endParaRPr>
        </a:p>
      </dsp:txBody>
      <dsp:txXfrm>
        <a:off x="4760725" y="3460980"/>
        <a:ext cx="30335" cy="30335"/>
      </dsp:txXfrm>
    </dsp:sp>
    <dsp:sp modelId="{B184C718-DE64-4733-8C3E-726AEBA39EF3}">
      <dsp:nvSpPr>
        <dsp:cNvPr id="0" name=""/>
        <dsp:cNvSpPr/>
      </dsp:nvSpPr>
      <dsp:spPr>
        <a:xfrm>
          <a:off x="4556259" y="2848382"/>
          <a:ext cx="439268" cy="418510"/>
        </a:xfrm>
        <a:custGeom>
          <a:avLst/>
          <a:gdLst/>
          <a:ahLst/>
          <a:cxnLst/>
          <a:rect l="0" t="0" r="0" b="0"/>
          <a:pathLst>
            <a:path>
              <a:moveTo>
                <a:pt x="0" y="418510"/>
              </a:moveTo>
              <a:lnTo>
                <a:pt x="219634" y="418510"/>
              </a:lnTo>
              <a:lnTo>
                <a:pt x="219634" y="0"/>
              </a:lnTo>
              <a:lnTo>
                <a:pt x="439268" y="0"/>
              </a:lnTo>
            </a:path>
          </a:pathLst>
        </a:custGeom>
        <a:noFill/>
        <a:ln w="15875" cap="flat" cmpd="sng" algn="ctr">
          <a:solidFill>
            <a:schemeClr val="accent2">
              <a:tint val="7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en-GB" sz="600" kern="1200">
            <a:solidFill>
              <a:schemeClr val="accent2">
                <a:lumMod val="50000"/>
              </a:schemeClr>
            </a:solidFill>
          </a:endParaRPr>
        </a:p>
      </dsp:txBody>
      <dsp:txXfrm>
        <a:off x="4760725" y="3042469"/>
        <a:ext cx="30335" cy="30335"/>
      </dsp:txXfrm>
    </dsp:sp>
    <dsp:sp modelId="{99525C54-CDDF-4738-B42A-E6A8C98D809D}">
      <dsp:nvSpPr>
        <dsp:cNvPr id="0" name=""/>
        <dsp:cNvSpPr/>
      </dsp:nvSpPr>
      <dsp:spPr>
        <a:xfrm>
          <a:off x="1640441" y="2249340"/>
          <a:ext cx="719475" cy="1017552"/>
        </a:xfrm>
        <a:custGeom>
          <a:avLst/>
          <a:gdLst/>
          <a:ahLst/>
          <a:cxnLst/>
          <a:rect l="0" t="0" r="0" b="0"/>
          <a:pathLst>
            <a:path>
              <a:moveTo>
                <a:pt x="0" y="0"/>
              </a:moveTo>
              <a:lnTo>
                <a:pt x="359737" y="0"/>
              </a:lnTo>
              <a:lnTo>
                <a:pt x="359737" y="1017552"/>
              </a:lnTo>
              <a:lnTo>
                <a:pt x="719475" y="1017552"/>
              </a:lnTo>
            </a:path>
          </a:pathLst>
        </a:custGeom>
        <a:noFill/>
        <a:ln w="15875" cap="flat" cmpd="sng" algn="ctr">
          <a:solidFill>
            <a:schemeClr val="accent2">
              <a:tint val="9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en-GB" sz="600" kern="1200">
            <a:solidFill>
              <a:schemeClr val="accent2">
                <a:lumMod val="50000"/>
              </a:schemeClr>
            </a:solidFill>
          </a:endParaRPr>
        </a:p>
      </dsp:txBody>
      <dsp:txXfrm>
        <a:off x="1969024" y="2726961"/>
        <a:ext cx="62310" cy="62310"/>
      </dsp:txXfrm>
    </dsp:sp>
    <dsp:sp modelId="{12FF2AF0-88D8-4A9E-A6DD-E2496F3E00B3}">
      <dsp:nvSpPr>
        <dsp:cNvPr id="0" name=""/>
        <dsp:cNvSpPr/>
      </dsp:nvSpPr>
      <dsp:spPr>
        <a:xfrm>
          <a:off x="4556259" y="1174342"/>
          <a:ext cx="480208" cy="837020"/>
        </a:xfrm>
        <a:custGeom>
          <a:avLst/>
          <a:gdLst/>
          <a:ahLst/>
          <a:cxnLst/>
          <a:rect l="0" t="0" r="0" b="0"/>
          <a:pathLst>
            <a:path>
              <a:moveTo>
                <a:pt x="0" y="0"/>
              </a:moveTo>
              <a:lnTo>
                <a:pt x="240104" y="0"/>
              </a:lnTo>
              <a:lnTo>
                <a:pt x="240104" y="837020"/>
              </a:lnTo>
              <a:lnTo>
                <a:pt x="480208" y="837020"/>
              </a:lnTo>
            </a:path>
          </a:pathLst>
        </a:custGeom>
        <a:noFill/>
        <a:ln w="15875" cap="flat" cmpd="sng" algn="ctr">
          <a:solidFill>
            <a:schemeClr val="accent2">
              <a:tint val="7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4772238" y="1568727"/>
        <a:ext cx="48249" cy="48249"/>
      </dsp:txXfrm>
    </dsp:sp>
    <dsp:sp modelId="{AACA3605-C373-4E5A-BFD8-798EDB4A95B3}">
      <dsp:nvSpPr>
        <dsp:cNvPr id="0" name=""/>
        <dsp:cNvSpPr/>
      </dsp:nvSpPr>
      <dsp:spPr>
        <a:xfrm>
          <a:off x="4556259" y="1128622"/>
          <a:ext cx="439268" cy="91440"/>
        </a:xfrm>
        <a:custGeom>
          <a:avLst/>
          <a:gdLst/>
          <a:ahLst/>
          <a:cxnLst/>
          <a:rect l="0" t="0" r="0" b="0"/>
          <a:pathLst>
            <a:path>
              <a:moveTo>
                <a:pt x="0" y="45720"/>
              </a:moveTo>
              <a:lnTo>
                <a:pt x="439268" y="45720"/>
              </a:lnTo>
            </a:path>
          </a:pathLst>
        </a:custGeom>
        <a:noFill/>
        <a:ln w="15875" cap="flat" cmpd="sng" algn="ctr">
          <a:solidFill>
            <a:schemeClr val="accent2">
              <a:tint val="7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en-GB" sz="600" kern="1200">
            <a:solidFill>
              <a:schemeClr val="accent2">
                <a:lumMod val="50000"/>
              </a:schemeClr>
            </a:solidFill>
          </a:endParaRPr>
        </a:p>
      </dsp:txBody>
      <dsp:txXfrm>
        <a:off x="4764911" y="1163360"/>
        <a:ext cx="21963" cy="21963"/>
      </dsp:txXfrm>
    </dsp:sp>
    <dsp:sp modelId="{DBE265F0-7176-4AFF-8787-B32F3A61B3BC}">
      <dsp:nvSpPr>
        <dsp:cNvPr id="0" name=""/>
        <dsp:cNvSpPr/>
      </dsp:nvSpPr>
      <dsp:spPr>
        <a:xfrm>
          <a:off x="4556259" y="337321"/>
          <a:ext cx="439268" cy="837020"/>
        </a:xfrm>
        <a:custGeom>
          <a:avLst/>
          <a:gdLst/>
          <a:ahLst/>
          <a:cxnLst/>
          <a:rect l="0" t="0" r="0" b="0"/>
          <a:pathLst>
            <a:path>
              <a:moveTo>
                <a:pt x="0" y="837020"/>
              </a:moveTo>
              <a:lnTo>
                <a:pt x="219634" y="837020"/>
              </a:lnTo>
              <a:lnTo>
                <a:pt x="219634" y="0"/>
              </a:lnTo>
              <a:lnTo>
                <a:pt x="439268" y="0"/>
              </a:lnTo>
            </a:path>
          </a:pathLst>
        </a:custGeom>
        <a:noFill/>
        <a:ln w="15875" cap="flat" cmpd="sng" algn="ctr">
          <a:solidFill>
            <a:schemeClr val="accent2">
              <a:tint val="7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en-GB" sz="600" kern="1200">
            <a:solidFill>
              <a:schemeClr val="accent2">
                <a:lumMod val="50000"/>
              </a:schemeClr>
            </a:solidFill>
          </a:endParaRPr>
        </a:p>
      </dsp:txBody>
      <dsp:txXfrm>
        <a:off x="4752261" y="732199"/>
        <a:ext cx="47264" cy="47264"/>
      </dsp:txXfrm>
    </dsp:sp>
    <dsp:sp modelId="{76AB6BC9-49C5-4792-B687-1987FA046E8A}">
      <dsp:nvSpPr>
        <dsp:cNvPr id="0" name=""/>
        <dsp:cNvSpPr/>
      </dsp:nvSpPr>
      <dsp:spPr>
        <a:xfrm>
          <a:off x="1640441" y="1174342"/>
          <a:ext cx="719475" cy="1074998"/>
        </a:xfrm>
        <a:custGeom>
          <a:avLst/>
          <a:gdLst/>
          <a:ahLst/>
          <a:cxnLst/>
          <a:rect l="0" t="0" r="0" b="0"/>
          <a:pathLst>
            <a:path>
              <a:moveTo>
                <a:pt x="0" y="1074998"/>
              </a:moveTo>
              <a:lnTo>
                <a:pt x="359737" y="1074998"/>
              </a:lnTo>
              <a:lnTo>
                <a:pt x="359737" y="0"/>
              </a:lnTo>
              <a:lnTo>
                <a:pt x="719475" y="0"/>
              </a:lnTo>
            </a:path>
          </a:pathLst>
        </a:custGeom>
        <a:noFill/>
        <a:ln w="15875" cap="flat" cmpd="sng" algn="ctr">
          <a:solidFill>
            <a:schemeClr val="accent2">
              <a:tint val="9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en-GB" sz="600" kern="1200">
            <a:solidFill>
              <a:schemeClr val="accent2">
                <a:lumMod val="50000"/>
              </a:schemeClr>
            </a:solidFill>
          </a:endParaRPr>
        </a:p>
      </dsp:txBody>
      <dsp:txXfrm>
        <a:off x="1967841" y="1679502"/>
        <a:ext cx="64677" cy="64677"/>
      </dsp:txXfrm>
    </dsp:sp>
    <dsp:sp modelId="{820827B5-F5D3-4E98-B533-9F1D407B2B81}">
      <dsp:nvSpPr>
        <dsp:cNvPr id="0" name=""/>
        <dsp:cNvSpPr/>
      </dsp:nvSpPr>
      <dsp:spPr>
        <a:xfrm>
          <a:off x="0" y="1921998"/>
          <a:ext cx="2626199" cy="654683"/>
        </a:xfrm>
        <a:prstGeom prst="rect">
          <a:avLst/>
        </a:prstGeom>
        <a:solidFill>
          <a:schemeClr val="accent2">
            <a:lumMod val="5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GB" sz="2000" kern="1200" dirty="0">
              <a:solidFill>
                <a:schemeClr val="accent1">
                  <a:lumMod val="20000"/>
                  <a:lumOff val="80000"/>
                </a:schemeClr>
              </a:solidFill>
            </a:rPr>
            <a:t>Cells divide for many reasons. For example,</a:t>
          </a:r>
        </a:p>
      </dsp:txBody>
      <dsp:txXfrm>
        <a:off x="0" y="1921998"/>
        <a:ext cx="2626199" cy="654683"/>
      </dsp:txXfrm>
    </dsp:sp>
    <dsp:sp modelId="{06850B22-9CFA-4130-B207-86F71D200850}">
      <dsp:nvSpPr>
        <dsp:cNvPr id="0" name=""/>
        <dsp:cNvSpPr/>
      </dsp:nvSpPr>
      <dsp:spPr>
        <a:xfrm>
          <a:off x="2359917" y="839534"/>
          <a:ext cx="2196341" cy="669616"/>
        </a:xfrm>
        <a:prstGeom prst="rect">
          <a:avLst/>
        </a:prstGeom>
        <a:gradFill rotWithShape="0">
          <a:gsLst>
            <a:gs pos="0">
              <a:schemeClr val="accent2">
                <a:alpha val="70000"/>
                <a:hueOff val="0"/>
                <a:satOff val="0"/>
                <a:lumOff val="0"/>
                <a:alphaOff val="0"/>
                <a:tint val="65000"/>
                <a:shade val="92000"/>
                <a:satMod val="130000"/>
              </a:schemeClr>
            </a:gs>
            <a:gs pos="45000">
              <a:schemeClr val="accent2">
                <a:alpha val="70000"/>
                <a:hueOff val="0"/>
                <a:satOff val="0"/>
                <a:lumOff val="0"/>
                <a:alphaOff val="0"/>
                <a:tint val="60000"/>
                <a:shade val="99000"/>
                <a:satMod val="120000"/>
              </a:schemeClr>
            </a:gs>
            <a:gs pos="100000">
              <a:schemeClr val="accent2">
                <a:alpha val="70000"/>
                <a:hueOff val="0"/>
                <a:satOff val="0"/>
                <a:lumOff val="0"/>
                <a:alphaOff val="0"/>
                <a:tint val="55000"/>
                <a:satMod val="140000"/>
              </a:schemeClr>
            </a:gs>
          </a:gsLst>
          <a:path path="circle">
            <a:fillToRect l="100000" t="100000" r="100000" b="100000"/>
          </a:path>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GB" sz="1800" kern="1200" dirty="0">
              <a:solidFill>
                <a:schemeClr val="accent2">
                  <a:lumMod val="50000"/>
                </a:schemeClr>
              </a:solidFill>
            </a:rPr>
            <a:t>Mitosis</a:t>
          </a:r>
        </a:p>
      </dsp:txBody>
      <dsp:txXfrm>
        <a:off x="2359917" y="839534"/>
        <a:ext cx="2196341" cy="669616"/>
      </dsp:txXfrm>
    </dsp:sp>
    <dsp:sp modelId="{E3EA5B95-8287-4262-92A4-501ADC8999AF}">
      <dsp:nvSpPr>
        <dsp:cNvPr id="0" name=""/>
        <dsp:cNvSpPr/>
      </dsp:nvSpPr>
      <dsp:spPr>
        <a:xfrm>
          <a:off x="4995527" y="2513"/>
          <a:ext cx="3215992" cy="669616"/>
        </a:xfrm>
        <a:prstGeom prst="rect">
          <a:avLst/>
        </a:prstGeom>
        <a:gradFill rotWithShape="0">
          <a:gsLst>
            <a:gs pos="0">
              <a:schemeClr val="accent2">
                <a:alpha val="50000"/>
                <a:hueOff val="0"/>
                <a:satOff val="0"/>
                <a:lumOff val="0"/>
                <a:alphaOff val="0"/>
                <a:tint val="65000"/>
                <a:shade val="92000"/>
                <a:satMod val="130000"/>
              </a:schemeClr>
            </a:gs>
            <a:gs pos="45000">
              <a:schemeClr val="accent2">
                <a:alpha val="50000"/>
                <a:hueOff val="0"/>
                <a:satOff val="0"/>
                <a:lumOff val="0"/>
                <a:alphaOff val="0"/>
                <a:tint val="60000"/>
                <a:shade val="99000"/>
                <a:satMod val="120000"/>
              </a:schemeClr>
            </a:gs>
            <a:gs pos="100000">
              <a:schemeClr val="accent2">
                <a:alpha val="50000"/>
                <a:hueOff val="0"/>
                <a:satOff val="0"/>
                <a:lumOff val="0"/>
                <a:alphaOff val="0"/>
                <a:tint val="55000"/>
                <a:satMod val="140000"/>
              </a:schemeClr>
            </a:gs>
          </a:gsLst>
          <a:path path="circle">
            <a:fillToRect l="100000" t="100000" r="100000" b="100000"/>
          </a:path>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GB" sz="1800" kern="1200" dirty="0">
              <a:solidFill>
                <a:schemeClr val="accent2">
                  <a:lumMod val="50000"/>
                </a:schemeClr>
              </a:solidFill>
            </a:rPr>
            <a:t>To renewal, repair, and replace old, dead, or damaged cells. </a:t>
          </a:r>
        </a:p>
      </dsp:txBody>
      <dsp:txXfrm>
        <a:off x="4995527" y="2513"/>
        <a:ext cx="3215992" cy="669616"/>
      </dsp:txXfrm>
    </dsp:sp>
    <dsp:sp modelId="{888D0DE7-1C58-4C5F-8C8A-B5A10A9C9224}">
      <dsp:nvSpPr>
        <dsp:cNvPr id="0" name=""/>
        <dsp:cNvSpPr/>
      </dsp:nvSpPr>
      <dsp:spPr>
        <a:xfrm>
          <a:off x="4995527" y="839534"/>
          <a:ext cx="3217003" cy="669616"/>
        </a:xfrm>
        <a:prstGeom prst="rect">
          <a:avLst/>
        </a:prstGeom>
        <a:gradFill rotWithShape="0">
          <a:gsLst>
            <a:gs pos="0">
              <a:schemeClr val="accent2">
                <a:alpha val="50000"/>
                <a:hueOff val="0"/>
                <a:satOff val="0"/>
                <a:lumOff val="0"/>
                <a:alphaOff val="0"/>
                <a:tint val="65000"/>
                <a:shade val="92000"/>
                <a:satMod val="130000"/>
              </a:schemeClr>
            </a:gs>
            <a:gs pos="45000">
              <a:schemeClr val="accent2">
                <a:alpha val="50000"/>
                <a:hueOff val="0"/>
                <a:satOff val="0"/>
                <a:lumOff val="0"/>
                <a:alphaOff val="0"/>
                <a:tint val="60000"/>
                <a:shade val="99000"/>
                <a:satMod val="120000"/>
              </a:schemeClr>
            </a:gs>
            <a:gs pos="100000">
              <a:schemeClr val="accent2">
                <a:alpha val="50000"/>
                <a:hueOff val="0"/>
                <a:satOff val="0"/>
                <a:lumOff val="0"/>
                <a:alphaOff val="0"/>
                <a:tint val="55000"/>
                <a:satMod val="140000"/>
              </a:schemeClr>
            </a:gs>
          </a:gsLst>
          <a:path path="circle">
            <a:fillToRect l="100000" t="100000" r="100000" b="100000"/>
          </a:path>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GB" sz="1800" kern="1200" dirty="0">
              <a:solidFill>
                <a:schemeClr val="accent2">
                  <a:lumMod val="50000"/>
                </a:schemeClr>
              </a:solidFill>
            </a:rPr>
            <a:t>For growth and development of multicellular organisms. </a:t>
          </a:r>
        </a:p>
      </dsp:txBody>
      <dsp:txXfrm>
        <a:off x="4995527" y="839534"/>
        <a:ext cx="3217003" cy="669616"/>
      </dsp:txXfrm>
    </dsp:sp>
    <dsp:sp modelId="{D5BC16DF-4EAD-420A-9882-B1FF7A7026F6}">
      <dsp:nvSpPr>
        <dsp:cNvPr id="0" name=""/>
        <dsp:cNvSpPr/>
      </dsp:nvSpPr>
      <dsp:spPr>
        <a:xfrm>
          <a:off x="5036467" y="1676554"/>
          <a:ext cx="3218408" cy="669616"/>
        </a:xfrm>
        <a:prstGeom prst="rect">
          <a:avLst/>
        </a:prstGeom>
        <a:gradFill rotWithShape="0">
          <a:gsLst>
            <a:gs pos="0">
              <a:schemeClr val="accent2">
                <a:alpha val="50000"/>
                <a:hueOff val="0"/>
                <a:satOff val="0"/>
                <a:lumOff val="0"/>
                <a:alphaOff val="0"/>
                <a:tint val="65000"/>
                <a:shade val="92000"/>
                <a:satMod val="130000"/>
              </a:schemeClr>
            </a:gs>
            <a:gs pos="45000">
              <a:schemeClr val="accent2">
                <a:alpha val="50000"/>
                <a:hueOff val="0"/>
                <a:satOff val="0"/>
                <a:lumOff val="0"/>
                <a:alphaOff val="0"/>
                <a:tint val="60000"/>
                <a:shade val="99000"/>
                <a:satMod val="120000"/>
              </a:schemeClr>
            </a:gs>
            <a:gs pos="100000">
              <a:schemeClr val="accent2">
                <a:alpha val="50000"/>
                <a:hueOff val="0"/>
                <a:satOff val="0"/>
                <a:lumOff val="0"/>
                <a:alphaOff val="0"/>
                <a:tint val="55000"/>
                <a:satMod val="140000"/>
              </a:schemeClr>
            </a:gs>
          </a:gsLst>
          <a:path path="circle">
            <a:fillToRect l="100000" t="100000" r="100000" b="100000"/>
          </a:path>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GB" sz="1800" kern="1200" dirty="0">
              <a:solidFill>
                <a:srgbClr val="BD582C">
                  <a:lumMod val="50000"/>
                </a:srgbClr>
              </a:solidFill>
              <a:latin typeface="Calibri" panose="020F0502020204030204"/>
              <a:ea typeface="+mn-ea"/>
              <a:cs typeface="+mn-cs"/>
            </a:rPr>
            <a:t>Asexual reproduction</a:t>
          </a:r>
        </a:p>
      </dsp:txBody>
      <dsp:txXfrm>
        <a:off x="5036467" y="1676554"/>
        <a:ext cx="3218408" cy="669616"/>
      </dsp:txXfrm>
    </dsp:sp>
    <dsp:sp modelId="{FA8A615E-C012-45D0-A199-E55A35576BBF}">
      <dsp:nvSpPr>
        <dsp:cNvPr id="0" name=""/>
        <dsp:cNvSpPr/>
      </dsp:nvSpPr>
      <dsp:spPr>
        <a:xfrm>
          <a:off x="2359917" y="2932084"/>
          <a:ext cx="2196341" cy="669616"/>
        </a:xfrm>
        <a:prstGeom prst="rect">
          <a:avLst/>
        </a:prstGeom>
        <a:gradFill rotWithShape="0">
          <a:gsLst>
            <a:gs pos="0">
              <a:schemeClr val="accent2">
                <a:alpha val="70000"/>
                <a:hueOff val="0"/>
                <a:satOff val="0"/>
                <a:lumOff val="0"/>
                <a:alphaOff val="0"/>
                <a:tint val="65000"/>
                <a:shade val="92000"/>
                <a:satMod val="130000"/>
              </a:schemeClr>
            </a:gs>
            <a:gs pos="45000">
              <a:schemeClr val="accent2">
                <a:alpha val="70000"/>
                <a:hueOff val="0"/>
                <a:satOff val="0"/>
                <a:lumOff val="0"/>
                <a:alphaOff val="0"/>
                <a:tint val="60000"/>
                <a:shade val="99000"/>
                <a:satMod val="120000"/>
              </a:schemeClr>
            </a:gs>
            <a:gs pos="100000">
              <a:schemeClr val="accent2">
                <a:alpha val="70000"/>
                <a:hueOff val="0"/>
                <a:satOff val="0"/>
                <a:lumOff val="0"/>
                <a:alphaOff val="0"/>
                <a:tint val="55000"/>
                <a:satMod val="140000"/>
              </a:schemeClr>
            </a:gs>
          </a:gsLst>
          <a:path path="circle">
            <a:fillToRect l="100000" t="100000" r="100000" b="100000"/>
          </a:path>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GB" sz="1800" kern="1200" dirty="0">
              <a:solidFill>
                <a:schemeClr val="accent2">
                  <a:lumMod val="50000"/>
                </a:schemeClr>
              </a:solidFill>
            </a:rPr>
            <a:t>Meiosis</a:t>
          </a:r>
        </a:p>
      </dsp:txBody>
      <dsp:txXfrm>
        <a:off x="2359917" y="2932084"/>
        <a:ext cx="2196341" cy="669616"/>
      </dsp:txXfrm>
    </dsp:sp>
    <dsp:sp modelId="{AF904A5C-F792-406F-BEF8-E67901A6E280}">
      <dsp:nvSpPr>
        <dsp:cNvPr id="0" name=""/>
        <dsp:cNvSpPr/>
      </dsp:nvSpPr>
      <dsp:spPr>
        <a:xfrm>
          <a:off x="4995527" y="2513574"/>
          <a:ext cx="3217003" cy="669616"/>
        </a:xfrm>
        <a:prstGeom prst="rect">
          <a:avLst/>
        </a:prstGeom>
        <a:gradFill rotWithShape="0">
          <a:gsLst>
            <a:gs pos="0">
              <a:schemeClr val="accent2">
                <a:alpha val="50000"/>
                <a:hueOff val="0"/>
                <a:satOff val="0"/>
                <a:lumOff val="0"/>
                <a:alphaOff val="0"/>
                <a:tint val="65000"/>
                <a:shade val="92000"/>
                <a:satMod val="130000"/>
              </a:schemeClr>
            </a:gs>
            <a:gs pos="45000">
              <a:schemeClr val="accent2">
                <a:alpha val="50000"/>
                <a:hueOff val="0"/>
                <a:satOff val="0"/>
                <a:lumOff val="0"/>
                <a:alphaOff val="0"/>
                <a:tint val="60000"/>
                <a:shade val="99000"/>
                <a:satMod val="120000"/>
              </a:schemeClr>
            </a:gs>
            <a:gs pos="100000">
              <a:schemeClr val="accent2">
                <a:alpha val="50000"/>
                <a:hueOff val="0"/>
                <a:satOff val="0"/>
                <a:lumOff val="0"/>
                <a:alphaOff val="0"/>
                <a:tint val="55000"/>
                <a:satMod val="140000"/>
              </a:schemeClr>
            </a:gs>
          </a:gsLst>
          <a:path path="circle">
            <a:fillToRect l="100000" t="100000" r="100000" b="100000"/>
          </a:path>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GB" sz="1800" kern="1200" dirty="0">
              <a:solidFill>
                <a:schemeClr val="accent2">
                  <a:lumMod val="50000"/>
                </a:schemeClr>
              </a:solidFill>
            </a:rPr>
            <a:t>To have genetic diversity in all sexually reproducing organisms.</a:t>
          </a:r>
        </a:p>
      </dsp:txBody>
      <dsp:txXfrm>
        <a:off x="4995527" y="2513574"/>
        <a:ext cx="3217003" cy="669616"/>
      </dsp:txXfrm>
    </dsp:sp>
    <dsp:sp modelId="{41630A13-91B8-4E00-A85D-745DC64C1377}">
      <dsp:nvSpPr>
        <dsp:cNvPr id="0" name=""/>
        <dsp:cNvSpPr/>
      </dsp:nvSpPr>
      <dsp:spPr>
        <a:xfrm>
          <a:off x="4995527" y="3350595"/>
          <a:ext cx="3217003" cy="669616"/>
        </a:xfrm>
        <a:prstGeom prst="rect">
          <a:avLst/>
        </a:prstGeom>
        <a:gradFill rotWithShape="0">
          <a:gsLst>
            <a:gs pos="0">
              <a:schemeClr val="accent2">
                <a:alpha val="50000"/>
                <a:hueOff val="0"/>
                <a:satOff val="0"/>
                <a:lumOff val="0"/>
                <a:alphaOff val="0"/>
                <a:tint val="65000"/>
                <a:shade val="92000"/>
                <a:satMod val="130000"/>
              </a:schemeClr>
            </a:gs>
            <a:gs pos="45000">
              <a:schemeClr val="accent2">
                <a:alpha val="50000"/>
                <a:hueOff val="0"/>
                <a:satOff val="0"/>
                <a:lumOff val="0"/>
                <a:alphaOff val="0"/>
                <a:tint val="60000"/>
                <a:shade val="99000"/>
                <a:satMod val="120000"/>
              </a:schemeClr>
            </a:gs>
            <a:gs pos="100000">
              <a:schemeClr val="accent2">
                <a:alpha val="50000"/>
                <a:hueOff val="0"/>
                <a:satOff val="0"/>
                <a:lumOff val="0"/>
                <a:alphaOff val="0"/>
                <a:tint val="55000"/>
                <a:satMod val="140000"/>
              </a:schemeClr>
            </a:gs>
          </a:gsLst>
          <a:path path="circle">
            <a:fillToRect l="100000" t="100000" r="100000" b="100000"/>
          </a:path>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GB" sz="1800" kern="1200" dirty="0">
              <a:solidFill>
                <a:schemeClr val="accent2">
                  <a:lumMod val="50000"/>
                </a:schemeClr>
              </a:solidFill>
            </a:rPr>
            <a:t>Creates sex cells (gametes)</a:t>
          </a:r>
          <a:endParaRPr lang="en-US" sz="1800" kern="1200" dirty="0">
            <a:solidFill>
              <a:schemeClr val="accent2">
                <a:lumMod val="50000"/>
              </a:schemeClr>
            </a:solidFill>
          </a:endParaRPr>
        </a:p>
      </dsp:txBody>
      <dsp:txXfrm>
        <a:off x="4995527" y="3350595"/>
        <a:ext cx="3217003" cy="669616"/>
      </dsp:txXfrm>
    </dsp:sp>
  </dsp:spTree>
</dsp:drawing>
</file>

<file path=ppt/diagrams/layout1.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4A4C43-A1A7-4B46-8018-AA7353F6C20D}" type="datetimeFigureOut">
              <a:rPr lang="en-GB" smtClean="0"/>
              <a:t>29/12/2022</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4FBE547-3490-40BB-A765-D740915FD590}" type="slidenum">
              <a:rPr lang="en-GB" smtClean="0"/>
              <a:t>‹#›</a:t>
            </a:fld>
            <a:endParaRPr lang="en-GB"/>
          </a:p>
        </p:txBody>
      </p:sp>
    </p:spTree>
    <p:extLst>
      <p:ext uri="{BB962C8B-B14F-4D97-AF65-F5344CB8AC3E}">
        <p14:creationId xmlns:p14="http://schemas.microsoft.com/office/powerpoint/2010/main" val="33809547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E4FBE547-3490-40BB-A765-D740915FD590}" type="slidenum">
              <a:rPr lang="en-GB" smtClean="0"/>
              <a:t>10</a:t>
            </a:fld>
            <a:endParaRPr lang="en-GB"/>
          </a:p>
        </p:txBody>
      </p:sp>
    </p:spTree>
    <p:extLst>
      <p:ext uri="{BB962C8B-B14F-4D97-AF65-F5344CB8AC3E}">
        <p14:creationId xmlns:p14="http://schemas.microsoft.com/office/powerpoint/2010/main" val="22196721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4C14F42-ADE3-4C66-92CD-5C060230EEF2}" type="datetimeFigureOut">
              <a:rPr lang="en-GB" smtClean="0"/>
              <a:t>29/12/2022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6F876D5-4AB2-4D2E-8D4F-6521D5002723}" type="slidenum">
              <a:rPr lang="en-GB" smtClean="0"/>
              <a:t>‹#›</a:t>
            </a:fld>
            <a:endParaRPr lang="en-GB"/>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618679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4C14F42-ADE3-4C66-92CD-5C060230EEF2}" type="datetimeFigureOut">
              <a:rPr lang="en-GB" smtClean="0"/>
              <a:t>29/12/2022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6F876D5-4AB2-4D2E-8D4F-6521D5002723}" type="slidenum">
              <a:rPr lang="en-GB" smtClean="0"/>
              <a:t>‹#›</a:t>
            </a:fld>
            <a:endParaRPr lang="en-GB"/>
          </a:p>
        </p:txBody>
      </p:sp>
    </p:spTree>
    <p:extLst>
      <p:ext uri="{BB962C8B-B14F-4D97-AF65-F5344CB8AC3E}">
        <p14:creationId xmlns:p14="http://schemas.microsoft.com/office/powerpoint/2010/main" val="9300594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4C14F42-ADE3-4C66-92CD-5C060230EEF2}" type="datetimeFigureOut">
              <a:rPr lang="en-GB" smtClean="0"/>
              <a:t>29/12/2022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6F876D5-4AB2-4D2E-8D4F-6521D5002723}" type="slidenum">
              <a:rPr lang="en-GB" smtClean="0"/>
              <a:t>‹#›</a:t>
            </a:fld>
            <a:endParaRPr lang="en-GB"/>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984737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4C14F42-ADE3-4C66-92CD-5C060230EEF2}" type="datetimeFigureOut">
              <a:rPr lang="en-GB" smtClean="0"/>
              <a:t>29/12/2022</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6F876D5-4AB2-4D2E-8D4F-6521D5002723}" type="slidenum">
              <a:rPr lang="en-GB" smtClean="0"/>
              <a:t>‹#›</a:t>
            </a:fld>
            <a:endParaRPr lang="en-GB"/>
          </a:p>
        </p:txBody>
      </p:sp>
    </p:spTree>
    <p:extLst>
      <p:ext uri="{BB962C8B-B14F-4D97-AF65-F5344CB8AC3E}">
        <p14:creationId xmlns:p14="http://schemas.microsoft.com/office/powerpoint/2010/main" val="40620216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4C14F42-ADE3-4C66-92CD-5C060230EEF2}" type="datetimeFigureOut">
              <a:rPr lang="en-GB" smtClean="0"/>
              <a:t>29/12/2022</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26F876D5-4AB2-4D2E-8D4F-6521D5002723}" type="slidenum">
              <a:rPr lang="en-GB" smtClean="0"/>
              <a:t>‹#›</a:t>
            </a:fld>
            <a:endParaRPr lang="en-GB"/>
          </a:p>
        </p:txBody>
      </p:sp>
    </p:spTree>
    <p:extLst>
      <p:ext uri="{BB962C8B-B14F-4D97-AF65-F5344CB8AC3E}">
        <p14:creationId xmlns:p14="http://schemas.microsoft.com/office/powerpoint/2010/main" val="571234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4C14F42-ADE3-4C66-92CD-5C060230EEF2}" type="datetimeFigureOut">
              <a:rPr lang="en-GB" smtClean="0"/>
              <a:t>29/12/2022</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26F876D5-4AB2-4D2E-8D4F-6521D5002723}" type="slidenum">
              <a:rPr lang="en-GB" smtClean="0"/>
              <a:t>‹#›</a:t>
            </a:fld>
            <a:endParaRPr lang="en-GB"/>
          </a:p>
        </p:txBody>
      </p:sp>
    </p:spTree>
    <p:extLst>
      <p:ext uri="{BB962C8B-B14F-4D97-AF65-F5344CB8AC3E}">
        <p14:creationId xmlns:p14="http://schemas.microsoft.com/office/powerpoint/2010/main" val="25362417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C4C14F42-ADE3-4C66-92CD-5C060230EEF2}" type="datetimeFigureOut">
              <a:rPr lang="en-GB" smtClean="0"/>
              <a:t>29/12/2022</a:t>
            </a:fld>
            <a:endParaRPr lang="en-GB"/>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GB"/>
          </a:p>
        </p:txBody>
      </p:sp>
      <p:sp>
        <p:nvSpPr>
          <p:cNvPr id="9" name="Slide Number Placeholder 8"/>
          <p:cNvSpPr>
            <a:spLocks noGrp="1"/>
          </p:cNvSpPr>
          <p:nvPr>
            <p:ph type="sldNum" sz="quarter" idx="12"/>
          </p:nvPr>
        </p:nvSpPr>
        <p:spPr/>
        <p:txBody>
          <a:bodyPr/>
          <a:lstStyle/>
          <a:p>
            <a:fld id="{26F876D5-4AB2-4D2E-8D4F-6521D5002723}" type="slidenum">
              <a:rPr lang="en-GB" smtClean="0"/>
              <a:t>‹#›</a:t>
            </a:fld>
            <a:endParaRPr lang="en-GB"/>
          </a:p>
        </p:txBody>
      </p:sp>
    </p:spTree>
    <p:extLst>
      <p:ext uri="{BB962C8B-B14F-4D97-AF65-F5344CB8AC3E}">
        <p14:creationId xmlns:p14="http://schemas.microsoft.com/office/powerpoint/2010/main" val="38645773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C4C14F42-ADE3-4C66-92CD-5C060230EEF2}" type="datetimeFigureOut">
              <a:rPr lang="en-GB" smtClean="0"/>
              <a:t>29/12/2022</a:t>
            </a:fld>
            <a:endParaRPr lang="en-GB"/>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GB"/>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26F876D5-4AB2-4D2E-8D4F-6521D5002723}" type="slidenum">
              <a:rPr lang="en-GB" smtClean="0"/>
              <a:t>‹#›</a:t>
            </a:fld>
            <a:endParaRPr lang="en-GB"/>
          </a:p>
        </p:txBody>
      </p:sp>
    </p:spTree>
    <p:extLst>
      <p:ext uri="{BB962C8B-B14F-4D97-AF65-F5344CB8AC3E}">
        <p14:creationId xmlns:p14="http://schemas.microsoft.com/office/powerpoint/2010/main" val="2011691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C4C14F42-ADE3-4C66-92CD-5C060230EEF2}" type="datetimeFigureOut">
              <a:rPr lang="en-GB" smtClean="0"/>
              <a:t>29/12/2022</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6F876D5-4AB2-4D2E-8D4F-6521D5002723}" type="slidenum">
              <a:rPr lang="en-GB" smtClean="0"/>
              <a:t>‹#›</a:t>
            </a:fld>
            <a:endParaRPr lang="en-GB"/>
          </a:p>
        </p:txBody>
      </p:sp>
    </p:spTree>
    <p:extLst>
      <p:ext uri="{BB962C8B-B14F-4D97-AF65-F5344CB8AC3E}">
        <p14:creationId xmlns:p14="http://schemas.microsoft.com/office/powerpoint/2010/main" val="15538367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4C14F42-ADE3-4C66-92CD-5C060230EEF2}" type="datetimeFigureOut">
              <a:rPr lang="en-GB" smtClean="0"/>
              <a:t>29/12/2022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6F876D5-4AB2-4D2E-8D4F-6521D5002723}" type="slidenum">
              <a:rPr lang="en-GB" smtClean="0"/>
              <a:t>‹#›</a:t>
            </a:fld>
            <a:endParaRPr lang="en-GB"/>
          </a:p>
        </p:txBody>
      </p:sp>
    </p:spTree>
    <p:extLst>
      <p:ext uri="{BB962C8B-B14F-4D97-AF65-F5344CB8AC3E}">
        <p14:creationId xmlns:p14="http://schemas.microsoft.com/office/powerpoint/2010/main" val="29251247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4C14F42-ADE3-4C66-92CD-5C060230EEF2}" type="datetimeFigureOut">
              <a:rPr lang="en-GB" smtClean="0"/>
              <a:t>29/12/2022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6F876D5-4AB2-4D2E-8D4F-6521D5002723}" type="slidenum">
              <a:rPr lang="en-GB" smtClean="0"/>
              <a:t>‹#›</a:t>
            </a:fld>
            <a:endParaRPr lang="en-GB"/>
          </a:p>
        </p:txBody>
      </p:sp>
    </p:spTree>
    <p:extLst>
      <p:ext uri="{BB962C8B-B14F-4D97-AF65-F5344CB8AC3E}">
        <p14:creationId xmlns:p14="http://schemas.microsoft.com/office/powerpoint/2010/main" val="35572504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C4C14F42-ADE3-4C66-92CD-5C060230EEF2}" type="datetimeFigureOut">
              <a:rPr lang="en-GB" smtClean="0"/>
              <a:t>29/12/2022</a:t>
            </a:fld>
            <a:endParaRPr lang="en-GB"/>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GB"/>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26F876D5-4AB2-4D2E-8D4F-6521D5002723}" type="slidenum">
              <a:rPr lang="en-GB" smtClean="0"/>
              <a:t>‹#›</a:t>
            </a:fld>
            <a:endParaRPr lang="en-GB"/>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3923511"/>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11.emf"/><Relationship Id="rId4" Type="http://schemas.openxmlformats.org/officeDocument/2006/relationships/image" Target="../media/image10.emf"/></Relationships>
</file>

<file path=ppt/slides/_rels/slide1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21.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jpg"/><Relationship Id="rId1" Type="http://schemas.openxmlformats.org/officeDocument/2006/relationships/slideLayout" Target="../slideLayouts/slideLayout2.xml"/><Relationship Id="rId4" Type="http://schemas.microsoft.com/office/2007/relationships/hdphoto" Target="../media/hdphoto1.wdp"/></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6000"/>
                <a:shade val="99000"/>
                <a:satMod val="140000"/>
              </a:schemeClr>
            </a:gs>
            <a:gs pos="65000">
              <a:schemeClr val="bg1">
                <a:tint val="100000"/>
                <a:shade val="80000"/>
                <a:satMod val="130000"/>
              </a:schemeClr>
            </a:gs>
            <a:gs pos="100000">
              <a:schemeClr val="bg1">
                <a:tint val="100000"/>
                <a:shade val="48000"/>
                <a:satMod val="120000"/>
              </a:schemeClr>
            </a:gs>
          </a:gsLst>
          <a:lin ang="16200000" scaled="0"/>
        </a:gra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980EDC8-2DBD-4CC6-8C5A-848E99778234}"/>
              </a:ext>
            </a:extLst>
          </p:cNvPr>
          <p:cNvPicPr>
            <a:picLocks noChangeAspect="1"/>
          </p:cNvPicPr>
          <p:nvPr/>
        </p:nvPicPr>
        <p:blipFill rotWithShape="1">
          <a:blip r:embed="rId2">
            <a:alphaModFix amt="35000"/>
            <a:extLst>
              <a:ext uri="{28A0092B-C50C-407E-A947-70E740481C1C}">
                <a14:useLocalDpi xmlns:a14="http://schemas.microsoft.com/office/drawing/2010/main" val="0"/>
              </a:ext>
            </a:extLst>
          </a:blip>
          <a:srcRect t="4255"/>
          <a:stretch/>
        </p:blipFill>
        <p:spPr>
          <a:xfrm>
            <a:off x="20" y="10"/>
            <a:ext cx="12191980" cy="6857990"/>
          </a:xfrm>
          <a:prstGeom prst="rect">
            <a:avLst/>
          </a:prstGeom>
        </p:spPr>
      </p:pic>
      <p:sp>
        <p:nvSpPr>
          <p:cNvPr id="2" name="Title 1">
            <a:extLst>
              <a:ext uri="{FF2B5EF4-FFF2-40B4-BE49-F238E27FC236}">
                <a16:creationId xmlns:a16="http://schemas.microsoft.com/office/drawing/2014/main" id="{A10771B4-3259-467B-A653-DDCA72802507}"/>
              </a:ext>
            </a:extLst>
          </p:cNvPr>
          <p:cNvSpPr>
            <a:spLocks noGrp="1"/>
          </p:cNvSpPr>
          <p:nvPr>
            <p:ph type="ctrTitle"/>
          </p:nvPr>
        </p:nvSpPr>
        <p:spPr>
          <a:xfrm>
            <a:off x="1097280" y="758952"/>
            <a:ext cx="10058400" cy="3566160"/>
          </a:xfrm>
        </p:spPr>
        <p:txBody>
          <a:bodyPr>
            <a:normAutofit/>
          </a:bodyPr>
          <a:lstStyle/>
          <a:p>
            <a:r>
              <a:rPr lang="en-GB">
                <a:solidFill>
                  <a:srgbClr val="FFFFFF"/>
                </a:solidFill>
              </a:rPr>
              <a:t>Mitosis and Meiosis</a:t>
            </a:r>
          </a:p>
        </p:txBody>
      </p:sp>
      <p:sp>
        <p:nvSpPr>
          <p:cNvPr id="3" name="Subtitle 2">
            <a:extLst>
              <a:ext uri="{FF2B5EF4-FFF2-40B4-BE49-F238E27FC236}">
                <a16:creationId xmlns:a16="http://schemas.microsoft.com/office/drawing/2014/main" id="{A326C901-07B2-4CCC-8936-BB988D395580}"/>
              </a:ext>
            </a:extLst>
          </p:cNvPr>
          <p:cNvSpPr>
            <a:spLocks noGrp="1"/>
          </p:cNvSpPr>
          <p:nvPr>
            <p:ph type="subTitle" idx="1"/>
          </p:nvPr>
        </p:nvSpPr>
        <p:spPr>
          <a:xfrm>
            <a:off x="1100051" y="4455620"/>
            <a:ext cx="10058400" cy="1143000"/>
          </a:xfrm>
        </p:spPr>
        <p:txBody>
          <a:bodyPr>
            <a:normAutofit/>
          </a:bodyPr>
          <a:lstStyle/>
          <a:p>
            <a:r>
              <a:rPr lang="en-GB" cap="none">
                <a:solidFill>
                  <a:srgbClr val="FFFFFF"/>
                </a:solidFill>
              </a:rPr>
              <a:t>Experiment No. </a:t>
            </a:r>
            <a:r>
              <a:rPr lang="en-GB">
                <a:solidFill>
                  <a:srgbClr val="FFFFFF"/>
                </a:solidFill>
              </a:rPr>
              <a:t>7</a:t>
            </a:r>
          </a:p>
        </p:txBody>
      </p:sp>
      <p:cxnSp>
        <p:nvCxnSpPr>
          <p:cNvPr id="72" name="Straight Connector 66">
            <a:extLst>
              <a:ext uri="{FF2B5EF4-FFF2-40B4-BE49-F238E27FC236}">
                <a16:creationId xmlns:a16="http://schemas.microsoft.com/office/drawing/2014/main" id="{4071767D-5FF7-4508-B8B7-BB60FF3AB25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alpha val="80000"/>
              </a:schemeClr>
            </a:solidFill>
          </a:ln>
        </p:spPr>
        <p:style>
          <a:lnRef idx="1">
            <a:schemeClr val="accent1"/>
          </a:lnRef>
          <a:fillRef idx="0">
            <a:schemeClr val="accent1"/>
          </a:fillRef>
          <a:effectRef idx="0">
            <a:schemeClr val="accent1"/>
          </a:effectRef>
          <a:fontRef idx="minor">
            <a:schemeClr val="tx1"/>
          </a:fontRef>
        </p:style>
      </p:cxnSp>
      <p:sp>
        <p:nvSpPr>
          <p:cNvPr id="73" name="Rectangle 68">
            <a:extLst>
              <a:ext uri="{FF2B5EF4-FFF2-40B4-BE49-F238E27FC236}">
                <a16:creationId xmlns:a16="http://schemas.microsoft.com/office/drawing/2014/main" id="{C4E89C94-E462-4566-A15A-32835FD68B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1" name="Rectangle 70">
            <a:extLst>
              <a:ext uri="{FF2B5EF4-FFF2-40B4-BE49-F238E27FC236}">
                <a16:creationId xmlns:a16="http://schemas.microsoft.com/office/drawing/2014/main" id="{E25F4A20-71FB-4A26-92E2-89DED49264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686846521"/>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2079451"/>
            <a:ext cx="9309100" cy="4040698"/>
          </a:xfrm>
        </p:spPr>
        <p:txBody>
          <a:bodyPr>
            <a:normAutofit fontScale="85000" lnSpcReduction="20000"/>
          </a:bodyPr>
          <a:lstStyle/>
          <a:p>
            <a:r>
              <a:rPr lang="en-US" sz="3200" dirty="0">
                <a:solidFill>
                  <a:srgbClr val="00B0F0"/>
                </a:solidFill>
                <a:latin typeface="Mekanik LET" pitchFamily="2" charset="0"/>
              </a:rPr>
              <a:t>Cell division: </a:t>
            </a:r>
            <a:r>
              <a:rPr lang="en-US" sz="3200" dirty="0">
                <a:solidFill>
                  <a:schemeClr val="tx1"/>
                </a:solidFill>
                <a:latin typeface="Mekanik LET" pitchFamily="2" charset="0"/>
              </a:rPr>
              <a:t>differ According to the type of organisms</a:t>
            </a:r>
            <a:r>
              <a:rPr lang="en-US" sz="3200" dirty="0">
                <a:solidFill>
                  <a:srgbClr val="FF0000"/>
                </a:solidFill>
                <a:latin typeface="Mekanik LET" pitchFamily="2" charset="0"/>
              </a:rPr>
              <a:t>:</a:t>
            </a:r>
          </a:p>
          <a:p>
            <a:pPr>
              <a:buFont typeface="Wingdings" panose="05000000000000000000" pitchFamily="2" charset="2"/>
              <a:buChar char="v"/>
            </a:pPr>
            <a:r>
              <a:rPr lang="en-US" sz="3200" dirty="0">
                <a:solidFill>
                  <a:srgbClr val="FF0000"/>
                </a:solidFill>
                <a:latin typeface="Mekanik LET" pitchFamily="2" charset="0"/>
              </a:rPr>
              <a:t>Prokaryotic organism ( </a:t>
            </a:r>
            <a:r>
              <a:rPr lang="en-US" sz="3200" dirty="0">
                <a:solidFill>
                  <a:srgbClr val="00B0F0"/>
                </a:solidFill>
                <a:latin typeface="Mekanik LET" pitchFamily="2" charset="0"/>
              </a:rPr>
              <a:t>Bacteria</a:t>
            </a:r>
            <a:r>
              <a:rPr lang="en-US" sz="3200" dirty="0">
                <a:solidFill>
                  <a:srgbClr val="FF0000"/>
                </a:solidFill>
                <a:latin typeface="Mekanik LET" pitchFamily="2" charset="0"/>
              </a:rPr>
              <a:t> ): </a:t>
            </a:r>
            <a:r>
              <a:rPr lang="en-US" sz="3200" dirty="0">
                <a:solidFill>
                  <a:schemeClr val="tx1"/>
                </a:solidFill>
                <a:latin typeface="Mekanik LET" pitchFamily="2" charset="0"/>
              </a:rPr>
              <a:t>Binary fission, division in half.</a:t>
            </a:r>
          </a:p>
          <a:p>
            <a:pPr>
              <a:lnSpc>
                <a:spcPct val="100000"/>
              </a:lnSpc>
              <a:spcBef>
                <a:spcPts val="0"/>
              </a:spcBef>
              <a:spcAft>
                <a:spcPts val="0"/>
              </a:spcAft>
              <a:buFont typeface="Wingdings" panose="05000000000000000000" pitchFamily="2" charset="2"/>
              <a:buChar char="v"/>
            </a:pPr>
            <a:r>
              <a:rPr lang="en-US" sz="3200" dirty="0">
                <a:solidFill>
                  <a:srgbClr val="FF0000"/>
                </a:solidFill>
                <a:latin typeface="Mekanik LET" pitchFamily="2" charset="0"/>
              </a:rPr>
              <a:t>Unicellular algae ( </a:t>
            </a:r>
            <a:r>
              <a:rPr lang="en-US" sz="3200" dirty="0">
                <a:solidFill>
                  <a:srgbClr val="00B0F0"/>
                </a:solidFill>
                <a:latin typeface="Mekanik LET" pitchFamily="2" charset="0"/>
              </a:rPr>
              <a:t>Dinoflagellates</a:t>
            </a:r>
            <a:r>
              <a:rPr lang="en-US" sz="3200" dirty="0">
                <a:solidFill>
                  <a:srgbClr val="FF0000"/>
                </a:solidFill>
                <a:latin typeface="Mekanik LET" pitchFamily="2" charset="0"/>
              </a:rPr>
              <a:t>): </a:t>
            </a:r>
            <a:r>
              <a:rPr lang="en-US" sz="3200" dirty="0">
                <a:solidFill>
                  <a:schemeClr val="tx1"/>
                </a:solidFill>
                <a:latin typeface="Mekanik LET" pitchFamily="2" charset="0"/>
              </a:rPr>
              <a:t>Nuclear envelope remains intact during the cell division and the</a:t>
            </a:r>
          </a:p>
          <a:p>
            <a:pPr marL="0" indent="0">
              <a:lnSpc>
                <a:spcPct val="100000"/>
              </a:lnSpc>
              <a:spcBef>
                <a:spcPts val="0"/>
              </a:spcBef>
              <a:spcAft>
                <a:spcPts val="0"/>
              </a:spcAft>
              <a:buNone/>
            </a:pPr>
            <a:r>
              <a:rPr lang="en-US" sz="3200" dirty="0">
                <a:solidFill>
                  <a:schemeClr val="tx1"/>
                </a:solidFill>
                <a:latin typeface="Mekanik LET" pitchFamily="2" charset="0"/>
              </a:rPr>
              <a:t>                                                                      chromosome attached to the nuclear envelope.</a:t>
            </a:r>
          </a:p>
          <a:p>
            <a:pPr>
              <a:lnSpc>
                <a:spcPct val="100000"/>
              </a:lnSpc>
              <a:spcBef>
                <a:spcPts val="0"/>
              </a:spcBef>
              <a:spcAft>
                <a:spcPts val="0"/>
              </a:spcAft>
              <a:buFont typeface="Wingdings" panose="05000000000000000000" pitchFamily="2" charset="2"/>
              <a:buChar char="v"/>
            </a:pPr>
            <a:r>
              <a:rPr lang="en-US" sz="3200" dirty="0">
                <a:solidFill>
                  <a:srgbClr val="FF0000"/>
                </a:solidFill>
                <a:latin typeface="Mekanik LET" pitchFamily="2" charset="0"/>
              </a:rPr>
              <a:t>Unicellular algae (Diatoms): </a:t>
            </a:r>
            <a:r>
              <a:rPr lang="en-US" sz="3200" dirty="0">
                <a:solidFill>
                  <a:schemeClr val="tx1"/>
                </a:solidFill>
                <a:latin typeface="Mekanik LET" pitchFamily="2" charset="0"/>
              </a:rPr>
              <a:t>Nuclear envelope remains intact during the cell division and the spindle</a:t>
            </a:r>
          </a:p>
          <a:p>
            <a:pPr marL="0" indent="0">
              <a:lnSpc>
                <a:spcPct val="100000"/>
              </a:lnSpc>
              <a:spcBef>
                <a:spcPts val="0"/>
              </a:spcBef>
              <a:spcAft>
                <a:spcPts val="0"/>
              </a:spcAft>
              <a:buNone/>
            </a:pPr>
            <a:r>
              <a:rPr lang="en-US" sz="3200" dirty="0">
                <a:solidFill>
                  <a:schemeClr val="tx1"/>
                </a:solidFill>
                <a:latin typeface="Mekanik LET" pitchFamily="2" charset="0"/>
              </a:rPr>
              <a:t>                                                         Form within nucleus.</a:t>
            </a:r>
            <a:r>
              <a:rPr lang="en-US" sz="3200" dirty="0"/>
              <a:t> </a:t>
            </a:r>
          </a:p>
          <a:p>
            <a:pPr>
              <a:lnSpc>
                <a:spcPct val="100000"/>
              </a:lnSpc>
              <a:spcBef>
                <a:spcPts val="0"/>
              </a:spcBef>
              <a:spcAft>
                <a:spcPts val="0"/>
              </a:spcAft>
              <a:buFont typeface="Wingdings" panose="05000000000000000000" pitchFamily="2" charset="2"/>
              <a:buChar char="v"/>
            </a:pPr>
            <a:r>
              <a:rPr lang="en-US" sz="3200" dirty="0">
                <a:solidFill>
                  <a:srgbClr val="FF0000"/>
                </a:solidFill>
                <a:latin typeface="Mekanik LET" pitchFamily="2" charset="0"/>
              </a:rPr>
              <a:t>Most other Eukaryotes (Includes Plant and Animals): </a:t>
            </a:r>
            <a:r>
              <a:rPr lang="en-US" sz="3200" dirty="0">
                <a:solidFill>
                  <a:schemeClr val="tx1"/>
                </a:solidFill>
                <a:latin typeface="Mekanik LET" pitchFamily="2" charset="0"/>
              </a:rPr>
              <a:t>Mitosis and Meiosis</a:t>
            </a:r>
            <a:endParaRPr lang="ar-JO" sz="3200" dirty="0">
              <a:solidFill>
                <a:schemeClr val="tx1"/>
              </a:solidFill>
            </a:endParaRPr>
          </a:p>
        </p:txBody>
      </p:sp>
      <p:sp>
        <p:nvSpPr>
          <p:cNvPr id="4" name="Rectangle 3"/>
          <p:cNvSpPr/>
          <p:nvPr/>
        </p:nvSpPr>
        <p:spPr>
          <a:xfrm>
            <a:off x="1097280" y="181661"/>
            <a:ext cx="10029508" cy="769441"/>
          </a:xfrm>
          <a:prstGeom prst="rect">
            <a:avLst/>
          </a:prstGeom>
        </p:spPr>
        <p:txBody>
          <a:bodyPr wrap="square">
            <a:spAutoFit/>
          </a:bodyPr>
          <a:lstStyle/>
          <a:p>
            <a:pPr algn="ctr"/>
            <a:r>
              <a:rPr lang="en-US" sz="4400" dirty="0">
                <a:solidFill>
                  <a:srgbClr val="FF0000"/>
                </a:solidFill>
                <a:latin typeface="Mekanik LET" pitchFamily="2" charset="0"/>
              </a:rPr>
              <a:t>The continuity of life is based on the reproduction of the cells </a:t>
            </a:r>
            <a:r>
              <a:rPr lang="en-US" sz="4400" dirty="0">
                <a:latin typeface="Mekanik LET" pitchFamily="2" charset="0"/>
              </a:rPr>
              <a:t>( </a:t>
            </a:r>
            <a:r>
              <a:rPr lang="en-US" sz="4400" dirty="0">
                <a:solidFill>
                  <a:srgbClr val="00B0F0"/>
                </a:solidFill>
                <a:latin typeface="Mekanik LET" pitchFamily="2" charset="0"/>
              </a:rPr>
              <a:t>Cell division </a:t>
            </a:r>
            <a:r>
              <a:rPr lang="en-US" sz="4400" dirty="0">
                <a:latin typeface="Mekanik LET" pitchFamily="2" charset="0"/>
              </a:rPr>
              <a:t>)</a:t>
            </a:r>
            <a:endParaRPr lang="ar-JO" sz="4400" dirty="0">
              <a:latin typeface="Mekanik LET" pitchFamily="2" charset="0"/>
            </a:endParaRPr>
          </a:p>
        </p:txBody>
      </p:sp>
      <p:pic>
        <p:nvPicPr>
          <p:cNvPr id="5" name="Picture 4"/>
          <p:cNvPicPr>
            <a:picLocks noChangeAspect="1"/>
          </p:cNvPicPr>
          <p:nvPr/>
        </p:nvPicPr>
        <p:blipFill>
          <a:blip r:embed="rId2"/>
          <a:stretch>
            <a:fillRect/>
          </a:stretch>
        </p:blipFill>
        <p:spPr>
          <a:xfrm>
            <a:off x="9594376" y="1782271"/>
            <a:ext cx="2252611" cy="4509347"/>
          </a:xfrm>
          <a:prstGeom prst="rect">
            <a:avLst/>
          </a:prstGeom>
        </p:spPr>
      </p:pic>
    </p:spTree>
    <p:extLst>
      <p:ext uri="{BB962C8B-B14F-4D97-AF65-F5344CB8AC3E}">
        <p14:creationId xmlns:p14="http://schemas.microsoft.com/office/powerpoint/2010/main" val="35738527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40ED141-5173-4647-B48F-EAE66F36417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967785" y="1869743"/>
            <a:ext cx="3008896" cy="4271620"/>
          </a:xfrm>
        </p:spPr>
      </p:pic>
      <p:sp>
        <p:nvSpPr>
          <p:cNvPr id="6" name="TextBox 5">
            <a:extLst>
              <a:ext uri="{FF2B5EF4-FFF2-40B4-BE49-F238E27FC236}">
                <a16:creationId xmlns:a16="http://schemas.microsoft.com/office/drawing/2014/main" id="{5A5AAC19-B9E6-4CA6-8E2A-033DE1BE0E69}"/>
              </a:ext>
            </a:extLst>
          </p:cNvPr>
          <p:cNvSpPr txBox="1"/>
          <p:nvPr/>
        </p:nvSpPr>
        <p:spPr>
          <a:xfrm>
            <a:off x="1014530" y="744407"/>
            <a:ext cx="10950053" cy="1200329"/>
          </a:xfrm>
          <a:prstGeom prst="rect">
            <a:avLst/>
          </a:prstGeom>
          <a:noFill/>
        </p:spPr>
        <p:txBody>
          <a:bodyPr wrap="square" rtlCol="0">
            <a:spAutoFit/>
          </a:bodyPr>
          <a:lstStyle/>
          <a:p>
            <a:r>
              <a:rPr lang="en-GB" sz="2400" b="1" dirty="0">
                <a:solidFill>
                  <a:schemeClr val="accent2">
                    <a:lumMod val="75000"/>
                  </a:schemeClr>
                </a:solidFill>
              </a:rPr>
              <a:t>                                                      Human body contains:</a:t>
            </a:r>
          </a:p>
          <a:p>
            <a:r>
              <a:rPr lang="en-GB" sz="2400" b="1" dirty="0">
                <a:solidFill>
                  <a:schemeClr val="accent2">
                    <a:lumMod val="75000"/>
                  </a:schemeClr>
                </a:solidFill>
              </a:rPr>
              <a:t>    Somatic cells                                                                          Germ line cells (sex cells)</a:t>
            </a:r>
          </a:p>
          <a:p>
            <a:endParaRPr lang="en-GB" sz="2400" b="1" dirty="0">
              <a:solidFill>
                <a:schemeClr val="accent2">
                  <a:lumMod val="75000"/>
                </a:schemeClr>
              </a:solidFill>
            </a:endParaRPr>
          </a:p>
        </p:txBody>
      </p:sp>
      <p:sp>
        <p:nvSpPr>
          <p:cNvPr id="8" name="TextBox 7">
            <a:extLst>
              <a:ext uri="{FF2B5EF4-FFF2-40B4-BE49-F238E27FC236}">
                <a16:creationId xmlns:a16="http://schemas.microsoft.com/office/drawing/2014/main" id="{BB0893AD-CEAA-4BA2-801D-8BEEADB25477}"/>
              </a:ext>
            </a:extLst>
          </p:cNvPr>
          <p:cNvSpPr txBox="1"/>
          <p:nvPr/>
        </p:nvSpPr>
        <p:spPr>
          <a:xfrm>
            <a:off x="961053" y="2127380"/>
            <a:ext cx="3200400" cy="3170099"/>
          </a:xfrm>
          <a:prstGeom prst="rect">
            <a:avLst/>
          </a:prstGeom>
          <a:noFill/>
          <a:ln>
            <a:noFill/>
          </a:ln>
        </p:spPr>
        <p:style>
          <a:lnRef idx="0">
            <a:scrgbClr r="0" g="0" b="0"/>
          </a:lnRef>
          <a:fillRef idx="0">
            <a:scrgbClr r="0" g="0" b="0"/>
          </a:fillRef>
          <a:effectRef idx="0">
            <a:scrgbClr r="0" g="0" b="0"/>
          </a:effectRef>
          <a:fontRef idx="minor">
            <a:schemeClr val="accent1"/>
          </a:fontRef>
        </p:style>
        <p:txBody>
          <a:bodyPr wrap="square" rtlCol="0">
            <a:spAutoFit/>
          </a:bodyPr>
          <a:lstStyle/>
          <a:p>
            <a:pPr marL="342900" indent="-342900">
              <a:buFont typeface="Arial" panose="020B0604020202020204" pitchFamily="34" charset="0"/>
              <a:buChar char="•"/>
            </a:pPr>
            <a:r>
              <a:rPr lang="en-GB" sz="2000" dirty="0">
                <a:solidFill>
                  <a:schemeClr val="accent2">
                    <a:lumMod val="75000"/>
                  </a:schemeClr>
                </a:solidFill>
              </a:rPr>
              <a:t>Contain the diploid (2n) chromosomes number.</a:t>
            </a:r>
          </a:p>
          <a:p>
            <a:endParaRPr lang="en-GB" sz="2000" dirty="0">
              <a:solidFill>
                <a:schemeClr val="accent2">
                  <a:lumMod val="75000"/>
                </a:schemeClr>
              </a:solidFill>
            </a:endParaRPr>
          </a:p>
          <a:p>
            <a:pPr marL="342900" indent="-342900">
              <a:buFont typeface="Arial" panose="020B0604020202020204" pitchFamily="34" charset="0"/>
              <a:buChar char="•"/>
            </a:pPr>
            <a:r>
              <a:rPr lang="en-GB" sz="2000" dirty="0">
                <a:solidFill>
                  <a:schemeClr val="accent2">
                    <a:lumMod val="75000"/>
                  </a:schemeClr>
                </a:solidFill>
              </a:rPr>
              <a:t>Divide by mitosis to produce two genetically identical daughter cells.</a:t>
            </a:r>
          </a:p>
          <a:p>
            <a:endParaRPr lang="en-GB" sz="2000" dirty="0">
              <a:solidFill>
                <a:schemeClr val="accent2">
                  <a:lumMod val="75000"/>
                </a:schemeClr>
              </a:solidFill>
            </a:endParaRPr>
          </a:p>
          <a:p>
            <a:pPr marL="342900" indent="-342900">
              <a:buFont typeface="Arial" panose="020B0604020202020204" pitchFamily="34" charset="0"/>
              <a:buChar char="•"/>
            </a:pPr>
            <a:r>
              <a:rPr lang="en-GB" sz="2000" dirty="0">
                <a:solidFill>
                  <a:schemeClr val="accent2">
                    <a:lumMod val="75000"/>
                  </a:schemeClr>
                </a:solidFill>
              </a:rPr>
              <a:t>i.e. liver cells, muscle cells, skin cells, etc.</a:t>
            </a:r>
          </a:p>
          <a:p>
            <a:endParaRPr lang="en-GB" sz="2000" dirty="0">
              <a:solidFill>
                <a:schemeClr val="accent2">
                  <a:lumMod val="75000"/>
                </a:schemeClr>
              </a:solidFill>
            </a:endParaRPr>
          </a:p>
        </p:txBody>
      </p:sp>
      <p:sp>
        <p:nvSpPr>
          <p:cNvPr id="9" name="TextBox 8">
            <a:extLst>
              <a:ext uri="{FF2B5EF4-FFF2-40B4-BE49-F238E27FC236}">
                <a16:creationId xmlns:a16="http://schemas.microsoft.com/office/drawing/2014/main" id="{7D09BCE9-7EAF-49E9-91D0-AFAC412B30D7}"/>
              </a:ext>
            </a:extLst>
          </p:cNvPr>
          <p:cNvSpPr txBox="1"/>
          <p:nvPr/>
        </p:nvSpPr>
        <p:spPr>
          <a:xfrm>
            <a:off x="7976681" y="2112061"/>
            <a:ext cx="3832890" cy="3139321"/>
          </a:xfrm>
          <a:prstGeom prst="rect">
            <a:avLst/>
          </a:prstGeom>
          <a:noFill/>
          <a:ln>
            <a:noFill/>
          </a:ln>
        </p:spPr>
        <p:style>
          <a:lnRef idx="0">
            <a:scrgbClr r="0" g="0" b="0"/>
          </a:lnRef>
          <a:fillRef idx="0">
            <a:scrgbClr r="0" g="0" b="0"/>
          </a:fillRef>
          <a:effectRef idx="0">
            <a:scrgbClr r="0" g="0" b="0"/>
          </a:effectRef>
          <a:fontRef idx="minor">
            <a:schemeClr val="accent2"/>
          </a:fontRef>
        </p:style>
        <p:txBody>
          <a:bodyPr wrap="square" rtlCol="0">
            <a:spAutoFit/>
          </a:bodyPr>
          <a:lstStyle/>
          <a:p>
            <a:pPr marL="285750" indent="-285750">
              <a:buFont typeface="Arial" panose="020B0604020202020204" pitchFamily="34" charset="0"/>
              <a:buChar char="•"/>
            </a:pPr>
            <a:r>
              <a:rPr lang="en-GB" sz="2000" dirty="0">
                <a:solidFill>
                  <a:schemeClr val="accent2">
                    <a:lumMod val="75000"/>
                  </a:schemeClr>
                </a:solidFill>
              </a:rPr>
              <a:t>Contain the diploid (2n) chromosomes number.</a:t>
            </a:r>
          </a:p>
          <a:p>
            <a:endParaRPr lang="en-GB" sz="2000" dirty="0">
              <a:solidFill>
                <a:schemeClr val="accent2">
                  <a:lumMod val="75000"/>
                </a:schemeClr>
              </a:solidFill>
            </a:endParaRPr>
          </a:p>
          <a:p>
            <a:pPr marL="285750" indent="-285750">
              <a:buFont typeface="Arial" panose="020B0604020202020204" pitchFamily="34" charset="0"/>
              <a:buChar char="•"/>
            </a:pPr>
            <a:r>
              <a:rPr lang="en-GB" sz="2000" dirty="0">
                <a:solidFill>
                  <a:schemeClr val="accent2">
                    <a:lumMod val="75000"/>
                  </a:schemeClr>
                </a:solidFill>
              </a:rPr>
              <a:t>Divide by meiosis genetically different  gametes.</a:t>
            </a:r>
          </a:p>
          <a:p>
            <a:endParaRPr lang="en-GB" sz="2000" dirty="0">
              <a:solidFill>
                <a:schemeClr val="accent2">
                  <a:lumMod val="75000"/>
                </a:schemeClr>
              </a:solidFill>
            </a:endParaRPr>
          </a:p>
          <a:p>
            <a:pPr marL="285750" indent="-285750">
              <a:buFont typeface="Arial" panose="020B0604020202020204" pitchFamily="34" charset="0"/>
              <a:buChar char="•"/>
            </a:pPr>
            <a:r>
              <a:rPr lang="en-GB" sz="2000" dirty="0" err="1">
                <a:solidFill>
                  <a:schemeClr val="accent2">
                    <a:lumMod val="75000"/>
                  </a:schemeClr>
                </a:solidFill>
              </a:rPr>
              <a:t>Oogonium</a:t>
            </a:r>
            <a:r>
              <a:rPr lang="en-GB" sz="2000" dirty="0">
                <a:solidFill>
                  <a:schemeClr val="accent2">
                    <a:lumMod val="75000"/>
                  </a:schemeClr>
                </a:solidFill>
              </a:rPr>
              <a:t> and </a:t>
            </a:r>
            <a:r>
              <a:rPr lang="en-GB" sz="2000" dirty="0" err="1">
                <a:solidFill>
                  <a:schemeClr val="accent2">
                    <a:lumMod val="75000"/>
                  </a:schemeClr>
                </a:solidFill>
              </a:rPr>
              <a:t>spermatogonium</a:t>
            </a:r>
            <a:r>
              <a:rPr lang="en-GB" sz="2000" dirty="0">
                <a:solidFill>
                  <a:schemeClr val="accent2">
                    <a:lumMod val="75000"/>
                  </a:schemeClr>
                </a:solidFill>
              </a:rPr>
              <a:t> .</a:t>
            </a:r>
          </a:p>
          <a:p>
            <a:endParaRPr lang="en-GB" sz="2000" dirty="0">
              <a:solidFill>
                <a:schemeClr val="accent2">
                  <a:lumMod val="75000"/>
                </a:schemeClr>
              </a:solidFill>
            </a:endParaRPr>
          </a:p>
          <a:p>
            <a:endParaRPr lang="en-GB" dirty="0"/>
          </a:p>
        </p:txBody>
      </p:sp>
    </p:spTree>
    <p:extLst>
      <p:ext uri="{BB962C8B-B14F-4D97-AF65-F5344CB8AC3E}">
        <p14:creationId xmlns:p14="http://schemas.microsoft.com/office/powerpoint/2010/main" val="17705111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B7482-0963-41DB-99F6-18C55A7E2B49}"/>
              </a:ext>
            </a:extLst>
          </p:cNvPr>
          <p:cNvSpPr>
            <a:spLocks noGrp="1"/>
          </p:cNvSpPr>
          <p:nvPr>
            <p:ph type="title"/>
          </p:nvPr>
        </p:nvSpPr>
        <p:spPr/>
        <p:txBody>
          <a:bodyPr/>
          <a:lstStyle/>
          <a:p>
            <a:r>
              <a:rPr lang="en-GB" b="1" dirty="0">
                <a:solidFill>
                  <a:schemeClr val="accent2">
                    <a:lumMod val="75000"/>
                  </a:schemeClr>
                </a:solidFill>
                <a:latin typeface="+mn-lt"/>
              </a:rPr>
              <a:t>Why do cells divide?!</a:t>
            </a:r>
            <a:endParaRPr lang="en-GB" dirty="0">
              <a:solidFill>
                <a:schemeClr val="accent2">
                  <a:lumMod val="75000"/>
                </a:schemeClr>
              </a:solidFill>
              <a:latin typeface="+mn-lt"/>
            </a:endParaRPr>
          </a:p>
        </p:txBody>
      </p:sp>
      <p:graphicFrame>
        <p:nvGraphicFramePr>
          <p:cNvPr id="8" name="Content Placeholder 7">
            <a:extLst>
              <a:ext uri="{FF2B5EF4-FFF2-40B4-BE49-F238E27FC236}">
                <a16:creationId xmlns:a16="http://schemas.microsoft.com/office/drawing/2014/main" id="{F6C85E22-B58F-4684-99ED-D4F0540EDED5}"/>
              </a:ext>
            </a:extLst>
          </p:cNvPr>
          <p:cNvGraphicFramePr>
            <a:graphicFrameLocks noGrp="1"/>
          </p:cNvGraphicFramePr>
          <p:nvPr>
            <p:ph idx="1"/>
            <p:extLst>
              <p:ext uri="{D42A27DB-BD31-4B8C-83A1-F6EECF244321}">
                <p14:modId xmlns:p14="http://schemas.microsoft.com/office/powerpoint/2010/main" val="688007050"/>
              </p:ext>
            </p:extLst>
          </p:nvPr>
        </p:nvGraphicFramePr>
        <p:xfrm>
          <a:off x="1520890" y="1855594"/>
          <a:ext cx="9479902" cy="40227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960656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97279" y="2197290"/>
            <a:ext cx="10557909" cy="3671804"/>
          </a:xfrm>
        </p:spPr>
        <p:txBody>
          <a:bodyPr/>
          <a:lstStyle/>
          <a:p>
            <a:pPr marL="90488" indent="87313">
              <a:buFont typeface="Wingdings" panose="05000000000000000000" pitchFamily="2" charset="2"/>
              <a:buChar char="§"/>
              <a:tabLst>
                <a:tab pos="273050" algn="l"/>
              </a:tabLst>
            </a:pPr>
            <a:r>
              <a:rPr lang="en-US" dirty="0">
                <a:solidFill>
                  <a:srgbClr val="FF0000"/>
                </a:solidFill>
              </a:rPr>
              <a:t>   Mitosis</a:t>
            </a:r>
            <a:r>
              <a:rPr lang="en-US" dirty="0">
                <a:solidFill>
                  <a:schemeClr val="tx1"/>
                </a:solidFill>
              </a:rPr>
              <a:t>: is the shortest stage of cell cycle</a:t>
            </a:r>
            <a:r>
              <a:rPr lang="en-US" dirty="0"/>
              <a:t>.</a:t>
            </a:r>
          </a:p>
          <a:p>
            <a:endParaRPr lang="en-US" dirty="0"/>
          </a:p>
          <a:p>
            <a:pPr marL="407988" lvl="1" indent="-293688">
              <a:buFont typeface="Wingdings" pitchFamily="84" charset="2"/>
              <a:buChar char="§"/>
            </a:pPr>
            <a:r>
              <a:rPr lang="en-US" sz="2000" dirty="0">
                <a:solidFill>
                  <a:srgbClr val="FF0000"/>
                </a:solidFill>
              </a:rPr>
              <a:t>The cell cycle</a:t>
            </a:r>
            <a:r>
              <a:rPr lang="en-US" sz="2000" dirty="0"/>
              <a:t>: </a:t>
            </a:r>
            <a:r>
              <a:rPr lang="en-US" altLang="en-US" sz="2000" dirty="0">
                <a:solidFill>
                  <a:schemeClr val="tx1"/>
                </a:solidFill>
              </a:rPr>
              <a:t>is an ordered sequence of events that extends from the time a  cell is first </a:t>
            </a:r>
          </a:p>
          <a:p>
            <a:pPr marL="114300" lvl="1" indent="0">
              <a:buNone/>
            </a:pPr>
            <a:r>
              <a:rPr lang="en-US" altLang="en-US" sz="2000" dirty="0">
                <a:solidFill>
                  <a:schemeClr val="tx1"/>
                </a:solidFill>
              </a:rPr>
              <a:t>                                    formed from a  dividing parent cell until its own division.</a:t>
            </a:r>
          </a:p>
          <a:p>
            <a:pPr marL="114300" lvl="1" indent="0">
              <a:buNone/>
            </a:pPr>
            <a:endParaRPr lang="en-US" altLang="en-US" sz="2000" dirty="0">
              <a:solidFill>
                <a:schemeClr val="tx1"/>
              </a:solidFill>
            </a:endParaRPr>
          </a:p>
          <a:p>
            <a:pPr marL="400050" lvl="1" indent="-285750">
              <a:buFont typeface="Wingdings" panose="05000000000000000000" pitchFamily="2" charset="2"/>
              <a:buChar char="§"/>
            </a:pPr>
            <a:r>
              <a:rPr lang="en-GB" sz="2000" dirty="0">
                <a:solidFill>
                  <a:schemeClr val="tx1"/>
                </a:solidFill>
              </a:rPr>
              <a:t>In the cell cycle of a dividing cell, the mitotic (M) phase alternates with interphase.</a:t>
            </a:r>
          </a:p>
          <a:p>
            <a:pPr marL="114300" lvl="1" indent="0">
              <a:buNone/>
            </a:pPr>
            <a:endParaRPr lang="en-US" altLang="en-US" sz="2000" dirty="0">
              <a:solidFill>
                <a:schemeClr val="tx1"/>
              </a:solidFill>
            </a:endParaRPr>
          </a:p>
          <a:p>
            <a:pPr marL="114300" lvl="1" indent="0">
              <a:buNone/>
            </a:pPr>
            <a:endParaRPr lang="en-US" altLang="en-US" dirty="0"/>
          </a:p>
          <a:p>
            <a:pPr marL="400050" lvl="1" indent="-285750"/>
            <a:endParaRPr lang="en-US" altLang="en-US" dirty="0"/>
          </a:p>
          <a:p>
            <a:pPr marL="114300" lvl="1" indent="0">
              <a:buNone/>
            </a:pPr>
            <a:endParaRPr lang="en-US" dirty="0"/>
          </a:p>
          <a:p>
            <a:pPr marL="114300" lvl="1" indent="0">
              <a:buNone/>
            </a:pPr>
            <a:endParaRPr lang="ar-JO" dirty="0"/>
          </a:p>
        </p:txBody>
      </p:sp>
    </p:spTree>
    <p:extLst>
      <p:ext uri="{BB962C8B-B14F-4D97-AF65-F5344CB8AC3E}">
        <p14:creationId xmlns:p14="http://schemas.microsoft.com/office/powerpoint/2010/main" val="36502760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8" name="Rectangle 42">
            <a:extLst>
              <a:ext uri="{FF2B5EF4-FFF2-40B4-BE49-F238E27FC236}">
                <a16:creationId xmlns:a16="http://schemas.microsoft.com/office/drawing/2014/main" id="{52ABB703-2B0E-4C3B-B4A2-F3973548E5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7432639-B365-414D-8665-9C2992F6F17C}"/>
              </a:ext>
            </a:extLst>
          </p:cNvPr>
          <p:cNvSpPr>
            <a:spLocks noGrp="1"/>
          </p:cNvSpPr>
          <p:nvPr>
            <p:ph type="title"/>
          </p:nvPr>
        </p:nvSpPr>
        <p:spPr>
          <a:xfrm>
            <a:off x="6411685" y="634946"/>
            <a:ext cx="5127171" cy="1450757"/>
          </a:xfrm>
        </p:spPr>
        <p:txBody>
          <a:bodyPr>
            <a:normAutofit/>
          </a:bodyPr>
          <a:lstStyle/>
          <a:p>
            <a:r>
              <a:rPr lang="en-GB" b="1" dirty="0">
                <a:solidFill>
                  <a:schemeClr val="accent2">
                    <a:lumMod val="50000"/>
                  </a:schemeClr>
                </a:solidFill>
                <a:latin typeface="+mn-lt"/>
              </a:rPr>
              <a:t>Cell Cycle</a:t>
            </a:r>
          </a:p>
        </p:txBody>
      </p:sp>
      <p:cxnSp>
        <p:nvCxnSpPr>
          <p:cNvPr id="69" name="Straight Connector 44">
            <a:extLst>
              <a:ext uri="{FF2B5EF4-FFF2-40B4-BE49-F238E27FC236}">
                <a16:creationId xmlns:a16="http://schemas.microsoft.com/office/drawing/2014/main" id="{9C21570E-E159-49A6-9891-FA397B7A92D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11684" y="2086188"/>
            <a:ext cx="4748808"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10" name="Content Placeholder 9">
            <a:extLst>
              <a:ext uri="{FF2B5EF4-FFF2-40B4-BE49-F238E27FC236}">
                <a16:creationId xmlns:a16="http://schemas.microsoft.com/office/drawing/2014/main" id="{B96A796B-8795-4104-A0F2-B2BD9A55B6B7}"/>
              </a:ext>
            </a:extLst>
          </p:cNvPr>
          <p:cNvSpPr>
            <a:spLocks noGrp="1"/>
          </p:cNvSpPr>
          <p:nvPr>
            <p:ph idx="1"/>
          </p:nvPr>
        </p:nvSpPr>
        <p:spPr>
          <a:xfrm>
            <a:off x="6411684" y="2330508"/>
            <a:ext cx="5426878" cy="3538586"/>
          </a:xfrm>
        </p:spPr>
        <p:txBody>
          <a:bodyPr>
            <a:normAutofit fontScale="77500" lnSpcReduction="20000"/>
          </a:bodyPr>
          <a:lstStyle/>
          <a:p>
            <a:r>
              <a:rPr lang="en-US" dirty="0"/>
              <a:t>Divided into three main stages:</a:t>
            </a:r>
          </a:p>
          <a:p>
            <a:pPr marL="0" indent="0" defTabSz="457200">
              <a:buNone/>
            </a:pPr>
            <a:r>
              <a:rPr lang="en-US" b="1" dirty="0"/>
              <a:t>    </a:t>
            </a:r>
            <a:r>
              <a:rPr lang="en-US" b="1" u="sng" dirty="0"/>
              <a:t>Interphase:</a:t>
            </a:r>
            <a:r>
              <a:rPr lang="en-US" dirty="0"/>
              <a:t> </a:t>
            </a:r>
          </a:p>
          <a:p>
            <a:pPr marL="342900" indent="-342900" defTabSz="457200">
              <a:buFont typeface="Arial" panose="020B0604020202020204" pitchFamily="34" charset="0"/>
              <a:buChar char="•"/>
            </a:pPr>
            <a:r>
              <a:rPr lang="en-GB" dirty="0">
                <a:solidFill>
                  <a:schemeClr val="accent2">
                    <a:lumMod val="75000"/>
                  </a:schemeClr>
                </a:solidFill>
              </a:rPr>
              <a:t>Before a dividing cell enters mitosis, it undergoes a period of growth called interphase. </a:t>
            </a:r>
          </a:p>
          <a:p>
            <a:pPr marL="342900" indent="-342900" defTabSz="457200">
              <a:buFont typeface="Arial" panose="020B0604020202020204" pitchFamily="34" charset="0"/>
              <a:buChar char="•"/>
            </a:pPr>
            <a:r>
              <a:rPr lang="en-GB" dirty="0">
                <a:solidFill>
                  <a:schemeClr val="accent2">
                    <a:lumMod val="75000"/>
                  </a:schemeClr>
                </a:solidFill>
              </a:rPr>
              <a:t>About 90% of a cell's time in the normal cell cycle may be spent in interphase.</a:t>
            </a:r>
          </a:p>
          <a:p>
            <a:pPr marL="342900" indent="-342900" defTabSz="457200">
              <a:buFont typeface="Arial" panose="020B0604020202020204" pitchFamily="34" charset="0"/>
              <a:buChar char="•"/>
            </a:pPr>
            <a:r>
              <a:rPr lang="en-GB" dirty="0">
                <a:solidFill>
                  <a:schemeClr val="accent2">
                    <a:lumMod val="75000"/>
                  </a:schemeClr>
                </a:solidFill>
              </a:rPr>
              <a:t>Interphase including G1, S and G2 sub phases.</a:t>
            </a:r>
          </a:p>
          <a:p>
            <a:pPr marL="342900" indent="-342900" defTabSz="457200">
              <a:buFont typeface="Arial" panose="020B0604020202020204" pitchFamily="34" charset="0"/>
              <a:buChar char="•"/>
            </a:pPr>
            <a:endParaRPr lang="en-GB" dirty="0">
              <a:solidFill>
                <a:schemeClr val="accent2">
                  <a:lumMod val="75000"/>
                </a:schemeClr>
              </a:solidFill>
            </a:endParaRPr>
          </a:p>
          <a:p>
            <a:pPr marL="201168" lvl="1" indent="0">
              <a:buNone/>
            </a:pPr>
            <a:r>
              <a:rPr lang="en-GB" sz="2100" b="1" u="sng" dirty="0">
                <a:solidFill>
                  <a:schemeClr val="tx1"/>
                </a:solidFill>
              </a:rPr>
              <a:t>Mitotic phase</a:t>
            </a:r>
            <a:r>
              <a:rPr lang="en-GB" dirty="0">
                <a:solidFill>
                  <a:schemeClr val="accent2">
                    <a:lumMod val="75000"/>
                  </a:schemeClr>
                </a:solidFill>
              </a:rPr>
              <a:t>:</a:t>
            </a:r>
            <a:r>
              <a:rPr lang="en-US" dirty="0"/>
              <a:t> </a:t>
            </a:r>
            <a:r>
              <a:rPr lang="en-GB" dirty="0">
                <a:solidFill>
                  <a:schemeClr val="accent2">
                    <a:lumMod val="75000"/>
                  </a:schemeClr>
                </a:solidFill>
              </a:rPr>
              <a:t>includes both, mitosis and cytokinesis.</a:t>
            </a:r>
          </a:p>
          <a:p>
            <a:pPr marL="182563" lvl="1" indent="-182563">
              <a:buFont typeface="Arial" panose="020B0604020202020204" pitchFamily="34" charset="0"/>
              <a:buChar char="•"/>
            </a:pPr>
            <a:r>
              <a:rPr lang="en-GB" dirty="0">
                <a:solidFill>
                  <a:schemeClr val="accent2">
                    <a:lumMod val="75000"/>
                  </a:schemeClr>
                </a:solidFill>
              </a:rPr>
              <a:t> </a:t>
            </a:r>
            <a:r>
              <a:rPr lang="en-GB" b="1" dirty="0">
                <a:solidFill>
                  <a:srgbClr val="FF0000"/>
                </a:solidFill>
              </a:rPr>
              <a:t>Mitosis</a:t>
            </a:r>
            <a:r>
              <a:rPr lang="en-GB" dirty="0">
                <a:solidFill>
                  <a:schemeClr val="accent2">
                    <a:lumMod val="75000"/>
                  </a:schemeClr>
                </a:solidFill>
              </a:rPr>
              <a:t>: </a:t>
            </a:r>
            <a:r>
              <a:rPr lang="en-US" dirty="0"/>
              <a:t>one copy of the DNA is distributed into each of its         </a:t>
            </a:r>
          </a:p>
          <a:p>
            <a:pPr marL="0" lvl="1" indent="0">
              <a:buNone/>
            </a:pPr>
            <a:r>
              <a:rPr lang="en-US" dirty="0"/>
              <a:t>                      daughter cells</a:t>
            </a:r>
          </a:p>
          <a:p>
            <a:pPr marL="182563" lvl="1" indent="-182563">
              <a:buFont typeface="Arial" panose="020B0604020202020204" pitchFamily="34" charset="0"/>
              <a:buChar char="•"/>
            </a:pPr>
            <a:r>
              <a:rPr lang="en-US" b="1" dirty="0">
                <a:solidFill>
                  <a:srgbClr val="FF0000"/>
                </a:solidFill>
              </a:rPr>
              <a:t>Cytokinesis</a:t>
            </a:r>
            <a:r>
              <a:rPr lang="en-US" dirty="0"/>
              <a:t>: the cytoplasm divides and organelles are distributed into </a:t>
            </a:r>
          </a:p>
          <a:p>
            <a:pPr marL="0" lvl="1" indent="0">
              <a:buNone/>
            </a:pPr>
            <a:r>
              <a:rPr lang="en-US" dirty="0"/>
              <a:t>                             the two new cells</a:t>
            </a:r>
            <a:endParaRPr lang="en-GB" dirty="0">
              <a:solidFill>
                <a:schemeClr val="accent2">
                  <a:lumMod val="75000"/>
                </a:schemeClr>
              </a:solidFill>
            </a:endParaRPr>
          </a:p>
          <a:p>
            <a:pPr marL="0" indent="0" algn="just">
              <a:buNone/>
            </a:pPr>
            <a:endParaRPr lang="en-GB" dirty="0">
              <a:solidFill>
                <a:schemeClr val="accent1">
                  <a:lumMod val="50000"/>
                </a:schemeClr>
              </a:solidFill>
            </a:endParaRPr>
          </a:p>
          <a:p>
            <a:pPr marL="0" indent="0" algn="just">
              <a:buNone/>
            </a:pPr>
            <a:endParaRPr lang="en-GB" dirty="0">
              <a:solidFill>
                <a:schemeClr val="accent1">
                  <a:lumMod val="50000"/>
                </a:schemeClr>
              </a:solidFill>
            </a:endParaRPr>
          </a:p>
          <a:p>
            <a:pPr algn="just"/>
            <a:endParaRPr lang="en-US" dirty="0">
              <a:solidFill>
                <a:schemeClr val="accent1">
                  <a:lumMod val="50000"/>
                </a:schemeClr>
              </a:solidFill>
            </a:endParaRPr>
          </a:p>
        </p:txBody>
      </p:sp>
      <p:sp>
        <p:nvSpPr>
          <p:cNvPr id="70" name="Rectangle 46">
            <a:extLst>
              <a:ext uri="{FF2B5EF4-FFF2-40B4-BE49-F238E27FC236}">
                <a16:creationId xmlns:a16="http://schemas.microsoft.com/office/drawing/2014/main" id="{E95DA498-D9A2-4DA9-B9DA-B3776E08CF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1" name="Rectangle 48">
            <a:extLst>
              <a:ext uri="{FF2B5EF4-FFF2-40B4-BE49-F238E27FC236}">
                <a16:creationId xmlns:a16="http://schemas.microsoft.com/office/drawing/2014/main" id="{82A73093-4B9D-420D-B17E-52293703A1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2017" y="844488"/>
            <a:ext cx="5461303" cy="5257217"/>
          </a:xfrm>
          <a:prstGeom prst="rect">
            <a:avLst/>
          </a:prstGeom>
        </p:spPr>
      </p:pic>
    </p:spTree>
    <p:extLst>
      <p:ext uri="{BB962C8B-B14F-4D97-AF65-F5344CB8AC3E}">
        <p14:creationId xmlns:p14="http://schemas.microsoft.com/office/powerpoint/2010/main" val="3166932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075F6B-B9D2-4C8C-A9D0-B17874ED2E91}"/>
              </a:ext>
            </a:extLst>
          </p:cNvPr>
          <p:cNvSpPr>
            <a:spLocks noGrp="1"/>
          </p:cNvSpPr>
          <p:nvPr>
            <p:ph type="title"/>
          </p:nvPr>
        </p:nvSpPr>
        <p:spPr>
          <a:xfrm>
            <a:off x="1097280" y="286603"/>
            <a:ext cx="10058400" cy="1450757"/>
          </a:xfrm>
        </p:spPr>
        <p:txBody>
          <a:bodyPr>
            <a:normAutofit/>
          </a:bodyPr>
          <a:lstStyle/>
          <a:p>
            <a:r>
              <a:rPr lang="en-GB" sz="4400" b="1" dirty="0">
                <a:solidFill>
                  <a:schemeClr val="accent2">
                    <a:lumMod val="75000"/>
                  </a:schemeClr>
                </a:solidFill>
                <a:latin typeface="+mn-lt"/>
              </a:rPr>
              <a:t>Interphase</a:t>
            </a:r>
          </a:p>
        </p:txBody>
      </p:sp>
      <p:sp>
        <p:nvSpPr>
          <p:cNvPr id="3" name="Content Placeholder 2">
            <a:extLst>
              <a:ext uri="{FF2B5EF4-FFF2-40B4-BE49-F238E27FC236}">
                <a16:creationId xmlns:a16="http://schemas.microsoft.com/office/drawing/2014/main" id="{629B114F-83F6-4CA2-95DC-BF90145DB79B}"/>
              </a:ext>
            </a:extLst>
          </p:cNvPr>
          <p:cNvSpPr>
            <a:spLocks noGrp="1"/>
          </p:cNvSpPr>
          <p:nvPr>
            <p:ph idx="1"/>
          </p:nvPr>
        </p:nvSpPr>
        <p:spPr>
          <a:xfrm>
            <a:off x="559558" y="2046122"/>
            <a:ext cx="8366078" cy="4114800"/>
          </a:xfrm>
        </p:spPr>
        <p:txBody>
          <a:bodyPr>
            <a:noAutofit/>
          </a:bodyPr>
          <a:lstStyle/>
          <a:p>
            <a:pPr marL="342900" indent="-342900" defTabSz="457200">
              <a:lnSpc>
                <a:spcPct val="100000"/>
              </a:lnSpc>
              <a:spcBef>
                <a:spcPts val="0"/>
              </a:spcBef>
              <a:spcAft>
                <a:spcPts val="0"/>
              </a:spcAft>
              <a:buFont typeface="Arial" panose="020B0604020202020204" pitchFamily="34" charset="0"/>
              <a:buChar char="•"/>
            </a:pPr>
            <a:r>
              <a:rPr lang="en-GB" b="1" dirty="0">
                <a:solidFill>
                  <a:schemeClr val="accent2">
                    <a:lumMod val="75000"/>
                  </a:schemeClr>
                </a:solidFill>
              </a:rPr>
              <a:t>G1 (first gap): </a:t>
            </a:r>
            <a:r>
              <a:rPr lang="en-GB" dirty="0">
                <a:solidFill>
                  <a:schemeClr val="accent2">
                    <a:lumMod val="75000"/>
                  </a:schemeClr>
                </a:solidFill>
              </a:rPr>
              <a:t>cell were metabolically active, synthesizing enzymes and          </a:t>
            </a:r>
          </a:p>
          <a:p>
            <a:pPr marL="0" indent="0" defTabSz="457200">
              <a:lnSpc>
                <a:spcPct val="100000"/>
              </a:lnSpc>
              <a:spcBef>
                <a:spcPts val="0"/>
              </a:spcBef>
              <a:spcAft>
                <a:spcPts val="0"/>
              </a:spcAft>
              <a:buNone/>
            </a:pPr>
            <a:r>
              <a:rPr lang="en-GB" dirty="0">
                <a:solidFill>
                  <a:schemeClr val="accent2">
                    <a:lumMod val="75000"/>
                  </a:schemeClr>
                </a:solidFill>
              </a:rPr>
              <a:t>                             other proteins, and producing cytoplasmic organelles.</a:t>
            </a:r>
          </a:p>
          <a:p>
            <a:pPr marL="0" indent="0" defTabSz="457200">
              <a:lnSpc>
                <a:spcPct val="100000"/>
              </a:lnSpc>
              <a:spcBef>
                <a:spcPts val="0"/>
              </a:spcBef>
              <a:spcAft>
                <a:spcPts val="0"/>
              </a:spcAft>
              <a:buNone/>
            </a:pPr>
            <a:endParaRPr lang="en-GB" dirty="0">
              <a:solidFill>
                <a:schemeClr val="accent2">
                  <a:lumMod val="75000"/>
                </a:schemeClr>
              </a:solidFill>
            </a:endParaRPr>
          </a:p>
          <a:p>
            <a:pPr marL="1110212" lvl="8" indent="-342900" defTabSz="457200">
              <a:lnSpc>
                <a:spcPct val="100000"/>
              </a:lnSpc>
              <a:spcBef>
                <a:spcPts val="0"/>
              </a:spcBef>
              <a:spcAft>
                <a:spcPts val="0"/>
              </a:spcAft>
              <a:buSzPct val="100000"/>
              <a:buFont typeface="Arial" panose="020B0604020202020204" pitchFamily="34" charset="0"/>
              <a:buChar char="•"/>
            </a:pPr>
            <a:r>
              <a:rPr lang="en-GB" sz="2000" b="1" dirty="0">
                <a:solidFill>
                  <a:srgbClr val="0070C0"/>
                </a:solidFill>
              </a:rPr>
              <a:t>G1</a:t>
            </a:r>
            <a:r>
              <a:rPr lang="en-GB" sz="2000" b="1" dirty="0">
                <a:solidFill>
                  <a:schemeClr val="accent2">
                    <a:lumMod val="60000"/>
                    <a:lumOff val="40000"/>
                  </a:schemeClr>
                </a:solidFill>
              </a:rPr>
              <a:t> (</a:t>
            </a:r>
            <a:r>
              <a:rPr lang="en-GB" sz="2000" b="1" dirty="0">
                <a:solidFill>
                  <a:srgbClr val="002060"/>
                </a:solidFill>
              </a:rPr>
              <a:t>G1/S</a:t>
            </a:r>
            <a:r>
              <a:rPr lang="en-GB" sz="2000" b="1" dirty="0">
                <a:solidFill>
                  <a:schemeClr val="accent2">
                    <a:lumMod val="60000"/>
                    <a:lumOff val="40000"/>
                  </a:schemeClr>
                </a:solidFill>
              </a:rPr>
              <a:t>) </a:t>
            </a:r>
            <a:r>
              <a:rPr lang="en-GB" sz="2000" b="1" dirty="0">
                <a:solidFill>
                  <a:srgbClr val="0070C0"/>
                </a:solidFill>
              </a:rPr>
              <a:t>checkpoint</a:t>
            </a:r>
            <a:r>
              <a:rPr lang="en-GB" sz="2000" b="1" dirty="0">
                <a:solidFill>
                  <a:schemeClr val="accent2">
                    <a:lumMod val="60000"/>
                    <a:lumOff val="40000"/>
                  </a:schemeClr>
                </a:solidFill>
              </a:rPr>
              <a:t>: </a:t>
            </a:r>
            <a:r>
              <a:rPr lang="en-GB" sz="2000" dirty="0">
                <a:solidFill>
                  <a:srgbClr val="FF0000"/>
                </a:solidFill>
              </a:rPr>
              <a:t>to ensure that everything is ready for </a:t>
            </a:r>
          </a:p>
          <a:p>
            <a:pPr marL="767312" lvl="8" indent="0" defTabSz="457200">
              <a:lnSpc>
                <a:spcPct val="100000"/>
              </a:lnSpc>
              <a:spcBef>
                <a:spcPts val="0"/>
              </a:spcBef>
              <a:spcAft>
                <a:spcPts val="0"/>
              </a:spcAft>
              <a:buSzPct val="100000"/>
              <a:buNone/>
            </a:pPr>
            <a:r>
              <a:rPr lang="en-GB" sz="2000" dirty="0">
                <a:solidFill>
                  <a:srgbClr val="FF0000"/>
                </a:solidFill>
              </a:rPr>
              <a:t>                                                DNA synthesis</a:t>
            </a:r>
          </a:p>
          <a:p>
            <a:pPr marL="342900" indent="-342900" defTabSz="457200">
              <a:lnSpc>
                <a:spcPct val="100000"/>
              </a:lnSpc>
              <a:spcBef>
                <a:spcPts val="0"/>
              </a:spcBef>
              <a:spcAft>
                <a:spcPts val="0"/>
              </a:spcAft>
              <a:buFont typeface="Arial" panose="020B0604020202020204" pitchFamily="34" charset="0"/>
              <a:buChar char="•"/>
            </a:pPr>
            <a:r>
              <a:rPr lang="en-GB" b="1" dirty="0">
                <a:solidFill>
                  <a:schemeClr val="accent2">
                    <a:lumMod val="75000"/>
                  </a:schemeClr>
                </a:solidFill>
              </a:rPr>
              <a:t>S (synthesis): </a:t>
            </a:r>
            <a:r>
              <a:rPr lang="en-GB" dirty="0">
                <a:solidFill>
                  <a:schemeClr val="accent2">
                    <a:lumMod val="75000"/>
                  </a:schemeClr>
                </a:solidFill>
              </a:rPr>
              <a:t>where DNA replication (DNA synthesis) and chromosomes  </a:t>
            </a:r>
          </a:p>
          <a:p>
            <a:pPr marL="0" indent="0" defTabSz="457200">
              <a:lnSpc>
                <a:spcPct val="100000"/>
              </a:lnSpc>
              <a:spcBef>
                <a:spcPts val="0"/>
              </a:spcBef>
              <a:spcAft>
                <a:spcPts val="0"/>
              </a:spcAft>
              <a:buNone/>
            </a:pPr>
            <a:r>
              <a:rPr lang="en-GB" dirty="0">
                <a:solidFill>
                  <a:schemeClr val="accent2">
                    <a:lumMod val="75000"/>
                  </a:schemeClr>
                </a:solidFill>
              </a:rPr>
              <a:t>                              duplication occur</a:t>
            </a:r>
          </a:p>
          <a:p>
            <a:pPr marL="342900" indent="-342900" defTabSz="457200">
              <a:lnSpc>
                <a:spcPct val="100000"/>
              </a:lnSpc>
              <a:spcBef>
                <a:spcPts val="0"/>
              </a:spcBef>
              <a:spcAft>
                <a:spcPts val="0"/>
              </a:spcAft>
              <a:buFont typeface="Arial" panose="020B0604020202020204" pitchFamily="34" charset="0"/>
              <a:buChar char="•"/>
            </a:pPr>
            <a:r>
              <a:rPr lang="en-GB" b="1" dirty="0">
                <a:solidFill>
                  <a:schemeClr val="accent2">
                    <a:lumMod val="75000"/>
                  </a:schemeClr>
                </a:solidFill>
              </a:rPr>
              <a:t>G2 (second gap)</a:t>
            </a:r>
            <a:r>
              <a:rPr lang="ar-JO" b="1" dirty="0">
                <a:solidFill>
                  <a:schemeClr val="accent2">
                    <a:lumMod val="75000"/>
                  </a:schemeClr>
                </a:solidFill>
              </a:rPr>
              <a:t> :</a:t>
            </a:r>
            <a:r>
              <a:rPr lang="en-GB" dirty="0">
                <a:solidFill>
                  <a:schemeClr val="accent2">
                    <a:lumMod val="75000"/>
                  </a:schemeClr>
                </a:solidFill>
              </a:rPr>
              <a:t>cell grows more</a:t>
            </a:r>
            <a:r>
              <a:rPr lang="ar-JO" dirty="0">
                <a:solidFill>
                  <a:schemeClr val="accent2">
                    <a:lumMod val="75000"/>
                  </a:schemeClr>
                </a:solidFill>
              </a:rPr>
              <a:t> </a:t>
            </a:r>
            <a:r>
              <a:rPr lang="en-US" dirty="0">
                <a:solidFill>
                  <a:schemeClr val="accent2">
                    <a:lumMod val="75000"/>
                  </a:schemeClr>
                </a:solidFill>
              </a:rPr>
              <a:t>and more to </a:t>
            </a:r>
            <a:r>
              <a:rPr lang="en-GB" dirty="0">
                <a:solidFill>
                  <a:schemeClr val="accent2">
                    <a:lumMod val="75000"/>
                  </a:schemeClr>
                </a:solidFill>
              </a:rPr>
              <a:t>complete its preparation    </a:t>
            </a:r>
          </a:p>
          <a:p>
            <a:pPr marL="0" indent="0" defTabSz="457200">
              <a:lnSpc>
                <a:spcPct val="100000"/>
              </a:lnSpc>
              <a:spcBef>
                <a:spcPts val="0"/>
              </a:spcBef>
              <a:spcAft>
                <a:spcPts val="0"/>
              </a:spcAft>
              <a:buNone/>
            </a:pPr>
            <a:r>
              <a:rPr lang="en-GB" dirty="0">
                <a:solidFill>
                  <a:schemeClr val="accent2">
                    <a:lumMod val="75000"/>
                  </a:schemeClr>
                </a:solidFill>
              </a:rPr>
              <a:t>                                     for cell division.</a:t>
            </a:r>
          </a:p>
          <a:p>
            <a:pPr marL="1184148" lvl="4" indent="-342900" defTabSz="457200">
              <a:lnSpc>
                <a:spcPct val="100000"/>
              </a:lnSpc>
              <a:buFont typeface="Arial" panose="020B0604020202020204" pitchFamily="34" charset="0"/>
              <a:buChar char="•"/>
            </a:pPr>
            <a:r>
              <a:rPr lang="en-GB" sz="2000" b="1" dirty="0">
                <a:solidFill>
                  <a:srgbClr val="00B0F0"/>
                </a:solidFill>
              </a:rPr>
              <a:t>G2 checkpoint: </a:t>
            </a:r>
            <a:r>
              <a:rPr lang="en-GB" sz="2000" dirty="0">
                <a:solidFill>
                  <a:srgbClr val="FF0000"/>
                </a:solidFill>
              </a:rPr>
              <a:t>to ensure the cell ability to proceed into mitosis.</a:t>
            </a:r>
          </a:p>
          <a:p>
            <a:pPr marL="342900" indent="-342900" defTabSz="457200">
              <a:lnSpc>
                <a:spcPct val="100000"/>
              </a:lnSpc>
              <a:buFont typeface="Arial" panose="020B0604020202020204" pitchFamily="34" charset="0"/>
              <a:buChar char="•"/>
            </a:pPr>
            <a:r>
              <a:rPr lang="en-GB" b="1" dirty="0">
                <a:solidFill>
                  <a:schemeClr val="accent2">
                    <a:lumMod val="75000"/>
                  </a:schemeClr>
                </a:solidFill>
              </a:rPr>
              <a:t>G0: </a:t>
            </a:r>
            <a:r>
              <a:rPr lang="en-GB" b="1" dirty="0">
                <a:solidFill>
                  <a:srgbClr val="0070C0"/>
                </a:solidFill>
              </a:rPr>
              <a:t>non dividing stage</a:t>
            </a:r>
            <a:r>
              <a:rPr lang="en-GB" b="1" dirty="0">
                <a:solidFill>
                  <a:schemeClr val="accent2">
                    <a:lumMod val="75000"/>
                  </a:schemeClr>
                </a:solidFill>
              </a:rPr>
              <a:t>: </a:t>
            </a:r>
            <a:r>
              <a:rPr lang="en-GB" dirty="0">
                <a:solidFill>
                  <a:schemeClr val="accent2">
                    <a:lumMod val="75000"/>
                  </a:schemeClr>
                </a:solidFill>
              </a:rPr>
              <a:t>where some cells in multicellular organisms spent their time if they divided very infrequently or not at all, these cells can’t over come the G1/S checkpoint.</a:t>
            </a:r>
          </a:p>
          <a:p>
            <a:endParaRPr lang="en-GB" dirty="0">
              <a:solidFill>
                <a:schemeClr val="accent2">
                  <a:lumMod val="75000"/>
                </a:schemeClr>
              </a:solidFill>
            </a:endParaRPr>
          </a:p>
          <a:p>
            <a:endParaRPr lang="en-GB" dirty="0">
              <a:solidFill>
                <a:schemeClr val="accent2">
                  <a:lumMod val="75000"/>
                </a:schemeClr>
              </a:solidFill>
            </a:endParaRPr>
          </a:p>
        </p:txBody>
      </p:sp>
      <p:pic>
        <p:nvPicPr>
          <p:cNvPr id="4" name="Picture 3">
            <a:extLst>
              <a:ext uri="{FF2B5EF4-FFF2-40B4-BE49-F238E27FC236}">
                <a16:creationId xmlns:a16="http://schemas.microsoft.com/office/drawing/2014/main" id="{35D40C08-36DC-43F9-B296-88E89FFAA4E8}"/>
              </a:ext>
            </a:extLst>
          </p:cNvPr>
          <p:cNvPicPr>
            <a:picLocks noChangeAspect="1"/>
          </p:cNvPicPr>
          <p:nvPr/>
        </p:nvPicPr>
        <p:blipFill rotWithShape="1">
          <a:blip r:embed="rId2"/>
          <a:srcRect l="13048" r="5575" b="64140"/>
          <a:stretch/>
        </p:blipFill>
        <p:spPr>
          <a:xfrm>
            <a:off x="9109800" y="1622150"/>
            <a:ext cx="2174743" cy="1856988"/>
          </a:xfrm>
          <a:prstGeom prst="rect">
            <a:avLst/>
          </a:prstGeom>
        </p:spPr>
      </p:pic>
      <p:pic>
        <p:nvPicPr>
          <p:cNvPr id="6" name="Picture 5">
            <a:extLst>
              <a:ext uri="{FF2B5EF4-FFF2-40B4-BE49-F238E27FC236}">
                <a16:creationId xmlns:a16="http://schemas.microsoft.com/office/drawing/2014/main" id="{E658C3E4-AC59-44A3-AE24-DD2C8B9B68B3}"/>
              </a:ext>
            </a:extLst>
          </p:cNvPr>
          <p:cNvPicPr>
            <a:picLocks noChangeAspect="1"/>
          </p:cNvPicPr>
          <p:nvPr/>
        </p:nvPicPr>
        <p:blipFill rotWithShape="1">
          <a:blip r:embed="rId2"/>
          <a:srcRect t="44334"/>
          <a:stretch/>
        </p:blipFill>
        <p:spPr>
          <a:xfrm>
            <a:off x="9109800" y="3534771"/>
            <a:ext cx="2045880" cy="2255032"/>
          </a:xfrm>
          <a:prstGeom prst="rect">
            <a:avLst/>
          </a:prstGeom>
        </p:spPr>
      </p:pic>
    </p:spTree>
    <p:extLst>
      <p:ext uri="{BB962C8B-B14F-4D97-AF65-F5344CB8AC3E}">
        <p14:creationId xmlns:p14="http://schemas.microsoft.com/office/powerpoint/2010/main" val="20145786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286603"/>
            <a:ext cx="10058400" cy="832513"/>
          </a:xfrm>
        </p:spPr>
        <p:txBody>
          <a:bodyPr/>
          <a:lstStyle/>
          <a:p>
            <a:pPr algn="ctr"/>
            <a:r>
              <a:rPr lang="en-GB" b="1" dirty="0">
                <a:solidFill>
                  <a:schemeClr val="accent2">
                    <a:lumMod val="75000"/>
                  </a:schemeClr>
                </a:solidFill>
              </a:rPr>
              <a:t>Mitosis</a:t>
            </a:r>
            <a:endParaRPr lang="ar-JO" dirty="0"/>
          </a:p>
        </p:txBody>
      </p:sp>
      <p:sp>
        <p:nvSpPr>
          <p:cNvPr id="3" name="Content Placeholder 2"/>
          <p:cNvSpPr>
            <a:spLocks noGrp="1"/>
          </p:cNvSpPr>
          <p:nvPr>
            <p:ph idx="1"/>
          </p:nvPr>
        </p:nvSpPr>
        <p:spPr/>
        <p:txBody>
          <a:bodyPr/>
          <a:lstStyle/>
          <a:p>
            <a:r>
              <a:rPr lang="en-GB" sz="3200" b="1" dirty="0">
                <a:solidFill>
                  <a:schemeClr val="accent2">
                    <a:lumMod val="75000"/>
                  </a:schemeClr>
                </a:solidFill>
              </a:rPr>
              <a:t>Mitosis: </a:t>
            </a:r>
            <a:r>
              <a:rPr lang="en-GB" sz="2400" b="1" dirty="0">
                <a:solidFill>
                  <a:schemeClr val="accent2">
                    <a:lumMod val="75000"/>
                  </a:schemeClr>
                </a:solidFill>
              </a:rPr>
              <a:t> </a:t>
            </a:r>
            <a:r>
              <a:rPr lang="en-GB" sz="2400" dirty="0">
                <a:solidFill>
                  <a:schemeClr val="accent2">
                    <a:lumMod val="75000"/>
                  </a:schemeClr>
                </a:solidFill>
              </a:rPr>
              <a:t>is</a:t>
            </a:r>
            <a:r>
              <a:rPr lang="en-GB" sz="2400" b="1" dirty="0">
                <a:solidFill>
                  <a:schemeClr val="accent2">
                    <a:lumMod val="75000"/>
                  </a:schemeClr>
                </a:solidFill>
              </a:rPr>
              <a:t> </a:t>
            </a:r>
            <a:r>
              <a:rPr lang="en-GB" dirty="0">
                <a:solidFill>
                  <a:schemeClr val="accent2">
                    <a:lumMod val="75000"/>
                  </a:schemeClr>
                </a:solidFill>
              </a:rPr>
              <a:t>the phase where chromosomes in the nucleus are evenly divided producing two daughter cells with identical genetic material are produced</a:t>
            </a:r>
            <a:r>
              <a:rPr lang="en-GB" sz="2400" dirty="0">
                <a:solidFill>
                  <a:schemeClr val="accent2">
                    <a:lumMod val="75000"/>
                  </a:schemeClr>
                </a:solidFill>
              </a:rPr>
              <a:t>. It is two types:</a:t>
            </a:r>
            <a:endParaRPr lang="ar-JO" dirty="0"/>
          </a:p>
        </p:txBody>
      </p:sp>
      <p:sp>
        <p:nvSpPr>
          <p:cNvPr id="4" name="Title 7">
            <a:extLst>
              <a:ext uri="{FF2B5EF4-FFF2-40B4-BE49-F238E27FC236}">
                <a16:creationId xmlns:a16="http://schemas.microsoft.com/office/drawing/2014/main" id="{21FC5639-1761-45F9-896A-60EAC108A76F}"/>
              </a:ext>
            </a:extLst>
          </p:cNvPr>
          <p:cNvSpPr txBox="1">
            <a:spLocks/>
          </p:cNvSpPr>
          <p:nvPr/>
        </p:nvSpPr>
        <p:spPr>
          <a:xfrm>
            <a:off x="7013232" y="2701700"/>
            <a:ext cx="4423592" cy="503360"/>
          </a:xfrm>
          <a:prstGeom prst="rect">
            <a:avLst/>
          </a:prstGeom>
        </p:spPr>
        <p:txBody>
          <a:bodyPr vert="horz" lIns="91440" tIns="45720" rIns="91440" bIns="45720" rtlCol="0" anchor="b">
            <a:normAutofit/>
          </a:bodyPr>
          <a:lstStyle>
            <a:lvl1pPr marL="0"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2800" b="1" u="sng" dirty="0">
                <a:solidFill>
                  <a:schemeClr val="accent2">
                    <a:lumMod val="75000"/>
                  </a:schemeClr>
                </a:solidFill>
                <a:latin typeface="+mn-lt"/>
              </a:rPr>
              <a:t>Closed and open mitosis</a:t>
            </a:r>
          </a:p>
        </p:txBody>
      </p:sp>
      <p:sp>
        <p:nvSpPr>
          <p:cNvPr id="5" name="Text Placeholder 8">
            <a:extLst>
              <a:ext uri="{FF2B5EF4-FFF2-40B4-BE49-F238E27FC236}">
                <a16:creationId xmlns:a16="http://schemas.microsoft.com/office/drawing/2014/main" id="{C1E50ACE-58FC-48D3-A016-43C49518C538}"/>
              </a:ext>
            </a:extLst>
          </p:cNvPr>
          <p:cNvSpPr txBox="1">
            <a:spLocks/>
          </p:cNvSpPr>
          <p:nvPr/>
        </p:nvSpPr>
        <p:spPr>
          <a:xfrm>
            <a:off x="6277970" y="3205060"/>
            <a:ext cx="5581934" cy="3031967"/>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342900" indent="-342900" algn="just">
              <a:lnSpc>
                <a:spcPct val="100000"/>
              </a:lnSpc>
              <a:buFont typeface="Arial" panose="020B0604020202020204" pitchFamily="34" charset="0"/>
              <a:buChar char="•"/>
            </a:pPr>
            <a:r>
              <a:rPr lang="en-US" b="1" dirty="0">
                <a:solidFill>
                  <a:srgbClr val="0070C0"/>
                </a:solidFill>
              </a:rPr>
              <a:t>Open mitosis: </a:t>
            </a:r>
            <a:r>
              <a:rPr lang="en-US" dirty="0">
                <a:solidFill>
                  <a:schemeClr val="accent2">
                    <a:lumMod val="75000"/>
                  </a:schemeClr>
                </a:solidFill>
              </a:rPr>
              <a:t>occur in most multicellular eukaryotic organisms where the microtubules invades the nuclear space.</a:t>
            </a:r>
          </a:p>
          <a:p>
            <a:pPr marL="0" indent="0" algn="just">
              <a:lnSpc>
                <a:spcPct val="100000"/>
              </a:lnSpc>
              <a:buNone/>
            </a:pPr>
            <a:endParaRPr lang="en-US" dirty="0">
              <a:solidFill>
                <a:schemeClr val="accent2">
                  <a:lumMod val="75000"/>
                </a:schemeClr>
              </a:solidFill>
            </a:endParaRPr>
          </a:p>
          <a:p>
            <a:pPr marL="0" indent="-342900">
              <a:lnSpc>
                <a:spcPct val="100000"/>
              </a:lnSpc>
              <a:spcBef>
                <a:spcPts val="0"/>
              </a:spcBef>
              <a:spcAft>
                <a:spcPts val="0"/>
              </a:spcAft>
              <a:buFont typeface="Arial" panose="020B0604020202020204" pitchFamily="34" charset="0"/>
              <a:buChar char="•"/>
            </a:pPr>
            <a:r>
              <a:rPr lang="en-US" b="1" dirty="0">
                <a:solidFill>
                  <a:srgbClr val="0070C0"/>
                </a:solidFill>
              </a:rPr>
              <a:t>Closed mitosis: </a:t>
            </a:r>
            <a:r>
              <a:rPr lang="en-US" dirty="0">
                <a:solidFill>
                  <a:schemeClr val="accent2">
                    <a:lumMod val="75000"/>
                  </a:schemeClr>
                </a:solidFill>
              </a:rPr>
              <a:t>occur in unicellular eukaryotic  </a:t>
            </a:r>
          </a:p>
          <a:p>
            <a:pPr marL="0" indent="0">
              <a:lnSpc>
                <a:spcPct val="100000"/>
              </a:lnSpc>
              <a:spcBef>
                <a:spcPts val="0"/>
              </a:spcBef>
              <a:spcAft>
                <a:spcPts val="0"/>
              </a:spcAft>
              <a:buNone/>
            </a:pPr>
            <a:r>
              <a:rPr lang="en-US" dirty="0">
                <a:solidFill>
                  <a:schemeClr val="accent2">
                    <a:lumMod val="75000"/>
                  </a:schemeClr>
                </a:solidFill>
              </a:rPr>
              <a:t>       organisms (</a:t>
            </a:r>
            <a:r>
              <a:rPr lang="en-US" dirty="0" err="1">
                <a:solidFill>
                  <a:schemeClr val="accent2">
                    <a:lumMod val="75000"/>
                  </a:schemeClr>
                </a:solidFill>
              </a:rPr>
              <a:t>i.e</a:t>
            </a:r>
            <a:r>
              <a:rPr lang="en-US" dirty="0">
                <a:solidFill>
                  <a:schemeClr val="accent2">
                    <a:lumMod val="75000"/>
                  </a:schemeClr>
                </a:solidFill>
              </a:rPr>
              <a:t>, yeast, fungi, </a:t>
            </a:r>
            <a:r>
              <a:rPr lang="en-US" dirty="0" err="1">
                <a:solidFill>
                  <a:schemeClr val="accent2">
                    <a:lumMod val="75000"/>
                  </a:schemeClr>
                </a:solidFill>
              </a:rPr>
              <a:t>algea</a:t>
            </a:r>
            <a:r>
              <a:rPr lang="en-US" dirty="0">
                <a:solidFill>
                  <a:schemeClr val="accent2">
                    <a:lumMod val="75000"/>
                  </a:schemeClr>
                </a:solidFill>
              </a:rPr>
              <a:t>, etc.) where</a:t>
            </a:r>
          </a:p>
          <a:p>
            <a:pPr marL="0" indent="0">
              <a:lnSpc>
                <a:spcPct val="100000"/>
              </a:lnSpc>
              <a:spcBef>
                <a:spcPts val="0"/>
              </a:spcBef>
              <a:spcAft>
                <a:spcPts val="0"/>
              </a:spcAft>
              <a:buNone/>
            </a:pPr>
            <a:r>
              <a:rPr lang="en-US" dirty="0">
                <a:solidFill>
                  <a:schemeClr val="accent2">
                    <a:lumMod val="75000"/>
                  </a:schemeClr>
                </a:solidFill>
              </a:rPr>
              <a:t>       the spindles forms inside the nucleus or penetrate</a:t>
            </a:r>
          </a:p>
          <a:p>
            <a:pPr marL="0" indent="0">
              <a:lnSpc>
                <a:spcPct val="100000"/>
              </a:lnSpc>
              <a:spcBef>
                <a:spcPts val="0"/>
              </a:spcBef>
              <a:spcAft>
                <a:spcPts val="0"/>
              </a:spcAft>
              <a:buNone/>
            </a:pPr>
            <a:r>
              <a:rPr lang="en-US" dirty="0">
                <a:solidFill>
                  <a:schemeClr val="accent2">
                    <a:lumMod val="75000"/>
                  </a:schemeClr>
                </a:solidFill>
              </a:rPr>
              <a:t>       the intact nuclear envelope.</a:t>
            </a:r>
          </a:p>
        </p:txBody>
      </p:sp>
      <p:pic>
        <p:nvPicPr>
          <p:cNvPr id="6" name="Content Placeholder 6">
            <a:extLst>
              <a:ext uri="{FF2B5EF4-FFF2-40B4-BE49-F238E27FC236}">
                <a16:creationId xmlns:a16="http://schemas.microsoft.com/office/drawing/2014/main" id="{4C74BB11-8583-4FAF-979B-C66A9208FFB0}"/>
              </a:ext>
            </a:extLst>
          </p:cNvPr>
          <p:cNvPicPr>
            <a:picLocks noChangeAspect="1"/>
          </p:cNvPicPr>
          <p:nvPr/>
        </p:nvPicPr>
        <p:blipFill rotWithShape="1">
          <a:blip r:embed="rId2">
            <a:extLst>
              <a:ext uri="{28A0092B-C50C-407E-A947-70E740481C1C}">
                <a14:useLocalDpi xmlns:a14="http://schemas.microsoft.com/office/drawing/2010/main" val="0"/>
              </a:ext>
            </a:extLst>
          </a:blip>
          <a:srcRect b="9669"/>
          <a:stretch/>
        </p:blipFill>
        <p:spPr>
          <a:xfrm>
            <a:off x="1097280" y="2693129"/>
            <a:ext cx="4926841" cy="3653080"/>
          </a:xfrm>
          <a:prstGeom prst="rect">
            <a:avLst/>
          </a:prstGeom>
        </p:spPr>
      </p:pic>
    </p:spTree>
    <p:extLst>
      <p:ext uri="{BB962C8B-B14F-4D97-AF65-F5344CB8AC3E}">
        <p14:creationId xmlns:p14="http://schemas.microsoft.com/office/powerpoint/2010/main" val="9644269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66C905-6FDA-4A02-9782-EDE0B113CD4E}"/>
              </a:ext>
            </a:extLst>
          </p:cNvPr>
          <p:cNvSpPr>
            <a:spLocks noGrp="1"/>
          </p:cNvSpPr>
          <p:nvPr>
            <p:ph type="title"/>
          </p:nvPr>
        </p:nvSpPr>
        <p:spPr>
          <a:xfrm>
            <a:off x="1242875" y="634481"/>
            <a:ext cx="9854212" cy="830424"/>
          </a:xfrm>
        </p:spPr>
        <p:txBody>
          <a:bodyPr>
            <a:noAutofit/>
          </a:bodyPr>
          <a:lstStyle/>
          <a:p>
            <a:pPr algn="ctr">
              <a:lnSpc>
                <a:spcPct val="100000"/>
              </a:lnSpc>
            </a:pPr>
            <a:r>
              <a:rPr lang="en-GB" sz="2800" b="1" dirty="0">
                <a:solidFill>
                  <a:schemeClr val="accent2">
                    <a:lumMod val="75000"/>
                  </a:schemeClr>
                </a:solidFill>
                <a:latin typeface="+mn-lt"/>
              </a:rPr>
              <a:t>Stages of Mitosis</a:t>
            </a:r>
            <a:endParaRPr lang="en-GB" sz="2000" dirty="0">
              <a:solidFill>
                <a:schemeClr val="accent2">
                  <a:lumMod val="75000"/>
                </a:schemeClr>
              </a:solidFill>
              <a:latin typeface="+mn-lt"/>
            </a:endParaRPr>
          </a:p>
        </p:txBody>
      </p:sp>
      <p:pic>
        <p:nvPicPr>
          <p:cNvPr id="7" name="Content Placeholder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78173" y="1815152"/>
            <a:ext cx="10167582" cy="4558351"/>
          </a:xfrm>
        </p:spPr>
      </p:pic>
    </p:spTree>
    <p:extLst>
      <p:ext uri="{BB962C8B-B14F-4D97-AF65-F5344CB8AC3E}">
        <p14:creationId xmlns:p14="http://schemas.microsoft.com/office/powerpoint/2010/main" val="38256295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11">
            <a:extLst>
              <a:ext uri="{FF2B5EF4-FFF2-40B4-BE49-F238E27FC236}">
                <a16:creationId xmlns:a16="http://schemas.microsoft.com/office/drawing/2014/main" id="{C642902F-4656-4563-AB0B-2EB57ACCD6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D744B1B-1D41-4AC3-857F-85A1D4D75DA6}"/>
              </a:ext>
            </a:extLst>
          </p:cNvPr>
          <p:cNvSpPr>
            <a:spLocks noGrp="1"/>
          </p:cNvSpPr>
          <p:nvPr>
            <p:ph type="title"/>
          </p:nvPr>
        </p:nvSpPr>
        <p:spPr>
          <a:xfrm>
            <a:off x="6569645" y="521735"/>
            <a:ext cx="4821283" cy="1450757"/>
          </a:xfrm>
        </p:spPr>
        <p:txBody>
          <a:bodyPr>
            <a:normAutofit/>
          </a:bodyPr>
          <a:lstStyle/>
          <a:p>
            <a:r>
              <a:rPr lang="en-GB" sz="4400" b="1" dirty="0">
                <a:solidFill>
                  <a:schemeClr val="accent2">
                    <a:lumMod val="75000"/>
                  </a:schemeClr>
                </a:solidFill>
                <a:latin typeface="+mn-lt"/>
              </a:rPr>
              <a:t>Prophase</a:t>
            </a:r>
          </a:p>
        </p:txBody>
      </p:sp>
      <p:sp>
        <p:nvSpPr>
          <p:cNvPr id="34" name="Rectangle 13">
            <a:extLst>
              <a:ext uri="{FF2B5EF4-FFF2-40B4-BE49-F238E27FC236}">
                <a16:creationId xmlns:a16="http://schemas.microsoft.com/office/drawing/2014/main" id="{2793D4A6-D9A6-4743-902C-5C956F8CAE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1733" y="321733"/>
            <a:ext cx="2806700" cy="2764992"/>
          </a:xfrm>
          <a:prstGeom prst="rect">
            <a:avLst/>
          </a:prstGeom>
          <a:solidFill>
            <a:srgbClr val="FFFFFF"/>
          </a:solidFill>
          <a:ln w="63500">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CF533CAE-B548-466D-B949-74527CD41A90}"/>
              </a:ext>
            </a:extLst>
          </p:cNvPr>
          <p:cNvPicPr>
            <a:picLocks noChangeAspect="1"/>
          </p:cNvPicPr>
          <p:nvPr/>
        </p:nvPicPr>
        <p:blipFill rotWithShape="1">
          <a:blip r:embed="rId3"/>
          <a:srcRect t="45367" b="1724"/>
          <a:stretch/>
        </p:blipFill>
        <p:spPr>
          <a:xfrm>
            <a:off x="462224" y="498818"/>
            <a:ext cx="2522389" cy="2387162"/>
          </a:xfrm>
          <a:prstGeom prst="rect">
            <a:avLst/>
          </a:prstGeom>
        </p:spPr>
      </p:pic>
      <p:sp>
        <p:nvSpPr>
          <p:cNvPr id="35" name="Rectangle 15">
            <a:extLst>
              <a:ext uri="{FF2B5EF4-FFF2-40B4-BE49-F238E27FC236}">
                <a16:creationId xmlns:a16="http://schemas.microsoft.com/office/drawing/2014/main" id="{82D6E6E8-60D6-43DF-AB32-F009976E96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89300" y="321733"/>
            <a:ext cx="2806699" cy="2764991"/>
          </a:xfrm>
          <a:prstGeom prst="rect">
            <a:avLst/>
          </a:prstGeom>
          <a:solidFill>
            <a:srgbClr val="FFFFFF"/>
          </a:solidFill>
          <a:ln w="63500">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0569C554-D404-47E9-BF45-E0E088389D3F}"/>
              </a:ext>
            </a:extLst>
          </p:cNvPr>
          <p:cNvPicPr>
            <a:picLocks noChangeAspect="1"/>
          </p:cNvPicPr>
          <p:nvPr/>
        </p:nvPicPr>
        <p:blipFill rotWithShape="1">
          <a:blip r:embed="rId3"/>
          <a:srcRect l="11122" r="4060" b="62755"/>
          <a:stretch/>
        </p:blipFill>
        <p:spPr>
          <a:xfrm>
            <a:off x="3540870" y="507445"/>
            <a:ext cx="2392924" cy="2375962"/>
          </a:xfrm>
          <a:prstGeom prst="rect">
            <a:avLst/>
          </a:prstGeom>
        </p:spPr>
      </p:pic>
      <p:cxnSp>
        <p:nvCxnSpPr>
          <p:cNvPr id="36" name="Straight Connector 17">
            <a:extLst>
              <a:ext uri="{FF2B5EF4-FFF2-40B4-BE49-F238E27FC236}">
                <a16:creationId xmlns:a16="http://schemas.microsoft.com/office/drawing/2014/main" id="{FDF97CA6-0525-4AD4-8E21-2C9A75DB7A0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63893" y="2085703"/>
            <a:ext cx="4114800"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37" name="Rectangle 19">
            <a:extLst>
              <a:ext uri="{FF2B5EF4-FFF2-40B4-BE49-F238E27FC236}">
                <a16:creationId xmlns:a16="http://schemas.microsoft.com/office/drawing/2014/main" id="{BE24306B-0379-4C6F-80A1-5A7D01A135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1733" y="3247592"/>
            <a:ext cx="2806700" cy="2736187"/>
          </a:xfrm>
          <a:prstGeom prst="rect">
            <a:avLst/>
          </a:prstGeom>
          <a:solidFill>
            <a:srgbClr val="FFFFFF"/>
          </a:solidFill>
          <a:ln w="63500">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21">
            <a:extLst>
              <a:ext uri="{FF2B5EF4-FFF2-40B4-BE49-F238E27FC236}">
                <a16:creationId xmlns:a16="http://schemas.microsoft.com/office/drawing/2014/main" id="{98F8BC0B-2185-4E1F-B3E4-6C4034B461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03494" y="3247592"/>
            <a:ext cx="2792505" cy="2736187"/>
          </a:xfrm>
          <a:prstGeom prst="rect">
            <a:avLst/>
          </a:prstGeom>
          <a:solidFill>
            <a:srgbClr val="FFFFFF"/>
          </a:solidFill>
          <a:ln w="63500">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0DCFA6A2-7FBF-43BB-AFD6-611A8485DA9F}"/>
              </a:ext>
            </a:extLst>
          </p:cNvPr>
          <p:cNvPicPr>
            <a:picLocks noChangeAspect="1"/>
          </p:cNvPicPr>
          <p:nvPr/>
        </p:nvPicPr>
        <p:blipFill rotWithShape="1">
          <a:blip r:embed="rId4"/>
          <a:srcRect t="2196"/>
          <a:stretch/>
        </p:blipFill>
        <p:spPr>
          <a:xfrm>
            <a:off x="462224" y="3446584"/>
            <a:ext cx="2490912" cy="2391903"/>
          </a:xfrm>
          <a:prstGeom prst="rect">
            <a:avLst/>
          </a:prstGeom>
        </p:spPr>
      </p:pic>
      <p:sp>
        <p:nvSpPr>
          <p:cNvPr id="3" name="Content Placeholder 2">
            <a:extLst>
              <a:ext uri="{FF2B5EF4-FFF2-40B4-BE49-F238E27FC236}">
                <a16:creationId xmlns:a16="http://schemas.microsoft.com/office/drawing/2014/main" id="{A296DD89-3D8A-4A8E-BFB6-0CC33CBD3E25}"/>
              </a:ext>
            </a:extLst>
          </p:cNvPr>
          <p:cNvSpPr>
            <a:spLocks noGrp="1"/>
          </p:cNvSpPr>
          <p:nvPr>
            <p:ph idx="1"/>
          </p:nvPr>
        </p:nvSpPr>
        <p:spPr>
          <a:xfrm>
            <a:off x="6347569" y="2198915"/>
            <a:ext cx="5504330" cy="4024139"/>
          </a:xfrm>
        </p:spPr>
        <p:txBody>
          <a:bodyPr>
            <a:normAutofit fontScale="92500" lnSpcReduction="20000"/>
          </a:bodyPr>
          <a:lstStyle/>
          <a:p>
            <a:pPr marL="342900" indent="-342900" algn="just" defTabSz="457200">
              <a:buFont typeface="Arial" panose="020B0604020202020204" pitchFamily="34" charset="0"/>
              <a:buChar char="•"/>
            </a:pPr>
            <a:r>
              <a:rPr lang="en-GB" dirty="0">
                <a:solidFill>
                  <a:schemeClr val="accent2">
                    <a:lumMod val="75000"/>
                  </a:schemeClr>
                </a:solidFill>
              </a:rPr>
              <a:t>Chromatin </a:t>
            </a:r>
            <a:r>
              <a:rPr lang="en-GB" dirty="0" err="1">
                <a:solidFill>
                  <a:schemeClr val="accent2">
                    <a:lumMod val="75000"/>
                  </a:schemeClr>
                </a:solidFill>
              </a:rPr>
              <a:t>fibers</a:t>
            </a:r>
            <a:r>
              <a:rPr lang="en-GB" dirty="0">
                <a:solidFill>
                  <a:schemeClr val="accent2">
                    <a:lumMod val="75000"/>
                  </a:schemeClr>
                </a:solidFill>
              </a:rPr>
              <a:t> become coiled and condenses into discrete chromosomes.</a:t>
            </a:r>
          </a:p>
          <a:p>
            <a:pPr marL="342900" indent="-342900" algn="just" defTabSz="457200">
              <a:buFont typeface="Arial" panose="020B0604020202020204" pitchFamily="34" charset="0"/>
              <a:buChar char="•"/>
            </a:pPr>
            <a:r>
              <a:rPr lang="en-GB" dirty="0">
                <a:solidFill>
                  <a:schemeClr val="accent2">
                    <a:lumMod val="75000"/>
                  </a:schemeClr>
                </a:solidFill>
              </a:rPr>
              <a:t>Each chromosome having two chromatids joined at a centromere.</a:t>
            </a:r>
          </a:p>
          <a:p>
            <a:pPr marL="342900" indent="-342900" algn="just" defTabSz="457200">
              <a:buFont typeface="Arial" panose="020B0604020202020204" pitchFamily="34" charset="0"/>
              <a:buChar char="•"/>
            </a:pPr>
            <a:r>
              <a:rPr lang="en-GB" dirty="0">
                <a:solidFill>
                  <a:schemeClr val="accent2">
                    <a:lumMod val="75000"/>
                  </a:schemeClr>
                </a:solidFill>
              </a:rPr>
              <a:t>Centrosomes polymerized help in forming the mitotic spindle apparatus </a:t>
            </a:r>
            <a:r>
              <a:rPr lang="en-GB" b="1" dirty="0">
                <a:solidFill>
                  <a:schemeClr val="accent2">
                    <a:lumMod val="75000"/>
                  </a:schemeClr>
                </a:solidFill>
              </a:rPr>
              <a:t>(plants have no Centrosomes).</a:t>
            </a:r>
          </a:p>
          <a:p>
            <a:pPr marL="342900" indent="-342900" algn="just" defTabSz="457200">
              <a:buFont typeface="Arial" panose="020B0604020202020204" pitchFamily="34" charset="0"/>
              <a:buChar char="•"/>
            </a:pPr>
            <a:r>
              <a:rPr lang="en-GB" dirty="0">
                <a:solidFill>
                  <a:schemeClr val="accent2">
                    <a:lumMod val="75000"/>
                  </a:schemeClr>
                </a:solidFill>
              </a:rPr>
              <a:t>The spindle </a:t>
            </a:r>
            <a:r>
              <a:rPr lang="en-GB" dirty="0" err="1">
                <a:solidFill>
                  <a:schemeClr val="accent2">
                    <a:lumMod val="75000"/>
                  </a:schemeClr>
                </a:solidFill>
              </a:rPr>
              <a:t>fibers</a:t>
            </a:r>
            <a:r>
              <a:rPr lang="en-GB" dirty="0">
                <a:solidFill>
                  <a:schemeClr val="accent2">
                    <a:lumMod val="75000"/>
                  </a:schemeClr>
                </a:solidFill>
              </a:rPr>
              <a:t> elongate and the two centrosomes get apart from each other and each one move to the opposite pole of the cell. </a:t>
            </a:r>
          </a:p>
          <a:p>
            <a:pPr algn="just" defTabSz="457200">
              <a:buFont typeface="Arial" panose="020B0604020202020204" pitchFamily="34" charset="0"/>
              <a:buChar char="•"/>
            </a:pPr>
            <a:r>
              <a:rPr lang="en-GB" dirty="0">
                <a:solidFill>
                  <a:schemeClr val="accent2">
                    <a:lumMod val="75000"/>
                  </a:schemeClr>
                </a:solidFill>
              </a:rPr>
              <a:t>     Nucleolus disappears </a:t>
            </a:r>
          </a:p>
          <a:p>
            <a:pPr marL="342900" indent="-342900" algn="just" defTabSz="457200">
              <a:buFont typeface="Arial" panose="020B0604020202020204" pitchFamily="34" charset="0"/>
              <a:buChar char="•"/>
            </a:pPr>
            <a:r>
              <a:rPr lang="en-GB" dirty="0">
                <a:solidFill>
                  <a:schemeClr val="accent2">
                    <a:lumMod val="75000"/>
                  </a:schemeClr>
                </a:solidFill>
              </a:rPr>
              <a:t>The nuclear envelope disintegrates and disappear. </a:t>
            </a:r>
          </a:p>
          <a:p>
            <a:pPr marL="342900" indent="-342900" algn="just" defTabSz="457200">
              <a:buFont typeface="Arial" panose="020B0604020202020204" pitchFamily="34" charset="0"/>
              <a:buChar char="•"/>
            </a:pPr>
            <a:r>
              <a:rPr lang="en-GB" dirty="0">
                <a:solidFill>
                  <a:schemeClr val="accent2">
                    <a:lumMod val="75000"/>
                  </a:schemeClr>
                </a:solidFill>
              </a:rPr>
              <a:t>Mitotic spindle begins to form .</a:t>
            </a:r>
          </a:p>
          <a:p>
            <a:pPr marL="0" indent="0" algn="just">
              <a:buNone/>
            </a:pPr>
            <a:endParaRPr lang="en-GB" sz="1600" dirty="0"/>
          </a:p>
        </p:txBody>
      </p:sp>
      <p:sp>
        <p:nvSpPr>
          <p:cNvPr id="39" name="Rectangle 23">
            <a:extLst>
              <a:ext uri="{FF2B5EF4-FFF2-40B4-BE49-F238E27FC236}">
                <a16:creationId xmlns:a16="http://schemas.microsoft.com/office/drawing/2014/main" id="{9204E438-647D-40F8-9613-FA00FF3E50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0" name="Rectangle 25">
            <a:extLst>
              <a:ext uri="{FF2B5EF4-FFF2-40B4-BE49-F238E27FC236}">
                <a16:creationId xmlns:a16="http://schemas.microsoft.com/office/drawing/2014/main" id="{4EE16D88-B2D1-4B7E-92B3-B0AD4F5B56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pic>
        <p:nvPicPr>
          <p:cNvPr id="5" name="Picture 4">
            <a:extLst>
              <a:ext uri="{FF2B5EF4-FFF2-40B4-BE49-F238E27FC236}">
                <a16:creationId xmlns:a16="http://schemas.microsoft.com/office/drawing/2014/main" id="{ABD068B2-CFDF-4D44-BDC8-B6A1DC2101D4}"/>
              </a:ext>
            </a:extLst>
          </p:cNvPr>
          <p:cNvPicPr>
            <a:picLocks noChangeAspect="1"/>
          </p:cNvPicPr>
          <p:nvPr/>
        </p:nvPicPr>
        <p:blipFill rotWithShape="1">
          <a:blip r:embed="rId5"/>
          <a:srcRect t="16228" r="18998"/>
          <a:stretch/>
        </p:blipFill>
        <p:spPr>
          <a:xfrm>
            <a:off x="3502110" y="3447321"/>
            <a:ext cx="2431684" cy="2335905"/>
          </a:xfrm>
          <a:prstGeom prst="rect">
            <a:avLst/>
          </a:prstGeom>
        </p:spPr>
      </p:pic>
      <p:sp>
        <p:nvSpPr>
          <p:cNvPr id="8" name="TextBox 7">
            <a:extLst>
              <a:ext uri="{FF2B5EF4-FFF2-40B4-BE49-F238E27FC236}">
                <a16:creationId xmlns:a16="http://schemas.microsoft.com/office/drawing/2014/main" id="{45191CFF-E1E0-4C81-9B32-27BE7A3D65F6}"/>
              </a:ext>
            </a:extLst>
          </p:cNvPr>
          <p:cNvSpPr txBox="1"/>
          <p:nvPr/>
        </p:nvSpPr>
        <p:spPr>
          <a:xfrm>
            <a:off x="3502110" y="2610658"/>
            <a:ext cx="1210576" cy="307777"/>
          </a:xfrm>
          <a:prstGeom prst="rect">
            <a:avLst/>
          </a:prstGeom>
          <a:noFill/>
        </p:spPr>
        <p:txBody>
          <a:bodyPr wrap="square" rtlCol="0">
            <a:spAutoFit/>
          </a:bodyPr>
          <a:lstStyle/>
          <a:p>
            <a:r>
              <a:rPr lang="en-GB" sz="1400" dirty="0">
                <a:solidFill>
                  <a:schemeClr val="bg1"/>
                </a:solidFill>
              </a:rPr>
              <a:t>Animal cell</a:t>
            </a:r>
          </a:p>
        </p:txBody>
      </p:sp>
      <p:sp>
        <p:nvSpPr>
          <p:cNvPr id="32" name="TextBox 31">
            <a:extLst>
              <a:ext uri="{FF2B5EF4-FFF2-40B4-BE49-F238E27FC236}">
                <a16:creationId xmlns:a16="http://schemas.microsoft.com/office/drawing/2014/main" id="{C1A35EBA-0A22-4D2F-B9BC-7756DC7172E4}"/>
              </a:ext>
            </a:extLst>
          </p:cNvPr>
          <p:cNvSpPr txBox="1"/>
          <p:nvPr/>
        </p:nvSpPr>
        <p:spPr>
          <a:xfrm>
            <a:off x="3526756" y="5424901"/>
            <a:ext cx="1210576" cy="307777"/>
          </a:xfrm>
          <a:prstGeom prst="rect">
            <a:avLst/>
          </a:prstGeom>
          <a:noFill/>
        </p:spPr>
        <p:txBody>
          <a:bodyPr wrap="square" rtlCol="0">
            <a:spAutoFit/>
          </a:bodyPr>
          <a:lstStyle/>
          <a:p>
            <a:r>
              <a:rPr lang="en-GB" sz="1400" dirty="0">
                <a:solidFill>
                  <a:schemeClr val="bg1"/>
                </a:solidFill>
              </a:rPr>
              <a:t>plant cell</a:t>
            </a:r>
          </a:p>
        </p:txBody>
      </p:sp>
    </p:spTree>
    <p:extLst>
      <p:ext uri="{BB962C8B-B14F-4D97-AF65-F5344CB8AC3E}">
        <p14:creationId xmlns:p14="http://schemas.microsoft.com/office/powerpoint/2010/main" val="42737660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solidFill>
                  <a:srgbClr val="0070C0"/>
                </a:solidFill>
              </a:rPr>
              <a:t>Sister Chromatids</a:t>
            </a:r>
            <a:endParaRPr lang="ar-JO" b="1" dirty="0">
              <a:solidFill>
                <a:srgbClr val="0070C0"/>
              </a:solidFill>
            </a:endParaRP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88860" y="1841897"/>
            <a:ext cx="6352241" cy="4477016"/>
          </a:xfrm>
        </p:spPr>
      </p:pic>
    </p:spTree>
    <p:extLst>
      <p:ext uri="{BB962C8B-B14F-4D97-AF65-F5344CB8AC3E}">
        <p14:creationId xmlns:p14="http://schemas.microsoft.com/office/powerpoint/2010/main" val="5594081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96976F-7230-497C-A40A-46AB4A1704AC}"/>
              </a:ext>
            </a:extLst>
          </p:cNvPr>
          <p:cNvSpPr>
            <a:spLocks noGrp="1"/>
          </p:cNvSpPr>
          <p:nvPr>
            <p:ph type="title"/>
          </p:nvPr>
        </p:nvSpPr>
        <p:spPr/>
        <p:txBody>
          <a:bodyPr>
            <a:normAutofit/>
          </a:bodyPr>
          <a:lstStyle/>
          <a:p>
            <a:r>
              <a:rPr lang="en-GB" sz="4400" b="1" dirty="0">
                <a:solidFill>
                  <a:schemeClr val="accent2">
                    <a:lumMod val="75000"/>
                  </a:schemeClr>
                </a:solidFill>
                <a:latin typeface="+mn-lt"/>
              </a:rPr>
              <a:t>Metaphase</a:t>
            </a:r>
          </a:p>
        </p:txBody>
      </p:sp>
      <p:sp>
        <p:nvSpPr>
          <p:cNvPr id="3" name="Content Placeholder 2">
            <a:extLst>
              <a:ext uri="{FF2B5EF4-FFF2-40B4-BE49-F238E27FC236}">
                <a16:creationId xmlns:a16="http://schemas.microsoft.com/office/drawing/2014/main" id="{A0589C0B-A0F8-4773-BCA5-2E6AA77D1741}"/>
              </a:ext>
            </a:extLst>
          </p:cNvPr>
          <p:cNvSpPr>
            <a:spLocks noGrp="1"/>
          </p:cNvSpPr>
          <p:nvPr>
            <p:ph idx="1"/>
          </p:nvPr>
        </p:nvSpPr>
        <p:spPr>
          <a:xfrm>
            <a:off x="510715" y="1954235"/>
            <a:ext cx="4687605" cy="3801293"/>
          </a:xfrm>
        </p:spPr>
        <p:txBody>
          <a:bodyPr>
            <a:normAutofit lnSpcReduction="10000"/>
          </a:bodyPr>
          <a:lstStyle/>
          <a:p>
            <a:pPr marL="342900" indent="-342900" algn="just">
              <a:lnSpc>
                <a:spcPct val="100000"/>
              </a:lnSpc>
              <a:buFont typeface="Arial" panose="020B0604020202020204" pitchFamily="34" charset="0"/>
              <a:buChar char="•"/>
            </a:pPr>
            <a:r>
              <a:rPr lang="en-GB" dirty="0">
                <a:solidFill>
                  <a:schemeClr val="accent2">
                    <a:lumMod val="75000"/>
                  </a:schemeClr>
                </a:solidFill>
              </a:rPr>
              <a:t>The nuclear membrane disappears completely.</a:t>
            </a:r>
          </a:p>
          <a:p>
            <a:pPr marL="342900" indent="-342900" algn="just">
              <a:lnSpc>
                <a:spcPct val="100000"/>
              </a:lnSpc>
              <a:buFont typeface="Arial" panose="020B0604020202020204" pitchFamily="34" charset="0"/>
              <a:buChar char="•"/>
            </a:pPr>
            <a:r>
              <a:rPr lang="en-GB" dirty="0">
                <a:solidFill>
                  <a:schemeClr val="accent2">
                    <a:lumMod val="75000"/>
                  </a:schemeClr>
                </a:solidFill>
              </a:rPr>
              <a:t>Chromosomes become shorter and thicker.</a:t>
            </a:r>
          </a:p>
          <a:p>
            <a:pPr marL="342900" indent="-342900" algn="just">
              <a:lnSpc>
                <a:spcPct val="100000"/>
              </a:lnSpc>
              <a:buFont typeface="Arial" panose="020B0604020202020204" pitchFamily="34" charset="0"/>
              <a:buChar char="•"/>
            </a:pPr>
            <a:r>
              <a:rPr lang="en-GB" dirty="0">
                <a:solidFill>
                  <a:schemeClr val="accent2">
                    <a:lumMod val="75000"/>
                  </a:schemeClr>
                </a:solidFill>
              </a:rPr>
              <a:t>Chromosomes move until they attach at their kinetochores to kinetochore microtubules from both sides of their centromeres.</a:t>
            </a:r>
          </a:p>
          <a:p>
            <a:pPr marL="342900" indent="-342900" algn="just">
              <a:lnSpc>
                <a:spcPct val="100000"/>
              </a:lnSpc>
              <a:spcBef>
                <a:spcPts val="0"/>
              </a:spcBef>
              <a:spcAft>
                <a:spcPts val="0"/>
              </a:spcAft>
              <a:buFont typeface="Arial" panose="020B0604020202020204" pitchFamily="34" charset="0"/>
              <a:buChar char="•"/>
            </a:pPr>
            <a:r>
              <a:rPr lang="en-GB" dirty="0">
                <a:solidFill>
                  <a:schemeClr val="accent2">
                    <a:lumMod val="75000"/>
                  </a:schemeClr>
                </a:solidFill>
              </a:rPr>
              <a:t>Chromosomes align at the metaphase plate</a:t>
            </a:r>
          </a:p>
          <a:p>
            <a:pPr marL="0" indent="0" algn="just">
              <a:lnSpc>
                <a:spcPct val="100000"/>
              </a:lnSpc>
              <a:spcBef>
                <a:spcPts val="0"/>
              </a:spcBef>
              <a:spcAft>
                <a:spcPts val="0"/>
              </a:spcAft>
              <a:buNone/>
            </a:pPr>
            <a:r>
              <a:rPr lang="en-GB" dirty="0">
                <a:solidFill>
                  <a:schemeClr val="accent2">
                    <a:lumMod val="75000"/>
                  </a:schemeClr>
                </a:solidFill>
              </a:rPr>
              <a:t>         (Mid plane) of the cell.</a:t>
            </a:r>
          </a:p>
          <a:p>
            <a:endParaRPr lang="en-GB" sz="4400" b="1" spc="-50" dirty="0">
              <a:solidFill>
                <a:schemeClr val="accent2">
                  <a:lumMod val="75000"/>
                </a:schemeClr>
              </a:solidFill>
              <a:ea typeface="+mj-ea"/>
              <a:cs typeface="+mj-cs"/>
            </a:endParaRPr>
          </a:p>
        </p:txBody>
      </p:sp>
      <p:pic>
        <p:nvPicPr>
          <p:cNvPr id="4" name="Picture 3">
            <a:extLst>
              <a:ext uri="{FF2B5EF4-FFF2-40B4-BE49-F238E27FC236}">
                <a16:creationId xmlns:a16="http://schemas.microsoft.com/office/drawing/2014/main" id="{4BDA0E1D-8A23-49A9-882B-6F8A9E0A509F}"/>
              </a:ext>
            </a:extLst>
          </p:cNvPr>
          <p:cNvPicPr>
            <a:picLocks noChangeAspect="1"/>
          </p:cNvPicPr>
          <p:nvPr/>
        </p:nvPicPr>
        <p:blipFill rotWithShape="1">
          <a:blip r:embed="rId2"/>
          <a:srcRect t="37538"/>
          <a:stretch/>
        </p:blipFill>
        <p:spPr>
          <a:xfrm>
            <a:off x="5308979" y="1767009"/>
            <a:ext cx="3119988" cy="4278949"/>
          </a:xfrm>
          <a:prstGeom prst="rect">
            <a:avLst/>
          </a:prstGeom>
        </p:spPr>
      </p:pic>
      <p:pic>
        <p:nvPicPr>
          <p:cNvPr id="5" name="Picture 4">
            <a:extLst>
              <a:ext uri="{FF2B5EF4-FFF2-40B4-BE49-F238E27FC236}">
                <a16:creationId xmlns:a16="http://schemas.microsoft.com/office/drawing/2014/main" id="{076B266D-5600-413F-B56B-57C5CBAB8C8D}"/>
              </a:ext>
            </a:extLst>
          </p:cNvPr>
          <p:cNvPicPr>
            <a:picLocks noChangeAspect="1"/>
          </p:cNvPicPr>
          <p:nvPr/>
        </p:nvPicPr>
        <p:blipFill rotWithShape="1">
          <a:blip r:embed="rId2"/>
          <a:srcRect l="12396" r="10019" b="63950"/>
          <a:stretch/>
        </p:blipFill>
        <p:spPr>
          <a:xfrm>
            <a:off x="8428968" y="1767010"/>
            <a:ext cx="3587346" cy="2259080"/>
          </a:xfrm>
          <a:prstGeom prst="rect">
            <a:avLst/>
          </a:prstGeom>
        </p:spPr>
      </p:pic>
      <p:pic>
        <p:nvPicPr>
          <p:cNvPr id="6" name="Content Placeholder 3">
            <a:extLst>
              <a:ext uri="{FF2B5EF4-FFF2-40B4-BE49-F238E27FC236}">
                <a16:creationId xmlns:a16="http://schemas.microsoft.com/office/drawing/2014/main" id="{3AD63D0C-B2CC-4885-8BFE-9D4C0D2C03CF}"/>
              </a:ext>
            </a:extLst>
          </p:cNvPr>
          <p:cNvPicPr>
            <a:picLocks noChangeAspect="1"/>
          </p:cNvPicPr>
          <p:nvPr/>
        </p:nvPicPr>
        <p:blipFill rotWithShape="1">
          <a:blip r:embed="rId3"/>
          <a:srcRect l="40389" t="9982" r="40689" b="34719"/>
          <a:stretch/>
        </p:blipFill>
        <p:spPr>
          <a:xfrm>
            <a:off x="8428968" y="4055740"/>
            <a:ext cx="3587346" cy="2263174"/>
          </a:xfrm>
          <a:prstGeom prst="rect">
            <a:avLst/>
          </a:prstGeom>
        </p:spPr>
      </p:pic>
      <p:sp>
        <p:nvSpPr>
          <p:cNvPr id="7" name="TextBox 6">
            <a:extLst>
              <a:ext uri="{FF2B5EF4-FFF2-40B4-BE49-F238E27FC236}">
                <a16:creationId xmlns:a16="http://schemas.microsoft.com/office/drawing/2014/main" id="{0AFEEFB0-54A1-4DDD-AE76-9C41239B3FCD}"/>
              </a:ext>
            </a:extLst>
          </p:cNvPr>
          <p:cNvSpPr txBox="1"/>
          <p:nvPr/>
        </p:nvSpPr>
        <p:spPr>
          <a:xfrm>
            <a:off x="8812404" y="1769867"/>
            <a:ext cx="1210576" cy="307777"/>
          </a:xfrm>
          <a:prstGeom prst="rect">
            <a:avLst/>
          </a:prstGeom>
          <a:noFill/>
        </p:spPr>
        <p:txBody>
          <a:bodyPr wrap="square" rtlCol="0">
            <a:spAutoFit/>
          </a:bodyPr>
          <a:lstStyle/>
          <a:p>
            <a:r>
              <a:rPr lang="en-GB" sz="1400" dirty="0">
                <a:solidFill>
                  <a:schemeClr val="bg1"/>
                </a:solidFill>
              </a:rPr>
              <a:t>Animal cell</a:t>
            </a:r>
          </a:p>
        </p:txBody>
      </p:sp>
      <p:sp>
        <p:nvSpPr>
          <p:cNvPr id="8" name="TextBox 7">
            <a:extLst>
              <a:ext uri="{FF2B5EF4-FFF2-40B4-BE49-F238E27FC236}">
                <a16:creationId xmlns:a16="http://schemas.microsoft.com/office/drawing/2014/main" id="{CFA2083A-5859-476E-9C18-80CF812B180B}"/>
              </a:ext>
            </a:extLst>
          </p:cNvPr>
          <p:cNvSpPr txBox="1"/>
          <p:nvPr/>
        </p:nvSpPr>
        <p:spPr>
          <a:xfrm>
            <a:off x="8812404" y="6417508"/>
            <a:ext cx="1210576" cy="307777"/>
          </a:xfrm>
          <a:prstGeom prst="rect">
            <a:avLst/>
          </a:prstGeom>
          <a:noFill/>
        </p:spPr>
        <p:txBody>
          <a:bodyPr wrap="square" rtlCol="0">
            <a:spAutoFit/>
          </a:bodyPr>
          <a:lstStyle/>
          <a:p>
            <a:r>
              <a:rPr lang="en-GB" sz="1400" dirty="0">
                <a:solidFill>
                  <a:schemeClr val="bg1"/>
                </a:solidFill>
              </a:rPr>
              <a:t>plant cell</a:t>
            </a:r>
          </a:p>
        </p:txBody>
      </p:sp>
    </p:spTree>
    <p:extLst>
      <p:ext uri="{BB962C8B-B14F-4D97-AF65-F5344CB8AC3E}">
        <p14:creationId xmlns:p14="http://schemas.microsoft.com/office/powerpoint/2010/main" val="29497433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1C0742-4D65-4BBF-B3D7-5101EA148754}"/>
              </a:ext>
            </a:extLst>
          </p:cNvPr>
          <p:cNvSpPr>
            <a:spLocks noGrp="1"/>
          </p:cNvSpPr>
          <p:nvPr>
            <p:ph type="title"/>
          </p:nvPr>
        </p:nvSpPr>
        <p:spPr/>
        <p:txBody>
          <a:bodyPr/>
          <a:lstStyle/>
          <a:p>
            <a:r>
              <a:rPr lang="en-GB" sz="4400" b="1" dirty="0">
                <a:solidFill>
                  <a:schemeClr val="accent2">
                    <a:lumMod val="75000"/>
                  </a:schemeClr>
                </a:solidFill>
                <a:latin typeface="+mn-lt"/>
              </a:rPr>
              <a:t>Anaphase</a:t>
            </a:r>
          </a:p>
        </p:txBody>
      </p:sp>
      <p:sp>
        <p:nvSpPr>
          <p:cNvPr id="3" name="Content Placeholder 2">
            <a:extLst>
              <a:ext uri="{FF2B5EF4-FFF2-40B4-BE49-F238E27FC236}">
                <a16:creationId xmlns:a16="http://schemas.microsoft.com/office/drawing/2014/main" id="{662D2FB4-AA48-4EFD-92D4-E9AFB2CC7A43}"/>
              </a:ext>
            </a:extLst>
          </p:cNvPr>
          <p:cNvSpPr>
            <a:spLocks noGrp="1"/>
          </p:cNvSpPr>
          <p:nvPr>
            <p:ph idx="1"/>
          </p:nvPr>
        </p:nvSpPr>
        <p:spPr>
          <a:xfrm>
            <a:off x="1027676" y="1506576"/>
            <a:ext cx="4677088" cy="4348314"/>
          </a:xfrm>
        </p:spPr>
        <p:txBody>
          <a:bodyPr>
            <a:normAutofit fontScale="85000" lnSpcReduction="20000"/>
          </a:bodyPr>
          <a:lstStyle/>
          <a:p>
            <a:pPr marL="342900" indent="-342900" algn="just">
              <a:lnSpc>
                <a:spcPct val="100000"/>
              </a:lnSpc>
              <a:buFont typeface="Arial" panose="020B0604020202020204" pitchFamily="34" charset="0"/>
              <a:buChar char="•"/>
            </a:pPr>
            <a:endParaRPr lang="en-GB" dirty="0">
              <a:solidFill>
                <a:schemeClr val="accent2">
                  <a:lumMod val="75000"/>
                </a:schemeClr>
              </a:solidFill>
            </a:endParaRPr>
          </a:p>
          <a:p>
            <a:pPr marL="342900" indent="-342900" algn="just">
              <a:lnSpc>
                <a:spcPct val="100000"/>
              </a:lnSpc>
              <a:buFont typeface="Arial" panose="020B0604020202020204" pitchFamily="34" charset="0"/>
              <a:buChar char="•"/>
            </a:pPr>
            <a:r>
              <a:rPr lang="en-GB" dirty="0">
                <a:solidFill>
                  <a:schemeClr val="accent2">
                    <a:lumMod val="75000"/>
                  </a:schemeClr>
                </a:solidFill>
              </a:rPr>
              <a:t>Shortening of the kinetochore microtubules separate the paired sister chromatids separate.</a:t>
            </a:r>
          </a:p>
          <a:p>
            <a:pPr marL="342900" indent="-342900" algn="just">
              <a:lnSpc>
                <a:spcPct val="100000"/>
              </a:lnSpc>
              <a:buFont typeface="Arial" panose="020B0604020202020204" pitchFamily="34" charset="0"/>
              <a:buChar char="•"/>
            </a:pPr>
            <a:r>
              <a:rPr lang="en-GB" dirty="0">
                <a:solidFill>
                  <a:schemeClr val="accent2">
                    <a:lumMod val="75000"/>
                  </a:schemeClr>
                </a:solidFill>
              </a:rPr>
              <a:t>The paired sister chromatids being moving (separate ) toward opposite ends of the cell as their kinetochore microtubules shorten.</a:t>
            </a:r>
          </a:p>
          <a:p>
            <a:pPr marL="342900" indent="-342900" algn="just">
              <a:lnSpc>
                <a:spcPct val="100000"/>
              </a:lnSpc>
              <a:buFont typeface="Arial" panose="020B0604020202020204" pitchFamily="34" charset="0"/>
              <a:buChar char="•"/>
            </a:pPr>
            <a:r>
              <a:rPr lang="en-GB" dirty="0">
                <a:solidFill>
                  <a:schemeClr val="accent2">
                    <a:lumMod val="75000"/>
                  </a:schemeClr>
                </a:solidFill>
              </a:rPr>
              <a:t>The cell elongate as their non- kinetochore microtubules lengthen and elongate and by sliding of the non kinetochore microtubules over each other at the centre of the cell. </a:t>
            </a:r>
          </a:p>
          <a:p>
            <a:pPr marL="342900" indent="-342900" algn="just">
              <a:lnSpc>
                <a:spcPct val="100000"/>
              </a:lnSpc>
              <a:buFont typeface="Arial" panose="020B0604020202020204" pitchFamily="34" charset="0"/>
              <a:buChar char="•"/>
            </a:pPr>
            <a:r>
              <a:rPr lang="en-GB" dirty="0">
                <a:solidFill>
                  <a:schemeClr val="accent2">
                    <a:lumMod val="75000"/>
                  </a:schemeClr>
                </a:solidFill>
              </a:rPr>
              <a:t>Chromosomes reach their maximal level of condensation (</a:t>
            </a:r>
            <a:r>
              <a:rPr lang="en-GB" b="1" dirty="0">
                <a:solidFill>
                  <a:srgbClr val="0070C0"/>
                </a:solidFill>
              </a:rPr>
              <a:t>most visible</a:t>
            </a:r>
            <a:r>
              <a:rPr lang="en-GB" dirty="0">
                <a:solidFill>
                  <a:schemeClr val="accent2">
                    <a:lumMod val="75000"/>
                  </a:schemeClr>
                </a:solidFill>
              </a:rPr>
              <a:t>).</a:t>
            </a:r>
          </a:p>
          <a:p>
            <a:pPr marL="342900" indent="-342900" algn="just">
              <a:lnSpc>
                <a:spcPct val="100000"/>
              </a:lnSpc>
              <a:buFont typeface="Arial" panose="020B0604020202020204" pitchFamily="34" charset="0"/>
              <a:buChar char="•"/>
            </a:pPr>
            <a:r>
              <a:rPr lang="en-GB" dirty="0">
                <a:solidFill>
                  <a:schemeClr val="accent2">
                    <a:lumMod val="75000"/>
                  </a:schemeClr>
                </a:solidFill>
              </a:rPr>
              <a:t>Once the paired sister chromatids separate from one another, each is considered a "full" chromosome. </a:t>
            </a:r>
          </a:p>
          <a:p>
            <a:pPr marL="0" indent="0" algn="just">
              <a:buNone/>
            </a:pPr>
            <a:endParaRPr lang="en-GB" dirty="0">
              <a:solidFill>
                <a:schemeClr val="accent2">
                  <a:lumMod val="75000"/>
                </a:schemeClr>
              </a:solidFill>
            </a:endParaRPr>
          </a:p>
          <a:p>
            <a:pPr algn="just"/>
            <a:endParaRPr lang="en-GB" dirty="0">
              <a:solidFill>
                <a:schemeClr val="accent2">
                  <a:lumMod val="75000"/>
                </a:schemeClr>
              </a:solidFill>
            </a:endParaRPr>
          </a:p>
          <a:p>
            <a:pPr algn="just"/>
            <a:endParaRPr lang="en-GB" dirty="0">
              <a:solidFill>
                <a:schemeClr val="accent2">
                  <a:lumMod val="75000"/>
                </a:schemeClr>
              </a:solidFill>
            </a:endParaRPr>
          </a:p>
        </p:txBody>
      </p:sp>
      <p:pic>
        <p:nvPicPr>
          <p:cNvPr id="4" name="Picture 3">
            <a:extLst>
              <a:ext uri="{FF2B5EF4-FFF2-40B4-BE49-F238E27FC236}">
                <a16:creationId xmlns:a16="http://schemas.microsoft.com/office/drawing/2014/main" id="{1AE7DF6E-65B0-4772-9E91-56AEA46DE430}"/>
              </a:ext>
            </a:extLst>
          </p:cNvPr>
          <p:cNvPicPr>
            <a:picLocks noChangeAspect="1"/>
          </p:cNvPicPr>
          <p:nvPr/>
        </p:nvPicPr>
        <p:blipFill rotWithShape="1">
          <a:blip r:embed="rId2"/>
          <a:srcRect l="16096" r="11506" b="60902"/>
          <a:stretch/>
        </p:blipFill>
        <p:spPr>
          <a:xfrm>
            <a:off x="9032095" y="1719958"/>
            <a:ext cx="3105208" cy="2374369"/>
          </a:xfrm>
          <a:prstGeom prst="rect">
            <a:avLst/>
          </a:prstGeom>
        </p:spPr>
      </p:pic>
      <p:pic>
        <p:nvPicPr>
          <p:cNvPr id="5" name="Picture 4">
            <a:extLst>
              <a:ext uri="{FF2B5EF4-FFF2-40B4-BE49-F238E27FC236}">
                <a16:creationId xmlns:a16="http://schemas.microsoft.com/office/drawing/2014/main" id="{00219639-3B54-4F44-AA06-929F01BB7FC0}"/>
              </a:ext>
            </a:extLst>
          </p:cNvPr>
          <p:cNvPicPr>
            <a:picLocks noChangeAspect="1"/>
          </p:cNvPicPr>
          <p:nvPr/>
        </p:nvPicPr>
        <p:blipFill rotWithShape="1">
          <a:blip r:embed="rId2"/>
          <a:srcRect t="41493"/>
          <a:stretch/>
        </p:blipFill>
        <p:spPr>
          <a:xfrm>
            <a:off x="5904358" y="1853925"/>
            <a:ext cx="3127737" cy="3673757"/>
          </a:xfrm>
          <a:prstGeom prst="rect">
            <a:avLst/>
          </a:prstGeom>
        </p:spPr>
      </p:pic>
      <p:pic>
        <p:nvPicPr>
          <p:cNvPr id="6" name="Content Placeholder 3">
            <a:extLst>
              <a:ext uri="{FF2B5EF4-FFF2-40B4-BE49-F238E27FC236}">
                <a16:creationId xmlns:a16="http://schemas.microsoft.com/office/drawing/2014/main" id="{0C12CCAA-1C5B-4F40-829A-4159E59D4510}"/>
              </a:ext>
            </a:extLst>
          </p:cNvPr>
          <p:cNvPicPr>
            <a:picLocks noChangeAspect="1"/>
          </p:cNvPicPr>
          <p:nvPr/>
        </p:nvPicPr>
        <p:blipFill rotWithShape="1">
          <a:blip r:embed="rId3"/>
          <a:srcRect l="59746" t="10918" r="21814" b="35189"/>
          <a:stretch/>
        </p:blipFill>
        <p:spPr>
          <a:xfrm>
            <a:off x="9032095" y="4114248"/>
            <a:ext cx="3159905" cy="2190541"/>
          </a:xfrm>
          <a:prstGeom prst="rect">
            <a:avLst/>
          </a:prstGeom>
        </p:spPr>
      </p:pic>
      <p:sp>
        <p:nvSpPr>
          <p:cNvPr id="7" name="TextBox 6">
            <a:extLst>
              <a:ext uri="{FF2B5EF4-FFF2-40B4-BE49-F238E27FC236}">
                <a16:creationId xmlns:a16="http://schemas.microsoft.com/office/drawing/2014/main" id="{18D3C7F1-A1F2-4B17-9DB4-CD6A3FC90CD4}"/>
              </a:ext>
            </a:extLst>
          </p:cNvPr>
          <p:cNvSpPr txBox="1"/>
          <p:nvPr/>
        </p:nvSpPr>
        <p:spPr>
          <a:xfrm>
            <a:off x="8832501" y="6354279"/>
            <a:ext cx="1210576" cy="307777"/>
          </a:xfrm>
          <a:prstGeom prst="rect">
            <a:avLst/>
          </a:prstGeom>
          <a:noFill/>
        </p:spPr>
        <p:txBody>
          <a:bodyPr wrap="square" rtlCol="0">
            <a:spAutoFit/>
          </a:bodyPr>
          <a:lstStyle/>
          <a:p>
            <a:r>
              <a:rPr lang="en-GB" sz="1400" dirty="0">
                <a:solidFill>
                  <a:schemeClr val="bg1"/>
                </a:solidFill>
              </a:rPr>
              <a:t>plant cell</a:t>
            </a:r>
          </a:p>
        </p:txBody>
      </p:sp>
      <p:sp>
        <p:nvSpPr>
          <p:cNvPr id="8" name="TextBox 7">
            <a:extLst>
              <a:ext uri="{FF2B5EF4-FFF2-40B4-BE49-F238E27FC236}">
                <a16:creationId xmlns:a16="http://schemas.microsoft.com/office/drawing/2014/main" id="{6B0447A3-C888-44BE-80CA-990312C8B9A1}"/>
              </a:ext>
            </a:extLst>
          </p:cNvPr>
          <p:cNvSpPr txBox="1"/>
          <p:nvPr/>
        </p:nvSpPr>
        <p:spPr>
          <a:xfrm>
            <a:off x="8832501" y="1700037"/>
            <a:ext cx="1210576" cy="307777"/>
          </a:xfrm>
          <a:prstGeom prst="rect">
            <a:avLst/>
          </a:prstGeom>
          <a:noFill/>
        </p:spPr>
        <p:txBody>
          <a:bodyPr wrap="square" rtlCol="0">
            <a:spAutoFit/>
          </a:bodyPr>
          <a:lstStyle/>
          <a:p>
            <a:r>
              <a:rPr lang="en-GB" sz="1400" dirty="0">
                <a:solidFill>
                  <a:schemeClr val="bg1"/>
                </a:solidFill>
              </a:rPr>
              <a:t>Animal cell</a:t>
            </a:r>
          </a:p>
        </p:txBody>
      </p:sp>
    </p:spTree>
    <p:extLst>
      <p:ext uri="{BB962C8B-B14F-4D97-AF65-F5344CB8AC3E}">
        <p14:creationId xmlns:p14="http://schemas.microsoft.com/office/powerpoint/2010/main" val="14933644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D0248D-0AFD-4CB5-A81F-0B0CC658FB68}"/>
              </a:ext>
            </a:extLst>
          </p:cNvPr>
          <p:cNvSpPr>
            <a:spLocks noGrp="1"/>
          </p:cNvSpPr>
          <p:nvPr>
            <p:ph type="title"/>
          </p:nvPr>
        </p:nvSpPr>
        <p:spPr>
          <a:xfrm>
            <a:off x="1097280" y="286603"/>
            <a:ext cx="10058400" cy="1450757"/>
          </a:xfrm>
        </p:spPr>
        <p:txBody>
          <a:bodyPr>
            <a:normAutofit/>
          </a:bodyPr>
          <a:lstStyle/>
          <a:p>
            <a:r>
              <a:rPr lang="en-GB" sz="4400" b="1" dirty="0">
                <a:solidFill>
                  <a:schemeClr val="accent2">
                    <a:lumMod val="75000"/>
                  </a:schemeClr>
                </a:solidFill>
                <a:latin typeface="+mn-lt"/>
              </a:rPr>
              <a:t>Telophase</a:t>
            </a:r>
          </a:p>
        </p:txBody>
      </p:sp>
      <p:pic>
        <p:nvPicPr>
          <p:cNvPr id="6" name="Content Placeholder 3">
            <a:extLst>
              <a:ext uri="{FF2B5EF4-FFF2-40B4-BE49-F238E27FC236}">
                <a16:creationId xmlns:a16="http://schemas.microsoft.com/office/drawing/2014/main" id="{0E30A450-C1E4-4F01-BD0E-B87C279F8169}"/>
              </a:ext>
            </a:extLst>
          </p:cNvPr>
          <p:cNvPicPr>
            <a:picLocks noChangeAspect="1"/>
          </p:cNvPicPr>
          <p:nvPr/>
        </p:nvPicPr>
        <p:blipFill rotWithShape="1">
          <a:blip r:embed="rId2"/>
          <a:srcRect l="78477" r="2105" b="34720"/>
          <a:stretch/>
        </p:blipFill>
        <p:spPr>
          <a:xfrm>
            <a:off x="317438" y="1837679"/>
            <a:ext cx="2070636" cy="3745998"/>
          </a:xfrm>
          <a:prstGeom prst="rect">
            <a:avLst/>
          </a:prstGeom>
        </p:spPr>
      </p:pic>
      <p:pic>
        <p:nvPicPr>
          <p:cNvPr id="5" name="Picture 4">
            <a:extLst>
              <a:ext uri="{FF2B5EF4-FFF2-40B4-BE49-F238E27FC236}">
                <a16:creationId xmlns:a16="http://schemas.microsoft.com/office/drawing/2014/main" id="{3E5B626B-3D67-40F6-B307-CA26A5B88625}"/>
              </a:ext>
            </a:extLst>
          </p:cNvPr>
          <p:cNvPicPr>
            <a:picLocks noChangeAspect="1"/>
          </p:cNvPicPr>
          <p:nvPr/>
        </p:nvPicPr>
        <p:blipFill rotWithShape="1">
          <a:blip r:embed="rId3"/>
          <a:srcRect t="38090"/>
          <a:stretch/>
        </p:blipFill>
        <p:spPr>
          <a:xfrm>
            <a:off x="2388074" y="2361063"/>
            <a:ext cx="2228990" cy="3222614"/>
          </a:xfrm>
          <a:prstGeom prst="rect">
            <a:avLst/>
          </a:prstGeom>
        </p:spPr>
      </p:pic>
      <p:pic>
        <p:nvPicPr>
          <p:cNvPr id="4" name="Picture 3">
            <a:extLst>
              <a:ext uri="{FF2B5EF4-FFF2-40B4-BE49-F238E27FC236}">
                <a16:creationId xmlns:a16="http://schemas.microsoft.com/office/drawing/2014/main" id="{5C436B40-841F-4026-AA8A-F53E2E4ED65D}"/>
              </a:ext>
            </a:extLst>
          </p:cNvPr>
          <p:cNvPicPr>
            <a:picLocks noChangeAspect="1"/>
          </p:cNvPicPr>
          <p:nvPr/>
        </p:nvPicPr>
        <p:blipFill rotWithShape="1">
          <a:blip r:embed="rId3"/>
          <a:srcRect l="8704" r="5229" b="63387"/>
          <a:stretch/>
        </p:blipFill>
        <p:spPr>
          <a:xfrm>
            <a:off x="4617064" y="2361063"/>
            <a:ext cx="2334308" cy="3222614"/>
          </a:xfrm>
          <a:prstGeom prst="rect">
            <a:avLst/>
          </a:prstGeom>
        </p:spPr>
      </p:pic>
      <p:sp>
        <p:nvSpPr>
          <p:cNvPr id="3" name="Content Placeholder 2">
            <a:extLst>
              <a:ext uri="{FF2B5EF4-FFF2-40B4-BE49-F238E27FC236}">
                <a16:creationId xmlns:a16="http://schemas.microsoft.com/office/drawing/2014/main" id="{C8A914CB-E3E7-4B54-BFC4-0D72A9FB3F40}"/>
              </a:ext>
            </a:extLst>
          </p:cNvPr>
          <p:cNvSpPr>
            <a:spLocks noGrp="1"/>
          </p:cNvSpPr>
          <p:nvPr>
            <p:ph idx="1"/>
          </p:nvPr>
        </p:nvSpPr>
        <p:spPr>
          <a:xfrm>
            <a:off x="7119891" y="1837679"/>
            <a:ext cx="4585725" cy="4367812"/>
          </a:xfrm>
        </p:spPr>
        <p:txBody>
          <a:bodyPr>
            <a:normAutofit fontScale="92500" lnSpcReduction="10000"/>
          </a:bodyPr>
          <a:lstStyle/>
          <a:p>
            <a:pPr marL="342900" indent="-342900" algn="just">
              <a:lnSpc>
                <a:spcPct val="100000"/>
              </a:lnSpc>
              <a:buFont typeface="Arial" panose="020B0604020202020204" pitchFamily="34" charset="0"/>
              <a:buChar char="•"/>
            </a:pPr>
            <a:r>
              <a:rPr lang="en-GB" dirty="0">
                <a:solidFill>
                  <a:schemeClr val="accent2">
                    <a:lumMod val="75000"/>
                  </a:schemeClr>
                </a:solidFill>
              </a:rPr>
              <a:t>Here, the events of prophase will be reversed.</a:t>
            </a:r>
          </a:p>
          <a:p>
            <a:pPr marL="342900" indent="-342900" algn="just">
              <a:lnSpc>
                <a:spcPct val="100000"/>
              </a:lnSpc>
              <a:buFont typeface="Arial" panose="020B0604020202020204" pitchFamily="34" charset="0"/>
              <a:buChar char="•"/>
            </a:pPr>
            <a:r>
              <a:rPr lang="en-GB" dirty="0">
                <a:solidFill>
                  <a:schemeClr val="accent2">
                    <a:lumMod val="75000"/>
                  </a:schemeClr>
                </a:solidFill>
              </a:rPr>
              <a:t>Nuclei begin to form at opposite poles.</a:t>
            </a:r>
          </a:p>
          <a:p>
            <a:pPr marL="342900" indent="-342900" algn="just">
              <a:lnSpc>
                <a:spcPct val="120000"/>
              </a:lnSpc>
              <a:buFont typeface="Arial" panose="020B0604020202020204" pitchFamily="34" charset="0"/>
              <a:buChar char="•"/>
            </a:pPr>
            <a:r>
              <a:rPr lang="en-GB" dirty="0">
                <a:solidFill>
                  <a:schemeClr val="accent2">
                    <a:lumMod val="75000"/>
                  </a:schemeClr>
                </a:solidFill>
              </a:rPr>
              <a:t>The nuclear envelopes of these nuclei from remnant pieces of the parent cell's nuclear envelope and from pieces of the endomembrane system.</a:t>
            </a:r>
          </a:p>
          <a:p>
            <a:pPr marL="342900" indent="-342900" algn="just">
              <a:lnSpc>
                <a:spcPct val="100000"/>
              </a:lnSpc>
              <a:buFont typeface="Arial" panose="020B0604020202020204" pitchFamily="34" charset="0"/>
              <a:buChar char="•"/>
            </a:pPr>
            <a:r>
              <a:rPr lang="en-GB" dirty="0">
                <a:solidFill>
                  <a:schemeClr val="accent2">
                    <a:lumMod val="75000"/>
                  </a:schemeClr>
                </a:solidFill>
              </a:rPr>
              <a:t>Nucleoli also reappear.</a:t>
            </a:r>
          </a:p>
          <a:p>
            <a:pPr marL="342900" indent="-342900" algn="just">
              <a:lnSpc>
                <a:spcPct val="100000"/>
              </a:lnSpc>
              <a:buFont typeface="Arial" panose="020B0604020202020204" pitchFamily="34" charset="0"/>
              <a:buChar char="•"/>
            </a:pPr>
            <a:r>
              <a:rPr lang="en-GB" dirty="0">
                <a:solidFill>
                  <a:schemeClr val="accent2">
                    <a:lumMod val="75000"/>
                  </a:schemeClr>
                </a:solidFill>
              </a:rPr>
              <a:t>The chromosomes become less condensed (thread like structure).</a:t>
            </a:r>
          </a:p>
          <a:p>
            <a:pPr marL="342900" indent="-342900" algn="just">
              <a:lnSpc>
                <a:spcPct val="100000"/>
              </a:lnSpc>
              <a:buFont typeface="Arial" panose="020B0604020202020204" pitchFamily="34" charset="0"/>
              <a:buChar char="•"/>
            </a:pPr>
            <a:r>
              <a:rPr lang="en-GB" dirty="0">
                <a:solidFill>
                  <a:schemeClr val="accent2">
                    <a:lumMod val="75000"/>
                  </a:schemeClr>
                </a:solidFill>
              </a:rPr>
              <a:t>Any remaining of spindle microtubules disappear.</a:t>
            </a:r>
          </a:p>
          <a:p>
            <a:endParaRPr lang="en-GB" sz="1800" dirty="0"/>
          </a:p>
        </p:txBody>
      </p:sp>
      <p:sp>
        <p:nvSpPr>
          <p:cNvPr id="7" name="TextBox 6">
            <a:extLst>
              <a:ext uri="{FF2B5EF4-FFF2-40B4-BE49-F238E27FC236}">
                <a16:creationId xmlns:a16="http://schemas.microsoft.com/office/drawing/2014/main" id="{C7968C03-4066-4AF0-9B0F-48A971CDB777}"/>
              </a:ext>
            </a:extLst>
          </p:cNvPr>
          <p:cNvSpPr txBox="1"/>
          <p:nvPr/>
        </p:nvSpPr>
        <p:spPr>
          <a:xfrm>
            <a:off x="4617064" y="5275900"/>
            <a:ext cx="1210576" cy="307777"/>
          </a:xfrm>
          <a:prstGeom prst="rect">
            <a:avLst/>
          </a:prstGeom>
          <a:noFill/>
        </p:spPr>
        <p:txBody>
          <a:bodyPr wrap="square" rtlCol="0">
            <a:spAutoFit/>
          </a:bodyPr>
          <a:lstStyle/>
          <a:p>
            <a:r>
              <a:rPr lang="en-GB" sz="1400" dirty="0">
                <a:solidFill>
                  <a:schemeClr val="bg1"/>
                </a:solidFill>
              </a:rPr>
              <a:t>Animal cell</a:t>
            </a:r>
          </a:p>
        </p:txBody>
      </p:sp>
      <p:sp>
        <p:nvSpPr>
          <p:cNvPr id="8" name="TextBox 7">
            <a:extLst>
              <a:ext uri="{FF2B5EF4-FFF2-40B4-BE49-F238E27FC236}">
                <a16:creationId xmlns:a16="http://schemas.microsoft.com/office/drawing/2014/main" id="{214DAA85-E79B-49B3-A4E1-9430858059EB}"/>
              </a:ext>
            </a:extLst>
          </p:cNvPr>
          <p:cNvSpPr txBox="1"/>
          <p:nvPr/>
        </p:nvSpPr>
        <p:spPr>
          <a:xfrm>
            <a:off x="317438" y="5275899"/>
            <a:ext cx="1210576" cy="307777"/>
          </a:xfrm>
          <a:prstGeom prst="rect">
            <a:avLst/>
          </a:prstGeom>
          <a:noFill/>
        </p:spPr>
        <p:txBody>
          <a:bodyPr wrap="square" rtlCol="0">
            <a:spAutoFit/>
          </a:bodyPr>
          <a:lstStyle/>
          <a:p>
            <a:r>
              <a:rPr lang="en-GB" sz="1400" dirty="0">
                <a:solidFill>
                  <a:schemeClr val="bg1"/>
                </a:solidFill>
              </a:rPr>
              <a:t>plant cell</a:t>
            </a:r>
          </a:p>
        </p:txBody>
      </p:sp>
    </p:spTree>
    <p:extLst>
      <p:ext uri="{BB962C8B-B14F-4D97-AF65-F5344CB8AC3E}">
        <p14:creationId xmlns:p14="http://schemas.microsoft.com/office/powerpoint/2010/main" val="11201081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8107B-AE37-47CE-B327-977DFF5D6E90}"/>
              </a:ext>
            </a:extLst>
          </p:cNvPr>
          <p:cNvSpPr>
            <a:spLocks noGrp="1"/>
          </p:cNvSpPr>
          <p:nvPr>
            <p:ph type="title"/>
          </p:nvPr>
        </p:nvSpPr>
        <p:spPr>
          <a:xfrm>
            <a:off x="1097280" y="286603"/>
            <a:ext cx="10058400" cy="1450757"/>
          </a:xfrm>
        </p:spPr>
        <p:txBody>
          <a:bodyPr>
            <a:normAutofit/>
          </a:bodyPr>
          <a:lstStyle/>
          <a:p>
            <a:r>
              <a:rPr lang="en-GB" sz="4400" b="1" dirty="0">
                <a:solidFill>
                  <a:schemeClr val="accent2">
                    <a:lumMod val="75000"/>
                  </a:schemeClr>
                </a:solidFill>
                <a:latin typeface="+mn-lt"/>
              </a:rPr>
              <a:t>Cytokinesis </a:t>
            </a:r>
            <a:r>
              <a:rPr lang="en-GB" sz="2000" dirty="0"/>
              <a:t> </a:t>
            </a:r>
            <a:r>
              <a:rPr lang="en-GB" sz="2000" dirty="0">
                <a:solidFill>
                  <a:schemeClr val="accent2">
                    <a:lumMod val="75000"/>
                  </a:schemeClr>
                </a:solidFill>
                <a:latin typeface="+mn-lt"/>
              </a:rPr>
              <a:t>the division of the cell's cytoplasm. </a:t>
            </a:r>
            <a:endParaRPr lang="en-GB" sz="4400" dirty="0">
              <a:solidFill>
                <a:schemeClr val="accent2">
                  <a:lumMod val="75000"/>
                </a:schemeClr>
              </a:solidFill>
              <a:latin typeface="+mn-lt"/>
            </a:endParaRPr>
          </a:p>
        </p:txBody>
      </p:sp>
      <p:pic>
        <p:nvPicPr>
          <p:cNvPr id="5" name="Picture 4">
            <a:extLst>
              <a:ext uri="{FF2B5EF4-FFF2-40B4-BE49-F238E27FC236}">
                <a16:creationId xmlns:a16="http://schemas.microsoft.com/office/drawing/2014/main" id="{72641854-7110-4F0D-B1B6-05AC7D2CCFC4}"/>
              </a:ext>
            </a:extLst>
          </p:cNvPr>
          <p:cNvPicPr>
            <a:picLocks noChangeAspect="1"/>
          </p:cNvPicPr>
          <p:nvPr/>
        </p:nvPicPr>
        <p:blipFill rotWithShape="1">
          <a:blip r:embed="rId2"/>
          <a:srcRect t="6602"/>
          <a:stretch/>
        </p:blipFill>
        <p:spPr>
          <a:xfrm>
            <a:off x="781236" y="1859940"/>
            <a:ext cx="4643021" cy="4151680"/>
          </a:xfrm>
          <a:prstGeom prst="rect">
            <a:avLst/>
          </a:prstGeom>
        </p:spPr>
      </p:pic>
      <p:sp>
        <p:nvSpPr>
          <p:cNvPr id="8" name="TextBox 7">
            <a:extLst>
              <a:ext uri="{FF2B5EF4-FFF2-40B4-BE49-F238E27FC236}">
                <a16:creationId xmlns:a16="http://schemas.microsoft.com/office/drawing/2014/main" id="{1D703BD4-22AB-4A17-A34B-1C6630C2A35E}"/>
              </a:ext>
            </a:extLst>
          </p:cNvPr>
          <p:cNvSpPr txBox="1"/>
          <p:nvPr/>
        </p:nvSpPr>
        <p:spPr>
          <a:xfrm>
            <a:off x="1589103" y="5990928"/>
            <a:ext cx="3835154" cy="307777"/>
          </a:xfrm>
          <a:prstGeom prst="rect">
            <a:avLst/>
          </a:prstGeom>
          <a:noFill/>
        </p:spPr>
        <p:txBody>
          <a:bodyPr wrap="square" rtlCol="0">
            <a:spAutoFit/>
          </a:bodyPr>
          <a:lstStyle/>
          <a:p>
            <a:pPr algn="ctr"/>
            <a:r>
              <a:rPr lang="en-GB" sz="1400" dirty="0">
                <a:solidFill>
                  <a:schemeClr val="accent2">
                    <a:lumMod val="75000"/>
                  </a:schemeClr>
                </a:solidFill>
              </a:rPr>
              <a:t>Direction of formation: cell surface             inward</a:t>
            </a:r>
          </a:p>
        </p:txBody>
      </p:sp>
      <p:cxnSp>
        <p:nvCxnSpPr>
          <p:cNvPr id="11" name="Straight Arrow Connector 10">
            <a:extLst>
              <a:ext uri="{FF2B5EF4-FFF2-40B4-BE49-F238E27FC236}">
                <a16:creationId xmlns:a16="http://schemas.microsoft.com/office/drawing/2014/main" id="{8301516A-B276-4CDF-AEAE-28175EBF9563}"/>
              </a:ext>
            </a:extLst>
          </p:cNvPr>
          <p:cNvCxnSpPr/>
          <p:nvPr/>
        </p:nvCxnSpPr>
        <p:spPr>
          <a:xfrm>
            <a:off x="4301229" y="6155162"/>
            <a:ext cx="396000" cy="0"/>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13" name="Straight Arrow Connector 12">
            <a:extLst>
              <a:ext uri="{FF2B5EF4-FFF2-40B4-BE49-F238E27FC236}">
                <a16:creationId xmlns:a16="http://schemas.microsoft.com/office/drawing/2014/main" id="{A4B908FB-54A0-495A-91AB-736253A8EFFC}"/>
              </a:ext>
            </a:extLst>
          </p:cNvPr>
          <p:cNvCxnSpPr/>
          <p:nvPr/>
        </p:nvCxnSpPr>
        <p:spPr>
          <a:xfrm>
            <a:off x="9025629" y="6155162"/>
            <a:ext cx="396000" cy="0"/>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sp>
        <p:nvSpPr>
          <p:cNvPr id="10" name="Title 1">
            <a:extLst>
              <a:ext uri="{FF2B5EF4-FFF2-40B4-BE49-F238E27FC236}">
                <a16:creationId xmlns:a16="http://schemas.microsoft.com/office/drawing/2014/main" id="{0AC8107B-AE37-47CE-B327-977DFF5D6E90}"/>
              </a:ext>
            </a:extLst>
          </p:cNvPr>
          <p:cNvSpPr txBox="1">
            <a:spLocks/>
          </p:cNvSpPr>
          <p:nvPr/>
        </p:nvSpPr>
        <p:spPr>
          <a:xfrm>
            <a:off x="5545598" y="1859940"/>
            <a:ext cx="5850357" cy="4295222"/>
          </a:xfrm>
          <a:prstGeom prst="rect">
            <a:avLst/>
          </a:prstGeom>
        </p:spPr>
        <p:txBody>
          <a:bodyPr vert="horz" lIns="91440" tIns="45720" rIns="91440" bIns="45720" rtlCol="0" anchor="b">
            <a:normAutofit fontScale="92500" lnSpcReduction="20000"/>
          </a:bodyPr>
          <a:lstStyle>
            <a:lvl1pPr marL="0"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GB" sz="2000" b="1" dirty="0">
                <a:solidFill>
                  <a:schemeClr val="accent2">
                    <a:lumMod val="75000"/>
                  </a:schemeClr>
                </a:solidFill>
                <a:latin typeface="+mn-lt"/>
              </a:rPr>
              <a:t>Cytokinesis: </a:t>
            </a:r>
          </a:p>
          <a:p>
            <a:endParaRPr lang="en-GB" sz="2000" b="1" dirty="0">
              <a:solidFill>
                <a:schemeClr val="accent2">
                  <a:lumMod val="75000"/>
                </a:schemeClr>
              </a:solidFill>
              <a:latin typeface="+mn-lt"/>
            </a:endParaRPr>
          </a:p>
          <a:p>
            <a:pPr marL="342900" indent="-342900">
              <a:buFont typeface="Arial" panose="020B0604020202020204" pitchFamily="34" charset="0"/>
              <a:buChar char="•"/>
            </a:pPr>
            <a:r>
              <a:rPr lang="en-GB" sz="2000" b="1" dirty="0">
                <a:solidFill>
                  <a:schemeClr val="accent2">
                    <a:lumMod val="75000"/>
                  </a:schemeClr>
                </a:solidFill>
                <a:latin typeface="+mn-lt"/>
              </a:rPr>
              <a:t>It is not a stage of mitosis</a:t>
            </a:r>
          </a:p>
          <a:p>
            <a:endParaRPr lang="en-GB" sz="2000" b="1" dirty="0">
              <a:solidFill>
                <a:schemeClr val="accent2">
                  <a:lumMod val="75000"/>
                </a:schemeClr>
              </a:solidFill>
              <a:latin typeface="+mn-lt"/>
            </a:endParaRPr>
          </a:p>
          <a:p>
            <a:r>
              <a:rPr lang="en-GB" sz="2000" b="1" dirty="0">
                <a:solidFill>
                  <a:schemeClr val="accent2">
                    <a:lumMod val="75000"/>
                  </a:schemeClr>
                </a:solidFill>
                <a:latin typeface="+mn-lt"/>
              </a:rPr>
              <a:t>      </a:t>
            </a:r>
            <a:r>
              <a:rPr lang="en-GB" sz="2000" b="1" u="sng" dirty="0">
                <a:solidFill>
                  <a:schemeClr val="accent2">
                    <a:lumMod val="75000"/>
                  </a:schemeClr>
                </a:solidFill>
                <a:latin typeface="+mn-lt"/>
              </a:rPr>
              <a:t>In animal cells:</a:t>
            </a:r>
          </a:p>
          <a:p>
            <a:endParaRPr lang="en-GB" sz="2000" b="1" dirty="0">
              <a:solidFill>
                <a:schemeClr val="accent2">
                  <a:lumMod val="75000"/>
                </a:schemeClr>
              </a:solidFill>
              <a:latin typeface="+mn-lt"/>
            </a:endParaRPr>
          </a:p>
          <a:p>
            <a:pPr marL="342900" indent="-342900">
              <a:buFont typeface="Arial" panose="020B0604020202020204" pitchFamily="34" charset="0"/>
              <a:buChar char="•"/>
            </a:pPr>
            <a:r>
              <a:rPr lang="en-GB" sz="2000" b="1" dirty="0">
                <a:solidFill>
                  <a:schemeClr val="accent2">
                    <a:lumMod val="75000"/>
                  </a:schemeClr>
                </a:solidFill>
                <a:latin typeface="+mn-lt"/>
              </a:rPr>
              <a:t>It takes place a process called </a:t>
            </a:r>
            <a:r>
              <a:rPr lang="en-GB" sz="2000" b="1" dirty="0">
                <a:solidFill>
                  <a:srgbClr val="0070C0"/>
                </a:solidFill>
                <a:latin typeface="+mn-lt"/>
              </a:rPr>
              <a:t>Cleavage</a:t>
            </a:r>
            <a:r>
              <a:rPr lang="en-GB" sz="2000" b="1" dirty="0">
                <a:solidFill>
                  <a:schemeClr val="accent2">
                    <a:lumMod val="75000"/>
                  </a:schemeClr>
                </a:solidFill>
                <a:latin typeface="+mn-lt"/>
              </a:rPr>
              <a:t>.</a:t>
            </a:r>
          </a:p>
          <a:p>
            <a:endParaRPr lang="en-GB" sz="2000" b="1" dirty="0">
              <a:solidFill>
                <a:schemeClr val="accent2">
                  <a:lumMod val="75000"/>
                </a:schemeClr>
              </a:solidFill>
              <a:latin typeface="+mn-lt"/>
            </a:endParaRPr>
          </a:p>
          <a:p>
            <a:pPr marL="342900" indent="-342900">
              <a:buFont typeface="Arial" panose="020B0604020202020204" pitchFamily="34" charset="0"/>
              <a:buChar char="•"/>
            </a:pPr>
            <a:r>
              <a:rPr lang="en-GB" sz="2000" b="1" dirty="0">
                <a:solidFill>
                  <a:schemeClr val="accent2">
                    <a:lumMod val="75000"/>
                  </a:schemeClr>
                </a:solidFill>
                <a:latin typeface="+mn-lt"/>
              </a:rPr>
              <a:t>Cleavage takes place by furrow formation on the surface of the cell and goes inward.</a:t>
            </a:r>
          </a:p>
          <a:p>
            <a:endParaRPr lang="en-GB" sz="2000" b="1" dirty="0">
              <a:solidFill>
                <a:schemeClr val="accent2">
                  <a:lumMod val="75000"/>
                </a:schemeClr>
              </a:solidFill>
              <a:latin typeface="+mn-lt"/>
            </a:endParaRPr>
          </a:p>
          <a:p>
            <a:pPr marL="342900" indent="-342900">
              <a:buFont typeface="Arial" panose="020B0604020202020204" pitchFamily="34" charset="0"/>
              <a:buChar char="•"/>
            </a:pPr>
            <a:r>
              <a:rPr lang="en-GB" sz="2000" b="1" dirty="0">
                <a:solidFill>
                  <a:schemeClr val="accent2">
                    <a:lumMod val="75000"/>
                  </a:schemeClr>
                </a:solidFill>
                <a:latin typeface="+mn-lt"/>
              </a:rPr>
              <a:t>Cleavage furrow occurs when contractile ring of actin microfilaments associated with the myosin protein contract.</a:t>
            </a:r>
          </a:p>
          <a:p>
            <a:endParaRPr lang="en-GB" sz="2000" b="1" dirty="0">
              <a:solidFill>
                <a:schemeClr val="accent2">
                  <a:lumMod val="75000"/>
                </a:schemeClr>
              </a:solidFill>
              <a:latin typeface="+mn-lt"/>
            </a:endParaRPr>
          </a:p>
          <a:p>
            <a:pPr marL="342900" indent="-342900">
              <a:buFont typeface="Arial" panose="020B0604020202020204" pitchFamily="34" charset="0"/>
              <a:buChar char="•"/>
            </a:pPr>
            <a:r>
              <a:rPr lang="en-GB" sz="2000" b="1" dirty="0">
                <a:solidFill>
                  <a:schemeClr val="accent2">
                    <a:lumMod val="75000"/>
                  </a:schemeClr>
                </a:solidFill>
                <a:latin typeface="+mn-lt"/>
              </a:rPr>
              <a:t>The contraction of microtubules pinching the cells into two daughter cells.</a:t>
            </a:r>
          </a:p>
          <a:p>
            <a:pPr marL="342900" indent="-342900">
              <a:buFont typeface="Arial" panose="020B0604020202020204" pitchFamily="34" charset="0"/>
              <a:buChar char="•"/>
            </a:pPr>
            <a:endParaRPr lang="en-GB" sz="2000" b="1" dirty="0">
              <a:solidFill>
                <a:schemeClr val="accent2">
                  <a:lumMod val="75000"/>
                </a:schemeClr>
              </a:solidFill>
              <a:latin typeface="+mn-lt"/>
            </a:endParaRPr>
          </a:p>
          <a:p>
            <a:pPr marL="342900" indent="-342900">
              <a:buFont typeface="Arial" panose="020B0604020202020204" pitchFamily="34" charset="0"/>
              <a:buChar char="•"/>
            </a:pPr>
            <a:endParaRPr lang="en-GB" sz="2000" b="1" dirty="0">
              <a:solidFill>
                <a:schemeClr val="accent2">
                  <a:lumMod val="75000"/>
                </a:schemeClr>
              </a:solidFill>
              <a:latin typeface="+mn-lt"/>
            </a:endParaRPr>
          </a:p>
          <a:p>
            <a:r>
              <a:rPr lang="en-GB" sz="2000" b="1" dirty="0">
                <a:solidFill>
                  <a:schemeClr val="accent2">
                    <a:lumMod val="75000"/>
                  </a:schemeClr>
                </a:solidFill>
                <a:latin typeface="+mn-lt"/>
              </a:rPr>
              <a:t> </a:t>
            </a:r>
            <a:endParaRPr lang="en-GB" sz="4400" dirty="0">
              <a:solidFill>
                <a:schemeClr val="accent2">
                  <a:lumMod val="75000"/>
                </a:schemeClr>
              </a:solidFill>
              <a:latin typeface="+mn-lt"/>
            </a:endParaRPr>
          </a:p>
        </p:txBody>
      </p:sp>
      <p:sp>
        <p:nvSpPr>
          <p:cNvPr id="14" name="TextBox 13">
            <a:extLst>
              <a:ext uri="{FF2B5EF4-FFF2-40B4-BE49-F238E27FC236}">
                <a16:creationId xmlns:a16="http://schemas.microsoft.com/office/drawing/2014/main" id="{56222EBD-D7CB-43C6-B260-576E5A503D4D}"/>
              </a:ext>
            </a:extLst>
          </p:cNvPr>
          <p:cNvSpPr txBox="1"/>
          <p:nvPr/>
        </p:nvSpPr>
        <p:spPr>
          <a:xfrm>
            <a:off x="5827594" y="5642288"/>
            <a:ext cx="4804012" cy="369332"/>
          </a:xfrm>
          <a:prstGeom prst="rect">
            <a:avLst/>
          </a:prstGeom>
          <a:noFill/>
        </p:spPr>
        <p:txBody>
          <a:bodyPr wrap="square" rtlCol="0">
            <a:spAutoFit/>
          </a:bodyPr>
          <a:lstStyle/>
          <a:p>
            <a:pPr algn="ctr"/>
            <a:r>
              <a:rPr lang="en-GB" b="1" dirty="0">
                <a:solidFill>
                  <a:srgbClr val="0070C0"/>
                </a:solidFill>
              </a:rPr>
              <a:t>Direction of formation: outward  to  </a:t>
            </a:r>
            <a:r>
              <a:rPr lang="en-GB" b="1" dirty="0" err="1">
                <a:solidFill>
                  <a:srgbClr val="0070C0"/>
                </a:solidFill>
              </a:rPr>
              <a:t>intward</a:t>
            </a:r>
            <a:endParaRPr lang="en-GB" b="1" dirty="0">
              <a:solidFill>
                <a:srgbClr val="0070C0"/>
              </a:solidFill>
            </a:endParaRPr>
          </a:p>
        </p:txBody>
      </p:sp>
    </p:spTree>
    <p:extLst>
      <p:ext uri="{BB962C8B-B14F-4D97-AF65-F5344CB8AC3E}">
        <p14:creationId xmlns:p14="http://schemas.microsoft.com/office/powerpoint/2010/main" val="39661148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4FECF17-2AAF-47D6-8584-A5E0D6A5BEE8}"/>
              </a:ext>
            </a:extLst>
          </p:cNvPr>
          <p:cNvPicPr>
            <a:picLocks noChangeAspect="1"/>
          </p:cNvPicPr>
          <p:nvPr/>
        </p:nvPicPr>
        <p:blipFill>
          <a:blip r:embed="rId2"/>
          <a:stretch>
            <a:fillRect/>
          </a:stretch>
        </p:blipFill>
        <p:spPr>
          <a:xfrm>
            <a:off x="1097280" y="1845734"/>
            <a:ext cx="4891297" cy="4486826"/>
          </a:xfrm>
          <a:prstGeom prst="rect">
            <a:avLst/>
          </a:prstGeom>
        </p:spPr>
      </p:pic>
      <p:sp>
        <p:nvSpPr>
          <p:cNvPr id="5" name="Title 1">
            <a:extLst>
              <a:ext uri="{FF2B5EF4-FFF2-40B4-BE49-F238E27FC236}">
                <a16:creationId xmlns:a16="http://schemas.microsoft.com/office/drawing/2014/main" id="{0AC8107B-AE37-47CE-B327-977DFF5D6E90}"/>
              </a:ext>
            </a:extLst>
          </p:cNvPr>
          <p:cNvSpPr txBox="1">
            <a:spLocks noGrp="1"/>
          </p:cNvSpPr>
          <p:nvPr>
            <p:ph idx="1"/>
          </p:nvPr>
        </p:nvSpPr>
        <p:spPr>
          <a:xfrm>
            <a:off x="5800299" y="1846263"/>
            <a:ext cx="5355064" cy="4486275"/>
          </a:xfrm>
          <a:prstGeom prst="rect">
            <a:avLst/>
          </a:prstGeom>
        </p:spPr>
        <p:txBody>
          <a:bodyPr vert="horz" lIns="91440" tIns="45720" rIns="91440" bIns="45720" rtlCol="0" anchor="b">
            <a:normAutofit fontScale="85000" lnSpcReduction="20000"/>
          </a:bodyPr>
          <a:lstStyle>
            <a:lvl1pPr marL="0"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GB" sz="2000" b="1" dirty="0">
                <a:solidFill>
                  <a:schemeClr val="accent2">
                    <a:lumMod val="75000"/>
                  </a:schemeClr>
                </a:solidFill>
                <a:latin typeface="+mn-lt"/>
              </a:rPr>
              <a:t>Cytokinesis: </a:t>
            </a:r>
          </a:p>
          <a:p>
            <a:endParaRPr lang="en-GB" sz="2000" b="1" dirty="0">
              <a:solidFill>
                <a:schemeClr val="accent2">
                  <a:lumMod val="75000"/>
                </a:schemeClr>
              </a:solidFill>
              <a:latin typeface="+mn-lt"/>
            </a:endParaRPr>
          </a:p>
          <a:p>
            <a:pPr marL="342900" indent="-342900">
              <a:buFont typeface="Arial" panose="020B0604020202020204" pitchFamily="34" charset="0"/>
              <a:buChar char="•"/>
            </a:pPr>
            <a:r>
              <a:rPr lang="en-GB" sz="2000" b="1" dirty="0">
                <a:solidFill>
                  <a:schemeClr val="accent2">
                    <a:lumMod val="75000"/>
                  </a:schemeClr>
                </a:solidFill>
                <a:latin typeface="+mn-lt"/>
              </a:rPr>
              <a:t>It is not a stage of mitosis</a:t>
            </a:r>
          </a:p>
          <a:p>
            <a:endParaRPr lang="en-GB" sz="2000" b="1" dirty="0">
              <a:solidFill>
                <a:schemeClr val="accent2">
                  <a:lumMod val="75000"/>
                </a:schemeClr>
              </a:solidFill>
              <a:latin typeface="+mn-lt"/>
            </a:endParaRPr>
          </a:p>
          <a:p>
            <a:r>
              <a:rPr lang="en-GB" sz="2000" b="1" dirty="0">
                <a:solidFill>
                  <a:schemeClr val="accent2">
                    <a:lumMod val="75000"/>
                  </a:schemeClr>
                </a:solidFill>
                <a:latin typeface="+mn-lt"/>
              </a:rPr>
              <a:t>      </a:t>
            </a:r>
            <a:r>
              <a:rPr lang="en-GB" sz="2000" b="1" u="sng" dirty="0">
                <a:solidFill>
                  <a:schemeClr val="accent2">
                    <a:lumMod val="75000"/>
                  </a:schemeClr>
                </a:solidFill>
                <a:latin typeface="+mn-lt"/>
              </a:rPr>
              <a:t>In Plant cells</a:t>
            </a:r>
          </a:p>
          <a:p>
            <a:endParaRPr lang="en-GB" sz="2000" b="1" dirty="0">
              <a:solidFill>
                <a:schemeClr val="accent2">
                  <a:lumMod val="75000"/>
                </a:schemeClr>
              </a:solidFill>
              <a:latin typeface="+mn-lt"/>
            </a:endParaRPr>
          </a:p>
          <a:p>
            <a:pPr marL="342900" indent="-342900">
              <a:buFont typeface="Arial" panose="020B0604020202020204" pitchFamily="34" charset="0"/>
              <a:buChar char="•"/>
            </a:pPr>
            <a:r>
              <a:rPr lang="en-GB" sz="2000" b="1" dirty="0">
                <a:solidFill>
                  <a:schemeClr val="accent2">
                    <a:lumMod val="75000"/>
                  </a:schemeClr>
                </a:solidFill>
                <a:latin typeface="+mn-lt"/>
              </a:rPr>
              <a:t>It takes place by </a:t>
            </a:r>
            <a:r>
              <a:rPr lang="en-GB" sz="2000" b="1" dirty="0">
                <a:solidFill>
                  <a:srgbClr val="0070C0"/>
                </a:solidFill>
                <a:latin typeface="+mn-lt"/>
              </a:rPr>
              <a:t>Vesicles formation</a:t>
            </a:r>
            <a:r>
              <a:rPr lang="en-GB" sz="2000" b="1" dirty="0">
                <a:solidFill>
                  <a:schemeClr val="accent2">
                    <a:lumMod val="75000"/>
                  </a:schemeClr>
                </a:solidFill>
                <a:latin typeface="+mn-lt"/>
              </a:rPr>
              <a:t>.</a:t>
            </a:r>
          </a:p>
          <a:p>
            <a:endParaRPr lang="en-GB" sz="2000" b="1" dirty="0">
              <a:solidFill>
                <a:schemeClr val="accent2">
                  <a:lumMod val="75000"/>
                </a:schemeClr>
              </a:solidFill>
              <a:latin typeface="+mn-lt"/>
            </a:endParaRPr>
          </a:p>
          <a:p>
            <a:pPr marL="342900" indent="-342900">
              <a:buFont typeface="Arial" panose="020B0604020202020204" pitchFamily="34" charset="0"/>
              <a:buChar char="•"/>
            </a:pPr>
            <a:r>
              <a:rPr lang="en-GB" sz="2000" b="1" dirty="0">
                <a:solidFill>
                  <a:schemeClr val="accent2">
                    <a:lumMod val="75000"/>
                  </a:schemeClr>
                </a:solidFill>
                <a:latin typeface="+mn-lt"/>
              </a:rPr>
              <a:t>Vesicles derived from Golgi apparatus and move along the microtubules to the centre of the cell, coalesces together to form the cell membrane and the materials of the cell plate deposited in between .</a:t>
            </a:r>
          </a:p>
          <a:p>
            <a:pPr indent="0"/>
            <a:endParaRPr lang="en-GB" sz="2000" b="1" dirty="0">
              <a:solidFill>
                <a:schemeClr val="accent2">
                  <a:lumMod val="75000"/>
                </a:schemeClr>
              </a:solidFill>
              <a:latin typeface="+mn-lt"/>
            </a:endParaRPr>
          </a:p>
          <a:p>
            <a:endParaRPr lang="en-GB" sz="2000" b="1" dirty="0">
              <a:solidFill>
                <a:schemeClr val="accent2">
                  <a:lumMod val="75000"/>
                </a:schemeClr>
              </a:solidFill>
              <a:latin typeface="+mn-lt"/>
            </a:endParaRPr>
          </a:p>
          <a:p>
            <a:pPr marL="342900" indent="-342900">
              <a:buFont typeface="Arial" panose="020B0604020202020204" pitchFamily="34" charset="0"/>
              <a:buChar char="•"/>
            </a:pPr>
            <a:r>
              <a:rPr lang="en-GB" sz="2000" b="1" dirty="0">
                <a:solidFill>
                  <a:schemeClr val="accent2">
                    <a:lumMod val="75000"/>
                  </a:schemeClr>
                </a:solidFill>
                <a:latin typeface="+mn-lt"/>
              </a:rPr>
              <a:t>The new plasma membrane fused with the old one.</a:t>
            </a:r>
          </a:p>
          <a:p>
            <a:endParaRPr lang="en-GB" sz="2000" b="1" dirty="0">
              <a:solidFill>
                <a:schemeClr val="accent2">
                  <a:lumMod val="75000"/>
                </a:schemeClr>
              </a:solidFill>
              <a:latin typeface="+mn-lt"/>
            </a:endParaRPr>
          </a:p>
          <a:p>
            <a:pPr marL="342900" indent="-342900">
              <a:buFont typeface="Arial" panose="020B0604020202020204" pitchFamily="34" charset="0"/>
              <a:buChar char="•"/>
            </a:pPr>
            <a:r>
              <a:rPr lang="en-GB" sz="2000" b="1" dirty="0">
                <a:solidFill>
                  <a:schemeClr val="accent2">
                    <a:lumMod val="75000"/>
                  </a:schemeClr>
                </a:solidFill>
                <a:latin typeface="+mn-lt"/>
              </a:rPr>
              <a:t>Then the materials of the secondary cell wall deposit out side the cell plate.</a:t>
            </a:r>
          </a:p>
          <a:p>
            <a:pPr marL="342900" indent="-342900">
              <a:buFont typeface="Arial" panose="020B0604020202020204" pitchFamily="34" charset="0"/>
              <a:buChar char="•"/>
            </a:pPr>
            <a:endParaRPr lang="en-GB" sz="2000" b="1" dirty="0">
              <a:solidFill>
                <a:schemeClr val="accent2">
                  <a:lumMod val="75000"/>
                </a:schemeClr>
              </a:solidFill>
              <a:latin typeface="+mn-lt"/>
            </a:endParaRPr>
          </a:p>
          <a:p>
            <a:pPr marL="342900" indent="-342900">
              <a:buFont typeface="Arial" panose="020B0604020202020204" pitchFamily="34" charset="0"/>
              <a:buChar char="•"/>
            </a:pPr>
            <a:endParaRPr lang="en-GB" sz="2000" b="1" dirty="0">
              <a:solidFill>
                <a:schemeClr val="accent2">
                  <a:lumMod val="75000"/>
                </a:schemeClr>
              </a:solidFill>
              <a:latin typeface="+mn-lt"/>
            </a:endParaRPr>
          </a:p>
          <a:p>
            <a:r>
              <a:rPr lang="en-GB" sz="2000" b="1" dirty="0">
                <a:solidFill>
                  <a:schemeClr val="accent2">
                    <a:lumMod val="75000"/>
                  </a:schemeClr>
                </a:solidFill>
                <a:latin typeface="+mn-lt"/>
              </a:rPr>
              <a:t> </a:t>
            </a:r>
            <a:endParaRPr lang="en-GB" sz="4400" dirty="0">
              <a:solidFill>
                <a:schemeClr val="accent2">
                  <a:lumMod val="75000"/>
                </a:schemeClr>
              </a:solidFill>
              <a:latin typeface="+mn-lt"/>
            </a:endParaRPr>
          </a:p>
        </p:txBody>
      </p:sp>
    </p:spTree>
    <p:extLst>
      <p:ext uri="{BB962C8B-B14F-4D97-AF65-F5344CB8AC3E}">
        <p14:creationId xmlns:p14="http://schemas.microsoft.com/office/powerpoint/2010/main" val="18683800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 name="Rectangle 11">
            <a:extLst>
              <a:ext uri="{FF2B5EF4-FFF2-40B4-BE49-F238E27FC236}">
                <a16:creationId xmlns:a16="http://schemas.microsoft.com/office/drawing/2014/main" id="{4E4490D0-3672-446A-AC12-B4830333BD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6" name="Rectangle 13">
            <a:extLst>
              <a:ext uri="{FF2B5EF4-FFF2-40B4-BE49-F238E27FC236}">
                <a16:creationId xmlns:a16="http://schemas.microsoft.com/office/drawing/2014/main" id="{39CB82C2-DF65-4EC1-8280-F201D50F57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37" name="Straight Connector 15">
            <a:extLst>
              <a:ext uri="{FF2B5EF4-FFF2-40B4-BE49-F238E27FC236}">
                <a16:creationId xmlns:a16="http://schemas.microsoft.com/office/drawing/2014/main" id="{7E1D4427-852B-4B37-8E76-0E9F1810BA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38" name="Rectangle 17">
            <a:extLst>
              <a:ext uri="{FF2B5EF4-FFF2-40B4-BE49-F238E27FC236}">
                <a16:creationId xmlns:a16="http://schemas.microsoft.com/office/drawing/2014/main" id="{EB1836F0-F9E0-4D93-9BDD-7EEC6EA05F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8AD047D-57DA-4224-BB93-9B259532A3BF}"/>
              </a:ext>
            </a:extLst>
          </p:cNvPr>
          <p:cNvSpPr>
            <a:spLocks noGrp="1"/>
          </p:cNvSpPr>
          <p:nvPr>
            <p:ph type="title"/>
          </p:nvPr>
        </p:nvSpPr>
        <p:spPr>
          <a:xfrm>
            <a:off x="5289754" y="639098"/>
            <a:ext cx="6253317" cy="1571840"/>
          </a:xfrm>
        </p:spPr>
        <p:txBody>
          <a:bodyPr vert="horz" lIns="91440" tIns="45720" rIns="91440" bIns="45720" rtlCol="0" anchor="b">
            <a:normAutofit/>
          </a:bodyPr>
          <a:lstStyle/>
          <a:p>
            <a:r>
              <a:rPr lang="en-US" sz="8000" b="1" dirty="0">
                <a:solidFill>
                  <a:schemeClr val="accent2">
                    <a:lumMod val="75000"/>
                  </a:schemeClr>
                </a:solidFill>
              </a:rPr>
              <a:t>Meiosis</a:t>
            </a:r>
          </a:p>
        </p:txBody>
      </p:sp>
      <p:cxnSp>
        <p:nvCxnSpPr>
          <p:cNvPr id="40" name="Straight Connector 19">
            <a:extLst>
              <a:ext uri="{FF2B5EF4-FFF2-40B4-BE49-F238E27FC236}">
                <a16:creationId xmlns:a16="http://schemas.microsoft.com/office/drawing/2014/main" id="{7A49EFD3-A806-4D59-99F1-AA9AFAE4EF7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47071" y="4343400"/>
            <a:ext cx="5636107" cy="0"/>
          </a:xfrm>
          <a:prstGeom prst="line">
            <a:avLst/>
          </a:prstGeom>
          <a:ln w="6350">
            <a:solidFill>
              <a:schemeClr val="tx2">
                <a:alpha val="90000"/>
              </a:schemeClr>
            </a:solidFill>
          </a:ln>
        </p:spPr>
        <p:style>
          <a:lnRef idx="1">
            <a:schemeClr val="accent1"/>
          </a:lnRef>
          <a:fillRef idx="0">
            <a:schemeClr val="accent1"/>
          </a:fillRef>
          <a:effectRef idx="0">
            <a:schemeClr val="accent1"/>
          </a:effectRef>
          <a:fontRef idx="minor">
            <a:schemeClr val="tx1"/>
          </a:fontRef>
        </p:style>
      </p:cxnSp>
      <p:sp>
        <p:nvSpPr>
          <p:cNvPr id="41" name="Rectangle 21">
            <a:extLst>
              <a:ext uri="{FF2B5EF4-FFF2-40B4-BE49-F238E27FC236}">
                <a16:creationId xmlns:a16="http://schemas.microsoft.com/office/drawing/2014/main" id="{6D2F28D1-82F9-40FE-935C-85ECF7660D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2" name="Rectangle 23">
            <a:extLst>
              <a:ext uri="{FF2B5EF4-FFF2-40B4-BE49-F238E27FC236}">
                <a16:creationId xmlns:a16="http://schemas.microsoft.com/office/drawing/2014/main" id="{4B670E93-2F53-48FC-AB6C-E99E22D17F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TextBox 6">
            <a:extLst>
              <a:ext uri="{FF2B5EF4-FFF2-40B4-BE49-F238E27FC236}">
                <a16:creationId xmlns:a16="http://schemas.microsoft.com/office/drawing/2014/main" id="{D25A6DFC-D03C-47A0-A49A-20B3156A3152}"/>
              </a:ext>
            </a:extLst>
          </p:cNvPr>
          <p:cNvSpPr txBox="1"/>
          <p:nvPr/>
        </p:nvSpPr>
        <p:spPr>
          <a:xfrm>
            <a:off x="5515583" y="2514114"/>
            <a:ext cx="6027488" cy="646331"/>
          </a:xfrm>
          <a:prstGeom prst="rect">
            <a:avLst/>
          </a:prstGeom>
          <a:noFill/>
        </p:spPr>
        <p:txBody>
          <a:bodyPr wrap="square" rtlCol="0">
            <a:spAutoFit/>
          </a:bodyPr>
          <a:lstStyle/>
          <a:p>
            <a:r>
              <a:rPr lang="en-GB" dirty="0">
                <a:solidFill>
                  <a:schemeClr val="accent2">
                    <a:lumMod val="75000"/>
                  </a:schemeClr>
                </a:solidFill>
              </a:rPr>
              <a:t>Mitotic division are known as meiosis I and meiosis II that important in traits transmission and gametes production.</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95785" y="1173706"/>
            <a:ext cx="5051286" cy="5094125"/>
          </a:xfrm>
        </p:spPr>
      </p:pic>
    </p:spTree>
    <p:extLst>
      <p:ext uri="{BB962C8B-B14F-4D97-AF65-F5344CB8AC3E}">
        <p14:creationId xmlns:p14="http://schemas.microsoft.com/office/powerpoint/2010/main" val="35741252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284B70D5-875B-433D-BDBD-1522A85D6C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a:extLst>
              <a:ext uri="{FF2B5EF4-FFF2-40B4-BE49-F238E27FC236}">
                <a16:creationId xmlns:a16="http://schemas.microsoft.com/office/drawing/2014/main" id="{059B8AD9-1E21-4683-B364-0EF1D06DD007}"/>
              </a:ext>
            </a:extLst>
          </p:cNvPr>
          <p:cNvPicPr>
            <a:picLocks noChangeAspect="1"/>
          </p:cNvPicPr>
          <p:nvPr/>
        </p:nvPicPr>
        <p:blipFill>
          <a:blip r:embed="rId2"/>
          <a:stretch>
            <a:fillRect/>
          </a:stretch>
        </p:blipFill>
        <p:spPr>
          <a:xfrm>
            <a:off x="1119116" y="996287"/>
            <a:ext cx="4976884" cy="5147531"/>
          </a:xfrm>
          <a:prstGeom prst="rect">
            <a:avLst/>
          </a:prstGeom>
        </p:spPr>
      </p:pic>
      <p:cxnSp>
        <p:nvCxnSpPr>
          <p:cNvPr id="32" name="Straight Connector 31">
            <a:extLst>
              <a:ext uri="{FF2B5EF4-FFF2-40B4-BE49-F238E27FC236}">
                <a16:creationId xmlns:a16="http://schemas.microsoft.com/office/drawing/2014/main" id="{C947DF4A-614C-4B4C-8B80-E5B9D8E8CFE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892143" y="2085703"/>
            <a:ext cx="3566160"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8175F06C-50A0-4134-881F-2DC041CD6D53}"/>
              </a:ext>
            </a:extLst>
          </p:cNvPr>
          <p:cNvSpPr>
            <a:spLocks noGrp="1"/>
          </p:cNvSpPr>
          <p:nvPr>
            <p:ph idx="1"/>
          </p:nvPr>
        </p:nvSpPr>
        <p:spPr>
          <a:xfrm>
            <a:off x="6346210" y="2085703"/>
            <a:ext cx="3784166" cy="3716906"/>
          </a:xfrm>
        </p:spPr>
        <p:txBody>
          <a:bodyPr>
            <a:normAutofit/>
          </a:bodyPr>
          <a:lstStyle/>
          <a:p>
            <a:pPr algn="just">
              <a:buFont typeface="Arial" panose="020B0604020202020204" pitchFamily="34" charset="0"/>
              <a:buChar char="•"/>
            </a:pPr>
            <a:r>
              <a:rPr lang="en-GB" dirty="0">
                <a:solidFill>
                  <a:schemeClr val="accent2">
                    <a:lumMod val="75000"/>
                  </a:schemeClr>
                </a:solidFill>
              </a:rPr>
              <a:t> During meiosis I, homologous pairs of chromosomes are separated.</a:t>
            </a:r>
          </a:p>
          <a:p>
            <a:pPr algn="just">
              <a:buFont typeface="Arial" panose="020B0604020202020204" pitchFamily="34" charset="0"/>
              <a:buChar char="•"/>
            </a:pPr>
            <a:r>
              <a:rPr lang="en-GB" dirty="0">
                <a:solidFill>
                  <a:schemeClr val="accent2">
                    <a:lumMod val="75000"/>
                  </a:schemeClr>
                </a:solidFill>
              </a:rPr>
              <a:t> During meiosis II, the sister chromatids of each chromosomes are separated (as in mitosis).</a:t>
            </a:r>
          </a:p>
        </p:txBody>
      </p:sp>
      <p:sp>
        <p:nvSpPr>
          <p:cNvPr id="34" name="Rectangle 33">
            <a:extLst>
              <a:ext uri="{FF2B5EF4-FFF2-40B4-BE49-F238E27FC236}">
                <a16:creationId xmlns:a16="http://schemas.microsoft.com/office/drawing/2014/main" id="{1E299956-A9E7-4FC1-A0B1-D590CA9730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6" name="Rectangle 35">
            <a:extLst>
              <a:ext uri="{FF2B5EF4-FFF2-40B4-BE49-F238E27FC236}">
                <a16:creationId xmlns:a16="http://schemas.microsoft.com/office/drawing/2014/main" id="{17FC539C-B783-4B03-9F9E-D13430F3F6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0839244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2" name="Rectangle 33">
            <a:extLst>
              <a:ext uri="{FF2B5EF4-FFF2-40B4-BE49-F238E27FC236}">
                <a16:creationId xmlns:a16="http://schemas.microsoft.com/office/drawing/2014/main" id="{C2579DAE-C141-48DB-810E-C070C30081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3" name="Rectangle 35">
            <a:extLst>
              <a:ext uri="{FF2B5EF4-FFF2-40B4-BE49-F238E27FC236}">
                <a16:creationId xmlns:a16="http://schemas.microsoft.com/office/drawing/2014/main" id="{02FD90C3-6350-4D5B-9738-6E94EDF30F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4" name="Rectangle 37">
            <a:extLst>
              <a:ext uri="{FF2B5EF4-FFF2-40B4-BE49-F238E27FC236}">
                <a16:creationId xmlns:a16="http://schemas.microsoft.com/office/drawing/2014/main" id="{2C7211D9-E545-4D00-9874-641EC7C7BD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39">
            <a:extLst>
              <a:ext uri="{FF2B5EF4-FFF2-40B4-BE49-F238E27FC236}">
                <a16:creationId xmlns:a16="http://schemas.microsoft.com/office/drawing/2014/main" id="{5DBBC34A-8C43-4368-951E-A04EB7C00E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chemeClr val="bg1"/>
          </a:solidFill>
          <a:ln w="222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9" name="Content Placeholder 3">
            <a:extLst>
              <a:ext uri="{FF2B5EF4-FFF2-40B4-BE49-F238E27FC236}">
                <a16:creationId xmlns:a16="http://schemas.microsoft.com/office/drawing/2014/main" id="{5ACA5AF6-2240-4173-A782-6DB7AE6701B1}"/>
              </a:ext>
            </a:extLst>
          </p:cNvPr>
          <p:cNvPicPr>
            <a:picLocks noGrp="1" noChangeAspect="1"/>
          </p:cNvPicPr>
          <p:nvPr>
            <p:ph idx="1"/>
          </p:nvPr>
        </p:nvPicPr>
        <p:blipFill rotWithShape="1">
          <a:blip r:embed="rId2"/>
          <a:srcRect r="5450" b="7955"/>
          <a:stretch/>
        </p:blipFill>
        <p:spPr>
          <a:xfrm>
            <a:off x="573933" y="801793"/>
            <a:ext cx="5522068" cy="5249332"/>
          </a:xfrm>
          <a:prstGeom prst="rect">
            <a:avLst/>
          </a:prstGeom>
        </p:spPr>
      </p:pic>
      <p:pic>
        <p:nvPicPr>
          <p:cNvPr id="30" name="Picture 29">
            <a:extLst>
              <a:ext uri="{FF2B5EF4-FFF2-40B4-BE49-F238E27FC236}">
                <a16:creationId xmlns:a16="http://schemas.microsoft.com/office/drawing/2014/main" id="{F9C19036-7EE1-4F8C-86CA-B35059D2DCD0}"/>
              </a:ext>
            </a:extLst>
          </p:cNvPr>
          <p:cNvPicPr>
            <a:picLocks noChangeAspect="1"/>
          </p:cNvPicPr>
          <p:nvPr/>
        </p:nvPicPr>
        <p:blipFill rotWithShape="1">
          <a:blip r:embed="rId3"/>
          <a:srcRect t="804"/>
          <a:stretch/>
        </p:blipFill>
        <p:spPr>
          <a:xfrm>
            <a:off x="6094427" y="878889"/>
            <a:ext cx="5618988" cy="5402073"/>
          </a:xfrm>
          <a:prstGeom prst="rect">
            <a:avLst/>
          </a:prstGeom>
        </p:spPr>
      </p:pic>
    </p:spTree>
    <p:extLst>
      <p:ext uri="{BB962C8B-B14F-4D97-AF65-F5344CB8AC3E}">
        <p14:creationId xmlns:p14="http://schemas.microsoft.com/office/powerpoint/2010/main" val="7980674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01666-6FE7-4539-8D44-A11D1346984F}"/>
              </a:ext>
            </a:extLst>
          </p:cNvPr>
          <p:cNvSpPr>
            <a:spLocks noGrp="1"/>
          </p:cNvSpPr>
          <p:nvPr>
            <p:ph type="title"/>
          </p:nvPr>
        </p:nvSpPr>
        <p:spPr/>
        <p:txBody>
          <a:bodyPr/>
          <a:lstStyle/>
          <a:p>
            <a:r>
              <a:rPr lang="en-GB" sz="4400" b="1" dirty="0">
                <a:solidFill>
                  <a:schemeClr val="accent2">
                    <a:lumMod val="75000"/>
                  </a:schemeClr>
                </a:solidFill>
                <a:latin typeface="+mn-lt"/>
              </a:rPr>
              <a:t>Meiosis I- prophase I</a:t>
            </a:r>
          </a:p>
        </p:txBody>
      </p:sp>
      <p:sp>
        <p:nvSpPr>
          <p:cNvPr id="3" name="Content Placeholder 2">
            <a:extLst>
              <a:ext uri="{FF2B5EF4-FFF2-40B4-BE49-F238E27FC236}">
                <a16:creationId xmlns:a16="http://schemas.microsoft.com/office/drawing/2014/main" id="{FE6955B7-1599-468F-BB5B-2DCCD8848CDD}"/>
              </a:ext>
            </a:extLst>
          </p:cNvPr>
          <p:cNvSpPr>
            <a:spLocks noGrp="1"/>
          </p:cNvSpPr>
          <p:nvPr>
            <p:ph idx="1"/>
          </p:nvPr>
        </p:nvSpPr>
        <p:spPr>
          <a:xfrm>
            <a:off x="1097280" y="1845734"/>
            <a:ext cx="7054499" cy="4263236"/>
          </a:xfrm>
        </p:spPr>
        <p:txBody>
          <a:bodyPr/>
          <a:lstStyle/>
          <a:p>
            <a:pPr>
              <a:buFont typeface="Arial" panose="020B0604020202020204" pitchFamily="34" charset="0"/>
              <a:buChar char="•"/>
            </a:pPr>
            <a:r>
              <a:rPr lang="en-GB" dirty="0">
                <a:solidFill>
                  <a:schemeClr val="accent2">
                    <a:lumMod val="75000"/>
                  </a:schemeClr>
                </a:solidFill>
              </a:rPr>
              <a:t>    As in mitosis, </a:t>
            </a:r>
          </a:p>
          <a:p>
            <a:pPr lvl="3">
              <a:lnSpc>
                <a:spcPct val="100000"/>
              </a:lnSpc>
              <a:spcBef>
                <a:spcPts val="0"/>
              </a:spcBef>
              <a:spcAft>
                <a:spcPts val="0"/>
              </a:spcAft>
              <a:buFont typeface="Wingdings" panose="05000000000000000000" pitchFamily="2" charset="2"/>
              <a:buChar char="§"/>
            </a:pPr>
            <a:r>
              <a:rPr lang="en-GB" sz="2000" dirty="0">
                <a:solidFill>
                  <a:schemeClr val="accent2">
                    <a:lumMod val="75000"/>
                  </a:schemeClr>
                </a:solidFill>
              </a:rPr>
              <a:t>Centrosome moves to the opposite pole.</a:t>
            </a:r>
          </a:p>
          <a:p>
            <a:pPr lvl="3">
              <a:lnSpc>
                <a:spcPct val="100000"/>
              </a:lnSpc>
              <a:spcBef>
                <a:spcPts val="0"/>
              </a:spcBef>
              <a:spcAft>
                <a:spcPts val="0"/>
              </a:spcAft>
              <a:buFont typeface="Wingdings" panose="05000000000000000000" pitchFamily="2" charset="2"/>
              <a:buChar char="§"/>
            </a:pPr>
            <a:r>
              <a:rPr lang="en-GB" sz="2000" dirty="0">
                <a:solidFill>
                  <a:schemeClr val="accent2">
                    <a:lumMod val="75000"/>
                  </a:schemeClr>
                </a:solidFill>
              </a:rPr>
              <a:t>Spindle </a:t>
            </a:r>
            <a:r>
              <a:rPr lang="en-GB" sz="2000" dirty="0" err="1">
                <a:solidFill>
                  <a:schemeClr val="accent2">
                    <a:lumMod val="75000"/>
                  </a:schemeClr>
                </a:solidFill>
              </a:rPr>
              <a:t>fibers</a:t>
            </a:r>
            <a:r>
              <a:rPr lang="en-GB" sz="2000" dirty="0">
                <a:solidFill>
                  <a:schemeClr val="accent2">
                    <a:lumMod val="75000"/>
                  </a:schemeClr>
                </a:solidFill>
              </a:rPr>
              <a:t> formed</a:t>
            </a:r>
          </a:p>
          <a:p>
            <a:pPr lvl="3">
              <a:lnSpc>
                <a:spcPct val="100000"/>
              </a:lnSpc>
              <a:spcBef>
                <a:spcPts val="0"/>
              </a:spcBef>
              <a:spcAft>
                <a:spcPts val="0"/>
              </a:spcAft>
              <a:buFont typeface="Wingdings" panose="05000000000000000000" pitchFamily="2" charset="2"/>
              <a:buChar char="§"/>
            </a:pPr>
            <a:r>
              <a:rPr lang="en-GB" sz="2000" dirty="0">
                <a:solidFill>
                  <a:schemeClr val="accent2">
                    <a:lumMod val="75000"/>
                  </a:schemeClr>
                </a:solidFill>
              </a:rPr>
              <a:t>Nucleolus disappear</a:t>
            </a:r>
          </a:p>
          <a:p>
            <a:pPr lvl="3">
              <a:lnSpc>
                <a:spcPct val="100000"/>
              </a:lnSpc>
              <a:spcBef>
                <a:spcPts val="0"/>
              </a:spcBef>
              <a:spcAft>
                <a:spcPts val="0"/>
              </a:spcAft>
              <a:buFont typeface="Wingdings" panose="05000000000000000000" pitchFamily="2" charset="2"/>
              <a:buChar char="§"/>
            </a:pPr>
            <a:r>
              <a:rPr lang="en-GB" sz="2000" dirty="0">
                <a:solidFill>
                  <a:schemeClr val="accent2">
                    <a:lumMod val="75000"/>
                  </a:schemeClr>
                </a:solidFill>
              </a:rPr>
              <a:t>Nuclear envelope fragmented and disappear</a:t>
            </a:r>
          </a:p>
          <a:p>
            <a:pPr lvl="3">
              <a:lnSpc>
                <a:spcPct val="100000"/>
              </a:lnSpc>
              <a:spcBef>
                <a:spcPts val="0"/>
              </a:spcBef>
              <a:spcAft>
                <a:spcPts val="0"/>
              </a:spcAft>
              <a:buFont typeface="Wingdings" panose="05000000000000000000" pitchFamily="2" charset="2"/>
              <a:buChar char="§"/>
            </a:pPr>
            <a:r>
              <a:rPr lang="en-GB" sz="2000" dirty="0">
                <a:solidFill>
                  <a:schemeClr val="accent2">
                    <a:lumMod val="75000"/>
                  </a:schemeClr>
                </a:solidFill>
              </a:rPr>
              <a:t>Chromosomes condensed and form sister chromatids.</a:t>
            </a:r>
          </a:p>
          <a:p>
            <a:pPr marL="566928" lvl="3" indent="0">
              <a:spcBef>
                <a:spcPts val="0"/>
              </a:spcBef>
              <a:spcAft>
                <a:spcPts val="0"/>
              </a:spcAft>
              <a:buNone/>
            </a:pPr>
            <a:endParaRPr lang="en-GB" sz="2000" dirty="0">
              <a:solidFill>
                <a:schemeClr val="accent2">
                  <a:lumMod val="75000"/>
                </a:schemeClr>
              </a:solidFill>
            </a:endParaRPr>
          </a:p>
          <a:p>
            <a:pPr marL="251460" indent="-342900">
              <a:spcBef>
                <a:spcPts val="0"/>
              </a:spcBef>
              <a:spcAft>
                <a:spcPts val="0"/>
              </a:spcAft>
              <a:buFont typeface="Arial" panose="020B0604020202020204" pitchFamily="34" charset="0"/>
              <a:buChar char="•"/>
            </a:pPr>
            <a:r>
              <a:rPr lang="en-GB" dirty="0">
                <a:solidFill>
                  <a:schemeClr val="accent2">
                    <a:lumMod val="75000"/>
                  </a:schemeClr>
                </a:solidFill>
              </a:rPr>
              <a:t>At late of prophase, chromosomes are further condense and microtubules invading the nuclear envelope attaching to the kinetochore at the centromere.</a:t>
            </a:r>
          </a:p>
          <a:p>
            <a:pPr marL="0" indent="0">
              <a:spcBef>
                <a:spcPts val="0"/>
              </a:spcBef>
              <a:spcAft>
                <a:spcPts val="0"/>
              </a:spcAft>
              <a:buNone/>
            </a:pPr>
            <a:endParaRPr lang="en-GB" dirty="0">
              <a:solidFill>
                <a:schemeClr val="accent2">
                  <a:lumMod val="75000"/>
                </a:schemeClr>
              </a:solidFill>
            </a:endParaRPr>
          </a:p>
          <a:p>
            <a:pPr marL="251460" indent="-342900">
              <a:spcBef>
                <a:spcPts val="0"/>
              </a:spcBef>
              <a:spcAft>
                <a:spcPts val="0"/>
              </a:spcAft>
              <a:buFont typeface="Arial" panose="020B0604020202020204" pitchFamily="34" charset="0"/>
              <a:buChar char="•"/>
            </a:pPr>
            <a:r>
              <a:rPr lang="en-GB" dirty="0">
                <a:solidFill>
                  <a:schemeClr val="accent2">
                    <a:lumMod val="75000"/>
                  </a:schemeClr>
                </a:solidFill>
              </a:rPr>
              <a:t>Main events at prophase I:</a:t>
            </a:r>
          </a:p>
          <a:p>
            <a:pPr lvl="3">
              <a:lnSpc>
                <a:spcPct val="100000"/>
              </a:lnSpc>
              <a:spcBef>
                <a:spcPts val="0"/>
              </a:spcBef>
              <a:spcAft>
                <a:spcPts val="0"/>
              </a:spcAft>
              <a:buFont typeface="Wingdings" panose="05000000000000000000" pitchFamily="2" charset="2"/>
              <a:buChar char="§"/>
            </a:pPr>
            <a:r>
              <a:rPr lang="en-GB" sz="2000" dirty="0">
                <a:solidFill>
                  <a:schemeClr val="accent2">
                    <a:lumMod val="75000"/>
                  </a:schemeClr>
                </a:solidFill>
              </a:rPr>
              <a:t>Synapsis</a:t>
            </a:r>
          </a:p>
          <a:p>
            <a:pPr lvl="3">
              <a:lnSpc>
                <a:spcPct val="100000"/>
              </a:lnSpc>
              <a:spcBef>
                <a:spcPts val="0"/>
              </a:spcBef>
              <a:spcAft>
                <a:spcPts val="0"/>
              </a:spcAft>
              <a:buFont typeface="Wingdings" panose="05000000000000000000" pitchFamily="2" charset="2"/>
              <a:buChar char="§"/>
            </a:pPr>
            <a:r>
              <a:rPr lang="en-GB" sz="2000" dirty="0">
                <a:solidFill>
                  <a:schemeClr val="accent2">
                    <a:lumMod val="75000"/>
                  </a:schemeClr>
                </a:solidFill>
              </a:rPr>
              <a:t>Crossing over</a:t>
            </a:r>
          </a:p>
        </p:txBody>
      </p:sp>
      <p:pic>
        <p:nvPicPr>
          <p:cNvPr id="4" name="Picture 3">
            <a:extLst>
              <a:ext uri="{FF2B5EF4-FFF2-40B4-BE49-F238E27FC236}">
                <a16:creationId xmlns:a16="http://schemas.microsoft.com/office/drawing/2014/main" id="{484C0E12-F354-49BC-9CFA-F30EA4AC9802}"/>
              </a:ext>
            </a:extLst>
          </p:cNvPr>
          <p:cNvPicPr>
            <a:picLocks noChangeAspect="1"/>
          </p:cNvPicPr>
          <p:nvPr/>
        </p:nvPicPr>
        <p:blipFill>
          <a:blip r:embed="rId2"/>
          <a:stretch>
            <a:fillRect/>
          </a:stretch>
        </p:blipFill>
        <p:spPr>
          <a:xfrm>
            <a:off x="8344922" y="1737360"/>
            <a:ext cx="3367179" cy="4554258"/>
          </a:xfrm>
          <a:prstGeom prst="rect">
            <a:avLst/>
          </a:prstGeom>
        </p:spPr>
      </p:pic>
    </p:spTree>
    <p:extLst>
      <p:ext uri="{BB962C8B-B14F-4D97-AF65-F5344CB8AC3E}">
        <p14:creationId xmlns:p14="http://schemas.microsoft.com/office/powerpoint/2010/main" val="36986600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D61B20-B14C-40CA-9573-1194C5A42A4A}"/>
              </a:ext>
            </a:extLst>
          </p:cNvPr>
          <p:cNvSpPr>
            <a:spLocks noGrp="1"/>
          </p:cNvSpPr>
          <p:nvPr>
            <p:ph type="title"/>
          </p:nvPr>
        </p:nvSpPr>
        <p:spPr/>
        <p:txBody>
          <a:bodyPr/>
          <a:lstStyle/>
          <a:p>
            <a:r>
              <a:rPr lang="en-GB" sz="4400" b="1" dirty="0">
                <a:solidFill>
                  <a:schemeClr val="accent2">
                    <a:lumMod val="75000"/>
                  </a:schemeClr>
                </a:solidFill>
                <a:latin typeface="+mn-lt"/>
              </a:rPr>
              <a:t>Synapsis and Crossing over</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28549" y="1846263"/>
            <a:ext cx="9416955" cy="4418059"/>
          </a:xfrm>
        </p:spPr>
      </p:pic>
    </p:spTree>
    <p:extLst>
      <p:ext uri="{BB962C8B-B14F-4D97-AF65-F5344CB8AC3E}">
        <p14:creationId xmlns:p14="http://schemas.microsoft.com/office/powerpoint/2010/main" val="16071855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E2FDB6-17B4-4664-BDF6-FC597BD617E3}"/>
              </a:ext>
            </a:extLst>
          </p:cNvPr>
          <p:cNvSpPr>
            <a:spLocks noGrp="1"/>
          </p:cNvSpPr>
          <p:nvPr>
            <p:ph type="title"/>
          </p:nvPr>
        </p:nvSpPr>
        <p:spPr/>
        <p:txBody>
          <a:bodyPr/>
          <a:lstStyle/>
          <a:p>
            <a:r>
              <a:rPr lang="en-GB" sz="4400" b="1" dirty="0">
                <a:solidFill>
                  <a:schemeClr val="accent2">
                    <a:lumMod val="75000"/>
                  </a:schemeClr>
                </a:solidFill>
                <a:latin typeface="+mn-lt"/>
              </a:rPr>
              <a:t>Metaphase I</a:t>
            </a:r>
          </a:p>
        </p:txBody>
      </p:sp>
      <p:sp>
        <p:nvSpPr>
          <p:cNvPr id="3" name="Content Placeholder 2">
            <a:extLst>
              <a:ext uri="{FF2B5EF4-FFF2-40B4-BE49-F238E27FC236}">
                <a16:creationId xmlns:a16="http://schemas.microsoft.com/office/drawing/2014/main" id="{9BAC97DC-12D7-4C3B-B9CA-9CD399DC3743}"/>
              </a:ext>
            </a:extLst>
          </p:cNvPr>
          <p:cNvSpPr>
            <a:spLocks noGrp="1"/>
          </p:cNvSpPr>
          <p:nvPr>
            <p:ph idx="1"/>
          </p:nvPr>
        </p:nvSpPr>
        <p:spPr>
          <a:xfrm>
            <a:off x="1097280" y="2361300"/>
            <a:ext cx="4824126" cy="4023360"/>
          </a:xfrm>
        </p:spPr>
        <p:txBody>
          <a:bodyPr/>
          <a:lstStyle/>
          <a:p>
            <a:pPr marL="251460" indent="-342900" algn="just">
              <a:spcBef>
                <a:spcPts val="0"/>
              </a:spcBef>
              <a:spcAft>
                <a:spcPts val="0"/>
              </a:spcAft>
              <a:buFont typeface="Arial" panose="020B0604020202020204" pitchFamily="34" charset="0"/>
              <a:buChar char="•"/>
            </a:pPr>
            <a:r>
              <a:rPr lang="en-GB" dirty="0">
                <a:solidFill>
                  <a:schemeClr val="accent2">
                    <a:lumMod val="75000"/>
                  </a:schemeClr>
                </a:solidFill>
              </a:rPr>
              <a:t>Alignment of the paired homologous chromosomes on the equatorial plate of the cell in a random orientation along the plate</a:t>
            </a:r>
          </a:p>
          <a:p>
            <a:pPr marL="0" indent="0" algn="just">
              <a:spcBef>
                <a:spcPts val="0"/>
              </a:spcBef>
              <a:spcAft>
                <a:spcPts val="0"/>
              </a:spcAft>
              <a:buNone/>
            </a:pPr>
            <a:endParaRPr lang="en-GB" dirty="0">
              <a:solidFill>
                <a:schemeClr val="accent2">
                  <a:lumMod val="75000"/>
                </a:schemeClr>
              </a:solidFill>
            </a:endParaRPr>
          </a:p>
          <a:p>
            <a:pPr marL="251460" indent="-342900" algn="just">
              <a:spcBef>
                <a:spcPts val="0"/>
              </a:spcBef>
              <a:spcAft>
                <a:spcPts val="0"/>
              </a:spcAft>
              <a:buFont typeface="Arial" panose="020B0604020202020204" pitchFamily="34" charset="0"/>
              <a:buChar char="•"/>
            </a:pPr>
            <a:r>
              <a:rPr lang="en-GB" dirty="0">
                <a:solidFill>
                  <a:schemeClr val="accent2">
                    <a:lumMod val="75000"/>
                  </a:schemeClr>
                </a:solidFill>
              </a:rPr>
              <a:t>This random alignment resulting in an </a:t>
            </a:r>
            <a:r>
              <a:rPr lang="en-GB" b="1" dirty="0">
                <a:solidFill>
                  <a:schemeClr val="accent2">
                    <a:lumMod val="75000"/>
                  </a:schemeClr>
                </a:solidFill>
              </a:rPr>
              <a:t>independent assortment </a:t>
            </a:r>
            <a:r>
              <a:rPr lang="en-GB" dirty="0">
                <a:solidFill>
                  <a:schemeClr val="accent2">
                    <a:lumMod val="75000"/>
                  </a:schemeClr>
                </a:solidFill>
              </a:rPr>
              <a:t>in order to increase genetic variation </a:t>
            </a:r>
          </a:p>
        </p:txBody>
      </p:sp>
      <p:pic>
        <p:nvPicPr>
          <p:cNvPr id="5" name="Picture 4">
            <a:extLst>
              <a:ext uri="{FF2B5EF4-FFF2-40B4-BE49-F238E27FC236}">
                <a16:creationId xmlns:a16="http://schemas.microsoft.com/office/drawing/2014/main" id="{5247228D-E8EA-4B50-9411-9C51780E490D}"/>
              </a:ext>
            </a:extLst>
          </p:cNvPr>
          <p:cNvPicPr>
            <a:picLocks noChangeAspect="1"/>
          </p:cNvPicPr>
          <p:nvPr/>
        </p:nvPicPr>
        <p:blipFill>
          <a:blip r:embed="rId2"/>
          <a:stretch>
            <a:fillRect/>
          </a:stretch>
        </p:blipFill>
        <p:spPr>
          <a:xfrm>
            <a:off x="7792871" y="1737360"/>
            <a:ext cx="3267274" cy="4551766"/>
          </a:xfrm>
          <a:prstGeom prst="rect">
            <a:avLst/>
          </a:prstGeom>
        </p:spPr>
      </p:pic>
    </p:spTree>
    <p:extLst>
      <p:ext uri="{BB962C8B-B14F-4D97-AF65-F5344CB8AC3E}">
        <p14:creationId xmlns:p14="http://schemas.microsoft.com/office/powerpoint/2010/main" val="10924459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33BF9DD-8A45-4EEE-B231-0A14D322E5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25D0681-5E0D-4BBE-AEA3-9DFAD1C834D9}"/>
              </a:ext>
            </a:extLst>
          </p:cNvPr>
          <p:cNvSpPr>
            <a:spLocks noGrp="1"/>
          </p:cNvSpPr>
          <p:nvPr>
            <p:ph type="title"/>
          </p:nvPr>
        </p:nvSpPr>
        <p:spPr>
          <a:xfrm>
            <a:off x="4974771" y="634946"/>
            <a:ext cx="6574972" cy="1450757"/>
          </a:xfrm>
        </p:spPr>
        <p:txBody>
          <a:bodyPr>
            <a:normAutofit/>
          </a:bodyPr>
          <a:lstStyle/>
          <a:p>
            <a:r>
              <a:rPr lang="en-GB" sz="4400" b="1" dirty="0">
                <a:solidFill>
                  <a:schemeClr val="accent2">
                    <a:lumMod val="75000"/>
                  </a:schemeClr>
                </a:solidFill>
                <a:latin typeface="+mn-lt"/>
              </a:rPr>
              <a:t>Anaphase I </a:t>
            </a:r>
          </a:p>
        </p:txBody>
      </p:sp>
      <p:pic>
        <p:nvPicPr>
          <p:cNvPr id="4" name="Picture 3">
            <a:extLst>
              <a:ext uri="{FF2B5EF4-FFF2-40B4-BE49-F238E27FC236}">
                <a16:creationId xmlns:a16="http://schemas.microsoft.com/office/drawing/2014/main" id="{B052392D-FDBC-4C90-801B-33AA9975E18E}"/>
              </a:ext>
            </a:extLst>
          </p:cNvPr>
          <p:cNvPicPr>
            <a:picLocks noChangeAspect="1"/>
          </p:cNvPicPr>
          <p:nvPr/>
        </p:nvPicPr>
        <p:blipFill>
          <a:blip r:embed="rId2"/>
          <a:stretch>
            <a:fillRect/>
          </a:stretch>
        </p:blipFill>
        <p:spPr>
          <a:xfrm>
            <a:off x="1596787" y="2085703"/>
            <a:ext cx="2532543" cy="3868784"/>
          </a:xfrm>
          <a:prstGeom prst="rect">
            <a:avLst/>
          </a:prstGeom>
        </p:spPr>
      </p:pic>
      <p:cxnSp>
        <p:nvCxnSpPr>
          <p:cNvPr id="11" name="Straight Connector 10">
            <a:extLst>
              <a:ext uri="{FF2B5EF4-FFF2-40B4-BE49-F238E27FC236}">
                <a16:creationId xmlns:a16="http://schemas.microsoft.com/office/drawing/2014/main" id="{9020DCC9-F851-4562-BB20-1AB3C51BFD0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74770" y="2086188"/>
            <a:ext cx="6089768"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CFBD32F-C02F-4CBC-A6B5-9BD01F56E937}"/>
              </a:ext>
            </a:extLst>
          </p:cNvPr>
          <p:cNvSpPr>
            <a:spLocks noGrp="1"/>
          </p:cNvSpPr>
          <p:nvPr>
            <p:ph idx="1"/>
          </p:nvPr>
        </p:nvSpPr>
        <p:spPr>
          <a:xfrm>
            <a:off x="5269312" y="2198914"/>
            <a:ext cx="5508180" cy="3670180"/>
          </a:xfrm>
        </p:spPr>
        <p:txBody>
          <a:bodyPr>
            <a:normAutofit/>
          </a:bodyPr>
          <a:lstStyle/>
          <a:p>
            <a:pPr marL="251460" indent="-342900" algn="just">
              <a:spcBef>
                <a:spcPts val="0"/>
              </a:spcBef>
              <a:spcAft>
                <a:spcPts val="0"/>
              </a:spcAft>
              <a:buFont typeface="Arial" panose="020B0604020202020204" pitchFamily="34" charset="0"/>
              <a:buChar char="•"/>
            </a:pPr>
            <a:r>
              <a:rPr lang="en-GB" dirty="0">
                <a:solidFill>
                  <a:schemeClr val="accent2">
                    <a:lumMod val="75000"/>
                  </a:schemeClr>
                </a:solidFill>
              </a:rPr>
              <a:t>Homologous pairs separated from each other.</a:t>
            </a:r>
          </a:p>
          <a:p>
            <a:pPr marL="0" indent="0" algn="just">
              <a:spcBef>
                <a:spcPts val="0"/>
              </a:spcBef>
              <a:spcAft>
                <a:spcPts val="0"/>
              </a:spcAft>
              <a:buNone/>
            </a:pPr>
            <a:endParaRPr lang="en-GB" dirty="0">
              <a:solidFill>
                <a:schemeClr val="accent2">
                  <a:lumMod val="75000"/>
                </a:schemeClr>
              </a:solidFill>
            </a:endParaRPr>
          </a:p>
          <a:p>
            <a:pPr marL="251460" indent="-342900" algn="just">
              <a:spcBef>
                <a:spcPts val="0"/>
              </a:spcBef>
              <a:spcAft>
                <a:spcPts val="0"/>
              </a:spcAft>
              <a:buFont typeface="Arial" panose="020B0604020202020204" pitchFamily="34" charset="0"/>
              <a:buChar char="•"/>
            </a:pPr>
            <a:r>
              <a:rPr lang="en-GB" dirty="0">
                <a:solidFill>
                  <a:schemeClr val="accent2">
                    <a:lumMod val="75000"/>
                  </a:schemeClr>
                </a:solidFill>
              </a:rPr>
              <a:t>Shortening of kinetochore microtubules moving each pair to the opposite ends of the cell.</a:t>
            </a:r>
          </a:p>
          <a:p>
            <a:pPr marL="0" indent="0" algn="just">
              <a:spcBef>
                <a:spcPts val="0"/>
              </a:spcBef>
              <a:spcAft>
                <a:spcPts val="0"/>
              </a:spcAft>
              <a:buNone/>
            </a:pPr>
            <a:endParaRPr lang="en-GB" dirty="0">
              <a:solidFill>
                <a:schemeClr val="accent2">
                  <a:lumMod val="75000"/>
                </a:schemeClr>
              </a:solidFill>
            </a:endParaRPr>
          </a:p>
          <a:p>
            <a:pPr marL="251460" indent="-342900" algn="just">
              <a:spcBef>
                <a:spcPts val="0"/>
              </a:spcBef>
              <a:spcAft>
                <a:spcPts val="0"/>
              </a:spcAft>
              <a:buFont typeface="Arial" panose="020B0604020202020204" pitchFamily="34" charset="0"/>
              <a:buChar char="•"/>
            </a:pPr>
            <a:r>
              <a:rPr lang="en-GB" dirty="0">
                <a:solidFill>
                  <a:schemeClr val="accent2">
                    <a:lumMod val="75000"/>
                  </a:schemeClr>
                </a:solidFill>
              </a:rPr>
              <a:t>Lengthen of the non- kinetochore microtubules aids in cell elongation.</a:t>
            </a:r>
          </a:p>
          <a:p>
            <a:pPr algn="just"/>
            <a:endParaRPr lang="en-GB" dirty="0"/>
          </a:p>
          <a:p>
            <a:pPr algn="just"/>
            <a:endParaRPr lang="en-GB" dirty="0"/>
          </a:p>
        </p:txBody>
      </p:sp>
      <p:sp>
        <p:nvSpPr>
          <p:cNvPr id="13" name="Rectangle 12">
            <a:extLst>
              <a:ext uri="{FF2B5EF4-FFF2-40B4-BE49-F238E27FC236}">
                <a16:creationId xmlns:a16="http://schemas.microsoft.com/office/drawing/2014/main" id="{D5FBCAC9-BD8B-4F3B-AD74-EF37D42113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a:extLst>
              <a:ext uri="{FF2B5EF4-FFF2-40B4-BE49-F238E27FC236}">
                <a16:creationId xmlns:a16="http://schemas.microsoft.com/office/drawing/2014/main" id="{9556C5A8-AD7E-4CE7-87BE-9EA3B5E178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pic>
        <p:nvPicPr>
          <p:cNvPr id="6" name="Picture 5"/>
          <p:cNvPicPr>
            <a:picLocks noChangeAspect="1"/>
          </p:cNvPicPr>
          <p:nvPr/>
        </p:nvPicPr>
        <p:blipFill>
          <a:blip r:embed="rId3"/>
          <a:stretch>
            <a:fillRect/>
          </a:stretch>
        </p:blipFill>
        <p:spPr>
          <a:xfrm>
            <a:off x="4129332" y="4171891"/>
            <a:ext cx="7757868" cy="2161939"/>
          </a:xfrm>
          <a:prstGeom prst="rect">
            <a:avLst/>
          </a:prstGeom>
        </p:spPr>
      </p:pic>
    </p:spTree>
    <p:extLst>
      <p:ext uri="{BB962C8B-B14F-4D97-AF65-F5344CB8AC3E}">
        <p14:creationId xmlns:p14="http://schemas.microsoft.com/office/powerpoint/2010/main" val="17510213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F52D11-55CC-4E3C-9C11-D2FE437E49AE}"/>
              </a:ext>
            </a:extLst>
          </p:cNvPr>
          <p:cNvSpPr>
            <a:spLocks noGrp="1"/>
          </p:cNvSpPr>
          <p:nvPr>
            <p:ph type="title"/>
          </p:nvPr>
        </p:nvSpPr>
        <p:spPr/>
        <p:txBody>
          <a:bodyPr/>
          <a:lstStyle/>
          <a:p>
            <a:r>
              <a:rPr lang="en-GB" sz="4400" b="1" dirty="0">
                <a:solidFill>
                  <a:schemeClr val="accent2">
                    <a:lumMod val="75000"/>
                  </a:schemeClr>
                </a:solidFill>
                <a:latin typeface="+mn-lt"/>
              </a:rPr>
              <a:t>Telophase I and Cytokinesis</a:t>
            </a:r>
          </a:p>
        </p:txBody>
      </p:sp>
      <p:sp>
        <p:nvSpPr>
          <p:cNvPr id="3" name="Content Placeholder 2">
            <a:extLst>
              <a:ext uri="{FF2B5EF4-FFF2-40B4-BE49-F238E27FC236}">
                <a16:creationId xmlns:a16="http://schemas.microsoft.com/office/drawing/2014/main" id="{BFCE6703-9CF2-443E-B12F-413C103491F8}"/>
              </a:ext>
            </a:extLst>
          </p:cNvPr>
          <p:cNvSpPr>
            <a:spLocks noGrp="1"/>
          </p:cNvSpPr>
          <p:nvPr>
            <p:ph idx="1"/>
          </p:nvPr>
        </p:nvSpPr>
        <p:spPr>
          <a:xfrm>
            <a:off x="1097279" y="2254296"/>
            <a:ext cx="5789903" cy="3494751"/>
          </a:xfrm>
        </p:spPr>
        <p:txBody>
          <a:bodyPr/>
          <a:lstStyle/>
          <a:p>
            <a:pPr marL="251460" indent="-342900" algn="just">
              <a:spcBef>
                <a:spcPts val="0"/>
              </a:spcBef>
              <a:spcAft>
                <a:spcPts val="0"/>
              </a:spcAft>
              <a:buFont typeface="Arial" panose="020B0604020202020204" pitchFamily="34" charset="0"/>
              <a:buChar char="•"/>
            </a:pPr>
            <a:r>
              <a:rPr lang="en-GB" dirty="0">
                <a:solidFill>
                  <a:schemeClr val="accent2">
                    <a:lumMod val="75000"/>
                  </a:schemeClr>
                </a:solidFill>
              </a:rPr>
              <a:t>At telophase each half of the cell has a haploid set of chromosome with each chromosome consisted of sister chromatids. </a:t>
            </a:r>
          </a:p>
          <a:p>
            <a:pPr marL="0" indent="0" algn="just">
              <a:spcBef>
                <a:spcPts val="0"/>
              </a:spcBef>
              <a:spcAft>
                <a:spcPts val="0"/>
              </a:spcAft>
              <a:buNone/>
            </a:pPr>
            <a:endParaRPr lang="en-GB" dirty="0">
              <a:solidFill>
                <a:schemeClr val="accent2">
                  <a:lumMod val="75000"/>
                </a:schemeClr>
              </a:solidFill>
            </a:endParaRPr>
          </a:p>
          <a:p>
            <a:pPr marL="251460" indent="-342900" algn="just">
              <a:spcBef>
                <a:spcPts val="0"/>
              </a:spcBef>
              <a:spcAft>
                <a:spcPts val="0"/>
              </a:spcAft>
              <a:buFont typeface="Arial" panose="020B0604020202020204" pitchFamily="34" charset="0"/>
              <a:buChar char="•"/>
            </a:pPr>
            <a:r>
              <a:rPr lang="en-GB" dirty="0">
                <a:solidFill>
                  <a:schemeClr val="accent2">
                    <a:lumMod val="75000"/>
                  </a:schemeClr>
                </a:solidFill>
              </a:rPr>
              <a:t>Reappearance of nuclear envelope and nucleolus.</a:t>
            </a:r>
          </a:p>
          <a:p>
            <a:pPr marL="0" indent="0" algn="just">
              <a:spcBef>
                <a:spcPts val="0"/>
              </a:spcBef>
              <a:spcAft>
                <a:spcPts val="0"/>
              </a:spcAft>
              <a:buNone/>
            </a:pPr>
            <a:endParaRPr lang="en-GB" dirty="0">
              <a:solidFill>
                <a:schemeClr val="accent2">
                  <a:lumMod val="75000"/>
                </a:schemeClr>
              </a:solidFill>
            </a:endParaRPr>
          </a:p>
          <a:p>
            <a:pPr marL="251460" indent="-342900" algn="just">
              <a:spcBef>
                <a:spcPts val="0"/>
              </a:spcBef>
              <a:spcAft>
                <a:spcPts val="0"/>
              </a:spcAft>
              <a:buFont typeface="Arial" panose="020B0604020202020204" pitchFamily="34" charset="0"/>
              <a:buChar char="•"/>
            </a:pPr>
            <a:r>
              <a:rPr lang="en-GB" dirty="0">
                <a:solidFill>
                  <a:schemeClr val="accent2">
                    <a:lumMod val="75000"/>
                  </a:schemeClr>
                </a:solidFill>
              </a:rPr>
              <a:t>Cytokinesis occurs simultaneously with telophase forming two haploid daughter cells </a:t>
            </a:r>
          </a:p>
        </p:txBody>
      </p:sp>
      <p:pic>
        <p:nvPicPr>
          <p:cNvPr id="4" name="Picture 3">
            <a:extLst>
              <a:ext uri="{FF2B5EF4-FFF2-40B4-BE49-F238E27FC236}">
                <a16:creationId xmlns:a16="http://schemas.microsoft.com/office/drawing/2014/main" id="{9811B2D0-8B8D-45D1-A638-9AC4D8C8C2E7}"/>
              </a:ext>
            </a:extLst>
          </p:cNvPr>
          <p:cNvPicPr>
            <a:picLocks noChangeAspect="1"/>
          </p:cNvPicPr>
          <p:nvPr/>
        </p:nvPicPr>
        <p:blipFill>
          <a:blip r:embed="rId2"/>
          <a:stretch>
            <a:fillRect/>
          </a:stretch>
        </p:blipFill>
        <p:spPr>
          <a:xfrm>
            <a:off x="8447964" y="1446663"/>
            <a:ext cx="3014702" cy="4847713"/>
          </a:xfrm>
          <a:prstGeom prst="rect">
            <a:avLst/>
          </a:prstGeom>
        </p:spPr>
      </p:pic>
    </p:spTree>
    <p:extLst>
      <p:ext uri="{BB962C8B-B14F-4D97-AF65-F5344CB8AC3E}">
        <p14:creationId xmlns:p14="http://schemas.microsoft.com/office/powerpoint/2010/main" val="41730041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C4DDCA-1A5B-405F-8039-B6D00EAF7CFD}"/>
              </a:ext>
            </a:extLst>
          </p:cNvPr>
          <p:cNvSpPr>
            <a:spLocks noGrp="1"/>
          </p:cNvSpPr>
          <p:nvPr>
            <p:ph type="title"/>
          </p:nvPr>
        </p:nvSpPr>
        <p:spPr/>
        <p:txBody>
          <a:bodyPr/>
          <a:lstStyle/>
          <a:p>
            <a:r>
              <a:rPr lang="en-GB" sz="4400" b="1" dirty="0">
                <a:solidFill>
                  <a:schemeClr val="accent2">
                    <a:lumMod val="75000"/>
                  </a:schemeClr>
                </a:solidFill>
                <a:latin typeface="+mn-lt"/>
              </a:rPr>
              <a:t>Meiosis II</a:t>
            </a:r>
          </a:p>
        </p:txBody>
      </p:sp>
      <p:sp>
        <p:nvSpPr>
          <p:cNvPr id="3" name="Content Placeholder 2">
            <a:extLst>
              <a:ext uri="{FF2B5EF4-FFF2-40B4-BE49-F238E27FC236}">
                <a16:creationId xmlns:a16="http://schemas.microsoft.com/office/drawing/2014/main" id="{E716412B-7730-47A9-AEF1-B8E2E52672DD}"/>
              </a:ext>
            </a:extLst>
          </p:cNvPr>
          <p:cNvSpPr>
            <a:spLocks noGrp="1"/>
          </p:cNvSpPr>
          <p:nvPr>
            <p:ph idx="1"/>
          </p:nvPr>
        </p:nvSpPr>
        <p:spPr>
          <a:xfrm>
            <a:off x="1097280" y="1924334"/>
            <a:ext cx="10058400" cy="3944759"/>
          </a:xfrm>
        </p:spPr>
        <p:txBody>
          <a:bodyPr/>
          <a:lstStyle/>
          <a:p>
            <a:pPr marL="251460" indent="-342900" algn="just">
              <a:spcBef>
                <a:spcPts val="0"/>
              </a:spcBef>
              <a:spcAft>
                <a:spcPts val="0"/>
              </a:spcAft>
              <a:buFont typeface="Arial" panose="020B0604020202020204" pitchFamily="34" charset="0"/>
              <a:buChar char="•"/>
            </a:pPr>
            <a:r>
              <a:rPr lang="en-GB" dirty="0">
                <a:solidFill>
                  <a:schemeClr val="accent2">
                    <a:lumMod val="75000"/>
                  </a:schemeClr>
                </a:solidFill>
              </a:rPr>
              <a:t>Is the second mitotic division.</a:t>
            </a:r>
          </a:p>
          <a:p>
            <a:pPr marL="0" indent="0" algn="just">
              <a:spcBef>
                <a:spcPts val="0"/>
              </a:spcBef>
              <a:spcAft>
                <a:spcPts val="0"/>
              </a:spcAft>
              <a:buNone/>
            </a:pPr>
            <a:endParaRPr lang="en-GB" dirty="0">
              <a:solidFill>
                <a:schemeClr val="accent2">
                  <a:lumMod val="75000"/>
                </a:schemeClr>
              </a:solidFill>
            </a:endParaRPr>
          </a:p>
          <a:p>
            <a:pPr marL="251460" indent="-342900" algn="just">
              <a:spcBef>
                <a:spcPts val="0"/>
              </a:spcBef>
              <a:spcAft>
                <a:spcPts val="0"/>
              </a:spcAft>
              <a:buFont typeface="Arial" panose="020B0604020202020204" pitchFamily="34" charset="0"/>
              <a:buChar char="•"/>
            </a:pPr>
            <a:r>
              <a:rPr lang="en-GB" dirty="0">
                <a:solidFill>
                  <a:schemeClr val="accent2">
                    <a:lumMod val="75000"/>
                  </a:schemeClr>
                </a:solidFill>
              </a:rPr>
              <a:t>Involve the segregation of sister chromatids.</a:t>
            </a:r>
          </a:p>
          <a:p>
            <a:pPr marL="0" indent="0" algn="just">
              <a:spcBef>
                <a:spcPts val="0"/>
              </a:spcBef>
              <a:spcAft>
                <a:spcPts val="0"/>
              </a:spcAft>
              <a:buNone/>
            </a:pPr>
            <a:endParaRPr lang="en-GB" dirty="0">
              <a:solidFill>
                <a:schemeClr val="accent2">
                  <a:lumMod val="75000"/>
                </a:schemeClr>
              </a:solidFill>
            </a:endParaRPr>
          </a:p>
          <a:p>
            <a:pPr marL="251460" indent="-342900" algn="just">
              <a:spcBef>
                <a:spcPts val="0"/>
              </a:spcBef>
              <a:spcAft>
                <a:spcPts val="0"/>
              </a:spcAft>
              <a:buFont typeface="Arial" panose="020B0604020202020204" pitchFamily="34" charset="0"/>
              <a:buChar char="•"/>
            </a:pPr>
            <a:r>
              <a:rPr lang="en-GB" b="1" dirty="0">
                <a:solidFill>
                  <a:schemeClr val="accent2">
                    <a:lumMod val="75000"/>
                  </a:schemeClr>
                </a:solidFill>
              </a:rPr>
              <a:t>Similar to mitosis.</a:t>
            </a:r>
          </a:p>
          <a:p>
            <a:pPr marL="0" indent="0" algn="just">
              <a:spcBef>
                <a:spcPts val="0"/>
              </a:spcBef>
              <a:spcAft>
                <a:spcPts val="0"/>
              </a:spcAft>
              <a:buNone/>
            </a:pPr>
            <a:endParaRPr lang="en-GB" b="1" dirty="0">
              <a:solidFill>
                <a:schemeClr val="accent2">
                  <a:lumMod val="75000"/>
                </a:schemeClr>
              </a:solidFill>
            </a:endParaRPr>
          </a:p>
          <a:p>
            <a:pPr marL="251460" indent="-342900" algn="just">
              <a:spcBef>
                <a:spcPts val="0"/>
              </a:spcBef>
              <a:spcAft>
                <a:spcPts val="0"/>
              </a:spcAft>
              <a:buFont typeface="Arial" panose="020B0604020202020204" pitchFamily="34" charset="0"/>
              <a:buChar char="•"/>
            </a:pPr>
            <a:r>
              <a:rPr lang="en-GB" dirty="0">
                <a:solidFill>
                  <a:schemeClr val="accent2">
                    <a:lumMod val="75000"/>
                  </a:schemeClr>
                </a:solidFill>
              </a:rPr>
              <a:t>Resulted in four haploid daughter cells genetically distinct from each other and from the parent cell.</a:t>
            </a:r>
          </a:p>
          <a:p>
            <a:pPr marL="0" indent="0" algn="just">
              <a:spcBef>
                <a:spcPts val="0"/>
              </a:spcBef>
              <a:spcAft>
                <a:spcPts val="0"/>
              </a:spcAft>
              <a:buNone/>
            </a:pPr>
            <a:endParaRPr lang="en-GB" dirty="0">
              <a:solidFill>
                <a:schemeClr val="accent2">
                  <a:lumMod val="75000"/>
                </a:schemeClr>
              </a:solidFill>
            </a:endParaRPr>
          </a:p>
          <a:p>
            <a:pPr marL="251460" indent="-342900" algn="just">
              <a:spcBef>
                <a:spcPts val="0"/>
              </a:spcBef>
              <a:spcAft>
                <a:spcPts val="0"/>
              </a:spcAft>
              <a:buFont typeface="Arial" panose="020B0604020202020204" pitchFamily="34" charset="0"/>
              <a:buChar char="•"/>
            </a:pPr>
            <a:r>
              <a:rPr lang="en-GB" dirty="0">
                <a:solidFill>
                  <a:schemeClr val="accent2">
                    <a:lumMod val="75000"/>
                  </a:schemeClr>
                </a:solidFill>
              </a:rPr>
              <a:t>Meiosis II phases including: Prophase II, Metaphase II, Anaphase II and Telophase II followed by Cytokinesis. </a:t>
            </a:r>
          </a:p>
        </p:txBody>
      </p:sp>
    </p:spTree>
    <p:extLst>
      <p:ext uri="{BB962C8B-B14F-4D97-AF65-F5344CB8AC3E}">
        <p14:creationId xmlns:p14="http://schemas.microsoft.com/office/powerpoint/2010/main" val="13338599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97279" y="1845734"/>
            <a:ext cx="10394135" cy="4023360"/>
          </a:xfrm>
        </p:spPr>
        <p:txBody>
          <a:bodyPr/>
          <a:lstStyle/>
          <a:p>
            <a:r>
              <a:rPr lang="en-US" dirty="0"/>
              <a:t>In anaphase II: splitting of centromere takes place and the chromatids separated from each other:</a:t>
            </a:r>
            <a:endParaRPr lang="ar-JO" dirty="0"/>
          </a:p>
        </p:txBody>
      </p:sp>
      <p:pic>
        <p:nvPicPr>
          <p:cNvPr id="4" name="Picture 3"/>
          <p:cNvPicPr>
            <a:picLocks noChangeAspect="1"/>
          </p:cNvPicPr>
          <p:nvPr/>
        </p:nvPicPr>
        <p:blipFill>
          <a:blip r:embed="rId2"/>
          <a:stretch>
            <a:fillRect/>
          </a:stretch>
        </p:blipFill>
        <p:spPr>
          <a:xfrm>
            <a:off x="843795" y="2320120"/>
            <a:ext cx="10647619" cy="3943012"/>
          </a:xfrm>
          <a:prstGeom prst="rect">
            <a:avLst/>
          </a:prstGeom>
        </p:spPr>
      </p:pic>
    </p:spTree>
    <p:extLst>
      <p:ext uri="{BB962C8B-B14F-4D97-AF65-F5344CB8AC3E}">
        <p14:creationId xmlns:p14="http://schemas.microsoft.com/office/powerpoint/2010/main" val="18780755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a:solidFill>
                  <a:schemeClr val="accent2">
                    <a:lumMod val="75000"/>
                  </a:schemeClr>
                </a:solidFill>
              </a:rPr>
              <a:t>Gametogenesis: </a:t>
            </a:r>
            <a:r>
              <a:rPr lang="en-GB" dirty="0">
                <a:solidFill>
                  <a:schemeClr val="accent2">
                    <a:lumMod val="75000"/>
                  </a:schemeClr>
                </a:solidFill>
              </a:rPr>
              <a:t>The production of gametes.</a:t>
            </a:r>
            <a:br>
              <a:rPr lang="en-GB" dirty="0">
                <a:solidFill>
                  <a:schemeClr val="accent2">
                    <a:lumMod val="75000"/>
                  </a:schemeClr>
                </a:solidFill>
              </a:rPr>
            </a:br>
            <a:endParaRPr lang="ar-JO"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97280" y="1846263"/>
            <a:ext cx="10058400" cy="4483011"/>
          </a:xfrm>
        </p:spPr>
      </p:pic>
    </p:spTree>
    <p:extLst>
      <p:ext uri="{BB962C8B-B14F-4D97-AF65-F5344CB8AC3E}">
        <p14:creationId xmlns:p14="http://schemas.microsoft.com/office/powerpoint/2010/main" val="11284930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736942" y="574129"/>
            <a:ext cx="10800000" cy="5799375"/>
          </a:xfrm>
          <a:prstGeom prst="rect">
            <a:avLst/>
          </a:prstGeom>
        </p:spPr>
      </p:pic>
      <p:sp>
        <p:nvSpPr>
          <p:cNvPr id="5" name="Title 1">
            <a:extLst>
              <a:ext uri="{FF2B5EF4-FFF2-40B4-BE49-F238E27FC236}">
                <a16:creationId xmlns:a16="http://schemas.microsoft.com/office/drawing/2014/main" id="{C1C2645D-5AAE-4846-AE3C-FA18193094AB}"/>
              </a:ext>
            </a:extLst>
          </p:cNvPr>
          <p:cNvSpPr txBox="1">
            <a:spLocks/>
          </p:cNvSpPr>
          <p:nvPr/>
        </p:nvSpPr>
        <p:spPr>
          <a:xfrm>
            <a:off x="408837" y="110105"/>
            <a:ext cx="11451067" cy="574986"/>
          </a:xfrm>
          <a:prstGeom prst="rect">
            <a:avLst/>
          </a:prstGeom>
        </p:spPr>
        <p:txBody>
          <a:bodyP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r>
              <a:rPr lang="en-GB" sz="3200" b="1" dirty="0">
                <a:solidFill>
                  <a:schemeClr val="accent2">
                    <a:lumMod val="75000"/>
                  </a:schemeClr>
                </a:solidFill>
                <a:latin typeface="+mn-lt"/>
              </a:rPr>
              <a:t>Differences between Mitosis and Meiosis </a:t>
            </a:r>
            <a:endParaRPr lang="en-GB" sz="3200" dirty="0">
              <a:latin typeface="+mn-lt"/>
            </a:endParaRPr>
          </a:p>
        </p:txBody>
      </p:sp>
    </p:spTree>
    <p:extLst>
      <p:ext uri="{BB962C8B-B14F-4D97-AF65-F5344CB8AC3E}">
        <p14:creationId xmlns:p14="http://schemas.microsoft.com/office/powerpoint/2010/main" val="3271875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C2645D-5AAE-4846-AE3C-FA18193094AB}"/>
              </a:ext>
            </a:extLst>
          </p:cNvPr>
          <p:cNvSpPr txBox="1">
            <a:spLocks/>
          </p:cNvSpPr>
          <p:nvPr/>
        </p:nvSpPr>
        <p:spPr>
          <a:xfrm>
            <a:off x="764275" y="601424"/>
            <a:ext cx="10686792" cy="4884976"/>
          </a:xfrm>
          <a:prstGeom prst="rect">
            <a:avLst/>
          </a:prstGeom>
        </p:spPr>
        <p:txBody>
          <a:bodyPr>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r>
              <a:rPr lang="en-GB" sz="7200" b="1" u="sng" dirty="0">
                <a:solidFill>
                  <a:srgbClr val="FF0000"/>
                </a:solidFill>
                <a:latin typeface="Algerian" panose="04020705040A02060702" pitchFamily="82" charset="0"/>
              </a:rPr>
              <a:t>The Practical part</a:t>
            </a:r>
          </a:p>
          <a:p>
            <a:pPr algn="ctr"/>
            <a:endParaRPr lang="en-GB" sz="7200" b="1" u="sng" dirty="0">
              <a:solidFill>
                <a:srgbClr val="FF0000"/>
              </a:solidFill>
              <a:latin typeface="Algerian" panose="04020705040A02060702" pitchFamily="82" charset="0"/>
            </a:endParaRPr>
          </a:p>
          <a:p>
            <a:r>
              <a:rPr lang="en-GB" sz="2000" b="1" dirty="0">
                <a:solidFill>
                  <a:srgbClr val="FF0000"/>
                </a:solidFill>
                <a:latin typeface="Arial Black" panose="020B0A04020102020204" pitchFamily="34" charset="0"/>
              </a:rPr>
              <a:t>Study the followings:</a:t>
            </a:r>
          </a:p>
          <a:p>
            <a:endParaRPr lang="en-GB" sz="2000" b="1" dirty="0">
              <a:solidFill>
                <a:srgbClr val="FF0000"/>
              </a:solidFill>
              <a:latin typeface="Arial Black" panose="020B0A04020102020204" pitchFamily="34" charset="0"/>
            </a:endParaRPr>
          </a:p>
          <a:p>
            <a:pPr marL="342900" indent="-342900">
              <a:buFont typeface="Wingdings" panose="05000000000000000000" pitchFamily="2" charset="2"/>
              <a:buChar char="v"/>
            </a:pPr>
            <a:r>
              <a:rPr lang="en-GB" sz="2000" b="1" dirty="0">
                <a:solidFill>
                  <a:srgbClr val="FF0000"/>
                </a:solidFill>
                <a:latin typeface="Arial Black" panose="020B0A04020102020204" pitchFamily="34" charset="0"/>
              </a:rPr>
              <a:t>Models of Mitosis in plants and Animals</a:t>
            </a:r>
          </a:p>
          <a:p>
            <a:pPr marL="342900" indent="-342900">
              <a:buFont typeface="Wingdings" panose="05000000000000000000" pitchFamily="2" charset="2"/>
              <a:buChar char="v"/>
            </a:pPr>
            <a:endParaRPr lang="en-GB" sz="2000" b="1" dirty="0">
              <a:solidFill>
                <a:srgbClr val="FF0000"/>
              </a:solidFill>
              <a:latin typeface="Arial Black" panose="020B0A04020102020204" pitchFamily="34" charset="0"/>
            </a:endParaRPr>
          </a:p>
          <a:p>
            <a:pPr marL="342900" indent="-342900">
              <a:buFont typeface="Wingdings" panose="05000000000000000000" pitchFamily="2" charset="2"/>
              <a:buChar char="v"/>
            </a:pPr>
            <a:r>
              <a:rPr lang="en-GB" sz="2000" b="1" dirty="0">
                <a:solidFill>
                  <a:srgbClr val="FF0000"/>
                </a:solidFill>
                <a:latin typeface="Arial Black" panose="020B0A04020102020204" pitchFamily="34" charset="0"/>
              </a:rPr>
              <a:t>Charts for Meiosis</a:t>
            </a:r>
          </a:p>
          <a:p>
            <a:pPr marL="342900" indent="-342900">
              <a:buFont typeface="Wingdings" panose="05000000000000000000" pitchFamily="2" charset="2"/>
              <a:buChar char="v"/>
            </a:pPr>
            <a:endParaRPr lang="en-GB" sz="2000" b="1" dirty="0">
              <a:solidFill>
                <a:srgbClr val="FF0000"/>
              </a:solidFill>
              <a:latin typeface="Arial Black" panose="020B0A04020102020204" pitchFamily="34" charset="0"/>
            </a:endParaRPr>
          </a:p>
          <a:p>
            <a:pPr marL="342900" indent="-342900">
              <a:buFont typeface="Wingdings" panose="05000000000000000000" pitchFamily="2" charset="2"/>
              <a:buChar char="v"/>
            </a:pPr>
            <a:r>
              <a:rPr lang="en-GB" sz="2000" b="1" dirty="0">
                <a:solidFill>
                  <a:srgbClr val="FF0000"/>
                </a:solidFill>
                <a:latin typeface="Arial Black" panose="020B0A04020102020204" pitchFamily="34" charset="0"/>
              </a:rPr>
              <a:t>Examine the mitosis in a slide of Root tip and identify each phase</a:t>
            </a:r>
          </a:p>
          <a:p>
            <a:pPr algn="ctr"/>
            <a:endParaRPr lang="en-GB" sz="7200" dirty="0">
              <a:solidFill>
                <a:srgbClr val="FF0000"/>
              </a:solidFill>
              <a:latin typeface="Algerian" panose="04020705040A02060702" pitchFamily="82" charset="0"/>
            </a:endParaRPr>
          </a:p>
        </p:txBody>
      </p:sp>
    </p:spTree>
    <p:extLst>
      <p:ext uri="{BB962C8B-B14F-4D97-AF65-F5344CB8AC3E}">
        <p14:creationId xmlns:p14="http://schemas.microsoft.com/office/powerpoint/2010/main" val="18396430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CF6BB2E5-F5C5-4876-9282-B0246E0357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a:extLst>
              <a:ext uri="{FF2B5EF4-FFF2-40B4-BE49-F238E27FC236}">
                <a16:creationId xmlns:a16="http://schemas.microsoft.com/office/drawing/2014/main" id="{6E53EAE7-3851-4CE7-BE81-EF90F19EF0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6" name="Straight Connector 15">
            <a:extLst>
              <a:ext uri="{FF2B5EF4-FFF2-40B4-BE49-F238E27FC236}">
                <a16:creationId xmlns:a16="http://schemas.microsoft.com/office/drawing/2014/main" id="{5C5EFB6A-0AF1-46B2-B103-4AA6C7B3102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18" name="Rectangle 17">
            <a:extLst>
              <a:ext uri="{FF2B5EF4-FFF2-40B4-BE49-F238E27FC236}">
                <a16:creationId xmlns:a16="http://schemas.microsoft.com/office/drawing/2014/main" id="{C4D3E4EC-9CAC-455D-8511-5C0D0BEFCF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045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3DDF40A7-2316-4304-8880-2FA7451E93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2E3E4F60-D667-491C-9014-6CB087029555}"/>
              </a:ext>
            </a:extLst>
          </p:cNvPr>
          <p:cNvSpPr>
            <a:spLocks noGrp="1"/>
          </p:cNvSpPr>
          <p:nvPr>
            <p:ph type="title"/>
          </p:nvPr>
        </p:nvSpPr>
        <p:spPr>
          <a:xfrm>
            <a:off x="1065197" y="5120640"/>
            <a:ext cx="10058400" cy="822960"/>
          </a:xfrm>
        </p:spPr>
        <p:txBody>
          <a:bodyPr vert="horz" lIns="91440" tIns="45720" rIns="91440" bIns="45720" rtlCol="0" anchor="b">
            <a:normAutofit/>
          </a:bodyPr>
          <a:lstStyle/>
          <a:p>
            <a:r>
              <a:rPr lang="en-US" sz="5400" b="1" dirty="0">
                <a:solidFill>
                  <a:srgbClr val="FFFFFF"/>
                </a:solidFill>
              </a:rPr>
              <a:t>Practical Part</a:t>
            </a:r>
          </a:p>
        </p:txBody>
      </p:sp>
      <p:sp>
        <p:nvSpPr>
          <p:cNvPr id="3" name="Content Placeholder 2">
            <a:extLst>
              <a:ext uri="{FF2B5EF4-FFF2-40B4-BE49-F238E27FC236}">
                <a16:creationId xmlns:a16="http://schemas.microsoft.com/office/drawing/2014/main" id="{A0B4BD14-0DF6-48D4-A72D-27BC9B79BB46}"/>
              </a:ext>
            </a:extLst>
          </p:cNvPr>
          <p:cNvSpPr>
            <a:spLocks noGrp="1"/>
          </p:cNvSpPr>
          <p:nvPr>
            <p:ph idx="1"/>
          </p:nvPr>
        </p:nvSpPr>
        <p:spPr>
          <a:xfrm>
            <a:off x="488048" y="6043970"/>
            <a:ext cx="11212698" cy="543513"/>
          </a:xfrm>
        </p:spPr>
        <p:txBody>
          <a:bodyPr vert="horz" lIns="91440" tIns="45720" rIns="91440" bIns="45720" rtlCol="0">
            <a:normAutofit/>
          </a:bodyPr>
          <a:lstStyle/>
          <a:p>
            <a:pPr marL="0" indent="0">
              <a:buNone/>
            </a:pPr>
            <a:r>
              <a:rPr lang="en-US" b="1" spc="200" dirty="0">
                <a:solidFill>
                  <a:srgbClr val="FFFFFF"/>
                </a:solidFill>
              </a:rPr>
              <a:t>examination a prepared slide of a longitudinal section of an allium (onion) root tip. </a:t>
            </a:r>
          </a:p>
        </p:txBody>
      </p:sp>
      <p:pic>
        <p:nvPicPr>
          <p:cNvPr id="5" name="Picture 4">
            <a:extLst>
              <a:ext uri="{FF2B5EF4-FFF2-40B4-BE49-F238E27FC236}">
                <a16:creationId xmlns:a16="http://schemas.microsoft.com/office/drawing/2014/main" id="{03DD120D-29FD-4FFB-AFC4-F0238757CBBC}"/>
              </a:ext>
            </a:extLst>
          </p:cNvPr>
          <p:cNvPicPr>
            <a:picLocks noChangeAspect="1"/>
          </p:cNvPicPr>
          <p:nvPr/>
        </p:nvPicPr>
        <p:blipFill rotWithShape="1">
          <a:blip r:embed="rId2">
            <a:extLst>
              <a:ext uri="{28A0092B-C50C-407E-A947-70E740481C1C}">
                <a14:useLocalDpi xmlns:a14="http://schemas.microsoft.com/office/drawing/2010/main" val="0"/>
              </a:ext>
            </a:extLst>
          </a:blip>
          <a:srcRect l="-1997" t="15635" r="31743" b="93"/>
          <a:stretch/>
        </p:blipFill>
        <p:spPr>
          <a:xfrm>
            <a:off x="0" y="106532"/>
            <a:ext cx="4385569" cy="4747788"/>
          </a:xfrm>
          <a:prstGeom prst="rect">
            <a:avLst/>
          </a:prstGeom>
        </p:spPr>
      </p:pic>
      <p:pic>
        <p:nvPicPr>
          <p:cNvPr id="7" name="Picture 6">
            <a:extLst>
              <a:ext uri="{FF2B5EF4-FFF2-40B4-BE49-F238E27FC236}">
                <a16:creationId xmlns:a16="http://schemas.microsoft.com/office/drawing/2014/main" id="{9539E961-C45F-4225-B940-FCB31B11D686}"/>
              </a:ext>
            </a:extLst>
          </p:cNvPr>
          <p:cNvPicPr>
            <a:picLocks noChangeAspect="1"/>
          </p:cNvPicPr>
          <p:nvPr/>
        </p:nvPicPr>
        <p:blipFill rotWithShape="1">
          <a:blip r:embed="rId3">
            <a:extLst>
              <a:ext uri="{BEBA8EAE-BF5A-486C-A8C5-ECC9F3942E4B}">
                <a14:imgProps xmlns:a14="http://schemas.microsoft.com/office/drawing/2010/main">
                  <a14:imgLayer r:embed="rId4">
                    <a14:imgEffect>
                      <a14:saturation sat="66000"/>
                    </a14:imgEffect>
                  </a14:imgLayer>
                </a14:imgProps>
              </a:ext>
              <a:ext uri="{28A0092B-C50C-407E-A947-70E740481C1C}">
                <a14:useLocalDpi xmlns:a14="http://schemas.microsoft.com/office/drawing/2010/main" val="0"/>
              </a:ext>
            </a:extLst>
          </a:blip>
          <a:srcRect l="36179" r="1" b="1"/>
          <a:stretch/>
        </p:blipFill>
        <p:spPr>
          <a:xfrm>
            <a:off x="4385569" y="104055"/>
            <a:ext cx="7652551" cy="4747786"/>
          </a:xfrm>
          <a:prstGeom prst="rect">
            <a:avLst/>
          </a:prstGeom>
        </p:spPr>
      </p:pic>
      <p:sp>
        <p:nvSpPr>
          <p:cNvPr id="22" name="Rectangle 21">
            <a:extLst>
              <a:ext uri="{FF2B5EF4-FFF2-40B4-BE49-F238E27FC236}">
                <a16:creationId xmlns:a16="http://schemas.microsoft.com/office/drawing/2014/main" id="{44BD36A9-BAC7-415E-8DDB-4C743838F5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4906176"/>
            <a:ext cx="12188952"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4879985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97280" y="1845734"/>
            <a:ext cx="10058400" cy="3408654"/>
          </a:xfrm>
        </p:spPr>
        <p:txBody>
          <a:bodyPr>
            <a:normAutofit/>
          </a:bodyPr>
          <a:lstStyle/>
          <a:p>
            <a:endParaRPr lang="en-US" sz="9600" dirty="0">
              <a:solidFill>
                <a:srgbClr val="FF0000"/>
              </a:solidFill>
              <a:latin typeface="French Script MT" panose="03020402040607040605" pitchFamily="66" charset="0"/>
            </a:endParaRPr>
          </a:p>
          <a:p>
            <a:pPr algn="ctr"/>
            <a:r>
              <a:rPr lang="en-US" sz="9600" dirty="0">
                <a:solidFill>
                  <a:srgbClr val="FF0000"/>
                </a:solidFill>
                <a:latin typeface="French Script MT" panose="03020402040607040605" pitchFamily="66" charset="0"/>
              </a:rPr>
              <a:t> The End</a:t>
            </a:r>
            <a:endParaRPr lang="ar-JO" sz="9600" dirty="0">
              <a:solidFill>
                <a:srgbClr val="FF0000"/>
              </a:solidFill>
              <a:latin typeface="French Script MT" panose="03020402040607040605" pitchFamily="66" charset="0"/>
            </a:endParaRPr>
          </a:p>
        </p:txBody>
      </p:sp>
    </p:spTree>
    <p:extLst>
      <p:ext uri="{BB962C8B-B14F-4D97-AF65-F5344CB8AC3E}">
        <p14:creationId xmlns:p14="http://schemas.microsoft.com/office/powerpoint/2010/main" val="115876808"/>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590</TotalTime>
  <Words>1302</Words>
  <Application>Microsoft Office PowerPoint</Application>
  <PresentationFormat>Widescreen</PresentationFormat>
  <Paragraphs>210</Paragraphs>
  <Slides>31</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31</vt:i4>
      </vt:variant>
    </vt:vector>
  </HeadingPairs>
  <TitlesOfParts>
    <vt:vector size="41" baseType="lpstr">
      <vt:lpstr>Algerian</vt:lpstr>
      <vt:lpstr>Arial</vt:lpstr>
      <vt:lpstr>Arial Black</vt:lpstr>
      <vt:lpstr>Calibri</vt:lpstr>
      <vt:lpstr>Calibri Light</vt:lpstr>
      <vt:lpstr>French Script MT</vt:lpstr>
      <vt:lpstr>Mekanik LET</vt:lpstr>
      <vt:lpstr>Times New Roman</vt:lpstr>
      <vt:lpstr>Wingdings</vt:lpstr>
      <vt:lpstr>Retrospect</vt:lpstr>
      <vt:lpstr>Mitosis and Meiosis</vt:lpstr>
      <vt:lpstr>PowerPoint Presentation</vt:lpstr>
      <vt:lpstr>PowerPoint Presentation</vt:lpstr>
      <vt:lpstr>Why do cells divide?!</vt:lpstr>
      <vt:lpstr>PowerPoint Presentation</vt:lpstr>
      <vt:lpstr>Cell Cycle</vt:lpstr>
      <vt:lpstr>Interphase</vt:lpstr>
      <vt:lpstr>Mitosis</vt:lpstr>
      <vt:lpstr>Stages of Mitosis</vt:lpstr>
      <vt:lpstr>Prophase</vt:lpstr>
      <vt:lpstr>Sister Chromatids</vt:lpstr>
      <vt:lpstr>Metaphase</vt:lpstr>
      <vt:lpstr>Anaphase</vt:lpstr>
      <vt:lpstr>Telophase</vt:lpstr>
      <vt:lpstr>Cytokinesis  the division of the cell's cytoplasm. </vt:lpstr>
      <vt:lpstr>PowerPoint Presentation</vt:lpstr>
      <vt:lpstr>Meiosis</vt:lpstr>
      <vt:lpstr>PowerPoint Presentation</vt:lpstr>
      <vt:lpstr>PowerPoint Presentation</vt:lpstr>
      <vt:lpstr>Meiosis I- prophase I</vt:lpstr>
      <vt:lpstr>Synapsis and Crossing over</vt:lpstr>
      <vt:lpstr>Metaphase I</vt:lpstr>
      <vt:lpstr>Anaphase I </vt:lpstr>
      <vt:lpstr>Telophase I and Cytokinesis</vt:lpstr>
      <vt:lpstr>Meiosis II</vt:lpstr>
      <vt:lpstr>PowerPoint Presentation</vt:lpstr>
      <vt:lpstr>Gametogenesis: The production of gametes. </vt:lpstr>
      <vt:lpstr>PowerPoint Presentation</vt:lpstr>
      <vt:lpstr>PowerPoint Presentation</vt:lpstr>
      <vt:lpstr>Practical Part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Mitosis and Meiosis</dc:title>
  <dc:creator>Hanan Aljammal</dc:creator>
  <cp:lastModifiedBy>hamzeh.abid15@gmail.com</cp:lastModifiedBy>
  <cp:revision>35</cp:revision>
  <dcterms:created xsi:type="dcterms:W3CDTF">2019-03-11T16:01:10Z</dcterms:created>
  <dcterms:modified xsi:type="dcterms:W3CDTF">2022-12-29T04:16:11Z</dcterms:modified>
</cp:coreProperties>
</file>