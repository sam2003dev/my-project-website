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924" r:id="rId1"/>
    <p:sldMasterId id="2147483942" r:id="rId2"/>
  </p:sldMasterIdLst>
  <p:notesMasterIdLst>
    <p:notesMasterId r:id="rId40"/>
  </p:notesMasterIdLst>
  <p:sldIdLst>
    <p:sldId id="342" r:id="rId3"/>
    <p:sldId id="291" r:id="rId4"/>
    <p:sldId id="343" r:id="rId5"/>
    <p:sldId id="292" r:id="rId6"/>
    <p:sldId id="258" r:id="rId7"/>
    <p:sldId id="259" r:id="rId8"/>
    <p:sldId id="262" r:id="rId9"/>
    <p:sldId id="263" r:id="rId10"/>
    <p:sldId id="264" r:id="rId11"/>
    <p:sldId id="265" r:id="rId12"/>
    <p:sldId id="275" r:id="rId13"/>
    <p:sldId id="266" r:id="rId14"/>
    <p:sldId id="267" r:id="rId15"/>
    <p:sldId id="268" r:id="rId16"/>
    <p:sldId id="269" r:id="rId17"/>
    <p:sldId id="287" r:id="rId18"/>
    <p:sldId id="270" r:id="rId19"/>
    <p:sldId id="293" r:id="rId20"/>
    <p:sldId id="294" r:id="rId21"/>
    <p:sldId id="295" r:id="rId22"/>
    <p:sldId id="296" r:id="rId23"/>
    <p:sldId id="297" r:id="rId24"/>
    <p:sldId id="300" r:id="rId25"/>
    <p:sldId id="283" r:id="rId26"/>
    <p:sldId id="271" r:id="rId27"/>
    <p:sldId id="279" r:id="rId28"/>
    <p:sldId id="301" r:id="rId29"/>
    <p:sldId id="306" r:id="rId30"/>
    <p:sldId id="282" r:id="rId31"/>
    <p:sldId id="302" r:id="rId32"/>
    <p:sldId id="303" r:id="rId33"/>
    <p:sldId id="304" r:id="rId34"/>
    <p:sldId id="305" r:id="rId35"/>
    <p:sldId id="299" r:id="rId36"/>
    <p:sldId id="289" r:id="rId37"/>
    <p:sldId id="308" r:id="rId38"/>
    <p:sldId id="307"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1D424E-8A70-4528-9459-5D4B57B27E3B}" v="2" dt="2023-03-13T18:11:33.7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43" d="100"/>
          <a:sy n="43" d="100"/>
        </p:scale>
        <p:origin x="1485" y="4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wah.albataineh@outlook.com" userId="b400c1d921f65d71" providerId="LiveId" clId="{6A2A8491-ED6D-4391-8FC9-4C67FB90C05C}"/>
    <pc:docChg chg="modSld">
      <pc:chgData name="erwah.albataineh@outlook.com" userId="b400c1d921f65d71" providerId="LiveId" clId="{6A2A8491-ED6D-4391-8FC9-4C67FB90C05C}" dt="2022-04-26T13:46:20.237" v="2" actId="1076"/>
      <pc:docMkLst>
        <pc:docMk/>
      </pc:docMkLst>
      <pc:sldChg chg="modSp mod">
        <pc:chgData name="erwah.albataineh@outlook.com" userId="b400c1d921f65d71" providerId="LiveId" clId="{6A2A8491-ED6D-4391-8FC9-4C67FB90C05C}" dt="2022-04-26T13:46:20.237" v="2" actId="1076"/>
        <pc:sldMkLst>
          <pc:docMk/>
          <pc:sldMk cId="0" sldId="289"/>
        </pc:sldMkLst>
        <pc:picChg chg="mod">
          <ac:chgData name="erwah.albataineh@outlook.com" userId="b400c1d921f65d71" providerId="LiveId" clId="{6A2A8491-ED6D-4391-8FC9-4C67FB90C05C}" dt="2022-04-26T13:46:20.237" v="2" actId="1076"/>
          <ac:picMkLst>
            <pc:docMk/>
            <pc:sldMk cId="0" sldId="289"/>
            <ac:picMk id="45058" creationId="{00000000-0000-0000-0000-000000000000}"/>
          </ac:picMkLst>
        </pc:picChg>
      </pc:sldChg>
      <pc:sldChg chg="modSp mod">
        <pc:chgData name="erwah.albataineh@outlook.com" userId="b400c1d921f65d71" providerId="LiveId" clId="{6A2A8491-ED6D-4391-8FC9-4C67FB90C05C}" dt="2022-04-26T13:40:38.437" v="1" actId="1076"/>
        <pc:sldMkLst>
          <pc:docMk/>
          <pc:sldMk cId="3825073545" sldId="302"/>
        </pc:sldMkLst>
        <pc:picChg chg="mod">
          <ac:chgData name="erwah.albataineh@outlook.com" userId="b400c1d921f65d71" providerId="LiveId" clId="{6A2A8491-ED6D-4391-8FC9-4C67FB90C05C}" dt="2022-04-26T13:40:35.924" v="0" actId="1076"/>
          <ac:picMkLst>
            <pc:docMk/>
            <pc:sldMk cId="3825073545" sldId="302"/>
            <ac:picMk id="5" creationId="{99326B57-1D7C-4E84-949E-92145DF44F80}"/>
          </ac:picMkLst>
        </pc:picChg>
        <pc:picChg chg="mod">
          <ac:chgData name="erwah.albataineh@outlook.com" userId="b400c1d921f65d71" providerId="LiveId" clId="{6A2A8491-ED6D-4391-8FC9-4C67FB90C05C}" dt="2022-04-26T13:40:38.437" v="1" actId="1076"/>
          <ac:picMkLst>
            <pc:docMk/>
            <pc:sldMk cId="3825073545" sldId="302"/>
            <ac:picMk id="7" creationId="{E512FE23-D490-4E19-9565-45EF888B4F9C}"/>
          </ac:picMkLst>
        </pc:picChg>
      </pc:sldChg>
    </pc:docChg>
  </pc:docChgLst>
  <pc:docChgLst>
    <pc:chgData name="Erwah Al Bataineh" userId="b400c1d921f65d71" providerId="LiveId" clId="{FBCE97CB-B34D-43B3-9559-6739EF063F22}"/>
    <pc:docChg chg="undo custSel addSld delSld modSld sldOrd modMainMaster">
      <pc:chgData name="Erwah Al Bataineh" userId="b400c1d921f65d71" providerId="LiveId" clId="{FBCE97CB-B34D-43B3-9559-6739EF063F22}" dt="2022-10-29T14:35:42.341" v="367"/>
      <pc:docMkLst>
        <pc:docMk/>
      </pc:docMkLst>
      <pc:sldChg chg="del">
        <pc:chgData name="Erwah Al Bataineh" userId="b400c1d921f65d71" providerId="LiveId" clId="{FBCE97CB-B34D-43B3-9559-6739EF063F22}" dt="2022-10-27T14:04:05.733" v="2" actId="47"/>
        <pc:sldMkLst>
          <pc:docMk/>
          <pc:sldMk cId="0" sldId="256"/>
        </pc:sldMkLst>
      </pc:sldChg>
      <pc:sldChg chg="addSp delSp modSp mod ord setBg">
        <pc:chgData name="Erwah Al Bataineh" userId="b400c1d921f65d71" providerId="LiveId" clId="{FBCE97CB-B34D-43B3-9559-6739EF063F22}" dt="2022-10-29T14:35:42.341" v="367"/>
        <pc:sldMkLst>
          <pc:docMk/>
          <pc:sldMk cId="0" sldId="257"/>
        </pc:sldMkLst>
        <pc:spChg chg="mod">
          <ac:chgData name="Erwah Al Bataineh" userId="b400c1d921f65d71" providerId="LiveId" clId="{FBCE97CB-B34D-43B3-9559-6739EF063F22}" dt="2022-10-28T19:15:34.923" v="350" actId="13900"/>
          <ac:spMkLst>
            <pc:docMk/>
            <pc:sldMk cId="0" sldId="257"/>
            <ac:spMk id="3" creationId="{00000000-0000-0000-0000-000000000000}"/>
          </ac:spMkLst>
        </pc:spChg>
        <pc:picChg chg="del">
          <ac:chgData name="Erwah Al Bataineh" userId="b400c1d921f65d71" providerId="LiveId" clId="{FBCE97CB-B34D-43B3-9559-6739EF063F22}" dt="2022-10-28T19:15:25.132" v="348" actId="478"/>
          <ac:picMkLst>
            <pc:docMk/>
            <pc:sldMk cId="0" sldId="257"/>
            <ac:picMk id="7" creationId="{29BDF36E-0928-4F70-9C8F-1D2FF93FC939}"/>
          </ac:picMkLst>
        </pc:picChg>
        <pc:inkChg chg="add">
          <ac:chgData name="Erwah Al Bataineh" userId="b400c1d921f65d71" providerId="LiveId" clId="{FBCE97CB-B34D-43B3-9559-6739EF063F22}" dt="2022-10-29T14:35:42.341" v="367"/>
          <ac:inkMkLst>
            <pc:docMk/>
            <pc:sldMk cId="0" sldId="257"/>
            <ac:inkMk id="2" creationId="{A4EC2511-B346-0A65-CB7D-E210583C14CA}"/>
          </ac:inkMkLst>
        </pc:inkChg>
      </pc:sldChg>
      <pc:sldChg chg="addSp delSp modSp mod">
        <pc:chgData name="Erwah Al Bataineh" userId="b400c1d921f65d71" providerId="LiveId" clId="{FBCE97CB-B34D-43B3-9559-6739EF063F22}" dt="2022-10-29T14:35:42.341" v="367"/>
        <pc:sldMkLst>
          <pc:docMk/>
          <pc:sldMk cId="0" sldId="258"/>
        </pc:sldMkLst>
        <pc:spChg chg="mod">
          <ac:chgData name="Erwah Al Bataineh" userId="b400c1d921f65d71" providerId="LiveId" clId="{FBCE97CB-B34D-43B3-9559-6739EF063F22}" dt="2022-10-27T14:17:05.757" v="100" actId="1076"/>
          <ac:spMkLst>
            <pc:docMk/>
            <pc:sldMk cId="0" sldId="258"/>
            <ac:spMk id="2" creationId="{00000000-0000-0000-0000-000000000000}"/>
          </ac:spMkLst>
        </pc:spChg>
        <pc:spChg chg="mod">
          <ac:chgData name="Erwah Al Bataineh" userId="b400c1d921f65d71" providerId="LiveId" clId="{FBCE97CB-B34D-43B3-9559-6739EF063F22}" dt="2022-10-27T14:26:42.819" v="249" actId="14100"/>
          <ac:spMkLst>
            <pc:docMk/>
            <pc:sldMk cId="0" sldId="258"/>
            <ac:spMk id="3" creationId="{00000000-0000-0000-0000-000000000000}"/>
          </ac:spMkLst>
        </pc:spChg>
        <pc:spChg chg="del mod">
          <ac:chgData name="Erwah Al Bataineh" userId="b400c1d921f65d71" providerId="LiveId" clId="{FBCE97CB-B34D-43B3-9559-6739EF063F22}" dt="2022-10-27T14:24:01.849" v="192" actId="478"/>
          <ac:spMkLst>
            <pc:docMk/>
            <pc:sldMk cId="0" sldId="258"/>
            <ac:spMk id="12" creationId="{9B86A362-E0E8-4977-A388-95CE9A60EFA2}"/>
          </ac:spMkLst>
        </pc:spChg>
        <pc:picChg chg="del mod">
          <ac:chgData name="Erwah Al Bataineh" userId="b400c1d921f65d71" providerId="LiveId" clId="{FBCE97CB-B34D-43B3-9559-6739EF063F22}" dt="2022-10-27T14:27:08.089" v="250" actId="478"/>
          <ac:picMkLst>
            <pc:docMk/>
            <pc:sldMk cId="0" sldId="258"/>
            <ac:picMk id="14" creationId="{FB35B2C6-0A41-4E92-9452-CF52EA49E2A1}"/>
          </ac:picMkLst>
        </pc:picChg>
        <pc:inkChg chg="add">
          <ac:chgData name="Erwah Al Bataineh" userId="b400c1d921f65d71" providerId="LiveId" clId="{FBCE97CB-B34D-43B3-9559-6739EF063F22}" dt="2022-10-29T14:35:42.341" v="367"/>
          <ac:inkMkLst>
            <pc:docMk/>
            <pc:sldMk cId="0" sldId="258"/>
            <ac:inkMk id="4" creationId="{CFC9B669-7577-BF19-4D0F-44F0324450C5}"/>
          </ac:inkMkLst>
        </pc:inkChg>
      </pc:sldChg>
      <pc:sldChg chg="addSp">
        <pc:chgData name="Erwah Al Bataineh" userId="b400c1d921f65d71" providerId="LiveId" clId="{FBCE97CB-B34D-43B3-9559-6739EF063F22}" dt="2022-10-29T14:35:42.341" v="367"/>
        <pc:sldMkLst>
          <pc:docMk/>
          <pc:sldMk cId="0" sldId="259"/>
        </pc:sldMkLst>
        <pc:inkChg chg="add">
          <ac:chgData name="Erwah Al Bataineh" userId="b400c1d921f65d71" providerId="LiveId" clId="{FBCE97CB-B34D-43B3-9559-6739EF063F22}" dt="2022-10-29T14:35:42.341" v="367"/>
          <ac:inkMkLst>
            <pc:docMk/>
            <pc:sldMk cId="0" sldId="259"/>
            <ac:inkMk id="2" creationId="{16C4ECBA-6757-2AD4-4348-7886CC0132B5}"/>
          </ac:inkMkLst>
        </pc:inkChg>
      </pc:sldChg>
      <pc:sldChg chg="addSp">
        <pc:chgData name="Erwah Al Bataineh" userId="b400c1d921f65d71" providerId="LiveId" clId="{FBCE97CB-B34D-43B3-9559-6739EF063F22}" dt="2022-10-29T14:35:42.341" v="367"/>
        <pc:sldMkLst>
          <pc:docMk/>
          <pc:sldMk cId="0" sldId="262"/>
        </pc:sldMkLst>
        <pc:inkChg chg="add">
          <ac:chgData name="Erwah Al Bataineh" userId="b400c1d921f65d71" providerId="LiveId" clId="{FBCE97CB-B34D-43B3-9559-6739EF063F22}" dt="2022-10-29T14:35:42.341" v="367"/>
          <ac:inkMkLst>
            <pc:docMk/>
            <pc:sldMk cId="0" sldId="262"/>
            <ac:inkMk id="4" creationId="{A73FAB55-286B-F9C4-EF53-79E3086ECB25}"/>
          </ac:inkMkLst>
        </pc:inkChg>
      </pc:sldChg>
      <pc:sldChg chg="addSp modSp mod">
        <pc:chgData name="Erwah Al Bataineh" userId="b400c1d921f65d71" providerId="LiveId" clId="{FBCE97CB-B34D-43B3-9559-6739EF063F22}" dt="2022-10-29T14:35:42.341" v="367"/>
        <pc:sldMkLst>
          <pc:docMk/>
          <pc:sldMk cId="0" sldId="263"/>
        </pc:sldMkLst>
        <pc:spChg chg="mod">
          <ac:chgData name="Erwah Al Bataineh" userId="b400c1d921f65d71" providerId="LiveId" clId="{FBCE97CB-B34D-43B3-9559-6739EF063F22}" dt="2022-10-27T14:27:49.601" v="251" actId="1076"/>
          <ac:spMkLst>
            <pc:docMk/>
            <pc:sldMk cId="0" sldId="263"/>
            <ac:spMk id="2" creationId="{00000000-0000-0000-0000-000000000000}"/>
          </ac:spMkLst>
        </pc:spChg>
        <pc:spChg chg="mod">
          <ac:chgData name="Erwah Al Bataineh" userId="b400c1d921f65d71" providerId="LiveId" clId="{FBCE97CB-B34D-43B3-9559-6739EF063F22}" dt="2022-10-27T14:28:21.896" v="260" actId="20577"/>
          <ac:spMkLst>
            <pc:docMk/>
            <pc:sldMk cId="0" sldId="263"/>
            <ac:spMk id="3" creationId="{00000000-0000-0000-0000-000000000000}"/>
          </ac:spMkLst>
        </pc:spChg>
        <pc:inkChg chg="add">
          <ac:chgData name="Erwah Al Bataineh" userId="b400c1d921f65d71" providerId="LiveId" clId="{FBCE97CB-B34D-43B3-9559-6739EF063F22}" dt="2022-10-29T14:35:42.341" v="367"/>
          <ac:inkMkLst>
            <pc:docMk/>
            <pc:sldMk cId="0" sldId="263"/>
            <ac:inkMk id="4" creationId="{A1922F77-33A8-7AA5-0929-F2F0DB0F6984}"/>
          </ac:inkMkLst>
        </pc:inkChg>
      </pc:sldChg>
      <pc:sldChg chg="addSp modSp mod">
        <pc:chgData name="Erwah Al Bataineh" userId="b400c1d921f65d71" providerId="LiveId" clId="{FBCE97CB-B34D-43B3-9559-6739EF063F22}" dt="2022-10-29T14:35:42.341" v="367"/>
        <pc:sldMkLst>
          <pc:docMk/>
          <pc:sldMk cId="0" sldId="264"/>
        </pc:sldMkLst>
        <pc:spChg chg="mod">
          <ac:chgData name="Erwah Al Bataineh" userId="b400c1d921f65d71" providerId="LiveId" clId="{FBCE97CB-B34D-43B3-9559-6739EF063F22}" dt="2022-10-27T14:28:52.279" v="262" actId="255"/>
          <ac:spMkLst>
            <pc:docMk/>
            <pc:sldMk cId="0" sldId="264"/>
            <ac:spMk id="3" creationId="{00000000-0000-0000-0000-000000000000}"/>
          </ac:spMkLst>
        </pc:spChg>
        <pc:inkChg chg="add">
          <ac:chgData name="Erwah Al Bataineh" userId="b400c1d921f65d71" providerId="LiveId" clId="{FBCE97CB-B34D-43B3-9559-6739EF063F22}" dt="2022-10-29T14:35:42.341" v="367"/>
          <ac:inkMkLst>
            <pc:docMk/>
            <pc:sldMk cId="0" sldId="264"/>
            <ac:inkMk id="2" creationId="{4C9E8E4B-DA36-AA21-14DF-1A437AC480FF}"/>
          </ac:inkMkLst>
        </pc:inkChg>
      </pc:sldChg>
      <pc:sldChg chg="addSp">
        <pc:chgData name="Erwah Al Bataineh" userId="b400c1d921f65d71" providerId="LiveId" clId="{FBCE97CB-B34D-43B3-9559-6739EF063F22}" dt="2022-10-29T14:35:42.341" v="367"/>
        <pc:sldMkLst>
          <pc:docMk/>
          <pc:sldMk cId="0" sldId="265"/>
        </pc:sldMkLst>
        <pc:inkChg chg="add">
          <ac:chgData name="Erwah Al Bataineh" userId="b400c1d921f65d71" providerId="LiveId" clId="{FBCE97CB-B34D-43B3-9559-6739EF063F22}" dt="2022-10-29T14:35:42.341" v="367"/>
          <ac:inkMkLst>
            <pc:docMk/>
            <pc:sldMk cId="0" sldId="265"/>
            <ac:inkMk id="4" creationId="{F88EFA3A-F1A2-AB27-459A-9ADF7888030E}"/>
          </ac:inkMkLst>
        </pc:inkChg>
      </pc:sldChg>
      <pc:sldChg chg="addSp modSp mod">
        <pc:chgData name="Erwah Al Bataineh" userId="b400c1d921f65d71" providerId="LiveId" clId="{FBCE97CB-B34D-43B3-9559-6739EF063F22}" dt="2022-10-29T14:35:42.341" v="367"/>
        <pc:sldMkLst>
          <pc:docMk/>
          <pc:sldMk cId="0" sldId="266"/>
        </pc:sldMkLst>
        <pc:spChg chg="mod">
          <ac:chgData name="Erwah Al Bataineh" userId="b400c1d921f65d71" providerId="LiveId" clId="{FBCE97CB-B34D-43B3-9559-6739EF063F22}" dt="2022-10-27T14:30:02.261" v="265" actId="1076"/>
          <ac:spMkLst>
            <pc:docMk/>
            <pc:sldMk cId="0" sldId="266"/>
            <ac:spMk id="2" creationId="{00000000-0000-0000-0000-000000000000}"/>
          </ac:spMkLst>
        </pc:spChg>
        <pc:inkChg chg="add">
          <ac:chgData name="Erwah Al Bataineh" userId="b400c1d921f65d71" providerId="LiveId" clId="{FBCE97CB-B34D-43B3-9559-6739EF063F22}" dt="2022-10-29T14:35:42.341" v="367"/>
          <ac:inkMkLst>
            <pc:docMk/>
            <pc:sldMk cId="0" sldId="266"/>
            <ac:inkMk id="4" creationId="{81956D36-C781-B447-EAE3-3F094B24D966}"/>
          </ac:inkMkLst>
        </pc:inkChg>
      </pc:sldChg>
      <pc:sldChg chg="addSp">
        <pc:chgData name="Erwah Al Bataineh" userId="b400c1d921f65d71" providerId="LiveId" clId="{FBCE97CB-B34D-43B3-9559-6739EF063F22}" dt="2022-10-29T14:35:42.341" v="367"/>
        <pc:sldMkLst>
          <pc:docMk/>
          <pc:sldMk cId="0" sldId="267"/>
        </pc:sldMkLst>
        <pc:inkChg chg="add">
          <ac:chgData name="Erwah Al Bataineh" userId="b400c1d921f65d71" providerId="LiveId" clId="{FBCE97CB-B34D-43B3-9559-6739EF063F22}" dt="2022-10-29T14:35:42.341" v="367"/>
          <ac:inkMkLst>
            <pc:docMk/>
            <pc:sldMk cId="0" sldId="267"/>
            <ac:inkMk id="4" creationId="{74C8F2CB-D31D-5F11-9756-D193AF4D6D18}"/>
          </ac:inkMkLst>
        </pc:inkChg>
      </pc:sldChg>
      <pc:sldChg chg="addSp modSp mod">
        <pc:chgData name="Erwah Al Bataineh" userId="b400c1d921f65d71" providerId="LiveId" clId="{FBCE97CB-B34D-43B3-9559-6739EF063F22}" dt="2022-10-29T14:35:42.341" v="367"/>
        <pc:sldMkLst>
          <pc:docMk/>
          <pc:sldMk cId="0" sldId="268"/>
        </pc:sldMkLst>
        <pc:spChg chg="mod">
          <ac:chgData name="Erwah Al Bataineh" userId="b400c1d921f65d71" providerId="LiveId" clId="{FBCE97CB-B34D-43B3-9559-6739EF063F22}" dt="2022-10-27T14:30:50.996" v="268" actId="1076"/>
          <ac:spMkLst>
            <pc:docMk/>
            <pc:sldMk cId="0" sldId="268"/>
            <ac:spMk id="2" creationId="{00000000-0000-0000-0000-000000000000}"/>
          </ac:spMkLst>
        </pc:spChg>
        <pc:spChg chg="mod">
          <ac:chgData name="Erwah Al Bataineh" userId="b400c1d921f65d71" providerId="LiveId" clId="{FBCE97CB-B34D-43B3-9559-6739EF063F22}" dt="2022-10-27T14:31:40.225" v="273" actId="1076"/>
          <ac:spMkLst>
            <pc:docMk/>
            <pc:sldMk cId="0" sldId="268"/>
            <ac:spMk id="3" creationId="{00000000-0000-0000-0000-000000000000}"/>
          </ac:spMkLst>
        </pc:spChg>
        <pc:spChg chg="mod">
          <ac:chgData name="Erwah Al Bataineh" userId="b400c1d921f65d71" providerId="LiveId" clId="{FBCE97CB-B34D-43B3-9559-6739EF063F22}" dt="2022-10-27T14:31:04.555" v="269" actId="1076"/>
          <ac:spMkLst>
            <pc:docMk/>
            <pc:sldMk cId="0" sldId="268"/>
            <ac:spMk id="4" creationId="{00000000-0000-0000-0000-000000000000}"/>
          </ac:spMkLst>
        </pc:spChg>
        <pc:inkChg chg="add">
          <ac:chgData name="Erwah Al Bataineh" userId="b400c1d921f65d71" providerId="LiveId" clId="{FBCE97CB-B34D-43B3-9559-6739EF063F22}" dt="2022-10-29T14:35:42.341" v="367"/>
          <ac:inkMkLst>
            <pc:docMk/>
            <pc:sldMk cId="0" sldId="268"/>
            <ac:inkMk id="5" creationId="{681EE4E9-0830-8B5A-0549-E33138646C88}"/>
          </ac:inkMkLst>
        </pc:inkChg>
        <pc:cxnChg chg="mod">
          <ac:chgData name="Erwah Al Bataineh" userId="b400c1d921f65d71" providerId="LiveId" clId="{FBCE97CB-B34D-43B3-9559-6739EF063F22}" dt="2022-10-27T14:31:13.819" v="272" actId="1076"/>
          <ac:cxnSpMkLst>
            <pc:docMk/>
            <pc:sldMk cId="0" sldId="268"/>
            <ac:cxnSpMk id="6" creationId="{00000000-0000-0000-0000-000000000000}"/>
          </ac:cxnSpMkLst>
        </pc:cxnChg>
        <pc:cxnChg chg="mod">
          <ac:chgData name="Erwah Al Bataineh" userId="b400c1d921f65d71" providerId="LiveId" clId="{FBCE97CB-B34D-43B3-9559-6739EF063F22}" dt="2022-10-27T14:31:11.131" v="271" actId="1076"/>
          <ac:cxnSpMkLst>
            <pc:docMk/>
            <pc:sldMk cId="0" sldId="268"/>
            <ac:cxnSpMk id="8" creationId="{00000000-0000-0000-0000-000000000000}"/>
          </ac:cxnSpMkLst>
        </pc:cxnChg>
      </pc:sldChg>
      <pc:sldChg chg="addSp">
        <pc:chgData name="Erwah Al Bataineh" userId="b400c1d921f65d71" providerId="LiveId" clId="{FBCE97CB-B34D-43B3-9559-6739EF063F22}" dt="2022-10-29T14:35:42.341" v="367"/>
        <pc:sldMkLst>
          <pc:docMk/>
          <pc:sldMk cId="0" sldId="269"/>
        </pc:sldMkLst>
        <pc:inkChg chg="add">
          <ac:chgData name="Erwah Al Bataineh" userId="b400c1d921f65d71" providerId="LiveId" clId="{FBCE97CB-B34D-43B3-9559-6739EF063F22}" dt="2022-10-29T14:35:42.341" v="367"/>
          <ac:inkMkLst>
            <pc:docMk/>
            <pc:sldMk cId="0" sldId="269"/>
            <ac:inkMk id="5" creationId="{83C976E8-652E-B7A2-3EEE-D763F57DD8B6}"/>
          </ac:inkMkLst>
        </pc:inkChg>
      </pc:sldChg>
      <pc:sldChg chg="addSp modSp mod">
        <pc:chgData name="Erwah Al Bataineh" userId="b400c1d921f65d71" providerId="LiveId" clId="{FBCE97CB-B34D-43B3-9559-6739EF063F22}" dt="2022-10-29T14:35:42.341" v="367"/>
        <pc:sldMkLst>
          <pc:docMk/>
          <pc:sldMk cId="0" sldId="270"/>
        </pc:sldMkLst>
        <pc:spChg chg="mod">
          <ac:chgData name="Erwah Al Bataineh" userId="b400c1d921f65d71" providerId="LiveId" clId="{FBCE97CB-B34D-43B3-9559-6739EF063F22}" dt="2022-10-28T19:17:13.456" v="364" actId="20577"/>
          <ac:spMkLst>
            <pc:docMk/>
            <pc:sldMk cId="0" sldId="270"/>
            <ac:spMk id="2" creationId="{00000000-0000-0000-0000-000000000000}"/>
          </ac:spMkLst>
        </pc:spChg>
        <pc:inkChg chg="add">
          <ac:chgData name="Erwah Al Bataineh" userId="b400c1d921f65d71" providerId="LiveId" clId="{FBCE97CB-B34D-43B3-9559-6739EF063F22}" dt="2022-10-29T14:35:42.341" v="367"/>
          <ac:inkMkLst>
            <pc:docMk/>
            <pc:sldMk cId="0" sldId="270"/>
            <ac:inkMk id="4" creationId="{F107F670-ACD0-AA7B-AE9B-68A3E568FB80}"/>
          </ac:inkMkLst>
        </pc:inkChg>
      </pc:sldChg>
      <pc:sldChg chg="modSp mod">
        <pc:chgData name="Erwah Al Bataineh" userId="b400c1d921f65d71" providerId="LiveId" clId="{FBCE97CB-B34D-43B3-9559-6739EF063F22}" dt="2022-10-28T19:08:51.280" v="280" actId="1076"/>
        <pc:sldMkLst>
          <pc:docMk/>
          <pc:sldMk cId="0" sldId="271"/>
        </pc:sldMkLst>
        <pc:spChg chg="mod">
          <ac:chgData name="Erwah Al Bataineh" userId="b400c1d921f65d71" providerId="LiveId" clId="{FBCE97CB-B34D-43B3-9559-6739EF063F22}" dt="2022-10-28T19:08:51.280" v="280" actId="1076"/>
          <ac:spMkLst>
            <pc:docMk/>
            <pc:sldMk cId="0" sldId="271"/>
            <ac:spMk id="3" creationId="{00000000-0000-0000-0000-000000000000}"/>
          </ac:spMkLst>
        </pc:spChg>
      </pc:sldChg>
      <pc:sldChg chg="addSp">
        <pc:chgData name="Erwah Al Bataineh" userId="b400c1d921f65d71" providerId="LiveId" clId="{FBCE97CB-B34D-43B3-9559-6739EF063F22}" dt="2022-10-29T14:35:42.341" v="367"/>
        <pc:sldMkLst>
          <pc:docMk/>
          <pc:sldMk cId="0" sldId="275"/>
        </pc:sldMkLst>
        <pc:inkChg chg="add">
          <ac:chgData name="Erwah Al Bataineh" userId="b400c1d921f65d71" providerId="LiveId" clId="{FBCE97CB-B34D-43B3-9559-6739EF063F22}" dt="2022-10-29T14:35:42.341" v="367"/>
          <ac:inkMkLst>
            <pc:docMk/>
            <pc:sldMk cId="0" sldId="275"/>
            <ac:inkMk id="2" creationId="{E728D169-2F1E-FAE0-69D6-34C1E161D989}"/>
          </ac:inkMkLst>
        </pc:inkChg>
      </pc:sldChg>
      <pc:sldChg chg="del">
        <pc:chgData name="Erwah Al Bataineh" userId="b400c1d921f65d71" providerId="LiveId" clId="{FBCE97CB-B34D-43B3-9559-6739EF063F22}" dt="2022-10-28T19:10:22.712" v="282" actId="2696"/>
        <pc:sldMkLst>
          <pc:docMk/>
          <pc:sldMk cId="0" sldId="278"/>
        </pc:sldMkLst>
      </pc:sldChg>
      <pc:sldChg chg="modSp mod">
        <pc:chgData name="Erwah Al Bataineh" userId="b400c1d921f65d71" providerId="LiveId" clId="{FBCE97CB-B34D-43B3-9559-6739EF063F22}" dt="2022-10-28T19:09:09.801" v="281" actId="207"/>
        <pc:sldMkLst>
          <pc:docMk/>
          <pc:sldMk cId="0" sldId="279"/>
        </pc:sldMkLst>
        <pc:spChg chg="mod">
          <ac:chgData name="Erwah Al Bataineh" userId="b400c1d921f65d71" providerId="LiveId" clId="{FBCE97CB-B34D-43B3-9559-6739EF063F22}" dt="2022-10-28T19:09:09.801" v="281" actId="207"/>
          <ac:spMkLst>
            <pc:docMk/>
            <pc:sldMk cId="0" sldId="279"/>
            <ac:spMk id="3" creationId="{00000000-0000-0000-0000-000000000000}"/>
          </ac:spMkLst>
        </pc:spChg>
      </pc:sldChg>
      <pc:sldChg chg="modSp mod">
        <pc:chgData name="Erwah Al Bataineh" userId="b400c1d921f65d71" providerId="LiveId" clId="{FBCE97CB-B34D-43B3-9559-6739EF063F22}" dt="2022-10-28T19:10:54.405" v="286" actId="207"/>
        <pc:sldMkLst>
          <pc:docMk/>
          <pc:sldMk cId="0" sldId="282"/>
        </pc:sldMkLst>
        <pc:spChg chg="mod">
          <ac:chgData name="Erwah Al Bataineh" userId="b400c1d921f65d71" providerId="LiveId" clId="{FBCE97CB-B34D-43B3-9559-6739EF063F22}" dt="2022-10-28T19:10:54.405" v="286" actId="207"/>
          <ac:spMkLst>
            <pc:docMk/>
            <pc:sldMk cId="0" sldId="282"/>
            <ac:spMk id="3" creationId="{00000000-0000-0000-0000-000000000000}"/>
          </ac:spMkLst>
        </pc:spChg>
        <pc:picChg chg="mod">
          <ac:chgData name="Erwah Al Bataineh" userId="b400c1d921f65d71" providerId="LiveId" clId="{FBCE97CB-B34D-43B3-9559-6739EF063F22}" dt="2022-10-28T19:10:43.114" v="284" actId="1076"/>
          <ac:picMkLst>
            <pc:docMk/>
            <pc:sldMk cId="0" sldId="282"/>
            <ac:picMk id="9219" creationId="{00000000-0000-0000-0000-000000000000}"/>
          </ac:picMkLst>
        </pc:picChg>
      </pc:sldChg>
      <pc:sldChg chg="addSp">
        <pc:chgData name="Erwah Al Bataineh" userId="b400c1d921f65d71" providerId="LiveId" clId="{FBCE97CB-B34D-43B3-9559-6739EF063F22}" dt="2022-10-29T14:35:42.341" v="367"/>
        <pc:sldMkLst>
          <pc:docMk/>
          <pc:sldMk cId="0" sldId="287"/>
        </pc:sldMkLst>
        <pc:inkChg chg="add">
          <ac:chgData name="Erwah Al Bataineh" userId="b400c1d921f65d71" providerId="LiveId" clId="{FBCE97CB-B34D-43B3-9559-6739EF063F22}" dt="2022-10-29T14:35:42.341" v="367"/>
          <ac:inkMkLst>
            <pc:docMk/>
            <pc:sldMk cId="0" sldId="287"/>
            <ac:inkMk id="2" creationId="{FC240F19-FB57-4E36-2C74-4790D52CBCC2}"/>
          </ac:inkMkLst>
        </pc:inkChg>
      </pc:sldChg>
      <pc:sldChg chg="ord">
        <pc:chgData name="Erwah Al Bataineh" userId="b400c1d921f65d71" providerId="LiveId" clId="{FBCE97CB-B34D-43B3-9559-6739EF063F22}" dt="2022-10-28T19:18:13.715" v="366"/>
        <pc:sldMkLst>
          <pc:docMk/>
          <pc:sldMk cId="0" sldId="289"/>
        </pc:sldMkLst>
      </pc:sldChg>
      <pc:sldChg chg="modSp add del mod setBg">
        <pc:chgData name="Erwah Al Bataineh" userId="b400c1d921f65d71" providerId="LiveId" clId="{FBCE97CB-B34D-43B3-9559-6739EF063F22}" dt="2022-10-28T19:15:04.049" v="346" actId="20577"/>
        <pc:sldMkLst>
          <pc:docMk/>
          <pc:sldMk cId="1528942578" sldId="291"/>
        </pc:sldMkLst>
        <pc:spChg chg="mod">
          <ac:chgData name="Erwah Al Bataineh" userId="b400c1d921f65d71" providerId="LiveId" clId="{FBCE97CB-B34D-43B3-9559-6739EF063F22}" dt="2022-10-28T19:15:04.049" v="346" actId="20577"/>
          <ac:spMkLst>
            <pc:docMk/>
            <pc:sldMk cId="1528942578" sldId="291"/>
            <ac:spMk id="2" creationId="{D66325B9-AE9E-4B65-BAB3-A178C255C62C}"/>
          </ac:spMkLst>
        </pc:spChg>
        <pc:spChg chg="mod">
          <ac:chgData name="Erwah Al Bataineh" userId="b400c1d921f65d71" providerId="LiveId" clId="{FBCE97CB-B34D-43B3-9559-6739EF063F22}" dt="2022-10-28T19:14:45.895" v="337" actId="1076"/>
          <ac:spMkLst>
            <pc:docMk/>
            <pc:sldMk cId="1528942578" sldId="291"/>
            <ac:spMk id="3" creationId="{19EBE659-C685-4CB3-A6AA-3BE58473C75F}"/>
          </ac:spMkLst>
        </pc:spChg>
      </pc:sldChg>
      <pc:sldChg chg="addSp modSp mod">
        <pc:chgData name="Erwah Al Bataineh" userId="b400c1d921f65d71" providerId="LiveId" clId="{FBCE97CB-B34D-43B3-9559-6739EF063F22}" dt="2022-10-29T14:35:42.341" v="367"/>
        <pc:sldMkLst>
          <pc:docMk/>
          <pc:sldMk cId="2321638391" sldId="292"/>
        </pc:sldMkLst>
        <pc:spChg chg="mod">
          <ac:chgData name="Erwah Al Bataineh" userId="b400c1d921f65d71" providerId="LiveId" clId="{FBCE97CB-B34D-43B3-9559-6739EF063F22}" dt="2022-10-27T14:16:41.312" v="98" actId="20577"/>
          <ac:spMkLst>
            <pc:docMk/>
            <pc:sldMk cId="2321638391" sldId="292"/>
            <ac:spMk id="3" creationId="{2070BDD4-A016-4F84-B7E6-3D4FAED16283}"/>
          </ac:spMkLst>
        </pc:spChg>
        <pc:inkChg chg="add">
          <ac:chgData name="Erwah Al Bataineh" userId="b400c1d921f65d71" providerId="LiveId" clId="{FBCE97CB-B34D-43B3-9559-6739EF063F22}" dt="2022-10-29T14:35:42.341" v="367"/>
          <ac:inkMkLst>
            <pc:docMk/>
            <pc:sldMk cId="2321638391" sldId="292"/>
            <ac:inkMk id="5" creationId="{6E949DD5-825E-ACF8-2462-8802B247A24B}"/>
          </ac:inkMkLst>
        </pc:inkChg>
      </pc:sldChg>
      <pc:sldChg chg="addSp">
        <pc:chgData name="Erwah Al Bataineh" userId="b400c1d921f65d71" providerId="LiveId" clId="{FBCE97CB-B34D-43B3-9559-6739EF063F22}" dt="2022-10-29T14:35:42.341" v="367"/>
        <pc:sldMkLst>
          <pc:docMk/>
          <pc:sldMk cId="191745092" sldId="293"/>
        </pc:sldMkLst>
        <pc:inkChg chg="add">
          <ac:chgData name="Erwah Al Bataineh" userId="b400c1d921f65d71" providerId="LiveId" clId="{FBCE97CB-B34D-43B3-9559-6739EF063F22}" dt="2022-10-29T14:35:42.341" v="367"/>
          <ac:inkMkLst>
            <pc:docMk/>
            <pc:sldMk cId="191745092" sldId="293"/>
            <ac:inkMk id="2" creationId="{3B2ADA11-DB58-6E19-2E50-53F6426B1270}"/>
          </ac:inkMkLst>
        </pc:inkChg>
      </pc:sldChg>
      <pc:sldChg chg="addSp">
        <pc:chgData name="Erwah Al Bataineh" userId="b400c1d921f65d71" providerId="LiveId" clId="{FBCE97CB-B34D-43B3-9559-6739EF063F22}" dt="2022-10-29T14:35:42.341" v="367"/>
        <pc:sldMkLst>
          <pc:docMk/>
          <pc:sldMk cId="2529683021" sldId="294"/>
        </pc:sldMkLst>
        <pc:inkChg chg="add">
          <ac:chgData name="Erwah Al Bataineh" userId="b400c1d921f65d71" providerId="LiveId" clId="{FBCE97CB-B34D-43B3-9559-6739EF063F22}" dt="2022-10-29T14:35:42.341" v="367"/>
          <ac:inkMkLst>
            <pc:docMk/>
            <pc:sldMk cId="2529683021" sldId="294"/>
            <ac:inkMk id="2" creationId="{CF457850-048E-714B-ECC3-EF31A8F8CEC0}"/>
          </ac:inkMkLst>
        </pc:inkChg>
      </pc:sldChg>
      <pc:sldChg chg="modSp mod">
        <pc:chgData name="Erwah Al Bataineh" userId="b400c1d921f65d71" providerId="LiveId" clId="{FBCE97CB-B34D-43B3-9559-6739EF063F22}" dt="2022-10-28T19:12:15.385" v="296" actId="14100"/>
        <pc:sldMkLst>
          <pc:docMk/>
          <pc:sldMk cId="3825073545" sldId="302"/>
        </pc:sldMkLst>
        <pc:spChg chg="mod">
          <ac:chgData name="Erwah Al Bataineh" userId="b400c1d921f65d71" providerId="LiveId" clId="{FBCE97CB-B34D-43B3-9559-6739EF063F22}" dt="2022-10-28T19:12:15.385" v="296" actId="14100"/>
          <ac:spMkLst>
            <pc:docMk/>
            <pc:sldMk cId="3825073545" sldId="302"/>
            <ac:spMk id="3" creationId="{DDE6D15C-DA2C-4DD5-AD21-03B69C08026D}"/>
          </ac:spMkLst>
        </pc:spChg>
        <pc:picChg chg="mod">
          <ac:chgData name="Erwah Al Bataineh" userId="b400c1d921f65d71" providerId="LiveId" clId="{FBCE97CB-B34D-43B3-9559-6739EF063F22}" dt="2022-10-28T19:12:09.174" v="295" actId="1076"/>
          <ac:picMkLst>
            <pc:docMk/>
            <pc:sldMk cId="3825073545" sldId="302"/>
            <ac:picMk id="5" creationId="{99326B57-1D7C-4E84-949E-92145DF44F80}"/>
          </ac:picMkLst>
        </pc:picChg>
        <pc:picChg chg="mod">
          <ac:chgData name="Erwah Al Bataineh" userId="b400c1d921f65d71" providerId="LiveId" clId="{FBCE97CB-B34D-43B3-9559-6739EF063F22}" dt="2022-10-28T19:12:06.314" v="294" actId="1076"/>
          <ac:picMkLst>
            <pc:docMk/>
            <pc:sldMk cId="3825073545" sldId="302"/>
            <ac:picMk id="7" creationId="{E512FE23-D490-4E19-9565-45EF888B4F9C}"/>
          </ac:picMkLst>
        </pc:picChg>
      </pc:sldChg>
      <pc:sldChg chg="ord">
        <pc:chgData name="Erwah Al Bataineh" userId="b400c1d921f65d71" providerId="LiveId" clId="{FBCE97CB-B34D-43B3-9559-6739EF063F22}" dt="2022-10-28T19:11:13.594" v="288"/>
        <pc:sldMkLst>
          <pc:docMk/>
          <pc:sldMk cId="324365298" sldId="306"/>
        </pc:sldMkLst>
      </pc:sldChg>
      <pc:sldChg chg="new del">
        <pc:chgData name="Erwah Al Bataineh" userId="b400c1d921f65d71" providerId="LiveId" clId="{FBCE97CB-B34D-43B3-9559-6739EF063F22}" dt="2022-10-27T14:04:07.946" v="3" actId="47"/>
        <pc:sldMkLst>
          <pc:docMk/>
          <pc:sldMk cId="1478029548" sldId="309"/>
        </pc:sldMkLst>
      </pc:sldChg>
      <pc:sldChg chg="addSp delSp modSp add del mod setBg">
        <pc:chgData name="Erwah Al Bataineh" userId="b400c1d921f65d71" providerId="LiveId" clId="{FBCE97CB-B34D-43B3-9559-6739EF063F22}" dt="2022-10-27T14:12:20.807" v="65" actId="47"/>
        <pc:sldMkLst>
          <pc:docMk/>
          <pc:sldMk cId="0" sldId="340"/>
        </pc:sldMkLst>
        <pc:spChg chg="mod">
          <ac:chgData name="Erwah Al Bataineh" userId="b400c1d921f65d71" providerId="LiveId" clId="{FBCE97CB-B34D-43B3-9559-6739EF063F22}" dt="2022-10-27T14:04:37.183" v="20" actId="14100"/>
          <ac:spMkLst>
            <pc:docMk/>
            <pc:sldMk cId="0" sldId="340"/>
            <ac:spMk id="7" creationId="{4D577900-E26E-C1CB-3977-920F2114A124}"/>
          </ac:spMkLst>
        </pc:spChg>
        <pc:picChg chg="add del mod">
          <ac:chgData name="Erwah Al Bataineh" userId="b400c1d921f65d71" providerId="LiveId" clId="{FBCE97CB-B34D-43B3-9559-6739EF063F22}" dt="2022-10-27T14:12:04.120" v="61" actId="21"/>
          <ac:picMkLst>
            <pc:docMk/>
            <pc:sldMk cId="0" sldId="340"/>
            <ac:picMk id="2" creationId="{A84EFB01-61EC-3C0E-ACF4-CBF25C7E5CD6}"/>
          </ac:picMkLst>
        </pc:picChg>
        <pc:picChg chg="add del mod">
          <ac:chgData name="Erwah Al Bataineh" userId="b400c1d921f65d71" providerId="LiveId" clId="{FBCE97CB-B34D-43B3-9559-6739EF063F22}" dt="2022-10-27T14:12:12" v="63" actId="21"/>
          <ac:picMkLst>
            <pc:docMk/>
            <pc:sldMk cId="0" sldId="340"/>
            <ac:picMk id="1026" creationId="{4DF2E777-3BE6-6EB0-77BE-92E5857BE063}"/>
          </ac:picMkLst>
        </pc:picChg>
        <pc:picChg chg="del">
          <ac:chgData name="Erwah Al Bataineh" userId="b400c1d921f65d71" providerId="LiveId" clId="{FBCE97CB-B34D-43B3-9559-6739EF063F22}" dt="2022-10-27T14:04:39.316" v="21" actId="478"/>
          <ac:picMkLst>
            <pc:docMk/>
            <pc:sldMk cId="0" sldId="340"/>
            <ac:picMk id="2050" creationId="{AC25396C-67AE-0570-6B0B-8F2ECCE32E51}"/>
          </ac:picMkLst>
        </pc:picChg>
      </pc:sldChg>
      <pc:sldChg chg="del">
        <pc:chgData name="Erwah Al Bataineh" userId="b400c1d921f65d71" providerId="LiveId" clId="{FBCE97CB-B34D-43B3-9559-6739EF063F22}" dt="2022-10-27T14:09:18.477" v="37" actId="47"/>
        <pc:sldMkLst>
          <pc:docMk/>
          <pc:sldMk cId="0" sldId="341"/>
        </pc:sldMkLst>
      </pc:sldChg>
      <pc:sldChg chg="new del">
        <pc:chgData name="Erwah Al Bataineh" userId="b400c1d921f65d71" providerId="LiveId" clId="{FBCE97CB-B34D-43B3-9559-6739EF063F22}" dt="2022-10-27T14:13:37.178" v="78" actId="2696"/>
        <pc:sldMkLst>
          <pc:docMk/>
          <pc:sldMk cId="2682384451" sldId="341"/>
        </pc:sldMkLst>
      </pc:sldChg>
      <pc:sldChg chg="addSp delSp modSp mod">
        <pc:chgData name="Erwah Al Bataineh" userId="b400c1d921f65d71" providerId="LiveId" clId="{FBCE97CB-B34D-43B3-9559-6739EF063F22}" dt="2022-10-28T19:13:53.613" v="300" actId="14100"/>
        <pc:sldMkLst>
          <pc:docMk/>
          <pc:sldMk cId="0" sldId="342"/>
        </pc:sldMkLst>
        <pc:spChg chg="mod">
          <ac:chgData name="Erwah Al Bataineh" userId="b400c1d921f65d71" providerId="LiveId" clId="{FBCE97CB-B34D-43B3-9559-6739EF063F22}" dt="2022-10-27T14:13:15.741" v="77" actId="1076"/>
          <ac:spMkLst>
            <pc:docMk/>
            <pc:sldMk cId="0" sldId="342"/>
            <ac:spMk id="3" creationId="{285D83E1-8893-C38B-1E3B-19ACFB05AF60}"/>
          </ac:spMkLst>
        </pc:spChg>
        <pc:spChg chg="mod">
          <ac:chgData name="Erwah Al Bataineh" userId="b400c1d921f65d71" providerId="LiveId" clId="{FBCE97CB-B34D-43B3-9559-6739EF063F22}" dt="2022-10-28T19:13:33.515" v="298" actId="255"/>
          <ac:spMkLst>
            <pc:docMk/>
            <pc:sldMk cId="0" sldId="342"/>
            <ac:spMk id="7" creationId="{4D577900-E26E-C1CB-3977-920F2114A124}"/>
          </ac:spMkLst>
        </pc:spChg>
        <pc:picChg chg="add mod">
          <ac:chgData name="Erwah Al Bataineh" userId="b400c1d921f65d71" providerId="LiveId" clId="{FBCE97CB-B34D-43B3-9559-6739EF063F22}" dt="2022-10-28T19:13:53.613" v="300" actId="14100"/>
          <ac:picMkLst>
            <pc:docMk/>
            <pc:sldMk cId="0" sldId="342"/>
            <ac:picMk id="2" creationId="{47B5765A-79F3-FE87-FABF-D77F9CCEA6E2}"/>
          </ac:picMkLst>
        </pc:picChg>
        <pc:picChg chg="add mod">
          <ac:chgData name="Erwah Al Bataineh" userId="b400c1d921f65d71" providerId="LiveId" clId="{FBCE97CB-B34D-43B3-9559-6739EF063F22}" dt="2022-10-27T14:12:45.500" v="73" actId="1076"/>
          <ac:picMkLst>
            <pc:docMk/>
            <pc:sldMk cId="0" sldId="342"/>
            <ac:picMk id="4" creationId="{BD738AB0-1D60-ED7C-A454-7497D160AABB}"/>
          </ac:picMkLst>
        </pc:picChg>
        <pc:picChg chg="del">
          <ac:chgData name="Erwah Al Bataineh" userId="b400c1d921f65d71" providerId="LiveId" clId="{FBCE97CB-B34D-43B3-9559-6739EF063F22}" dt="2022-10-27T14:11:55.509" v="60" actId="478"/>
          <ac:picMkLst>
            <pc:docMk/>
            <pc:sldMk cId="0" sldId="342"/>
            <ac:picMk id="2050" creationId="{AC25396C-67AE-0570-6B0B-8F2ECCE32E51}"/>
          </ac:picMkLst>
        </pc:picChg>
      </pc:sldChg>
      <pc:sldMasterChg chg="setBg modSldLayout">
        <pc:chgData name="Erwah Al Bataineh" userId="b400c1d921f65d71" providerId="LiveId" clId="{FBCE97CB-B34D-43B3-9559-6739EF063F22}" dt="2022-10-27T14:10:46.029" v="40"/>
        <pc:sldMasterMkLst>
          <pc:docMk/>
          <pc:sldMasterMk cId="1706643096" sldId="2147483924"/>
        </pc:sldMasterMkLst>
        <pc:sldLayoutChg chg="setBg">
          <pc:chgData name="Erwah Al Bataineh" userId="b400c1d921f65d71" providerId="LiveId" clId="{FBCE97CB-B34D-43B3-9559-6739EF063F22}" dt="2022-10-27T14:10:46.029" v="40"/>
          <pc:sldLayoutMkLst>
            <pc:docMk/>
            <pc:sldMasterMk cId="1706643096" sldId="2147483924"/>
            <pc:sldLayoutMk cId="4050906690" sldId="2147483925"/>
          </pc:sldLayoutMkLst>
        </pc:sldLayoutChg>
        <pc:sldLayoutChg chg="setBg">
          <pc:chgData name="Erwah Al Bataineh" userId="b400c1d921f65d71" providerId="LiveId" clId="{FBCE97CB-B34D-43B3-9559-6739EF063F22}" dt="2022-10-27T14:10:46.029" v="40"/>
          <pc:sldLayoutMkLst>
            <pc:docMk/>
            <pc:sldMasterMk cId="1706643096" sldId="2147483924"/>
            <pc:sldLayoutMk cId="3858539653" sldId="2147483926"/>
          </pc:sldLayoutMkLst>
        </pc:sldLayoutChg>
        <pc:sldLayoutChg chg="setBg">
          <pc:chgData name="Erwah Al Bataineh" userId="b400c1d921f65d71" providerId="LiveId" clId="{FBCE97CB-B34D-43B3-9559-6739EF063F22}" dt="2022-10-27T14:10:46.029" v="40"/>
          <pc:sldLayoutMkLst>
            <pc:docMk/>
            <pc:sldMasterMk cId="1706643096" sldId="2147483924"/>
            <pc:sldLayoutMk cId="4025624649" sldId="2147483927"/>
          </pc:sldLayoutMkLst>
        </pc:sldLayoutChg>
        <pc:sldLayoutChg chg="setBg">
          <pc:chgData name="Erwah Al Bataineh" userId="b400c1d921f65d71" providerId="LiveId" clId="{FBCE97CB-B34D-43B3-9559-6739EF063F22}" dt="2022-10-27T14:10:46.029" v="40"/>
          <pc:sldLayoutMkLst>
            <pc:docMk/>
            <pc:sldMasterMk cId="1706643096" sldId="2147483924"/>
            <pc:sldLayoutMk cId="1499983035" sldId="2147483928"/>
          </pc:sldLayoutMkLst>
        </pc:sldLayoutChg>
        <pc:sldLayoutChg chg="setBg">
          <pc:chgData name="Erwah Al Bataineh" userId="b400c1d921f65d71" providerId="LiveId" clId="{FBCE97CB-B34D-43B3-9559-6739EF063F22}" dt="2022-10-27T14:10:46.029" v="40"/>
          <pc:sldLayoutMkLst>
            <pc:docMk/>
            <pc:sldMasterMk cId="1706643096" sldId="2147483924"/>
            <pc:sldLayoutMk cId="1638305547" sldId="2147483929"/>
          </pc:sldLayoutMkLst>
        </pc:sldLayoutChg>
        <pc:sldLayoutChg chg="setBg">
          <pc:chgData name="Erwah Al Bataineh" userId="b400c1d921f65d71" providerId="LiveId" clId="{FBCE97CB-B34D-43B3-9559-6739EF063F22}" dt="2022-10-27T14:10:46.029" v="40"/>
          <pc:sldLayoutMkLst>
            <pc:docMk/>
            <pc:sldMasterMk cId="1706643096" sldId="2147483924"/>
            <pc:sldLayoutMk cId="1574392864" sldId="2147483930"/>
          </pc:sldLayoutMkLst>
        </pc:sldLayoutChg>
        <pc:sldLayoutChg chg="setBg">
          <pc:chgData name="Erwah Al Bataineh" userId="b400c1d921f65d71" providerId="LiveId" clId="{FBCE97CB-B34D-43B3-9559-6739EF063F22}" dt="2022-10-27T14:10:46.029" v="40"/>
          <pc:sldLayoutMkLst>
            <pc:docMk/>
            <pc:sldMasterMk cId="1706643096" sldId="2147483924"/>
            <pc:sldLayoutMk cId="3050538615" sldId="2147483931"/>
          </pc:sldLayoutMkLst>
        </pc:sldLayoutChg>
        <pc:sldLayoutChg chg="setBg">
          <pc:chgData name="Erwah Al Bataineh" userId="b400c1d921f65d71" providerId="LiveId" clId="{FBCE97CB-B34D-43B3-9559-6739EF063F22}" dt="2022-10-27T14:10:46.029" v="40"/>
          <pc:sldLayoutMkLst>
            <pc:docMk/>
            <pc:sldMasterMk cId="1706643096" sldId="2147483924"/>
            <pc:sldLayoutMk cId="1174987391" sldId="2147483932"/>
          </pc:sldLayoutMkLst>
        </pc:sldLayoutChg>
        <pc:sldLayoutChg chg="setBg">
          <pc:chgData name="Erwah Al Bataineh" userId="b400c1d921f65d71" providerId="LiveId" clId="{FBCE97CB-B34D-43B3-9559-6739EF063F22}" dt="2022-10-27T14:10:46.029" v="40"/>
          <pc:sldLayoutMkLst>
            <pc:docMk/>
            <pc:sldMasterMk cId="1706643096" sldId="2147483924"/>
            <pc:sldLayoutMk cId="4077509635" sldId="2147483933"/>
          </pc:sldLayoutMkLst>
        </pc:sldLayoutChg>
        <pc:sldLayoutChg chg="setBg">
          <pc:chgData name="Erwah Al Bataineh" userId="b400c1d921f65d71" providerId="LiveId" clId="{FBCE97CB-B34D-43B3-9559-6739EF063F22}" dt="2022-10-27T14:10:46.029" v="40"/>
          <pc:sldLayoutMkLst>
            <pc:docMk/>
            <pc:sldMasterMk cId="1706643096" sldId="2147483924"/>
            <pc:sldLayoutMk cId="829573274" sldId="2147483934"/>
          </pc:sldLayoutMkLst>
        </pc:sldLayoutChg>
        <pc:sldLayoutChg chg="setBg">
          <pc:chgData name="Erwah Al Bataineh" userId="b400c1d921f65d71" providerId="LiveId" clId="{FBCE97CB-B34D-43B3-9559-6739EF063F22}" dt="2022-10-27T14:10:46.029" v="40"/>
          <pc:sldLayoutMkLst>
            <pc:docMk/>
            <pc:sldMasterMk cId="1706643096" sldId="2147483924"/>
            <pc:sldLayoutMk cId="2340393889" sldId="2147483935"/>
          </pc:sldLayoutMkLst>
        </pc:sldLayoutChg>
        <pc:sldLayoutChg chg="setBg">
          <pc:chgData name="Erwah Al Bataineh" userId="b400c1d921f65d71" providerId="LiveId" clId="{FBCE97CB-B34D-43B3-9559-6739EF063F22}" dt="2022-10-27T14:10:46.029" v="40"/>
          <pc:sldLayoutMkLst>
            <pc:docMk/>
            <pc:sldMasterMk cId="1706643096" sldId="2147483924"/>
            <pc:sldLayoutMk cId="482560414" sldId="2147483936"/>
          </pc:sldLayoutMkLst>
        </pc:sldLayoutChg>
        <pc:sldLayoutChg chg="setBg">
          <pc:chgData name="Erwah Al Bataineh" userId="b400c1d921f65d71" providerId="LiveId" clId="{FBCE97CB-B34D-43B3-9559-6739EF063F22}" dt="2022-10-27T14:10:46.029" v="40"/>
          <pc:sldLayoutMkLst>
            <pc:docMk/>
            <pc:sldMasterMk cId="1706643096" sldId="2147483924"/>
            <pc:sldLayoutMk cId="3297762656" sldId="2147483937"/>
          </pc:sldLayoutMkLst>
        </pc:sldLayoutChg>
        <pc:sldLayoutChg chg="setBg">
          <pc:chgData name="Erwah Al Bataineh" userId="b400c1d921f65d71" providerId="LiveId" clId="{FBCE97CB-B34D-43B3-9559-6739EF063F22}" dt="2022-10-27T14:10:46.029" v="40"/>
          <pc:sldLayoutMkLst>
            <pc:docMk/>
            <pc:sldMasterMk cId="1706643096" sldId="2147483924"/>
            <pc:sldLayoutMk cId="102292870" sldId="2147483938"/>
          </pc:sldLayoutMkLst>
        </pc:sldLayoutChg>
        <pc:sldLayoutChg chg="setBg">
          <pc:chgData name="Erwah Al Bataineh" userId="b400c1d921f65d71" providerId="LiveId" clId="{FBCE97CB-B34D-43B3-9559-6739EF063F22}" dt="2022-10-27T14:10:46.029" v="40"/>
          <pc:sldLayoutMkLst>
            <pc:docMk/>
            <pc:sldMasterMk cId="1706643096" sldId="2147483924"/>
            <pc:sldLayoutMk cId="185758197" sldId="2147483939"/>
          </pc:sldLayoutMkLst>
        </pc:sldLayoutChg>
        <pc:sldLayoutChg chg="setBg">
          <pc:chgData name="Erwah Al Bataineh" userId="b400c1d921f65d71" providerId="LiveId" clId="{FBCE97CB-B34D-43B3-9559-6739EF063F22}" dt="2022-10-27T14:10:46.029" v="40"/>
          <pc:sldLayoutMkLst>
            <pc:docMk/>
            <pc:sldMasterMk cId="1706643096" sldId="2147483924"/>
            <pc:sldLayoutMk cId="2546433083" sldId="2147483940"/>
          </pc:sldLayoutMkLst>
        </pc:sldLayoutChg>
        <pc:sldLayoutChg chg="setBg">
          <pc:chgData name="Erwah Al Bataineh" userId="b400c1d921f65d71" providerId="LiveId" clId="{FBCE97CB-B34D-43B3-9559-6739EF063F22}" dt="2022-10-27T14:10:46.029" v="40"/>
          <pc:sldLayoutMkLst>
            <pc:docMk/>
            <pc:sldMasterMk cId="1706643096" sldId="2147483924"/>
            <pc:sldLayoutMk cId="1072235491" sldId="2147483941"/>
          </pc:sldLayoutMkLst>
        </pc:sldLayoutChg>
      </pc:sldMasterChg>
    </pc:docChg>
  </pc:docChgLst>
  <pc:docChgLst>
    <pc:chgData name="Erwah Al Bataineh" userId="b400c1d921f65d71" providerId="LiveId" clId="{D0D7F861-27D6-4A9C-821E-4C1288E17B13}"/>
    <pc:docChg chg="modSld">
      <pc:chgData name="Erwah Al Bataineh" userId="b400c1d921f65d71" providerId="LiveId" clId="{D0D7F861-27D6-4A9C-821E-4C1288E17B13}" dt="2022-10-25T09:53:34.147" v="2" actId="1076"/>
      <pc:docMkLst>
        <pc:docMk/>
      </pc:docMkLst>
      <pc:sldChg chg="modSp mod">
        <pc:chgData name="Erwah Al Bataineh" userId="b400c1d921f65d71" providerId="LiveId" clId="{D0D7F861-27D6-4A9C-821E-4C1288E17B13}" dt="2022-10-25T09:53:34.147" v="2" actId="1076"/>
        <pc:sldMkLst>
          <pc:docMk/>
          <pc:sldMk cId="3825073545" sldId="302"/>
        </pc:sldMkLst>
        <pc:picChg chg="mod">
          <ac:chgData name="Erwah Al Bataineh" userId="b400c1d921f65d71" providerId="LiveId" clId="{D0D7F861-27D6-4A9C-821E-4C1288E17B13}" dt="2022-10-25T09:53:34.147" v="2" actId="1076"/>
          <ac:picMkLst>
            <pc:docMk/>
            <pc:sldMk cId="3825073545" sldId="302"/>
            <ac:picMk id="9" creationId="{BAA9ECD8-D3E1-4982-99A8-03282950F3C0}"/>
          </ac:picMkLst>
        </pc:picChg>
      </pc:sldChg>
    </pc:docChg>
  </pc:docChgLst>
  <pc:docChgLst>
    <pc:chgData name="Erwah Al Bataineh" userId="b400c1d921f65d71" providerId="LiveId" clId="{671D424E-8A70-4528-9459-5D4B57B27E3B}"/>
    <pc:docChg chg="undo custSel delSld modSld">
      <pc:chgData name="Erwah Al Bataineh" userId="b400c1d921f65d71" providerId="LiveId" clId="{671D424E-8A70-4528-9459-5D4B57B27E3B}" dt="2023-03-13T18:11:52.737" v="48" actId="1076"/>
      <pc:docMkLst>
        <pc:docMk/>
      </pc:docMkLst>
      <pc:sldChg chg="del">
        <pc:chgData name="Erwah Al Bataineh" userId="b400c1d921f65d71" providerId="LiveId" clId="{671D424E-8A70-4528-9459-5D4B57B27E3B}" dt="2023-03-13T18:07:32.848" v="7" actId="47"/>
        <pc:sldMkLst>
          <pc:docMk/>
          <pc:sldMk cId="0" sldId="257"/>
        </pc:sldMkLst>
      </pc:sldChg>
      <pc:sldChg chg="addSp delSp modSp mod">
        <pc:chgData name="Erwah Al Bataineh" userId="b400c1d921f65d71" providerId="LiveId" clId="{671D424E-8A70-4528-9459-5D4B57B27E3B}" dt="2023-03-13T18:08:13.805" v="21" actId="478"/>
        <pc:sldMkLst>
          <pc:docMk/>
          <pc:sldMk cId="0" sldId="258"/>
        </pc:sldMkLst>
        <pc:spChg chg="add del">
          <ac:chgData name="Erwah Al Bataineh" userId="b400c1d921f65d71" providerId="LiveId" clId="{671D424E-8A70-4528-9459-5D4B57B27E3B}" dt="2023-03-13T18:08:13.805" v="21" actId="478"/>
          <ac:spMkLst>
            <pc:docMk/>
            <pc:sldMk cId="0" sldId="258"/>
            <ac:spMk id="19" creationId="{1F9C466D-D146-4E62-BBCB-09217042663F}"/>
          </ac:spMkLst>
        </pc:spChg>
        <pc:spChg chg="add del">
          <ac:chgData name="Erwah Al Bataineh" userId="b400c1d921f65d71" providerId="LiveId" clId="{671D424E-8A70-4528-9459-5D4B57B27E3B}" dt="2023-03-13T18:07:54.091" v="11" actId="478"/>
          <ac:spMkLst>
            <pc:docMk/>
            <pc:sldMk cId="0" sldId="258"/>
            <ac:spMk id="27" creationId="{C5BCB4C8-0782-40CE-A578-6A1471E8622F}"/>
          </ac:spMkLst>
        </pc:spChg>
        <pc:spChg chg="add del">
          <ac:chgData name="Erwah Al Bataineh" userId="b400c1d921f65d71" providerId="LiveId" clId="{671D424E-8A70-4528-9459-5D4B57B27E3B}" dt="2023-03-13T18:07:57.945" v="14" actId="478"/>
          <ac:spMkLst>
            <pc:docMk/>
            <pc:sldMk cId="0" sldId="258"/>
            <ac:spMk id="33" creationId="{6B7D5C60-0FB1-4449-9606-A016673B689E}"/>
          </ac:spMkLst>
        </pc:spChg>
        <pc:spChg chg="add del">
          <ac:chgData name="Erwah Al Bataineh" userId="b400c1d921f65d71" providerId="LiveId" clId="{671D424E-8A70-4528-9459-5D4B57B27E3B}" dt="2023-03-13T18:08:00.725" v="16" actId="478"/>
          <ac:spMkLst>
            <pc:docMk/>
            <pc:sldMk cId="0" sldId="258"/>
            <ac:spMk id="39" creationId="{DC30B69A-3FFF-4D6E-9FBB-E9023452E258}"/>
          </ac:spMkLst>
        </pc:spChg>
        <pc:spChg chg="add del">
          <ac:chgData name="Erwah Al Bataineh" userId="b400c1d921f65d71" providerId="LiveId" clId="{671D424E-8A70-4528-9459-5D4B57B27E3B}" dt="2023-03-13T18:08:01.934" v="17" actId="478"/>
          <ac:spMkLst>
            <pc:docMk/>
            <pc:sldMk cId="0" sldId="258"/>
            <ac:spMk id="45" creationId="{C7BE6306-F177-4095-9A0E-2CDBC8929CD1}"/>
          </ac:spMkLst>
        </pc:spChg>
        <pc:spChg chg="add del">
          <ac:chgData name="Erwah Al Bataineh" userId="b400c1d921f65d71" providerId="LiveId" clId="{671D424E-8A70-4528-9459-5D4B57B27E3B}" dt="2023-03-13T18:07:59.587" v="15" actId="478"/>
          <ac:spMkLst>
            <pc:docMk/>
            <pc:sldMk cId="0" sldId="258"/>
            <ac:spMk id="51" creationId="{47F0EA27-97B6-4C83-8891-864598C0E7E1}"/>
          </ac:spMkLst>
        </pc:spChg>
        <pc:spChg chg="add del">
          <ac:chgData name="Erwah Al Bataineh" userId="b400c1d921f65d71" providerId="LiveId" clId="{671D424E-8A70-4528-9459-5D4B57B27E3B}" dt="2023-03-13T18:08:04.219" v="19" actId="478"/>
          <ac:spMkLst>
            <pc:docMk/>
            <pc:sldMk cId="0" sldId="258"/>
            <ac:spMk id="57" creationId="{EEA75C8D-4F7B-440D-9050-41AB015F5636}"/>
          </ac:spMkLst>
        </pc:spChg>
        <pc:spChg chg="add del">
          <ac:chgData name="Erwah Al Bataineh" userId="b400c1d921f65d71" providerId="LiveId" clId="{671D424E-8A70-4528-9459-5D4B57B27E3B}" dt="2023-03-13T18:08:03.175" v="18" actId="478"/>
          <ac:spMkLst>
            <pc:docMk/>
            <pc:sldMk cId="0" sldId="258"/>
            <ac:spMk id="63" creationId="{73C102EE-A679-4FED-BE67-00F10E5CDBF0}"/>
          </ac:spMkLst>
        </pc:spChg>
        <pc:inkChg chg="add del mod">
          <ac:chgData name="Erwah Al Bataineh" userId="b400c1d921f65d71" providerId="LiveId" clId="{671D424E-8A70-4528-9459-5D4B57B27E3B}" dt="2023-03-13T18:08:06.496" v="20" actId="478"/>
          <ac:inkMkLst>
            <pc:docMk/>
            <pc:sldMk cId="0" sldId="258"/>
            <ac:inkMk id="4" creationId="{CFC9B669-7577-BF19-4D0F-44F0324450C5}"/>
          </ac:inkMkLst>
        </pc:inkChg>
        <pc:cxnChg chg="add del mod">
          <ac:chgData name="Erwah Al Bataineh" userId="b400c1d921f65d71" providerId="LiveId" clId="{671D424E-8A70-4528-9459-5D4B57B27E3B}" dt="2023-03-13T18:07:56.694" v="13" actId="478"/>
          <ac:cxnSpMkLst>
            <pc:docMk/>
            <pc:sldMk cId="0" sldId="258"/>
            <ac:cxnSpMk id="69" creationId="{5BFE253D-49F8-4CA1-9056-27993635E3C5}"/>
          </ac:cxnSpMkLst>
        </pc:cxnChg>
        <pc:cxnChg chg="add del mod">
          <ac:chgData name="Erwah Al Bataineh" userId="b400c1d921f65d71" providerId="LiveId" clId="{671D424E-8A70-4528-9459-5D4B57B27E3B}" dt="2023-03-13T18:07:55.598" v="12" actId="478"/>
          <ac:cxnSpMkLst>
            <pc:docMk/>
            <pc:sldMk cId="0" sldId="258"/>
            <ac:cxnSpMk id="75" creationId="{B2CCEA75-FBE5-491E-8571-820B1545FED0}"/>
          </ac:cxnSpMkLst>
        </pc:cxnChg>
        <pc:cxnChg chg="add del mod">
          <ac:chgData name="Erwah Al Bataineh" userId="b400c1d921f65d71" providerId="LiveId" clId="{671D424E-8A70-4528-9459-5D4B57B27E3B}" dt="2023-03-13T18:07:51.690" v="10" actId="478"/>
          <ac:cxnSpMkLst>
            <pc:docMk/>
            <pc:sldMk cId="0" sldId="258"/>
            <ac:cxnSpMk id="81" creationId="{DAF6A321-2807-43A4-98D8-E5DB2BDED050}"/>
          </ac:cxnSpMkLst>
        </pc:cxnChg>
      </pc:sldChg>
      <pc:sldChg chg="delSp modSp mod">
        <pc:chgData name="Erwah Al Bataineh" userId="b400c1d921f65d71" providerId="LiveId" clId="{671D424E-8A70-4528-9459-5D4B57B27E3B}" dt="2023-03-13T18:08:44.078" v="23" actId="1076"/>
        <pc:sldMkLst>
          <pc:docMk/>
          <pc:sldMk cId="0" sldId="259"/>
        </pc:sldMkLst>
        <pc:spChg chg="mod">
          <ac:chgData name="Erwah Al Bataineh" userId="b400c1d921f65d71" providerId="LiveId" clId="{671D424E-8A70-4528-9459-5D4B57B27E3B}" dt="2023-03-13T18:08:44.078" v="23" actId="1076"/>
          <ac:spMkLst>
            <pc:docMk/>
            <pc:sldMk cId="0" sldId="259"/>
            <ac:spMk id="3" creationId="{00000000-0000-0000-0000-000000000000}"/>
          </ac:spMkLst>
        </pc:spChg>
        <pc:inkChg chg="del">
          <ac:chgData name="Erwah Al Bataineh" userId="b400c1d921f65d71" providerId="LiveId" clId="{671D424E-8A70-4528-9459-5D4B57B27E3B}" dt="2023-03-13T18:08:41.397" v="22" actId="478"/>
          <ac:inkMkLst>
            <pc:docMk/>
            <pc:sldMk cId="0" sldId="259"/>
            <ac:inkMk id="2" creationId="{16C4ECBA-6757-2AD4-4348-7886CC0132B5}"/>
          </ac:inkMkLst>
        </pc:inkChg>
      </pc:sldChg>
      <pc:sldChg chg="delSp mod">
        <pc:chgData name="Erwah Al Bataineh" userId="b400c1d921f65d71" providerId="LiveId" clId="{671D424E-8A70-4528-9459-5D4B57B27E3B}" dt="2023-03-13T18:08:55.891" v="24" actId="478"/>
        <pc:sldMkLst>
          <pc:docMk/>
          <pc:sldMk cId="0" sldId="262"/>
        </pc:sldMkLst>
        <pc:inkChg chg="del">
          <ac:chgData name="Erwah Al Bataineh" userId="b400c1d921f65d71" providerId="LiveId" clId="{671D424E-8A70-4528-9459-5D4B57B27E3B}" dt="2023-03-13T18:08:55.891" v="24" actId="478"/>
          <ac:inkMkLst>
            <pc:docMk/>
            <pc:sldMk cId="0" sldId="262"/>
            <ac:inkMk id="4" creationId="{A73FAB55-286B-F9C4-EF53-79E3086ECB25}"/>
          </ac:inkMkLst>
        </pc:inkChg>
      </pc:sldChg>
      <pc:sldChg chg="delSp mod">
        <pc:chgData name="Erwah Al Bataineh" userId="b400c1d921f65d71" providerId="LiveId" clId="{671D424E-8A70-4528-9459-5D4B57B27E3B}" dt="2023-03-13T18:09:03.107" v="25" actId="478"/>
        <pc:sldMkLst>
          <pc:docMk/>
          <pc:sldMk cId="0" sldId="263"/>
        </pc:sldMkLst>
        <pc:inkChg chg="del">
          <ac:chgData name="Erwah Al Bataineh" userId="b400c1d921f65d71" providerId="LiveId" clId="{671D424E-8A70-4528-9459-5D4B57B27E3B}" dt="2023-03-13T18:09:03.107" v="25" actId="478"/>
          <ac:inkMkLst>
            <pc:docMk/>
            <pc:sldMk cId="0" sldId="263"/>
            <ac:inkMk id="4" creationId="{A1922F77-33A8-7AA5-0929-F2F0DB0F6984}"/>
          </ac:inkMkLst>
        </pc:inkChg>
      </pc:sldChg>
      <pc:sldChg chg="delSp mod">
        <pc:chgData name="Erwah Al Bataineh" userId="b400c1d921f65d71" providerId="LiveId" clId="{671D424E-8A70-4528-9459-5D4B57B27E3B}" dt="2023-03-13T18:09:11.931" v="26" actId="478"/>
        <pc:sldMkLst>
          <pc:docMk/>
          <pc:sldMk cId="0" sldId="264"/>
        </pc:sldMkLst>
        <pc:inkChg chg="del">
          <ac:chgData name="Erwah Al Bataineh" userId="b400c1d921f65d71" providerId="LiveId" clId="{671D424E-8A70-4528-9459-5D4B57B27E3B}" dt="2023-03-13T18:09:11.931" v="26" actId="478"/>
          <ac:inkMkLst>
            <pc:docMk/>
            <pc:sldMk cId="0" sldId="264"/>
            <ac:inkMk id="2" creationId="{4C9E8E4B-DA36-AA21-14DF-1A437AC480FF}"/>
          </ac:inkMkLst>
        </pc:inkChg>
      </pc:sldChg>
      <pc:sldChg chg="delSp mod">
        <pc:chgData name="Erwah Al Bataineh" userId="b400c1d921f65d71" providerId="LiveId" clId="{671D424E-8A70-4528-9459-5D4B57B27E3B}" dt="2023-03-13T18:09:16.820" v="27" actId="478"/>
        <pc:sldMkLst>
          <pc:docMk/>
          <pc:sldMk cId="0" sldId="265"/>
        </pc:sldMkLst>
        <pc:inkChg chg="del">
          <ac:chgData name="Erwah Al Bataineh" userId="b400c1d921f65d71" providerId="LiveId" clId="{671D424E-8A70-4528-9459-5D4B57B27E3B}" dt="2023-03-13T18:09:16.820" v="27" actId="478"/>
          <ac:inkMkLst>
            <pc:docMk/>
            <pc:sldMk cId="0" sldId="265"/>
            <ac:inkMk id="4" creationId="{F88EFA3A-F1A2-AB27-459A-9ADF7888030E}"/>
          </ac:inkMkLst>
        </pc:inkChg>
      </pc:sldChg>
      <pc:sldChg chg="delSp mod">
        <pc:chgData name="Erwah Al Bataineh" userId="b400c1d921f65d71" providerId="LiveId" clId="{671D424E-8A70-4528-9459-5D4B57B27E3B}" dt="2023-03-13T18:09:26.721" v="29" actId="478"/>
        <pc:sldMkLst>
          <pc:docMk/>
          <pc:sldMk cId="0" sldId="266"/>
        </pc:sldMkLst>
        <pc:inkChg chg="del">
          <ac:chgData name="Erwah Al Bataineh" userId="b400c1d921f65d71" providerId="LiveId" clId="{671D424E-8A70-4528-9459-5D4B57B27E3B}" dt="2023-03-13T18:09:26.721" v="29" actId="478"/>
          <ac:inkMkLst>
            <pc:docMk/>
            <pc:sldMk cId="0" sldId="266"/>
            <ac:inkMk id="4" creationId="{81956D36-C781-B447-EAE3-3F094B24D966}"/>
          </ac:inkMkLst>
        </pc:inkChg>
      </pc:sldChg>
      <pc:sldChg chg="delSp mod">
        <pc:chgData name="Erwah Al Bataineh" userId="b400c1d921f65d71" providerId="LiveId" clId="{671D424E-8A70-4528-9459-5D4B57B27E3B}" dt="2023-03-13T18:09:32.922" v="30" actId="478"/>
        <pc:sldMkLst>
          <pc:docMk/>
          <pc:sldMk cId="0" sldId="267"/>
        </pc:sldMkLst>
        <pc:inkChg chg="del">
          <ac:chgData name="Erwah Al Bataineh" userId="b400c1d921f65d71" providerId="LiveId" clId="{671D424E-8A70-4528-9459-5D4B57B27E3B}" dt="2023-03-13T18:09:32.922" v="30" actId="478"/>
          <ac:inkMkLst>
            <pc:docMk/>
            <pc:sldMk cId="0" sldId="267"/>
            <ac:inkMk id="4" creationId="{74C8F2CB-D31D-5F11-9756-D193AF4D6D18}"/>
          </ac:inkMkLst>
        </pc:inkChg>
      </pc:sldChg>
      <pc:sldChg chg="delSp modSp mod">
        <pc:chgData name="Erwah Al Bataineh" userId="b400c1d921f65d71" providerId="LiveId" clId="{671D424E-8A70-4528-9459-5D4B57B27E3B}" dt="2023-03-13T18:09:37.406" v="32" actId="478"/>
        <pc:sldMkLst>
          <pc:docMk/>
          <pc:sldMk cId="0" sldId="268"/>
        </pc:sldMkLst>
        <pc:inkChg chg="del mod">
          <ac:chgData name="Erwah Al Bataineh" userId="b400c1d921f65d71" providerId="LiveId" clId="{671D424E-8A70-4528-9459-5D4B57B27E3B}" dt="2023-03-13T18:09:37.406" v="32" actId="478"/>
          <ac:inkMkLst>
            <pc:docMk/>
            <pc:sldMk cId="0" sldId="268"/>
            <ac:inkMk id="5" creationId="{681EE4E9-0830-8B5A-0549-E33138646C88}"/>
          </ac:inkMkLst>
        </pc:inkChg>
      </pc:sldChg>
      <pc:sldChg chg="delSp mod">
        <pc:chgData name="Erwah Al Bataineh" userId="b400c1d921f65d71" providerId="LiveId" clId="{671D424E-8A70-4528-9459-5D4B57B27E3B}" dt="2023-03-13T18:09:43.743" v="33" actId="478"/>
        <pc:sldMkLst>
          <pc:docMk/>
          <pc:sldMk cId="0" sldId="269"/>
        </pc:sldMkLst>
        <pc:inkChg chg="del">
          <ac:chgData name="Erwah Al Bataineh" userId="b400c1d921f65d71" providerId="LiveId" clId="{671D424E-8A70-4528-9459-5D4B57B27E3B}" dt="2023-03-13T18:09:43.743" v="33" actId="478"/>
          <ac:inkMkLst>
            <pc:docMk/>
            <pc:sldMk cId="0" sldId="269"/>
            <ac:inkMk id="5" creationId="{83C976E8-652E-B7A2-3EEE-D763F57DD8B6}"/>
          </ac:inkMkLst>
        </pc:inkChg>
      </pc:sldChg>
      <pc:sldChg chg="delSp mod">
        <pc:chgData name="Erwah Al Bataineh" userId="b400c1d921f65d71" providerId="LiveId" clId="{671D424E-8A70-4528-9459-5D4B57B27E3B}" dt="2023-03-13T18:10:12.878" v="42" actId="478"/>
        <pc:sldMkLst>
          <pc:docMk/>
          <pc:sldMk cId="0" sldId="270"/>
        </pc:sldMkLst>
        <pc:inkChg chg="del">
          <ac:chgData name="Erwah Al Bataineh" userId="b400c1d921f65d71" providerId="LiveId" clId="{671D424E-8A70-4528-9459-5D4B57B27E3B}" dt="2023-03-13T18:10:12.878" v="42" actId="478"/>
          <ac:inkMkLst>
            <pc:docMk/>
            <pc:sldMk cId="0" sldId="270"/>
            <ac:inkMk id="4" creationId="{F107F670-ACD0-AA7B-AE9B-68A3E568FB80}"/>
          </ac:inkMkLst>
        </pc:inkChg>
      </pc:sldChg>
      <pc:sldChg chg="delSp mod">
        <pc:chgData name="Erwah Al Bataineh" userId="b400c1d921f65d71" providerId="LiveId" clId="{671D424E-8A70-4528-9459-5D4B57B27E3B}" dt="2023-03-13T18:09:22.171" v="28" actId="478"/>
        <pc:sldMkLst>
          <pc:docMk/>
          <pc:sldMk cId="0" sldId="275"/>
        </pc:sldMkLst>
        <pc:inkChg chg="del">
          <ac:chgData name="Erwah Al Bataineh" userId="b400c1d921f65d71" providerId="LiveId" clId="{671D424E-8A70-4528-9459-5D4B57B27E3B}" dt="2023-03-13T18:09:22.171" v="28" actId="478"/>
          <ac:inkMkLst>
            <pc:docMk/>
            <pc:sldMk cId="0" sldId="275"/>
            <ac:inkMk id="2" creationId="{E728D169-2F1E-FAE0-69D6-34C1E161D989}"/>
          </ac:inkMkLst>
        </pc:inkChg>
      </pc:sldChg>
      <pc:sldChg chg="addSp delSp modSp mod">
        <pc:chgData name="Erwah Al Bataineh" userId="b400c1d921f65d71" providerId="LiveId" clId="{671D424E-8A70-4528-9459-5D4B57B27E3B}" dt="2023-03-13T18:10:08.035" v="41" actId="21"/>
        <pc:sldMkLst>
          <pc:docMk/>
          <pc:sldMk cId="0" sldId="287"/>
        </pc:sldMkLst>
        <pc:spChg chg="add del mod">
          <ac:chgData name="Erwah Al Bataineh" userId="b400c1d921f65d71" providerId="LiveId" clId="{671D424E-8A70-4528-9459-5D4B57B27E3B}" dt="2023-03-13T18:09:51.221" v="35" actId="478"/>
          <ac:spMkLst>
            <pc:docMk/>
            <pc:sldMk cId="0" sldId="287"/>
            <ac:spMk id="4" creationId="{7A6D7E90-3E23-71F9-2067-E29A2987A056}"/>
          </ac:spMkLst>
        </pc:spChg>
        <pc:spChg chg="add del mod">
          <ac:chgData name="Erwah Al Bataineh" userId="b400c1d921f65d71" providerId="LiveId" clId="{671D424E-8A70-4528-9459-5D4B57B27E3B}" dt="2023-03-13T18:10:00.682" v="39" actId="478"/>
          <ac:spMkLst>
            <pc:docMk/>
            <pc:sldMk cId="0" sldId="287"/>
            <ac:spMk id="6" creationId="{33A0F95A-E264-84EF-6366-90FC7F9728BD}"/>
          </ac:spMkLst>
        </pc:spChg>
        <pc:picChg chg="add del">
          <ac:chgData name="Erwah Al Bataineh" userId="b400c1d921f65d71" providerId="LiveId" clId="{671D424E-8A70-4528-9459-5D4B57B27E3B}" dt="2023-03-13T18:10:00.682" v="39" actId="478"/>
          <ac:picMkLst>
            <pc:docMk/>
            <pc:sldMk cId="0" sldId="287"/>
            <ac:picMk id="43010" creationId="{00000000-0000-0000-0000-000000000000}"/>
          </ac:picMkLst>
        </pc:picChg>
        <pc:inkChg chg="add del mod">
          <ac:chgData name="Erwah Al Bataineh" userId="b400c1d921f65d71" providerId="LiveId" clId="{671D424E-8A70-4528-9459-5D4B57B27E3B}" dt="2023-03-13T18:10:08.035" v="41" actId="21"/>
          <ac:inkMkLst>
            <pc:docMk/>
            <pc:sldMk cId="0" sldId="287"/>
            <ac:inkMk id="2" creationId="{FC240F19-FB57-4E36-2C74-4790D52CBCC2}"/>
          </ac:inkMkLst>
        </pc:inkChg>
      </pc:sldChg>
      <pc:sldChg chg="delSp mod">
        <pc:chgData name="Erwah Al Bataineh" userId="b400c1d921f65d71" providerId="LiveId" clId="{671D424E-8A70-4528-9459-5D4B57B27E3B}" dt="2023-03-13T18:07:39.949" v="8" actId="478"/>
        <pc:sldMkLst>
          <pc:docMk/>
          <pc:sldMk cId="2321638391" sldId="292"/>
        </pc:sldMkLst>
        <pc:inkChg chg="del">
          <ac:chgData name="Erwah Al Bataineh" userId="b400c1d921f65d71" providerId="LiveId" clId="{671D424E-8A70-4528-9459-5D4B57B27E3B}" dt="2023-03-13T18:07:39.949" v="8" actId="478"/>
          <ac:inkMkLst>
            <pc:docMk/>
            <pc:sldMk cId="2321638391" sldId="292"/>
            <ac:inkMk id="5" creationId="{6E949DD5-825E-ACF8-2462-8802B247A24B}"/>
          </ac:inkMkLst>
        </pc:inkChg>
      </pc:sldChg>
      <pc:sldChg chg="delSp mod">
        <pc:chgData name="Erwah Al Bataineh" userId="b400c1d921f65d71" providerId="LiveId" clId="{671D424E-8A70-4528-9459-5D4B57B27E3B}" dt="2023-03-13T18:10:16.059" v="43" actId="478"/>
        <pc:sldMkLst>
          <pc:docMk/>
          <pc:sldMk cId="191745092" sldId="293"/>
        </pc:sldMkLst>
        <pc:inkChg chg="del">
          <ac:chgData name="Erwah Al Bataineh" userId="b400c1d921f65d71" providerId="LiveId" clId="{671D424E-8A70-4528-9459-5D4B57B27E3B}" dt="2023-03-13T18:10:16.059" v="43" actId="478"/>
          <ac:inkMkLst>
            <pc:docMk/>
            <pc:sldMk cId="191745092" sldId="293"/>
            <ac:inkMk id="2" creationId="{3B2ADA11-DB58-6E19-2E50-53F6426B1270}"/>
          </ac:inkMkLst>
        </pc:inkChg>
      </pc:sldChg>
      <pc:sldChg chg="delSp mod">
        <pc:chgData name="Erwah Al Bataineh" userId="b400c1d921f65d71" providerId="LiveId" clId="{671D424E-8A70-4528-9459-5D4B57B27E3B}" dt="2023-03-13T18:10:21.037" v="44" actId="478"/>
        <pc:sldMkLst>
          <pc:docMk/>
          <pc:sldMk cId="2529683021" sldId="294"/>
        </pc:sldMkLst>
        <pc:inkChg chg="del">
          <ac:chgData name="Erwah Al Bataineh" userId="b400c1d921f65d71" providerId="LiveId" clId="{671D424E-8A70-4528-9459-5D4B57B27E3B}" dt="2023-03-13T18:10:21.037" v="44" actId="478"/>
          <ac:inkMkLst>
            <pc:docMk/>
            <pc:sldMk cId="2529683021" sldId="294"/>
            <ac:inkMk id="2" creationId="{CF457850-048E-714B-ECC3-EF31A8F8CEC0}"/>
          </ac:inkMkLst>
        </pc:inkChg>
      </pc:sldChg>
      <pc:sldChg chg="addSp delSp modSp mod">
        <pc:chgData name="Erwah Al Bataineh" userId="b400c1d921f65d71" providerId="LiveId" clId="{671D424E-8A70-4528-9459-5D4B57B27E3B}" dt="2023-03-13T18:11:52.737" v="48" actId="1076"/>
        <pc:sldMkLst>
          <pc:docMk/>
          <pc:sldMk cId="3825073545" sldId="302"/>
        </pc:sldMkLst>
        <pc:picChg chg="del">
          <ac:chgData name="Erwah Al Bataineh" userId="b400c1d921f65d71" providerId="LiveId" clId="{671D424E-8A70-4528-9459-5D4B57B27E3B}" dt="2023-03-13T18:11:49.097" v="47" actId="478"/>
          <ac:picMkLst>
            <pc:docMk/>
            <pc:sldMk cId="3825073545" sldId="302"/>
            <ac:picMk id="5" creationId="{99326B57-1D7C-4E84-949E-92145DF44F80}"/>
          </ac:picMkLst>
        </pc:picChg>
        <pc:picChg chg="add mod">
          <ac:chgData name="Erwah Al Bataineh" userId="b400c1d921f65d71" providerId="LiveId" clId="{671D424E-8A70-4528-9459-5D4B57B27E3B}" dt="2023-03-13T18:11:52.737" v="48" actId="1076"/>
          <ac:picMkLst>
            <pc:docMk/>
            <pc:sldMk cId="3825073545" sldId="302"/>
            <ac:picMk id="6" creationId="{0AA669B6-1D89-DDDE-B874-9004044EACA4}"/>
          </ac:picMkLst>
        </pc:picChg>
      </pc:sldChg>
      <pc:sldChg chg="delSp modSp mod">
        <pc:chgData name="Erwah Al Bataineh" userId="b400c1d921f65d71" providerId="LiveId" clId="{671D424E-8A70-4528-9459-5D4B57B27E3B}" dt="2023-03-13T18:07:24.747" v="6" actId="122"/>
        <pc:sldMkLst>
          <pc:docMk/>
          <pc:sldMk cId="0" sldId="343"/>
        </pc:sldMkLst>
        <pc:spChg chg="mod">
          <ac:chgData name="Erwah Al Bataineh" userId="b400c1d921f65d71" providerId="LiveId" clId="{671D424E-8A70-4528-9459-5D4B57B27E3B}" dt="2023-03-13T18:07:24.747" v="6" actId="122"/>
          <ac:spMkLst>
            <pc:docMk/>
            <pc:sldMk cId="0" sldId="343"/>
            <ac:spMk id="3" creationId="{00000000-0000-0000-0000-000000000000}"/>
          </ac:spMkLst>
        </pc:spChg>
        <pc:picChg chg="del">
          <ac:chgData name="Erwah Al Bataineh" userId="b400c1d921f65d71" providerId="LiveId" clId="{671D424E-8A70-4528-9459-5D4B57B27E3B}" dt="2023-03-13T18:06:12.493" v="0" actId="478"/>
          <ac:picMkLst>
            <pc:docMk/>
            <pc:sldMk cId="0" sldId="343"/>
            <ac:picMk id="7" creationId="{29BDF36E-0928-4F70-9C8F-1D2FF93FC93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218FF2-2F70-4DB8-9B66-8E842E199D27}" type="datetimeFigureOut">
              <a:rPr lang="en-US" smtClean="0"/>
              <a:t>3/13/2023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8EEAA1-6D31-437E-B51D-E72B8F5576B9}" type="slidenum">
              <a:rPr lang="en-US" smtClean="0"/>
              <a:t>‹#›</a:t>
            </a:fld>
            <a:endParaRPr lang="en-US"/>
          </a:p>
        </p:txBody>
      </p:sp>
    </p:spTree>
    <p:extLst>
      <p:ext uri="{BB962C8B-B14F-4D97-AF65-F5344CB8AC3E}">
        <p14:creationId xmlns:p14="http://schemas.microsoft.com/office/powerpoint/2010/main" val="447911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8EEAA1-6D31-437E-B51D-E72B8F5576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4638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8EEAA1-6D31-437E-B51D-E72B8F5576B9}" type="slidenum">
              <a:rPr lang="en-US" smtClean="0"/>
              <a:t>20</a:t>
            </a:fld>
            <a:endParaRPr lang="en-US"/>
          </a:p>
        </p:txBody>
      </p:sp>
    </p:spTree>
    <p:extLst>
      <p:ext uri="{BB962C8B-B14F-4D97-AF65-F5344CB8AC3E}">
        <p14:creationId xmlns:p14="http://schemas.microsoft.com/office/powerpoint/2010/main" val="4074651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4F8EEAA1-6D31-437E-B51D-E72B8F5576B9}" type="slidenum">
              <a:rPr lang="en-US" smtClean="0"/>
              <a:t>36</a:t>
            </a:fld>
            <a:endParaRPr lang="en-US"/>
          </a:p>
        </p:txBody>
      </p:sp>
    </p:spTree>
    <p:extLst>
      <p:ext uri="{BB962C8B-B14F-4D97-AF65-F5344CB8AC3E}">
        <p14:creationId xmlns:p14="http://schemas.microsoft.com/office/powerpoint/2010/main" val="2584001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a:xfrm>
            <a:off x="3623733" y="6117336"/>
            <a:ext cx="3609438" cy="365125"/>
          </a:xfrm>
        </p:spPr>
        <p:txBody>
          <a:bodyPr/>
          <a:lstStyle/>
          <a:p>
            <a:endParaRPr lang="ar-JO"/>
          </a:p>
        </p:txBody>
      </p:sp>
      <p:sp>
        <p:nvSpPr>
          <p:cNvPr id="6" name="Slide Number Placeholder 5"/>
          <p:cNvSpPr>
            <a:spLocks noGrp="1"/>
          </p:cNvSpPr>
          <p:nvPr>
            <p:ph type="sldNum" sz="quarter" idx="12"/>
          </p:nvPr>
        </p:nvSpPr>
        <p:spPr>
          <a:xfrm>
            <a:off x="8275320" y="6117336"/>
            <a:ext cx="411480" cy="365125"/>
          </a:xfrm>
        </p:spPr>
        <p:txBody>
          <a:bodyPr/>
          <a:lstStyle/>
          <a:p>
            <a:fld id="{05318856-1126-4C9C-8D2E-2E6D706808BC}" type="slidenum">
              <a:rPr lang="ar-JO" smtClean="0"/>
              <a:pPr/>
              <a:t>‹#›</a:t>
            </a:fld>
            <a:endParaRPr lang="ar-JO"/>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4050906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a:xfrm>
            <a:off x="1972647" y="6108173"/>
            <a:ext cx="5314517" cy="365125"/>
          </a:xfrm>
        </p:spPr>
        <p:txBody>
          <a:bodyPr/>
          <a:lstStyle/>
          <a:p>
            <a:endParaRPr lang="ar-JO"/>
          </a:p>
        </p:txBody>
      </p:sp>
      <p:sp>
        <p:nvSpPr>
          <p:cNvPr id="6" name="Slide Number Placeholder 5"/>
          <p:cNvSpPr>
            <a:spLocks noGrp="1"/>
          </p:cNvSpPr>
          <p:nvPr>
            <p:ph type="sldNum" sz="quarter" idx="12"/>
          </p:nvPr>
        </p:nvSpPr>
        <p:spPr>
          <a:xfrm>
            <a:off x="8258967" y="6108173"/>
            <a:ext cx="427833" cy="365125"/>
          </a:xfrm>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3858539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a:xfrm>
            <a:off x="8273317" y="6116070"/>
            <a:ext cx="413483" cy="365125"/>
          </a:xfrm>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4025624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6" name="Footer Placeholder 5"/>
          <p:cNvSpPr>
            <a:spLocks noGrp="1"/>
          </p:cNvSpPr>
          <p:nvPr>
            <p:ph type="ftr" sz="quarter" idx="11"/>
          </p:nvPr>
        </p:nvSpPr>
        <p:spPr/>
        <p:txBody>
          <a:bodyPr/>
          <a:lstStyle/>
          <a:p>
            <a:endParaRPr lang="ar-JO"/>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499983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8" name="Footer Placeholder 7"/>
          <p:cNvSpPr>
            <a:spLocks noGrp="1"/>
          </p:cNvSpPr>
          <p:nvPr>
            <p:ph type="ftr" sz="quarter" idx="11"/>
          </p:nvPr>
        </p:nvSpPr>
        <p:spPr/>
        <p:txBody>
          <a:bodyPr/>
          <a:lstStyle/>
          <a:p>
            <a:endParaRPr lang="ar-JO"/>
          </a:p>
        </p:txBody>
      </p:sp>
      <p:sp>
        <p:nvSpPr>
          <p:cNvPr id="9" name="Slide Number Placeholder 8"/>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638305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4" name="Footer Placeholder 3"/>
          <p:cNvSpPr>
            <a:spLocks noGrp="1"/>
          </p:cNvSpPr>
          <p:nvPr>
            <p:ph type="ftr" sz="quarter" idx="11"/>
          </p:nvPr>
        </p:nvSpPr>
        <p:spPr/>
        <p:txBody>
          <a:bodyPr/>
          <a:lstStyle/>
          <a:p>
            <a:endParaRPr lang="ar-JO"/>
          </a:p>
        </p:txBody>
      </p:sp>
      <p:sp>
        <p:nvSpPr>
          <p:cNvPr id="5" name="Slide Number Placeholder 4"/>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574392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3" name="Footer Placeholder 2"/>
          <p:cNvSpPr>
            <a:spLocks noGrp="1"/>
          </p:cNvSpPr>
          <p:nvPr>
            <p:ph type="ftr" sz="quarter" idx="11"/>
          </p:nvPr>
        </p:nvSpPr>
        <p:spPr/>
        <p:txBody>
          <a:bodyPr/>
          <a:lstStyle/>
          <a:p>
            <a:endParaRPr lang="ar-JO"/>
          </a:p>
        </p:txBody>
      </p:sp>
      <p:sp>
        <p:nvSpPr>
          <p:cNvPr id="4" name="Slide Number Placeholder 3"/>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305053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6" name="Footer Placeholder 5"/>
          <p:cNvSpPr>
            <a:spLocks noGrp="1"/>
          </p:cNvSpPr>
          <p:nvPr>
            <p:ph type="ftr" sz="quarter" idx="11"/>
          </p:nvPr>
        </p:nvSpPr>
        <p:spPr/>
        <p:txBody>
          <a:bodyPr/>
          <a:lstStyle/>
          <a:p>
            <a:endParaRPr lang="ar-JO"/>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174987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4077509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6" name="Footer Placeholder 5"/>
          <p:cNvSpPr>
            <a:spLocks noGrp="1"/>
          </p:cNvSpPr>
          <p:nvPr>
            <p:ph type="ftr" sz="quarter" idx="11"/>
          </p:nvPr>
        </p:nvSpPr>
        <p:spPr/>
        <p:txBody>
          <a:bodyPr/>
          <a:lstStyle/>
          <a:p>
            <a:endParaRPr lang="ar-JO"/>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829573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2340393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482560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3297762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02292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85758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2546433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91C785-B0ED-4262-AD2E-867E3D0D5E5A}" type="datetimeFigureOut">
              <a:rPr lang="ar-JO" smtClean="0"/>
              <a:pPr/>
              <a:t>21/08/1444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0722354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191214" y="262787"/>
            <a:ext cx="8761576"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143000" y="1333500"/>
            <a:ext cx="6858000" cy="1790700"/>
          </a:xfrm>
        </p:spPr>
        <p:txBody>
          <a:bodyPr vert="horz" lIns="91440" tIns="0" rIns="91440" bIns="0" rtlCol="0" anchor="t" anchorCtr="0">
            <a:noAutofit/>
          </a:bodyPr>
          <a:lstStyle>
            <a:lvl1pPr>
              <a:lnSpc>
                <a:spcPct val="100000"/>
              </a:lnSpc>
              <a:defRPr lang="en-US" sz="36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143000" y="3128010"/>
            <a:ext cx="6858000" cy="1287675"/>
          </a:xfrm>
        </p:spPr>
        <p:txBody>
          <a:bodyPr vert="horz" lIns="91440" tIns="45720" rIns="91440" bIns="45720" rtlCol="0" anchor="t" anchorCtr="0">
            <a:noAutofit/>
          </a:bodyPr>
          <a:lstStyle>
            <a:lvl1pPr marL="0" indent="0">
              <a:buNone/>
              <a:defRPr lang="en-US" sz="1800" dirty="0">
                <a:solidFill>
                  <a:schemeClr val="bg1"/>
                </a:solidFill>
                <a:latin typeface="+mj-lt"/>
              </a:defRPr>
            </a:lvl1pPr>
          </a:lstStyle>
          <a:p>
            <a:pPr marL="171450" lvl="0" indent="-171450">
              <a:lnSpc>
                <a:spcPct val="150000"/>
              </a:lnSpc>
              <a:spcAft>
                <a:spcPts val="9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257176" y="4546601"/>
            <a:ext cx="8786813" cy="2025650"/>
          </a:xfrm>
          <a:prstGeom prst="rect">
            <a:avLst/>
          </a:prstGeom>
        </p:spPr>
      </p:pic>
    </p:spTree>
    <p:extLst>
      <p:ext uri="{BB962C8B-B14F-4D97-AF65-F5344CB8AC3E}">
        <p14:creationId xmlns:p14="http://schemas.microsoft.com/office/powerpoint/2010/main" val="5245248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01774" y="4801396"/>
            <a:ext cx="8740452"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2283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01774" y="4801396"/>
            <a:ext cx="8740452"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77023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01774" y="4801396"/>
            <a:ext cx="8740452"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818148" y="1507068"/>
            <a:ext cx="2394284" cy="4669896"/>
          </a:xfrm>
        </p:spPr>
        <p:txBody>
          <a:bodyPr anchor="ctr"/>
          <a:lstStyle>
            <a:lvl1pPr marL="0" indent="0" algn="l">
              <a:lnSpc>
                <a:spcPct val="150000"/>
              </a:lnSpc>
              <a:spcAft>
                <a:spcPts val="900"/>
              </a:spcAft>
              <a:buSzPct val="25000"/>
              <a:buFont typeface="Segoe UI" panose="020B0502040204020203" pitchFamily="34" charset="0"/>
              <a:buChar char=" "/>
              <a:defRPr sz="900"/>
            </a:lvl1pPr>
            <a:lvl2pPr marL="301229" indent="5954" algn="l">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3296654" y="1507068"/>
            <a:ext cx="5357929" cy="4669896"/>
          </a:xfrm>
        </p:spPr>
        <p:txBody>
          <a:bodyPr anchor="ct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53786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191215" y="26278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userDrawn="1"/>
        </p:nvSpPr>
        <p:spPr bwMode="blackWhite">
          <a:xfrm>
            <a:off x="191214" y="262787"/>
            <a:ext cx="8761576"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390906" y="1536192"/>
            <a:ext cx="5157216" cy="640080"/>
          </a:xfrm>
        </p:spPr>
        <p:txBody>
          <a:bodyPr>
            <a:normAutofit/>
          </a:bodyPr>
          <a:lstStyle>
            <a:lvl1pPr>
              <a:defRPr sz="27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404622" y="2560320"/>
            <a:ext cx="7084314" cy="3977640"/>
          </a:xfrm>
        </p:spPr>
        <p:txBody>
          <a:bodyPr vert="horz" lIns="91440" tIns="45720" rIns="91440" bIns="45720" rtlCol="0">
            <a:normAutofit/>
          </a:bodyPr>
          <a:lstStyle>
            <a:lvl1pPr>
              <a:defRPr lang="en-US" sz="1800" smtClean="0">
                <a:solidFill>
                  <a:schemeClr val="tx1">
                    <a:lumMod val="75000"/>
                    <a:lumOff val="25000"/>
                  </a:schemeClr>
                </a:solidFill>
                <a:latin typeface="+mj-lt"/>
              </a:defRPr>
            </a:lvl1pPr>
            <a:lvl2pPr>
              <a:defRPr lang="en-US" sz="900" dirty="0" smtClean="0">
                <a:solidFill>
                  <a:schemeClr val="tx1">
                    <a:lumMod val="75000"/>
                    <a:lumOff val="25000"/>
                  </a:schemeClr>
                </a:solidFill>
              </a:defRPr>
            </a:lvl2pPr>
            <a:lvl3pPr>
              <a:defRPr lang="en-US" sz="900" dirty="0" smtClean="0">
                <a:solidFill>
                  <a:schemeClr val="tx1">
                    <a:lumMod val="75000"/>
                    <a:lumOff val="25000"/>
                  </a:schemeClr>
                </a:solidFill>
              </a:defRPr>
            </a:lvl3pPr>
            <a:lvl4pPr>
              <a:defRPr lang="en-US" sz="900" dirty="0" smtClean="0">
                <a:solidFill>
                  <a:schemeClr val="tx1">
                    <a:lumMod val="75000"/>
                    <a:lumOff val="25000"/>
                  </a:schemeClr>
                </a:solidFill>
              </a:defRPr>
            </a:lvl4pPr>
            <a:lvl5pPr>
              <a:defRPr lang="en-US" sz="900" dirty="0">
                <a:solidFill>
                  <a:schemeClr val="tx1">
                    <a:lumMod val="75000"/>
                    <a:lumOff val="25000"/>
                  </a:schemeClr>
                </a:solidFill>
              </a:defRPr>
            </a:lvl5pPr>
          </a:lstStyle>
          <a:p>
            <a:pPr marL="0" lvl="0" indent="0">
              <a:lnSpc>
                <a:spcPct val="150000"/>
              </a:lnSpc>
              <a:spcBef>
                <a:spcPts val="750"/>
              </a:spcBef>
              <a:spcAft>
                <a:spcPts val="900"/>
              </a:spcAft>
              <a:buNone/>
            </a:pPr>
            <a:r>
              <a:rPr lang="en-US"/>
              <a:t>Edit Master text styles</a:t>
            </a:r>
          </a:p>
          <a:p>
            <a:pPr marL="0" lvl="1" indent="0">
              <a:lnSpc>
                <a:spcPct val="150000"/>
              </a:lnSpc>
              <a:spcBef>
                <a:spcPts val="750"/>
              </a:spcBef>
              <a:spcAft>
                <a:spcPts val="900"/>
              </a:spcAft>
              <a:buNone/>
            </a:pPr>
            <a:r>
              <a:rPr lang="en-US"/>
              <a:t>Second level</a:t>
            </a:r>
          </a:p>
          <a:p>
            <a:pPr marL="0" lvl="2" indent="0">
              <a:lnSpc>
                <a:spcPct val="150000"/>
              </a:lnSpc>
              <a:spcBef>
                <a:spcPts val="750"/>
              </a:spcBef>
              <a:spcAft>
                <a:spcPts val="900"/>
              </a:spcAft>
              <a:buNone/>
            </a:pPr>
            <a:r>
              <a:rPr lang="en-US"/>
              <a:t>Third level</a:t>
            </a:r>
          </a:p>
          <a:p>
            <a:pPr marL="0" lvl="3" indent="0">
              <a:lnSpc>
                <a:spcPct val="150000"/>
              </a:lnSpc>
              <a:spcBef>
                <a:spcPts val="750"/>
              </a:spcBef>
              <a:spcAft>
                <a:spcPts val="900"/>
              </a:spcAft>
              <a:buNone/>
            </a:pPr>
            <a:r>
              <a:rPr lang="en-US"/>
              <a:t>Fourth level</a:t>
            </a:r>
          </a:p>
          <a:p>
            <a:pPr marL="0" lvl="4" indent="0">
              <a:lnSpc>
                <a:spcPct val="150000"/>
              </a:lnSpc>
              <a:spcBef>
                <a:spcPts val="750"/>
              </a:spcBef>
              <a:spcAft>
                <a:spcPts val="900"/>
              </a:spcAft>
              <a:buNone/>
            </a:pPr>
            <a:r>
              <a:rPr lang="en-US"/>
              <a:t>Fifth level</a:t>
            </a:r>
            <a:endParaRPr lang="en-US" dirty="0"/>
          </a:p>
        </p:txBody>
      </p:sp>
    </p:spTree>
    <p:extLst>
      <p:ext uri="{BB962C8B-B14F-4D97-AF65-F5344CB8AC3E}">
        <p14:creationId xmlns:p14="http://schemas.microsoft.com/office/powerpoint/2010/main" val="9835021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192025"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12" name="Straight Connector 11"/>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14820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192025"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12" name="Straight Connector 11"/>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01774" y="4801396"/>
            <a:ext cx="8740452"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7427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867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A91C785-B0ED-4262-AD2E-867E3D0D5E5A}" type="datetimeFigureOut">
              <a:rPr lang="ar-JO" smtClean="0"/>
              <a:pPr/>
              <a:t>21/08/1444</a:t>
            </a:fld>
            <a:endParaRPr lang="ar-JO"/>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ar-JO"/>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5318856-1126-4C9C-8D2E-2E6D706808BC}" type="slidenum">
              <a:rPr lang="ar-JO" smtClean="0"/>
              <a:pPr/>
              <a:t>‹#›</a:t>
            </a:fld>
            <a:endParaRPr lang="ar-JO"/>
          </a:p>
        </p:txBody>
      </p:sp>
    </p:spTree>
    <p:extLst>
      <p:ext uri="{BB962C8B-B14F-4D97-AF65-F5344CB8AC3E}">
        <p14:creationId xmlns:p14="http://schemas.microsoft.com/office/powerpoint/2010/main" val="1706643096"/>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 id="214748394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192025" y="265177"/>
            <a:ext cx="8762287"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453326" y="448631"/>
            <a:ext cx="8237349"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744E560-77BF-4D1A-B6E7-CD55CE12B1B8}" type="datetimeFigureOut">
              <a:rPr lang="en-US" smtClean="0"/>
              <a:t>3/13/2023</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453326" y="1196392"/>
            <a:ext cx="8237349"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81164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Lst>
  <p:txStyles>
    <p:titleStyle>
      <a:lvl1pPr algn="l" defTabSz="685800" rtl="1" eaLnBrk="1" latinLnBrk="0" hangingPunct="1">
        <a:lnSpc>
          <a:spcPct val="90000"/>
        </a:lnSpc>
        <a:spcBef>
          <a:spcPct val="0"/>
        </a:spcBef>
        <a:buNone/>
        <a:defRPr lang="en-US" sz="2100" kern="1200">
          <a:solidFill>
            <a:schemeClr val="bg2">
              <a:lumMod val="25000"/>
            </a:schemeClr>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6000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5D83E1-8893-C38B-1E3B-19ACFB05AF60}"/>
              </a:ext>
            </a:extLst>
          </p:cNvPr>
          <p:cNvSpPr/>
          <p:nvPr/>
        </p:nvSpPr>
        <p:spPr>
          <a:xfrm>
            <a:off x="1187624" y="1017081"/>
            <a:ext cx="6947127" cy="6537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highlight>
                  <a:srgbClr val="FFFF00"/>
                </a:highlight>
                <a:uLnTx/>
                <a:uFillTx/>
                <a:latin typeface="Segoe UI"/>
                <a:ea typeface="+mn-ea"/>
                <a:cs typeface="+mn-cs"/>
              </a:rPr>
              <a:t>BT233 – General Microbiology Laboratory</a:t>
            </a:r>
            <a:endParaRPr kumimoji="0" lang="en-AE" sz="2800" b="1" i="0" u="none" strike="noStrike" kern="1200" cap="none" spc="0" normalizeH="0" baseline="0" noProof="0" dirty="0">
              <a:ln>
                <a:noFill/>
              </a:ln>
              <a:solidFill>
                <a:srgbClr val="FF0000"/>
              </a:solidFill>
              <a:effectLst/>
              <a:highlight>
                <a:srgbClr val="FFFF00"/>
              </a:highlight>
              <a:uLnTx/>
              <a:uFillTx/>
              <a:latin typeface="Segoe UI"/>
              <a:ea typeface="+mn-ea"/>
              <a:cs typeface="+mn-cs"/>
            </a:endParaRPr>
          </a:p>
        </p:txBody>
      </p:sp>
      <p:sp>
        <p:nvSpPr>
          <p:cNvPr id="7" name="Title 1">
            <a:extLst>
              <a:ext uri="{FF2B5EF4-FFF2-40B4-BE49-F238E27FC236}">
                <a16:creationId xmlns:a16="http://schemas.microsoft.com/office/drawing/2014/main" id="{4D577900-E26E-C1CB-3977-920F2114A124}"/>
              </a:ext>
            </a:extLst>
          </p:cNvPr>
          <p:cNvSpPr txBox="1">
            <a:spLocks/>
          </p:cNvSpPr>
          <p:nvPr/>
        </p:nvSpPr>
        <p:spPr>
          <a:xfrm>
            <a:off x="1894756" y="2633826"/>
            <a:ext cx="4963922" cy="1664536"/>
          </a:xfrm>
          <a:prstGeom prst="rect">
            <a:avLst/>
          </a:prstGeom>
        </p:spPr>
        <p:txBody>
          <a:bodyPr vert="horz" lIns="91440" tIns="0" rIns="91440" bIns="0" rtlCol="0" anchor="t" anchorCtr="0">
            <a:noAutofit/>
          </a:bodyPr>
          <a:lstStyle>
            <a:lvl1pPr algn="l" defTabSz="685800" rtl="1" eaLnBrk="1" latinLnBrk="0" hangingPunct="1">
              <a:lnSpc>
                <a:spcPct val="100000"/>
              </a:lnSpc>
              <a:spcBef>
                <a:spcPct val="0"/>
              </a:spcBef>
              <a:buNone/>
              <a:defRPr lang="en-US" sz="3600" kern="1200" dirty="0">
                <a:solidFill>
                  <a:schemeClr val="bg1"/>
                </a:solidFill>
                <a:latin typeface="+mj-lt"/>
                <a:ea typeface="+mj-ea"/>
                <a:cs typeface="+mj-cs"/>
              </a:defRPr>
            </a:lvl1pPr>
          </a:lstStyle>
          <a:p>
            <a:pPr marL="0" marR="0" lvl="0" indent="0" algn="ctr" defTabSz="685800" rtl="1" eaLnBrk="1" fontAlgn="auto" latinLnBrk="0" hangingPunct="1">
              <a:lnSpc>
                <a:spcPct val="100000"/>
              </a:lnSpc>
              <a:spcBef>
                <a:spcPct val="0"/>
              </a:spcBef>
              <a:spcAft>
                <a:spcPts val="0"/>
              </a:spcAft>
              <a:buClrTx/>
              <a:buSzTx/>
              <a:buFontTx/>
              <a:buNone/>
              <a:tabLst/>
              <a:defRPr/>
            </a:pPr>
            <a:r>
              <a:rPr kumimoji="0" lang="en-US" sz="4800" b="1" i="0" u="none" strike="noStrike" kern="1200" cap="none" spc="0" normalizeH="0" baseline="0" noProof="0" dirty="0">
                <a:ln>
                  <a:noFill/>
                </a:ln>
                <a:solidFill>
                  <a:prstClr val="white"/>
                </a:solidFill>
                <a:effectLst/>
                <a:uLnTx/>
                <a:uFillTx/>
                <a:latin typeface="&amp;quot"/>
                <a:ea typeface="+mj-ea"/>
                <a:cs typeface="+mj-cs"/>
              </a:rPr>
              <a:t>Simple Staining</a:t>
            </a:r>
          </a:p>
        </p:txBody>
      </p:sp>
      <p:pic>
        <p:nvPicPr>
          <p:cNvPr id="2" name="Picture 1">
            <a:extLst>
              <a:ext uri="{FF2B5EF4-FFF2-40B4-BE49-F238E27FC236}">
                <a16:creationId xmlns:a16="http://schemas.microsoft.com/office/drawing/2014/main" id="{47B5765A-79F3-FE87-FABF-D77F9CCEA6E2}"/>
              </a:ext>
            </a:extLst>
          </p:cNvPr>
          <p:cNvPicPr>
            <a:picLocks noChangeAspect="1"/>
          </p:cNvPicPr>
          <p:nvPr/>
        </p:nvPicPr>
        <p:blipFill>
          <a:blip r:embed="rId3"/>
          <a:stretch>
            <a:fillRect/>
          </a:stretch>
        </p:blipFill>
        <p:spPr>
          <a:xfrm>
            <a:off x="6046864" y="4298362"/>
            <a:ext cx="2629592" cy="2166413"/>
          </a:xfrm>
          <a:prstGeom prst="rect">
            <a:avLst/>
          </a:prstGeom>
        </p:spPr>
      </p:pic>
      <p:pic>
        <p:nvPicPr>
          <p:cNvPr id="4" name="Picture 2" descr="Image result for Crystal Violet Staining">
            <a:extLst>
              <a:ext uri="{FF2B5EF4-FFF2-40B4-BE49-F238E27FC236}">
                <a16:creationId xmlns:a16="http://schemas.microsoft.com/office/drawing/2014/main" id="{BD738AB0-1D60-ED7C-A454-7497D160AA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494" y="4365104"/>
            <a:ext cx="2390576" cy="20329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25B9-AE9E-4B65-BAB3-A178C255C62C}"/>
              </a:ext>
            </a:extLst>
          </p:cNvPr>
          <p:cNvSpPr>
            <a:spLocks noGrp="1"/>
          </p:cNvSpPr>
          <p:nvPr>
            <p:ph type="title"/>
          </p:nvPr>
        </p:nvSpPr>
        <p:spPr>
          <a:xfrm>
            <a:off x="800100" y="260648"/>
            <a:ext cx="7543800" cy="868222"/>
          </a:xfrm>
        </p:spPr>
        <p:txBody>
          <a:bodyPr>
            <a:normAutofit/>
          </a:bodyPr>
          <a:lstStyle/>
          <a:p>
            <a:pPr algn="ctr"/>
            <a:r>
              <a:rPr lang="en-US" dirty="0"/>
              <a:t>Conclusions from Last practical:</a:t>
            </a:r>
          </a:p>
        </p:txBody>
      </p:sp>
      <p:sp>
        <p:nvSpPr>
          <p:cNvPr id="3" name="Content Placeholder 2">
            <a:extLst>
              <a:ext uri="{FF2B5EF4-FFF2-40B4-BE49-F238E27FC236}">
                <a16:creationId xmlns:a16="http://schemas.microsoft.com/office/drawing/2014/main" id="{19EBE659-C685-4CB3-A6AA-3BE58473C75F}"/>
              </a:ext>
            </a:extLst>
          </p:cNvPr>
          <p:cNvSpPr>
            <a:spLocks noGrp="1"/>
          </p:cNvSpPr>
          <p:nvPr>
            <p:ph idx="1"/>
          </p:nvPr>
        </p:nvSpPr>
        <p:spPr>
          <a:xfrm>
            <a:off x="971600" y="1916832"/>
            <a:ext cx="7956376" cy="4517947"/>
          </a:xfrm>
        </p:spPr>
        <p:txBody>
          <a:bodyPr>
            <a:noAutofit/>
          </a:bodyPr>
          <a:lstStyle/>
          <a:p>
            <a:pPr rtl="0"/>
            <a:r>
              <a:rPr lang="en-US" b="1" dirty="0">
                <a:solidFill>
                  <a:srgbClr val="FF0000"/>
                </a:solidFill>
              </a:rPr>
              <a:t>The Microscopic field decreases with Magnification</a:t>
            </a:r>
          </a:p>
          <a:p>
            <a:pPr rtl="0"/>
            <a:r>
              <a:rPr lang="en-US" b="1" dirty="0">
                <a:solidFill>
                  <a:srgbClr val="FF0000"/>
                </a:solidFill>
              </a:rPr>
              <a:t>The light intensity needs to be increased with magnification</a:t>
            </a:r>
          </a:p>
          <a:p>
            <a:pPr rtl="0"/>
            <a:r>
              <a:rPr lang="en-US" b="1" dirty="0">
                <a:solidFill>
                  <a:srgbClr val="FF0000"/>
                </a:solidFill>
              </a:rPr>
              <a:t>The working distance of the microscope decreases with magnification</a:t>
            </a:r>
          </a:p>
          <a:p>
            <a:pPr rtl="0"/>
            <a:r>
              <a:rPr lang="en-US" b="1" dirty="0">
                <a:solidFill>
                  <a:srgbClr val="FF0000"/>
                </a:solidFill>
              </a:rPr>
              <a:t>The resolving power of the microscope increases with magnification</a:t>
            </a:r>
          </a:p>
          <a:p>
            <a:pPr rtl="0"/>
            <a:r>
              <a:rPr lang="en-US" b="1" dirty="0">
                <a:solidFill>
                  <a:srgbClr val="FF0000"/>
                </a:solidFill>
              </a:rPr>
              <a:t>The bacteria either motile or non-motile</a:t>
            </a:r>
          </a:p>
          <a:p>
            <a:pPr rtl="0"/>
            <a:r>
              <a:rPr lang="en-US" b="1" dirty="0">
                <a:solidFill>
                  <a:srgbClr val="FF0000"/>
                </a:solidFill>
              </a:rPr>
              <a:t>The bacteria are minute and colorless, impossible to be seen them by the naked eyes and hard to see under the microscope</a:t>
            </a:r>
          </a:p>
          <a:p>
            <a:pPr rtl="0"/>
            <a:endParaRPr lang="en-US" b="1" dirty="0">
              <a:solidFill>
                <a:srgbClr val="FF0000"/>
              </a:solidFill>
            </a:endParaRPr>
          </a:p>
          <a:p>
            <a:pPr rtl="0"/>
            <a:endParaRPr lang="en-US" b="1" dirty="0">
              <a:solidFill>
                <a:srgbClr val="FF0000"/>
              </a:solidFill>
            </a:endParaRPr>
          </a:p>
        </p:txBody>
      </p:sp>
    </p:spTree>
    <p:extLst>
      <p:ext uri="{BB962C8B-B14F-4D97-AF65-F5344CB8AC3E}">
        <p14:creationId xmlns:p14="http://schemas.microsoft.com/office/powerpoint/2010/main" val="1528942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321" y="764704"/>
            <a:ext cx="7392087" cy="5256583"/>
          </a:xfrm>
        </p:spPr>
        <p:txBody>
          <a:bodyPr anchor="ctr">
            <a:normAutofit/>
          </a:bodyPr>
          <a:lstStyle/>
          <a:p>
            <a:pPr marL="285750" marR="0" lvl="0" indent="-285750" algn="just" defTabSz="457200" rtl="0" eaLnBrk="1" fontAlgn="auto" latinLnBrk="0" hangingPunct="1">
              <a:lnSpc>
                <a:spcPct val="150000"/>
              </a:lnSpc>
              <a:spcBef>
                <a:spcPct val="20000"/>
              </a:spcBef>
              <a:spcAft>
                <a:spcPts val="600"/>
              </a:spcAft>
              <a:buClr>
                <a:srgbClr val="30ACEC">
                  <a:lumMod val="75000"/>
                </a:srgbClr>
              </a:buClr>
              <a:buSzPct val="145000"/>
              <a:buFont typeface="Arial"/>
              <a:buChar char="•"/>
              <a:tabLst/>
              <a:defRPr/>
            </a:pPr>
            <a:r>
              <a:rPr lang="en-US" b="1" dirty="0">
                <a:solidFill>
                  <a:srgbClr val="0070C0"/>
                </a:solidFill>
                <a:latin typeface="Corbel" panose="020B0503020204020204"/>
              </a:rPr>
              <a:t>Because the</a:t>
            </a:r>
            <a:r>
              <a:rPr kumimoji="0" lang="en-US" sz="2400" b="1" i="0" u="none" strike="noStrike" kern="1200" cap="none" spc="0" normalizeH="0" baseline="0" noProof="0" dirty="0">
                <a:ln>
                  <a:noFill/>
                </a:ln>
                <a:solidFill>
                  <a:srgbClr val="0070C0"/>
                </a:solidFill>
                <a:effectLst/>
                <a:uLnTx/>
                <a:uFillTx/>
                <a:latin typeface="Corbel" panose="020B0503020204020204"/>
                <a:ea typeface="+mn-ea"/>
                <a:cs typeface="+mn-cs"/>
              </a:rPr>
              <a:t> bacteria are minute and colorless, impossible to be seen them by the naked eyes and hard to see under the microscope, we need to increase the visibility of the bacteria under the microscope by increasing </a:t>
            </a:r>
            <a:r>
              <a:rPr kumimoji="0" lang="en-US" sz="2400" b="1" i="0" u="none" strike="noStrike" kern="1200" cap="none" spc="0" normalizeH="0" baseline="0" noProof="0" dirty="0">
                <a:ln>
                  <a:noFill/>
                </a:ln>
                <a:solidFill>
                  <a:srgbClr val="FF0000"/>
                </a:solidFill>
                <a:effectLst/>
                <a:uLnTx/>
                <a:uFillTx/>
                <a:latin typeface="Corbel" panose="020B0503020204020204"/>
                <a:ea typeface="+mn-ea"/>
                <a:cs typeface="+mn-cs"/>
              </a:rPr>
              <a:t>the contrast</a:t>
            </a:r>
          </a:p>
          <a:p>
            <a:pPr marL="285750" marR="0" lvl="0" indent="-285750" algn="ctr"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sz="3600" b="1" dirty="0">
                <a:solidFill>
                  <a:srgbClr val="FF0000"/>
                </a:solidFill>
                <a:latin typeface="Corbel" panose="020B0503020204020204"/>
              </a:rPr>
              <a:t>We can increase the </a:t>
            </a:r>
            <a:r>
              <a:rPr lang="en-US" sz="3600" b="1" dirty="0">
                <a:solidFill>
                  <a:srgbClr val="0070C0"/>
                </a:solidFill>
                <a:latin typeface="Corbel" panose="020B0503020204020204"/>
              </a:rPr>
              <a:t>contrast</a:t>
            </a:r>
            <a:r>
              <a:rPr lang="en-US" sz="3600" b="1" dirty="0">
                <a:solidFill>
                  <a:srgbClr val="FF0000"/>
                </a:solidFill>
                <a:latin typeface="Corbel" panose="020B0503020204020204"/>
              </a:rPr>
              <a:t> by </a:t>
            </a:r>
            <a:r>
              <a:rPr lang="en-US" sz="3600" b="1" dirty="0">
                <a:solidFill>
                  <a:srgbClr val="0070C0"/>
                </a:solidFill>
                <a:latin typeface="Corbel" panose="020B0503020204020204"/>
              </a:rPr>
              <a:t>Staining</a:t>
            </a:r>
            <a:endParaRPr kumimoji="0" lang="en-US" sz="3600" b="1" i="0" u="none" strike="noStrike" kern="1200" cap="none" spc="0" normalizeH="0" baseline="0" noProof="0" dirty="0">
              <a:ln>
                <a:noFill/>
              </a:ln>
              <a:solidFill>
                <a:srgbClr val="0070C0"/>
              </a:solidFill>
              <a:effectLst/>
              <a:uLnTx/>
              <a:uFillTx/>
              <a:latin typeface="Corbel" panose="020B050302020402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218-7BC7-458F-8E0E-C3AB941AB16D}"/>
              </a:ext>
            </a:extLst>
          </p:cNvPr>
          <p:cNvSpPr>
            <a:spLocks noGrp="1"/>
          </p:cNvSpPr>
          <p:nvPr>
            <p:ph type="title"/>
          </p:nvPr>
        </p:nvSpPr>
        <p:spPr>
          <a:xfrm>
            <a:off x="982133" y="457201"/>
            <a:ext cx="7704667" cy="739551"/>
          </a:xfrm>
        </p:spPr>
        <p:txBody>
          <a:bodyPr/>
          <a:lstStyle/>
          <a:p>
            <a:r>
              <a:rPr lang="en-US" b="1" dirty="0">
                <a:solidFill>
                  <a:srgbClr val="FF0000"/>
                </a:solidFill>
              </a:rPr>
              <a:t>Staining</a:t>
            </a:r>
          </a:p>
        </p:txBody>
      </p:sp>
      <p:sp>
        <p:nvSpPr>
          <p:cNvPr id="3" name="Content Placeholder 2">
            <a:extLst>
              <a:ext uri="{FF2B5EF4-FFF2-40B4-BE49-F238E27FC236}">
                <a16:creationId xmlns:a16="http://schemas.microsoft.com/office/drawing/2014/main" id="{2070BDD4-A016-4F84-B7E6-3D4FAED16283}"/>
              </a:ext>
            </a:extLst>
          </p:cNvPr>
          <p:cNvSpPr>
            <a:spLocks noGrp="1"/>
          </p:cNvSpPr>
          <p:nvPr>
            <p:ph idx="1"/>
          </p:nvPr>
        </p:nvSpPr>
        <p:spPr>
          <a:xfrm>
            <a:off x="1042094" y="1936302"/>
            <a:ext cx="7704667" cy="1996753"/>
          </a:xfrm>
        </p:spPr>
        <p:txBody>
          <a:bodyPr>
            <a:normAutofit lnSpcReduction="10000"/>
          </a:bodyPr>
          <a:lstStyle/>
          <a:p>
            <a:r>
              <a:rPr lang="en-US" dirty="0"/>
              <a:t>Staining as a procedure it needs:</a:t>
            </a:r>
          </a:p>
          <a:p>
            <a:pPr marL="0" indent="0">
              <a:buNone/>
            </a:pPr>
            <a:endParaRPr lang="en-US" dirty="0"/>
          </a:p>
          <a:p>
            <a:pPr marL="0" indent="0">
              <a:buNone/>
            </a:pPr>
            <a:r>
              <a:rPr lang="en-US" dirty="0"/>
              <a:t>     </a:t>
            </a:r>
            <a:r>
              <a:rPr lang="en-US" dirty="0">
                <a:solidFill>
                  <a:srgbClr val="7030A0"/>
                </a:solidFill>
              </a:rPr>
              <a:t>A- Materials (Stains) </a:t>
            </a:r>
          </a:p>
          <a:p>
            <a:pPr marL="0" indent="0">
              <a:buNone/>
            </a:pPr>
            <a:r>
              <a:rPr lang="en-US" dirty="0">
                <a:solidFill>
                  <a:srgbClr val="7030A0"/>
                </a:solidFill>
              </a:rPr>
              <a:t>     B- Technique</a:t>
            </a:r>
          </a:p>
        </p:txBody>
      </p:sp>
      <p:sp>
        <p:nvSpPr>
          <p:cNvPr id="4" name="Content Placeholder 2">
            <a:extLst>
              <a:ext uri="{FF2B5EF4-FFF2-40B4-BE49-F238E27FC236}">
                <a16:creationId xmlns:a16="http://schemas.microsoft.com/office/drawing/2014/main" id="{29B29276-69F0-44F7-B2C5-4BAE5699484F}"/>
              </a:ext>
            </a:extLst>
          </p:cNvPr>
          <p:cNvSpPr txBox="1">
            <a:spLocks/>
          </p:cNvSpPr>
          <p:nvPr/>
        </p:nvSpPr>
        <p:spPr>
          <a:xfrm>
            <a:off x="1065360" y="3674228"/>
            <a:ext cx="7704667" cy="199675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endParaRPr lang="en-US" dirty="0"/>
          </a:p>
        </p:txBody>
      </p:sp>
    </p:spTree>
    <p:extLst>
      <p:ext uri="{BB962C8B-B14F-4D97-AF65-F5344CB8AC3E}">
        <p14:creationId xmlns:p14="http://schemas.microsoft.com/office/powerpoint/2010/main" val="2321638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66" y="384110"/>
            <a:ext cx="7704667" cy="883567"/>
          </a:xfrm>
        </p:spPr>
        <p:txBody>
          <a:bodyPr/>
          <a:lstStyle/>
          <a:p>
            <a:r>
              <a:rPr lang="en-US" dirty="0">
                <a:solidFill>
                  <a:srgbClr val="FF0000"/>
                </a:solidFill>
              </a:rPr>
              <a:t>Components of Stain</a:t>
            </a:r>
            <a:endParaRPr lang="ar-JO" dirty="0">
              <a:solidFill>
                <a:srgbClr val="FF0000"/>
              </a:solidFill>
            </a:endParaRPr>
          </a:p>
        </p:txBody>
      </p:sp>
      <p:sp>
        <p:nvSpPr>
          <p:cNvPr id="3" name="Content Placeholder 2"/>
          <p:cNvSpPr>
            <a:spLocks noGrp="1"/>
          </p:cNvSpPr>
          <p:nvPr>
            <p:ph idx="1"/>
          </p:nvPr>
        </p:nvSpPr>
        <p:spPr>
          <a:xfrm>
            <a:off x="509666" y="1267677"/>
            <a:ext cx="8634334" cy="4752528"/>
          </a:xfrm>
        </p:spPr>
        <p:txBody>
          <a:bodyPr/>
          <a:lstStyle/>
          <a:p>
            <a:pPr algn="l">
              <a:buFontTx/>
              <a:buChar char="-"/>
            </a:pPr>
            <a:r>
              <a:rPr lang="en-US" b="1" dirty="0"/>
              <a:t>Stain is an inorganic compound which mainly composed of the following </a:t>
            </a:r>
            <a:r>
              <a:rPr lang="en-US" dirty="0"/>
              <a:t>:</a:t>
            </a:r>
          </a:p>
          <a:p>
            <a:pPr marL="0" indent="0" algn="l">
              <a:buNone/>
            </a:pPr>
            <a:r>
              <a:rPr lang="en-US" sz="2800" b="1" dirty="0">
                <a:solidFill>
                  <a:srgbClr val="FF0000"/>
                </a:solidFill>
              </a:rPr>
              <a:t>               Stain (Dye) = Chromogen + Auxochrome</a:t>
            </a:r>
          </a:p>
          <a:p>
            <a:pPr>
              <a:buNone/>
            </a:pPr>
            <a:r>
              <a:rPr lang="en-US" b="1" dirty="0"/>
              <a:t>Chromogen =Benzene ring + chromophore</a:t>
            </a:r>
            <a:r>
              <a:rPr lang="en-US" sz="4000" b="1" dirty="0"/>
              <a:t> (</a:t>
            </a:r>
            <a:r>
              <a:rPr lang="en-US" b="1" dirty="0">
                <a:solidFill>
                  <a:srgbClr val="FF0000"/>
                </a:solidFill>
              </a:rPr>
              <a:t>give </a:t>
            </a:r>
            <a:r>
              <a:rPr lang="en-US" sz="2400" b="1" dirty="0">
                <a:solidFill>
                  <a:srgbClr val="FF0000"/>
                </a:solidFill>
              </a:rPr>
              <a:t>color to chromogen )</a:t>
            </a:r>
          </a:p>
          <a:p>
            <a:pPr marL="0" indent="0" algn="l">
              <a:buNone/>
            </a:pPr>
            <a:r>
              <a:rPr lang="en-US" b="1" dirty="0"/>
              <a:t> Auxochrome</a:t>
            </a:r>
            <a:r>
              <a:rPr lang="en-US" sz="4000" b="1" dirty="0"/>
              <a:t>:</a:t>
            </a:r>
            <a:r>
              <a:rPr lang="en-US" b="1" dirty="0"/>
              <a:t> </a:t>
            </a:r>
            <a:r>
              <a:rPr lang="en-US" sz="2400" b="1" dirty="0">
                <a:solidFill>
                  <a:srgbClr val="FF0000"/>
                </a:solidFill>
              </a:rPr>
              <a:t>Gives charge to chromogen </a:t>
            </a:r>
            <a:endParaRPr lang="en-US" dirty="0"/>
          </a:p>
          <a:p>
            <a:pPr algn="l">
              <a:buNone/>
            </a:pPr>
            <a:r>
              <a:rPr lang="en-US" dirty="0"/>
              <a:t> </a:t>
            </a:r>
            <a:r>
              <a:rPr lang="en-US" b="1" dirty="0">
                <a:solidFill>
                  <a:srgbClr val="FF0000"/>
                </a:solidFill>
              </a:rPr>
              <a:t>So</a:t>
            </a:r>
            <a:r>
              <a:rPr lang="en-US" dirty="0"/>
              <a:t>, </a:t>
            </a:r>
            <a:r>
              <a:rPr lang="en-US" b="1" dirty="0"/>
              <a:t>the chromogen may be become positive or negative </a:t>
            </a:r>
            <a:endParaRPr lang="ar-JO"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723096"/>
            <a:ext cx="7859216" cy="5411807"/>
          </a:xfrm>
        </p:spPr>
        <p:txBody>
          <a:bodyPr/>
          <a:lstStyle/>
          <a:p>
            <a:pPr algn="l">
              <a:buNone/>
            </a:pPr>
            <a:r>
              <a:rPr lang="en-US" dirty="0"/>
              <a:t>- </a:t>
            </a:r>
            <a:r>
              <a:rPr lang="en-US" b="1" dirty="0">
                <a:solidFill>
                  <a:srgbClr val="FF0000"/>
                </a:solidFill>
              </a:rPr>
              <a:t>Benzene ring </a:t>
            </a:r>
            <a:r>
              <a:rPr lang="en-US" b="1" dirty="0"/>
              <a:t>is the colorless part of a dye and it is basic structural component of a dye.</a:t>
            </a:r>
          </a:p>
          <a:p>
            <a:pPr algn="l">
              <a:buNone/>
            </a:pPr>
            <a:endParaRPr lang="en-US" b="1" dirty="0"/>
          </a:p>
          <a:p>
            <a:pPr algn="l">
              <a:buNone/>
            </a:pPr>
            <a:r>
              <a:rPr lang="en-US" b="1" dirty="0"/>
              <a:t>- </a:t>
            </a:r>
            <a:r>
              <a:rPr lang="en-US" b="1" dirty="0">
                <a:solidFill>
                  <a:srgbClr val="FF0000"/>
                </a:solidFill>
              </a:rPr>
              <a:t>Chromophore</a:t>
            </a:r>
            <a:r>
              <a:rPr lang="en-US" b="1" dirty="0"/>
              <a:t> is the functional group of a dye that gives color to the stain.</a:t>
            </a:r>
          </a:p>
          <a:p>
            <a:pPr algn="l">
              <a:buNone/>
            </a:pPr>
            <a:endParaRPr lang="en-US" b="1" dirty="0"/>
          </a:p>
          <a:p>
            <a:pPr algn="l">
              <a:buNone/>
            </a:pPr>
            <a:r>
              <a:rPr lang="en-US" b="1" dirty="0"/>
              <a:t>- </a:t>
            </a:r>
            <a:r>
              <a:rPr lang="en-US" b="1" dirty="0">
                <a:solidFill>
                  <a:srgbClr val="FF0000"/>
                </a:solidFill>
              </a:rPr>
              <a:t>Auxochrome</a:t>
            </a:r>
            <a:r>
              <a:rPr lang="en-US" b="1" dirty="0"/>
              <a:t> is the group that gives ionic property to the stain.</a:t>
            </a:r>
          </a:p>
          <a:p>
            <a:pPr algn="l">
              <a:buNone/>
            </a:pPr>
            <a:r>
              <a:rPr lang="en-US" dirty="0"/>
              <a:t> </a:t>
            </a:r>
            <a:endParaRPr lang="ar-JO"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11559"/>
          </a:xfrm>
        </p:spPr>
        <p:txBody>
          <a:bodyPr/>
          <a:lstStyle/>
          <a:p>
            <a:r>
              <a:rPr lang="en-US" b="1" dirty="0">
                <a:solidFill>
                  <a:srgbClr val="FF0000"/>
                </a:solidFill>
              </a:rPr>
              <a:t>Types of Stain</a:t>
            </a:r>
            <a:endParaRPr lang="ar-JO" dirty="0">
              <a:solidFill>
                <a:srgbClr val="FF0000"/>
              </a:solidFill>
            </a:endParaRPr>
          </a:p>
        </p:txBody>
      </p:sp>
      <p:sp>
        <p:nvSpPr>
          <p:cNvPr id="3" name="Content Placeholder 2"/>
          <p:cNvSpPr>
            <a:spLocks noGrp="1"/>
          </p:cNvSpPr>
          <p:nvPr>
            <p:ph idx="1"/>
          </p:nvPr>
        </p:nvSpPr>
        <p:spPr>
          <a:xfrm>
            <a:off x="982133" y="1412776"/>
            <a:ext cx="7982355" cy="4392488"/>
          </a:xfrm>
        </p:spPr>
        <p:txBody>
          <a:bodyPr>
            <a:normAutofit lnSpcReduction="10000"/>
          </a:bodyPr>
          <a:lstStyle/>
          <a:p>
            <a:pPr algn="l">
              <a:buNone/>
            </a:pPr>
            <a:r>
              <a:rPr lang="en-US" dirty="0"/>
              <a:t>- </a:t>
            </a:r>
            <a:r>
              <a:rPr lang="en-US" b="1" dirty="0"/>
              <a:t>According to the charge of stain (Chromogen), there are three types of stain</a:t>
            </a:r>
          </a:p>
          <a:p>
            <a:pPr algn="l">
              <a:buNone/>
            </a:pPr>
            <a:r>
              <a:rPr lang="en-US" b="1" dirty="0"/>
              <a:t>     1. </a:t>
            </a:r>
            <a:r>
              <a:rPr lang="en-US" b="1" dirty="0">
                <a:solidFill>
                  <a:srgbClr val="FF0000"/>
                </a:solidFill>
              </a:rPr>
              <a:t>Acidic stains </a:t>
            </a:r>
            <a:r>
              <a:rPr lang="en-US" b="1" dirty="0"/>
              <a:t>(Anionic stains, Negative charge)</a:t>
            </a:r>
          </a:p>
          <a:p>
            <a:pPr algn="l">
              <a:buNone/>
            </a:pPr>
            <a:r>
              <a:rPr lang="en-US" b="1" dirty="0"/>
              <a:t>      Such as: Nigrosine, India ink, Eosin                          </a:t>
            </a:r>
          </a:p>
          <a:p>
            <a:pPr algn="l">
              <a:buNone/>
            </a:pPr>
            <a:r>
              <a:rPr lang="en-US" b="1" dirty="0"/>
              <a:t>  </a:t>
            </a:r>
            <a:br>
              <a:rPr lang="en-US" b="1" dirty="0"/>
            </a:br>
            <a:r>
              <a:rPr lang="en-US" b="1" dirty="0"/>
              <a:t>2. </a:t>
            </a:r>
            <a:r>
              <a:rPr lang="en-US" b="1" dirty="0">
                <a:solidFill>
                  <a:srgbClr val="FF0000"/>
                </a:solidFill>
              </a:rPr>
              <a:t>Basic stains </a:t>
            </a:r>
            <a:r>
              <a:rPr lang="en-US" b="1" dirty="0"/>
              <a:t>(Cationic stain, Positive charge): such as:</a:t>
            </a:r>
          </a:p>
          <a:p>
            <a:pPr algn="l">
              <a:buNone/>
            </a:pPr>
            <a:r>
              <a:rPr lang="en-US" b="1" dirty="0"/>
              <a:t>         Crystal violet, Methylene blue, Safranine, </a:t>
            </a:r>
          </a:p>
          <a:p>
            <a:pPr algn="l">
              <a:buNone/>
            </a:pPr>
            <a:r>
              <a:rPr lang="en-US" b="1" dirty="0"/>
              <a:t>         Carbolfuchsin,  Malachite green</a:t>
            </a:r>
          </a:p>
          <a:p>
            <a:pPr algn="l">
              <a:buNone/>
            </a:pPr>
            <a:br>
              <a:rPr lang="en-US" b="1" dirty="0"/>
            </a:br>
            <a:r>
              <a:rPr lang="en-US" b="1" dirty="0"/>
              <a:t>3. Neutral stains(has no net charge)</a:t>
            </a:r>
            <a:endParaRPr lang="ar-JO"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66" y="548680"/>
            <a:ext cx="7704667" cy="1981200"/>
          </a:xfrm>
        </p:spPr>
        <p:txBody>
          <a:bodyPr/>
          <a:lstStyle/>
          <a:p>
            <a:r>
              <a:rPr lang="en-US" b="1" dirty="0">
                <a:solidFill>
                  <a:srgbClr val="FF0000"/>
                </a:solidFill>
              </a:rPr>
              <a:t>Acidic stain (Anionic stain)</a:t>
            </a:r>
          </a:p>
        </p:txBody>
      </p:sp>
      <p:sp>
        <p:nvSpPr>
          <p:cNvPr id="3" name="Content Placeholder 2"/>
          <p:cNvSpPr>
            <a:spLocks noGrp="1"/>
          </p:cNvSpPr>
          <p:nvPr>
            <p:ph idx="1"/>
          </p:nvPr>
        </p:nvSpPr>
        <p:spPr>
          <a:xfrm>
            <a:off x="971600" y="2204864"/>
            <a:ext cx="7704667" cy="3332816"/>
          </a:xfrm>
        </p:spPr>
        <p:txBody>
          <a:bodyPr/>
          <a:lstStyle/>
          <a:p>
            <a:pPr algn="l">
              <a:buNone/>
            </a:pPr>
            <a:r>
              <a:rPr lang="en-US" dirty="0"/>
              <a:t>- </a:t>
            </a:r>
            <a:r>
              <a:rPr lang="en-US" b="1" dirty="0" err="1"/>
              <a:t>Chromogen</a:t>
            </a:r>
            <a:r>
              <a:rPr lang="en-US" b="1" dirty="0"/>
              <a:t> of acidic stain is negatively charged. So, it is also known as Anionic stain</a:t>
            </a:r>
          </a:p>
          <a:p>
            <a:pPr algn="l">
              <a:buNone/>
            </a:pPr>
            <a:endParaRPr lang="en-US" b="1" dirty="0"/>
          </a:p>
          <a:p>
            <a:pPr algn="l">
              <a:buNone/>
            </a:pPr>
            <a:r>
              <a:rPr lang="en-US" b="1" dirty="0"/>
              <a:t>- Acidic stain are used to stain the positively charged components such as background .</a:t>
            </a:r>
          </a:p>
          <a:p>
            <a:pPr algn="l">
              <a:buNone/>
            </a:pPr>
            <a:r>
              <a:rPr lang="en-US" dirty="0"/>
              <a:t> </a:t>
            </a:r>
            <a:endParaRPr lang="ar-JO"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1052736"/>
            <a:ext cx="8229600" cy="5054617"/>
          </a:xfrm>
        </p:spPr>
        <p:txBody>
          <a:bodyPr/>
          <a:lstStyle/>
          <a:p>
            <a:r>
              <a:rPr lang="en-US" b="1" dirty="0"/>
              <a:t>The best dye for staining of the bacteria is </a:t>
            </a:r>
            <a:r>
              <a:rPr lang="en-US" b="1" dirty="0">
                <a:solidFill>
                  <a:srgbClr val="FF0000"/>
                </a:solidFill>
              </a:rPr>
              <a:t>Basic dye</a:t>
            </a:r>
            <a:r>
              <a:rPr lang="en-US" b="1" dirty="0"/>
              <a:t>, Why?</a:t>
            </a:r>
          </a:p>
          <a:p>
            <a:pPr marL="0" indent="0">
              <a:buNone/>
            </a:pPr>
            <a:endParaRPr lang="en-US" b="1" dirty="0"/>
          </a:p>
          <a:p>
            <a:pPr algn="ctr"/>
            <a:r>
              <a:rPr lang="en-US" b="1" dirty="0"/>
              <a:t>Acidic stain can’t stain the bacterial cell due to repulsion between the negative charge of stain and that of bacteria </a:t>
            </a:r>
            <a:r>
              <a:rPr lang="en-US" b="1" dirty="0">
                <a:solidFill>
                  <a:srgbClr val="FF0000"/>
                </a:solidFill>
              </a:rPr>
              <a:t>(</a:t>
            </a:r>
            <a:r>
              <a:rPr lang="en-US" sz="2800" b="1" dirty="0">
                <a:solidFill>
                  <a:srgbClr val="FF0000"/>
                </a:solidFill>
              </a:rPr>
              <a:t>The net charge of bacteria is negative due to genetic material)</a:t>
            </a:r>
          </a:p>
          <a:p>
            <a:pPr algn="l">
              <a:buNone/>
            </a:pP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39551"/>
          </a:xfrm>
        </p:spPr>
        <p:txBody>
          <a:bodyPr/>
          <a:lstStyle/>
          <a:p>
            <a:r>
              <a:rPr lang="en-US" b="1" dirty="0">
                <a:solidFill>
                  <a:srgbClr val="FF0000"/>
                </a:solidFill>
              </a:rPr>
              <a:t>Basic stain (Cationic stain)</a:t>
            </a:r>
          </a:p>
        </p:txBody>
      </p:sp>
      <p:sp>
        <p:nvSpPr>
          <p:cNvPr id="3" name="Content Placeholder 2"/>
          <p:cNvSpPr>
            <a:spLocks noGrp="1"/>
          </p:cNvSpPr>
          <p:nvPr>
            <p:ph idx="1"/>
          </p:nvPr>
        </p:nvSpPr>
        <p:spPr>
          <a:xfrm>
            <a:off x="1115616" y="1484784"/>
            <a:ext cx="7848872" cy="5373216"/>
          </a:xfrm>
        </p:spPr>
        <p:txBody>
          <a:bodyPr>
            <a:normAutofit/>
          </a:bodyPr>
          <a:lstStyle/>
          <a:p>
            <a:r>
              <a:rPr lang="en-US" b="1" dirty="0">
                <a:solidFill>
                  <a:srgbClr val="002060"/>
                </a:solidFill>
              </a:rPr>
              <a:t>Chromogen or colored part of basic stain is positively charged. So, it is also known as cationic stain.</a:t>
            </a:r>
          </a:p>
          <a:p>
            <a:r>
              <a:rPr lang="en-US" b="1" dirty="0">
                <a:solidFill>
                  <a:srgbClr val="002060"/>
                </a:solidFill>
              </a:rPr>
              <a:t>Basic stain are used to stain negatively charged components such as bacterial cell due to attraction between positive charge the dye and the negative charge of bacteria </a:t>
            </a:r>
            <a:r>
              <a:rPr lang="en-US" dirty="0"/>
              <a:t>(</a:t>
            </a:r>
            <a:r>
              <a:rPr lang="en-US" b="1" dirty="0">
                <a:solidFill>
                  <a:srgbClr val="FF0000"/>
                </a:solidFill>
              </a:rPr>
              <a:t>net charge of bacteria is negative</a:t>
            </a:r>
            <a:r>
              <a:rPr lang="en-US" dirty="0"/>
              <a:t>).</a:t>
            </a:r>
          </a:p>
          <a:p>
            <a:r>
              <a:rPr lang="en-US" b="1" dirty="0"/>
              <a:t>Examples: methylene blue, safranin, malachite green, basic </a:t>
            </a:r>
            <a:r>
              <a:rPr lang="en-US" b="1" dirty="0" err="1"/>
              <a:t>fuschin</a:t>
            </a:r>
            <a:r>
              <a:rPr lang="en-US" b="1" dirty="0"/>
              <a:t>, crystal violet, and Carbolfuchsin</a:t>
            </a:r>
          </a:p>
          <a:p>
            <a:pPr algn="l">
              <a:buNone/>
            </a:pPr>
            <a:endParaRPr lang="en-US" dirty="0"/>
          </a:p>
          <a:p>
            <a:pPr algn="l">
              <a:buNone/>
            </a:pPr>
            <a:endParaRPr lang="ar-JO"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Bayen\basic-stain-0752.jpg"/>
          <p:cNvPicPr>
            <a:picLocks noGrp="1" noChangeAspect="1" noChangeArrowheads="1"/>
          </p:cNvPicPr>
          <p:nvPr>
            <p:ph idx="1"/>
          </p:nvPr>
        </p:nvPicPr>
        <p:blipFill>
          <a:blip r:embed="rId2"/>
          <a:srcRect/>
          <a:stretch>
            <a:fillRect/>
          </a:stretch>
        </p:blipFill>
        <p:spPr bwMode="auto">
          <a:xfrm>
            <a:off x="1115616" y="476672"/>
            <a:ext cx="7743234" cy="5554663"/>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66" y="764704"/>
            <a:ext cx="7704667" cy="973088"/>
          </a:xfrm>
        </p:spPr>
        <p:txBody>
          <a:bodyPr>
            <a:normAutofit fontScale="90000"/>
          </a:bodyPr>
          <a:lstStyle/>
          <a:p>
            <a:r>
              <a:rPr lang="en-US" b="1" dirty="0">
                <a:solidFill>
                  <a:srgbClr val="FF0000"/>
                </a:solidFill>
              </a:rPr>
              <a:t>Neutral</a:t>
            </a:r>
            <a:r>
              <a:rPr lang="en-US" b="1" dirty="0"/>
              <a:t> </a:t>
            </a:r>
            <a:r>
              <a:rPr lang="en-US" b="1" dirty="0">
                <a:solidFill>
                  <a:srgbClr val="FF0000"/>
                </a:solidFill>
              </a:rPr>
              <a:t>stain</a:t>
            </a:r>
            <a:br>
              <a:rPr lang="en-US" b="1" dirty="0"/>
            </a:br>
            <a:endParaRPr lang="ar-JO" dirty="0"/>
          </a:p>
        </p:txBody>
      </p:sp>
      <p:sp>
        <p:nvSpPr>
          <p:cNvPr id="3" name="Content Placeholder 2"/>
          <p:cNvSpPr>
            <a:spLocks noGrp="1"/>
          </p:cNvSpPr>
          <p:nvPr>
            <p:ph idx="1"/>
          </p:nvPr>
        </p:nvSpPr>
        <p:spPr>
          <a:xfrm>
            <a:off x="1115616" y="1484784"/>
            <a:ext cx="7848683" cy="3332816"/>
          </a:xfrm>
        </p:spPr>
        <p:txBody>
          <a:bodyPr>
            <a:normAutofit/>
          </a:bodyPr>
          <a:lstStyle/>
          <a:p>
            <a:pPr algn="l">
              <a:buNone/>
            </a:pPr>
            <a:r>
              <a:rPr lang="en-US" sz="3200" b="1" dirty="0">
                <a:solidFill>
                  <a:srgbClr val="002060"/>
                </a:solidFill>
              </a:rPr>
              <a:t>- Neutral stains are a salt of acidic and basic stain.</a:t>
            </a:r>
          </a:p>
          <a:p>
            <a:pPr algn="l">
              <a:buNone/>
            </a:pPr>
            <a:endParaRPr lang="en-US" sz="3200" b="1" dirty="0">
              <a:solidFill>
                <a:srgbClr val="002060"/>
              </a:solidFill>
            </a:endParaRPr>
          </a:p>
          <a:p>
            <a:pPr algn="l">
              <a:buNone/>
            </a:pPr>
            <a:r>
              <a:rPr lang="en-US" sz="3200" b="1" dirty="0">
                <a:solidFill>
                  <a:srgbClr val="002060"/>
                </a:solidFill>
              </a:rPr>
              <a:t>- Examples: </a:t>
            </a:r>
            <a:r>
              <a:rPr lang="en-US" sz="3200" b="1" dirty="0" err="1">
                <a:solidFill>
                  <a:srgbClr val="002060"/>
                </a:solidFill>
              </a:rPr>
              <a:t>giemsa</a:t>
            </a:r>
            <a:r>
              <a:rPr lang="en-US" sz="3200" b="1" dirty="0">
                <a:solidFill>
                  <a:srgbClr val="002060"/>
                </a:solidFill>
              </a:rPr>
              <a:t> stain.</a:t>
            </a:r>
            <a:endParaRPr lang="ar-JO" sz="3200" b="1" dirty="0">
              <a:solidFill>
                <a:srgbClr val="00206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83567"/>
          </a:xfrm>
        </p:spPr>
        <p:txBody>
          <a:bodyPr/>
          <a:lstStyle/>
          <a:p>
            <a:r>
              <a:rPr lang="en-US" b="1" dirty="0">
                <a:solidFill>
                  <a:srgbClr val="FF0000"/>
                </a:solidFill>
              </a:rPr>
              <a:t>Staining techniques</a:t>
            </a:r>
            <a:endParaRPr lang="ar-JO" b="1" dirty="0">
              <a:solidFill>
                <a:srgbClr val="FF0000"/>
              </a:solidFill>
            </a:endParaRPr>
          </a:p>
        </p:txBody>
      </p:sp>
      <p:sp>
        <p:nvSpPr>
          <p:cNvPr id="3" name="Content Placeholder 2"/>
          <p:cNvSpPr>
            <a:spLocks noGrp="1"/>
          </p:cNvSpPr>
          <p:nvPr>
            <p:ph idx="1"/>
          </p:nvPr>
        </p:nvSpPr>
        <p:spPr>
          <a:xfrm>
            <a:off x="982133" y="1628800"/>
            <a:ext cx="7704667" cy="3332816"/>
          </a:xfrm>
        </p:spPr>
        <p:txBody>
          <a:bodyPr/>
          <a:lstStyle/>
          <a:p>
            <a:pPr algn="l">
              <a:buNone/>
            </a:pPr>
            <a:r>
              <a:rPr lang="en-US" dirty="0"/>
              <a:t>** </a:t>
            </a:r>
            <a:r>
              <a:rPr lang="en-US" b="1" dirty="0">
                <a:solidFill>
                  <a:srgbClr val="FF0000"/>
                </a:solidFill>
              </a:rPr>
              <a:t>According to the purposes, staining techniques </a:t>
            </a:r>
            <a:r>
              <a:rPr lang="en-US" b="1" dirty="0" err="1">
                <a:solidFill>
                  <a:srgbClr val="FF0000"/>
                </a:solidFill>
              </a:rPr>
              <a:t>divid</a:t>
            </a:r>
            <a:r>
              <a:rPr lang="en-US" b="1" dirty="0">
                <a:solidFill>
                  <a:srgbClr val="FF0000"/>
                </a:solidFill>
              </a:rPr>
              <a:t> to three types:</a:t>
            </a:r>
          </a:p>
          <a:p>
            <a:pPr algn="l">
              <a:buNone/>
            </a:pPr>
            <a:r>
              <a:rPr lang="en-US" b="1" dirty="0"/>
              <a:t>1. Simple staining</a:t>
            </a:r>
          </a:p>
          <a:p>
            <a:pPr algn="l">
              <a:buNone/>
            </a:pPr>
            <a:r>
              <a:rPr lang="en-US" b="1" dirty="0"/>
              <a:t>2. Differential staining</a:t>
            </a:r>
          </a:p>
          <a:p>
            <a:pPr algn="l">
              <a:buNone/>
            </a:pPr>
            <a:r>
              <a:rPr lang="en-US" b="1" dirty="0"/>
              <a:t>3. Structural staining </a:t>
            </a:r>
            <a:endParaRPr lang="ar-JO"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698" y="586972"/>
            <a:ext cx="7982355" cy="1752599"/>
          </a:xfrm>
        </p:spPr>
        <p:txBody>
          <a:bodyPr>
            <a:normAutofit/>
          </a:bodyPr>
          <a:lstStyle/>
          <a:p>
            <a:r>
              <a:rPr lang="en-US" b="1" dirty="0"/>
              <a:t>Simple stain</a:t>
            </a:r>
            <a:r>
              <a:rPr lang="en-US" sz="4000" b="1" dirty="0"/>
              <a:t>: </a:t>
            </a:r>
            <a:br>
              <a:rPr lang="en-US" sz="4000" b="1" dirty="0"/>
            </a:br>
            <a:r>
              <a:rPr lang="en-US" sz="2700" b="1" dirty="0"/>
              <a:t>Uses only one dye, and this dye reacts similarly with all types of bacteria</a:t>
            </a:r>
            <a:r>
              <a:rPr lang="en-US" sz="2700" dirty="0"/>
              <a:t>.</a:t>
            </a:r>
            <a:endParaRPr lang="ar-JO" sz="2700" dirty="0"/>
          </a:p>
        </p:txBody>
      </p:sp>
      <p:sp>
        <p:nvSpPr>
          <p:cNvPr id="3" name="Content Placeholder 2"/>
          <p:cNvSpPr>
            <a:spLocks noGrp="1"/>
          </p:cNvSpPr>
          <p:nvPr>
            <p:ph sz="half" idx="1"/>
          </p:nvPr>
        </p:nvSpPr>
        <p:spPr>
          <a:xfrm>
            <a:off x="533400" y="2857517"/>
            <a:ext cx="4038600" cy="2799762"/>
          </a:xfrm>
        </p:spPr>
        <p:txBody>
          <a:bodyPr/>
          <a:lstStyle/>
          <a:p>
            <a:pPr algn="ctr">
              <a:buNone/>
            </a:pPr>
            <a:r>
              <a:rPr lang="en-US" sz="2800" b="1" dirty="0">
                <a:solidFill>
                  <a:srgbClr val="FF0000"/>
                </a:solidFill>
              </a:rPr>
              <a:t>Direct Simple Stain</a:t>
            </a:r>
          </a:p>
          <a:p>
            <a:pPr algn="l">
              <a:buNone/>
            </a:pPr>
            <a:endParaRPr lang="en-US" b="1" dirty="0"/>
          </a:p>
          <a:p>
            <a:pPr algn="l">
              <a:buNone/>
            </a:pPr>
            <a:r>
              <a:rPr lang="en-US" b="1" dirty="0"/>
              <a:t>- </a:t>
            </a:r>
            <a:r>
              <a:rPr lang="en-US" sz="2000" b="1" dirty="0"/>
              <a:t>Stain bacteria itself, so Basic dye must be used.</a:t>
            </a:r>
            <a:endParaRPr lang="ar-JO" sz="2000" b="1" dirty="0"/>
          </a:p>
        </p:txBody>
      </p:sp>
      <p:sp>
        <p:nvSpPr>
          <p:cNvPr id="4" name="Content Placeholder 3"/>
          <p:cNvSpPr>
            <a:spLocks noGrp="1"/>
          </p:cNvSpPr>
          <p:nvPr>
            <p:ph sz="half" idx="2"/>
          </p:nvPr>
        </p:nvSpPr>
        <p:spPr>
          <a:xfrm>
            <a:off x="4688424" y="2541718"/>
            <a:ext cx="4038600" cy="3447834"/>
          </a:xfrm>
        </p:spPr>
        <p:txBody>
          <a:bodyPr>
            <a:normAutofit/>
          </a:bodyPr>
          <a:lstStyle/>
          <a:p>
            <a:pPr algn="ctr">
              <a:buNone/>
            </a:pPr>
            <a:r>
              <a:rPr lang="en-US" sz="2800" b="1" dirty="0">
                <a:solidFill>
                  <a:srgbClr val="FF0000"/>
                </a:solidFill>
              </a:rPr>
              <a:t>Indirect Simple Stain</a:t>
            </a:r>
          </a:p>
          <a:p>
            <a:pPr algn="ctr">
              <a:buNone/>
            </a:pPr>
            <a:r>
              <a:rPr lang="en-US" sz="2000" b="1" dirty="0">
                <a:solidFill>
                  <a:srgbClr val="002060"/>
                </a:solidFill>
              </a:rPr>
              <a:t>(Negative or background stain)</a:t>
            </a:r>
          </a:p>
          <a:p>
            <a:pPr algn="l">
              <a:buNone/>
            </a:pPr>
            <a:r>
              <a:rPr lang="en-US" b="1" dirty="0"/>
              <a:t>- </a:t>
            </a:r>
            <a:r>
              <a:rPr lang="en-US" sz="2000" b="1" dirty="0"/>
              <a:t>Stain background, so Acidic dye must be used.</a:t>
            </a:r>
            <a:endParaRPr lang="ar-JO" sz="2000" b="1" dirty="0"/>
          </a:p>
        </p:txBody>
      </p:sp>
      <p:cxnSp>
        <p:nvCxnSpPr>
          <p:cNvPr id="6" name="Straight Arrow Connector 5"/>
          <p:cNvCxnSpPr/>
          <p:nvPr/>
        </p:nvCxnSpPr>
        <p:spPr>
          <a:xfrm rot="5400000">
            <a:off x="2345088" y="2536233"/>
            <a:ext cx="785818"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6200000" flipH="1">
            <a:off x="5130943" y="2497742"/>
            <a:ext cx="857256"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82726"/>
          </a:xfrm>
        </p:spPr>
        <p:txBody>
          <a:bodyPr>
            <a:normAutofit fontScale="90000"/>
          </a:bodyPr>
          <a:lstStyle/>
          <a:p>
            <a:r>
              <a:rPr lang="en-US" b="1" dirty="0">
                <a:solidFill>
                  <a:srgbClr val="FF0000"/>
                </a:solidFill>
              </a:rPr>
              <a:t>Differential staining</a:t>
            </a:r>
            <a:r>
              <a:rPr lang="en-US" sz="4000" b="1" dirty="0"/>
              <a:t> </a:t>
            </a:r>
            <a:br>
              <a:rPr lang="en-US" sz="4000" b="1" dirty="0"/>
            </a:br>
            <a:r>
              <a:rPr lang="en-US" sz="4000" b="1" dirty="0"/>
              <a:t>    </a:t>
            </a:r>
            <a:r>
              <a:rPr lang="en-US" sz="3000" b="1" dirty="0"/>
              <a:t>Uses more than one dye, and these dyes react differently with different types of bacteria.  </a:t>
            </a:r>
            <a:endParaRPr lang="ar-JO" sz="3000" b="1" dirty="0"/>
          </a:p>
        </p:txBody>
      </p:sp>
      <p:sp>
        <p:nvSpPr>
          <p:cNvPr id="3" name="Content Placeholder 2"/>
          <p:cNvSpPr>
            <a:spLocks noGrp="1"/>
          </p:cNvSpPr>
          <p:nvPr>
            <p:ph sz="half" idx="1"/>
          </p:nvPr>
        </p:nvSpPr>
        <p:spPr>
          <a:xfrm>
            <a:off x="1000100" y="2060848"/>
            <a:ext cx="4143404" cy="3411543"/>
          </a:xfrm>
        </p:spPr>
        <p:txBody>
          <a:bodyPr/>
          <a:lstStyle/>
          <a:p>
            <a:pPr algn="l">
              <a:buNone/>
            </a:pPr>
            <a:r>
              <a:rPr lang="en-US" dirty="0"/>
              <a:t>    </a:t>
            </a:r>
            <a:r>
              <a:rPr lang="en-US" sz="2400" b="1" dirty="0">
                <a:solidFill>
                  <a:srgbClr val="FF0000"/>
                </a:solidFill>
              </a:rPr>
              <a:t>Gram staining</a:t>
            </a:r>
          </a:p>
          <a:p>
            <a:pPr algn="l">
              <a:buNone/>
            </a:pPr>
            <a:endParaRPr lang="en-US" sz="2400" b="1" dirty="0">
              <a:solidFill>
                <a:srgbClr val="FF0000"/>
              </a:solidFill>
            </a:endParaRPr>
          </a:p>
          <a:p>
            <a:pPr algn="l">
              <a:buNone/>
            </a:pPr>
            <a:r>
              <a:rPr lang="en-US" sz="2400" b="1" dirty="0"/>
              <a:t>1. Gram positive bacteria</a:t>
            </a:r>
          </a:p>
          <a:p>
            <a:pPr algn="l">
              <a:buNone/>
            </a:pPr>
            <a:r>
              <a:rPr lang="en-US" sz="2400" b="1" dirty="0"/>
              <a:t>2. Gram negative bacteria</a:t>
            </a:r>
            <a:endParaRPr lang="ar-JO" sz="2400" b="1" dirty="0"/>
          </a:p>
        </p:txBody>
      </p:sp>
      <p:sp>
        <p:nvSpPr>
          <p:cNvPr id="4" name="Content Placeholder 3"/>
          <p:cNvSpPr>
            <a:spLocks noGrp="1"/>
          </p:cNvSpPr>
          <p:nvPr>
            <p:ph sz="half" idx="2"/>
          </p:nvPr>
        </p:nvSpPr>
        <p:spPr>
          <a:xfrm>
            <a:off x="5143504" y="1989410"/>
            <a:ext cx="3857652" cy="3482981"/>
          </a:xfrm>
        </p:spPr>
        <p:txBody>
          <a:bodyPr/>
          <a:lstStyle/>
          <a:p>
            <a:pPr algn="l">
              <a:buNone/>
            </a:pPr>
            <a:r>
              <a:rPr lang="en-US" dirty="0"/>
              <a:t> </a:t>
            </a:r>
            <a:r>
              <a:rPr lang="en-US" sz="2400" b="1" dirty="0">
                <a:solidFill>
                  <a:srgbClr val="FF0000"/>
                </a:solidFill>
              </a:rPr>
              <a:t>Acid - Fast staining</a:t>
            </a:r>
          </a:p>
          <a:p>
            <a:pPr algn="l">
              <a:buNone/>
            </a:pPr>
            <a:endParaRPr lang="en-US" sz="2400" b="1" dirty="0">
              <a:solidFill>
                <a:srgbClr val="FF0000"/>
              </a:solidFill>
            </a:endParaRPr>
          </a:p>
          <a:p>
            <a:pPr algn="l">
              <a:buNone/>
            </a:pPr>
            <a:r>
              <a:rPr lang="en-US" dirty="0"/>
              <a:t>1. </a:t>
            </a:r>
            <a:r>
              <a:rPr lang="en-US" sz="2400" dirty="0"/>
              <a:t>Acid fast bacteria</a:t>
            </a:r>
          </a:p>
          <a:p>
            <a:pPr algn="l">
              <a:buNone/>
            </a:pPr>
            <a:r>
              <a:rPr lang="en-US" sz="2400" dirty="0"/>
              <a:t>2. Non acid fast bacteria</a:t>
            </a:r>
            <a:endParaRPr lang="ar-JO" sz="2400" dirty="0"/>
          </a:p>
        </p:txBody>
      </p:sp>
      <p:sp>
        <p:nvSpPr>
          <p:cNvPr id="14" name="Left-Right-Up Arrow 13"/>
          <p:cNvSpPr/>
          <p:nvPr/>
        </p:nvSpPr>
        <p:spPr>
          <a:xfrm>
            <a:off x="3286116" y="2285992"/>
            <a:ext cx="1857388" cy="928694"/>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Grp="1" noChangeAspect="1" noChangeArrowheads="1"/>
          </p:cNvPicPr>
          <p:nvPr>
            <p:ph sz="half" idx="1"/>
          </p:nvPr>
        </p:nvPicPr>
        <p:blipFill>
          <a:blip r:embed="rId2"/>
          <a:srcRect/>
          <a:stretch>
            <a:fillRect/>
          </a:stretch>
        </p:blipFill>
        <p:spPr bwMode="auto">
          <a:xfrm>
            <a:off x="899592" y="857232"/>
            <a:ext cx="7812360" cy="5143536"/>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171599"/>
          </a:xfrm>
        </p:spPr>
        <p:txBody>
          <a:bodyPr>
            <a:normAutofit fontScale="90000"/>
          </a:bodyPr>
          <a:lstStyle/>
          <a:p>
            <a:r>
              <a:rPr lang="en-US" sz="4000" b="1" dirty="0">
                <a:solidFill>
                  <a:srgbClr val="FF0000"/>
                </a:solidFill>
              </a:rPr>
              <a:t>Structural Staining</a:t>
            </a:r>
            <a:br>
              <a:rPr lang="en-US" sz="4000" b="1" dirty="0">
                <a:solidFill>
                  <a:srgbClr val="FF0000"/>
                </a:solidFill>
              </a:rPr>
            </a:br>
            <a:r>
              <a:rPr lang="en-US" sz="2700" b="1" dirty="0"/>
              <a:t>Use One dye or more to stain certain structure within bacteria</a:t>
            </a:r>
            <a:endParaRPr lang="ar-JO" sz="2700" b="1" dirty="0"/>
          </a:p>
        </p:txBody>
      </p:sp>
      <p:sp>
        <p:nvSpPr>
          <p:cNvPr id="3" name="Content Placeholder 2"/>
          <p:cNvSpPr>
            <a:spLocks noGrp="1"/>
          </p:cNvSpPr>
          <p:nvPr>
            <p:ph idx="1"/>
          </p:nvPr>
        </p:nvSpPr>
        <p:spPr>
          <a:xfrm>
            <a:off x="827584" y="1916832"/>
            <a:ext cx="7704667" cy="3692856"/>
          </a:xfrm>
        </p:spPr>
        <p:txBody>
          <a:bodyPr>
            <a:normAutofit/>
          </a:bodyPr>
          <a:lstStyle/>
          <a:p>
            <a:pPr algn="l">
              <a:buNone/>
            </a:pPr>
            <a:r>
              <a:rPr lang="en-US" dirty="0"/>
              <a:t>Bacteria structure that can be stained:</a:t>
            </a:r>
          </a:p>
          <a:p>
            <a:r>
              <a:rPr lang="en-US" dirty="0"/>
              <a:t> Capsule</a:t>
            </a:r>
          </a:p>
          <a:p>
            <a:r>
              <a:rPr lang="en-US" dirty="0"/>
              <a:t>Cell Wall</a:t>
            </a:r>
          </a:p>
          <a:p>
            <a:r>
              <a:rPr lang="en-US" dirty="0"/>
              <a:t>Endospores</a:t>
            </a:r>
          </a:p>
          <a:p>
            <a:r>
              <a:rPr lang="en-US" dirty="0"/>
              <a:t>Flagella </a:t>
            </a:r>
          </a:p>
          <a:p>
            <a:r>
              <a:rPr lang="en-US" dirty="0"/>
              <a:t>Ribosomes</a:t>
            </a:r>
          </a:p>
          <a:p>
            <a:r>
              <a:rPr lang="en-US" dirty="0"/>
              <a:t>Genetic material</a:t>
            </a:r>
            <a:endParaRPr lang="ar-JO"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1D902-7504-4DD7-A9FB-EEAE6912C005}"/>
              </a:ext>
            </a:extLst>
          </p:cNvPr>
          <p:cNvSpPr>
            <a:spLocks noGrp="1"/>
          </p:cNvSpPr>
          <p:nvPr>
            <p:ph idx="1"/>
          </p:nvPr>
        </p:nvSpPr>
        <p:spPr>
          <a:xfrm>
            <a:off x="827584" y="1762592"/>
            <a:ext cx="8172400" cy="3332816"/>
          </a:xfrm>
        </p:spPr>
        <p:txBody>
          <a:bodyPr/>
          <a:lstStyle/>
          <a:p>
            <a:r>
              <a:rPr lang="en-US" b="1" dirty="0"/>
              <a:t>All staining techniques needs </a:t>
            </a:r>
            <a:r>
              <a:rPr lang="en-US" b="1" dirty="0">
                <a:solidFill>
                  <a:srgbClr val="FF0000"/>
                </a:solidFill>
              </a:rPr>
              <a:t>Smear Preparation </a:t>
            </a:r>
            <a:r>
              <a:rPr lang="en-US" b="1" dirty="0"/>
              <a:t>EXCEPT</a:t>
            </a:r>
          </a:p>
          <a:p>
            <a:pPr marL="0" indent="0">
              <a:buNone/>
            </a:pPr>
            <a:r>
              <a:rPr lang="en-US" b="1" dirty="0"/>
              <a:t>     </a:t>
            </a:r>
            <a:r>
              <a:rPr lang="en-US" b="1" dirty="0">
                <a:solidFill>
                  <a:srgbClr val="FF0000"/>
                </a:solidFill>
              </a:rPr>
              <a:t>Negative Staining </a:t>
            </a:r>
            <a:r>
              <a:rPr lang="en-US" b="1" dirty="0"/>
              <a:t>(Also called </a:t>
            </a:r>
            <a:r>
              <a:rPr lang="en-US" b="1" dirty="0">
                <a:solidFill>
                  <a:srgbClr val="0070C0"/>
                </a:solidFill>
              </a:rPr>
              <a:t>Background or indirect </a:t>
            </a:r>
          </a:p>
          <a:p>
            <a:pPr marL="0" indent="0">
              <a:buNone/>
            </a:pPr>
            <a:r>
              <a:rPr lang="en-US" b="1" dirty="0">
                <a:solidFill>
                  <a:srgbClr val="0070C0"/>
                </a:solidFill>
              </a:rPr>
              <a:t>      staining)</a:t>
            </a:r>
          </a:p>
        </p:txBody>
      </p:sp>
    </p:spTree>
    <p:extLst>
      <p:ext uri="{BB962C8B-B14F-4D97-AF65-F5344CB8AC3E}">
        <p14:creationId xmlns:p14="http://schemas.microsoft.com/office/powerpoint/2010/main" val="191745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B6D430D3-40FD-417B-97EF-ED9C236B84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20" y="0"/>
            <a:ext cx="9252519" cy="6858000"/>
          </a:xfrm>
          <a:prstGeom prst="rect">
            <a:avLst/>
          </a:prstGeom>
        </p:spPr>
      </p:pic>
    </p:spTree>
    <p:extLst>
      <p:ext uri="{BB962C8B-B14F-4D97-AF65-F5344CB8AC3E}">
        <p14:creationId xmlns:p14="http://schemas.microsoft.com/office/powerpoint/2010/main" val="2529683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5F74697F-A403-4FC8-91D3-15874BBB9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093153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C36A8-D4C9-4043-86D6-601977ED61B4}"/>
              </a:ext>
            </a:extLst>
          </p:cNvPr>
          <p:cNvSpPr>
            <a:spLocks noGrp="1"/>
          </p:cNvSpPr>
          <p:nvPr>
            <p:ph type="title"/>
          </p:nvPr>
        </p:nvSpPr>
        <p:spPr>
          <a:xfrm>
            <a:off x="982133" y="0"/>
            <a:ext cx="7704667" cy="667543"/>
          </a:xfrm>
        </p:spPr>
        <p:txBody>
          <a:bodyPr>
            <a:normAutofit fontScale="90000"/>
          </a:bodyPr>
          <a:lstStyle/>
          <a:p>
            <a:r>
              <a:rPr lang="en-US" dirty="0"/>
              <a:t>During smear preparation </a:t>
            </a:r>
          </a:p>
        </p:txBody>
      </p:sp>
      <p:sp>
        <p:nvSpPr>
          <p:cNvPr id="3" name="Content Placeholder 2">
            <a:extLst>
              <a:ext uri="{FF2B5EF4-FFF2-40B4-BE49-F238E27FC236}">
                <a16:creationId xmlns:a16="http://schemas.microsoft.com/office/drawing/2014/main" id="{008F6DD5-D197-4667-BE25-EE605F61B547}"/>
              </a:ext>
            </a:extLst>
          </p:cNvPr>
          <p:cNvSpPr>
            <a:spLocks noGrp="1"/>
          </p:cNvSpPr>
          <p:nvPr>
            <p:ph idx="1"/>
          </p:nvPr>
        </p:nvSpPr>
        <p:spPr>
          <a:xfrm>
            <a:off x="990685" y="667543"/>
            <a:ext cx="7704667" cy="3024336"/>
          </a:xfrm>
        </p:spPr>
        <p:txBody>
          <a:bodyPr/>
          <a:lstStyle/>
          <a:p>
            <a:r>
              <a:rPr lang="en-US" b="1" dirty="0"/>
              <a:t>You spread the bacteria over a proper area of the slide, in order to have at least 70% of the cells arrange look like the arrangement of the bacteria in nature.</a:t>
            </a:r>
          </a:p>
          <a:p>
            <a:pPr marL="0" indent="0">
              <a:buNone/>
            </a:pPr>
            <a:endParaRPr lang="en-US" b="1" dirty="0"/>
          </a:p>
          <a:p>
            <a:pPr marL="0" indent="0">
              <a:buNone/>
            </a:pPr>
            <a:endParaRPr lang="en-US" b="1" dirty="0"/>
          </a:p>
          <a:p>
            <a:pPr marL="0" indent="0">
              <a:spcBef>
                <a:spcPts val="0"/>
              </a:spcBef>
              <a:spcAft>
                <a:spcPts val="0"/>
              </a:spcAft>
              <a:buNone/>
            </a:pPr>
            <a:r>
              <a:rPr lang="en-US" b="1" dirty="0"/>
              <a:t>                </a:t>
            </a:r>
            <a:endParaRPr lang="en-US" dirty="0"/>
          </a:p>
        </p:txBody>
      </p:sp>
      <p:pic>
        <p:nvPicPr>
          <p:cNvPr id="15" name="Picture 14" descr="Diagram&#10;&#10;Description automatically generated">
            <a:extLst>
              <a:ext uri="{FF2B5EF4-FFF2-40B4-BE49-F238E27FC236}">
                <a16:creationId xmlns:a16="http://schemas.microsoft.com/office/drawing/2014/main" id="{110E1548-87D4-4248-B95B-DD46CC2AC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2060848"/>
            <a:ext cx="7956375" cy="4032448"/>
          </a:xfrm>
          <a:prstGeom prst="rect">
            <a:avLst/>
          </a:prstGeom>
        </p:spPr>
      </p:pic>
    </p:spTree>
    <p:extLst>
      <p:ext uri="{BB962C8B-B14F-4D97-AF65-F5344CB8AC3E}">
        <p14:creationId xmlns:p14="http://schemas.microsoft.com/office/powerpoint/2010/main" val="1242932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AA52B4-644E-4A6C-9227-FEED154DB509}"/>
              </a:ext>
            </a:extLst>
          </p:cNvPr>
          <p:cNvSpPr>
            <a:spLocks noGrp="1"/>
          </p:cNvSpPr>
          <p:nvPr>
            <p:ph idx="1"/>
          </p:nvPr>
        </p:nvSpPr>
        <p:spPr>
          <a:xfrm>
            <a:off x="982133" y="548680"/>
            <a:ext cx="8161867" cy="5451136"/>
          </a:xfrm>
        </p:spPr>
        <p:txBody>
          <a:bodyPr/>
          <a:lstStyle/>
          <a:p>
            <a:r>
              <a:rPr lang="en-US" b="1" dirty="0"/>
              <a:t>Check the cooling of the loop by inserting it into the agar of the culture from where we will take the bacteria and away from bacteria to:</a:t>
            </a:r>
          </a:p>
          <a:p>
            <a:pPr marL="569913" indent="-165100">
              <a:spcBef>
                <a:spcPts val="0"/>
              </a:spcBef>
              <a:spcAft>
                <a:spcPts val="0"/>
              </a:spcAft>
              <a:buFont typeface="+mj-lt"/>
              <a:buAutoNum type="romanUcPeriod"/>
            </a:pPr>
            <a:r>
              <a:rPr lang="en-US" b="1" dirty="0"/>
              <a:t>  Prevent scattering of the bacteria in the lab air</a:t>
            </a:r>
          </a:p>
          <a:p>
            <a:pPr marL="404813" indent="0">
              <a:spcBef>
                <a:spcPts val="0"/>
              </a:spcBef>
              <a:spcAft>
                <a:spcPts val="0"/>
              </a:spcAft>
              <a:buNone/>
            </a:pPr>
            <a:r>
              <a:rPr lang="en-US" b="1" dirty="0"/>
              <a:t>        (indoor air)</a:t>
            </a:r>
          </a:p>
          <a:p>
            <a:pPr marL="919163" indent="-514350">
              <a:spcBef>
                <a:spcPts val="0"/>
              </a:spcBef>
              <a:spcAft>
                <a:spcPts val="0"/>
              </a:spcAft>
              <a:buFont typeface="+mj-lt"/>
              <a:buAutoNum type="romanUcPeriod" startAt="2"/>
            </a:pPr>
            <a:r>
              <a:rPr lang="en-US" b="1" dirty="0"/>
              <a:t>Prevent infection of ourselves</a:t>
            </a:r>
          </a:p>
          <a:p>
            <a:pPr marL="919163" indent="-514350">
              <a:spcBef>
                <a:spcPts val="0"/>
              </a:spcBef>
              <a:spcAft>
                <a:spcPts val="0"/>
              </a:spcAft>
              <a:buFont typeface="+mj-lt"/>
              <a:buAutoNum type="romanUcPeriod" startAt="2"/>
            </a:pPr>
            <a:r>
              <a:rPr lang="en-US" b="1" dirty="0"/>
              <a:t>Prevent killing of bacteria</a:t>
            </a:r>
          </a:p>
          <a:p>
            <a:pPr marL="404813" indent="0">
              <a:spcBef>
                <a:spcPts val="0"/>
              </a:spcBef>
              <a:spcAft>
                <a:spcPts val="0"/>
              </a:spcAft>
              <a:buNone/>
            </a:pPr>
            <a:endParaRPr lang="en-US" b="1" dirty="0"/>
          </a:p>
          <a:p>
            <a:pPr marL="508000" indent="-342900">
              <a:spcBef>
                <a:spcPts val="0"/>
              </a:spcBef>
              <a:spcAft>
                <a:spcPts val="0"/>
              </a:spcAft>
            </a:pPr>
            <a:r>
              <a:rPr lang="en-US" b="1" dirty="0"/>
              <a:t>Heat fixation of the smear to:</a:t>
            </a:r>
          </a:p>
          <a:p>
            <a:pPr marL="165100" indent="0">
              <a:spcBef>
                <a:spcPts val="0"/>
              </a:spcBef>
              <a:spcAft>
                <a:spcPts val="0"/>
              </a:spcAft>
              <a:buNone/>
            </a:pPr>
            <a:r>
              <a:rPr lang="en-US" b="1" dirty="0"/>
              <a:t>     a- Kill the bacteria</a:t>
            </a:r>
          </a:p>
          <a:p>
            <a:pPr marL="165100" indent="0">
              <a:spcBef>
                <a:spcPts val="0"/>
              </a:spcBef>
              <a:spcAft>
                <a:spcPts val="0"/>
              </a:spcAft>
              <a:buNone/>
            </a:pPr>
            <a:r>
              <a:rPr lang="en-US" b="1" dirty="0"/>
              <a:t>     b- Fix the bacteria to the slide</a:t>
            </a:r>
          </a:p>
          <a:p>
            <a:pPr marL="165100" indent="0">
              <a:spcBef>
                <a:spcPts val="0"/>
              </a:spcBef>
              <a:spcAft>
                <a:spcPts val="0"/>
              </a:spcAft>
              <a:buNone/>
            </a:pPr>
            <a:r>
              <a:rPr lang="en-US" b="1" dirty="0"/>
              <a:t>So, it will not wash out during washing the slide in staining</a:t>
            </a:r>
          </a:p>
        </p:txBody>
      </p:sp>
    </p:spTree>
    <p:extLst>
      <p:ext uri="{BB962C8B-B14F-4D97-AF65-F5344CB8AC3E}">
        <p14:creationId xmlns:p14="http://schemas.microsoft.com/office/powerpoint/2010/main" val="3528481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AE745-2F5B-43C0-B72B-FF1D28973399}"/>
              </a:ext>
            </a:extLst>
          </p:cNvPr>
          <p:cNvSpPr>
            <a:spLocks noGrp="1"/>
          </p:cNvSpPr>
          <p:nvPr>
            <p:ph idx="1"/>
          </p:nvPr>
        </p:nvSpPr>
        <p:spPr>
          <a:xfrm>
            <a:off x="1043608" y="692696"/>
            <a:ext cx="7704667" cy="5112568"/>
          </a:xfrm>
        </p:spPr>
        <p:txBody>
          <a:bodyPr>
            <a:normAutofit/>
          </a:bodyPr>
          <a:lstStyle/>
          <a:p>
            <a:r>
              <a:rPr lang="en-US" sz="2800" b="1" dirty="0"/>
              <a:t>During drying of the smear: </a:t>
            </a:r>
            <a:r>
              <a:rPr lang="en-US" sz="2800" b="1" dirty="0">
                <a:solidFill>
                  <a:srgbClr val="002060"/>
                </a:solidFill>
              </a:rPr>
              <a:t>Don’t blow on the slide</a:t>
            </a:r>
            <a:r>
              <a:rPr lang="en-US" sz="2800" b="1" dirty="0"/>
              <a:t>, </a:t>
            </a:r>
            <a:r>
              <a:rPr lang="en-US" sz="2800" b="1" dirty="0">
                <a:solidFill>
                  <a:schemeClr val="accent5">
                    <a:lumMod val="75000"/>
                  </a:schemeClr>
                </a:solidFill>
              </a:rPr>
              <a:t>Don’t wave the slide on the air</a:t>
            </a:r>
            <a:r>
              <a:rPr lang="en-US" sz="2800" b="1" dirty="0"/>
              <a:t>.</a:t>
            </a:r>
          </a:p>
          <a:p>
            <a:pPr marL="0" indent="0">
              <a:buNone/>
            </a:pPr>
            <a:endParaRPr lang="en-US" sz="2800" b="1" dirty="0"/>
          </a:p>
          <a:p>
            <a:pPr marL="0" indent="0">
              <a:buNone/>
            </a:pPr>
            <a:r>
              <a:rPr lang="en-US" sz="2800" b="1" dirty="0"/>
              <a:t>              </a:t>
            </a:r>
            <a:r>
              <a:rPr lang="en-US" sz="2800" b="1" dirty="0">
                <a:solidFill>
                  <a:srgbClr val="FF0000"/>
                </a:solidFill>
              </a:rPr>
              <a:t>JUST Let it to dry near the Bunsen Burner</a:t>
            </a:r>
          </a:p>
        </p:txBody>
      </p:sp>
    </p:spTree>
    <p:extLst>
      <p:ext uri="{BB962C8B-B14F-4D97-AF65-F5344CB8AC3E}">
        <p14:creationId xmlns:p14="http://schemas.microsoft.com/office/powerpoint/2010/main" val="100555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226268"/>
            <a:ext cx="7704667" cy="955575"/>
          </a:xfrm>
        </p:spPr>
        <p:txBody>
          <a:bodyPr/>
          <a:lstStyle/>
          <a:p>
            <a:r>
              <a:rPr lang="en-US" b="1" dirty="0"/>
              <a:t>Direct Simple Stain</a:t>
            </a:r>
            <a:endParaRPr lang="ar-JO" dirty="0"/>
          </a:p>
        </p:txBody>
      </p:sp>
      <p:sp>
        <p:nvSpPr>
          <p:cNvPr id="3" name="Content Placeholder 2"/>
          <p:cNvSpPr>
            <a:spLocks noGrp="1"/>
          </p:cNvSpPr>
          <p:nvPr>
            <p:ph idx="1"/>
          </p:nvPr>
        </p:nvSpPr>
        <p:spPr>
          <a:xfrm>
            <a:off x="979776" y="992371"/>
            <a:ext cx="8164224" cy="4020805"/>
          </a:xfrm>
        </p:spPr>
        <p:txBody>
          <a:bodyPr/>
          <a:lstStyle/>
          <a:p>
            <a:pPr algn="l">
              <a:buFontTx/>
              <a:buChar char="-"/>
            </a:pPr>
            <a:r>
              <a:rPr lang="en-US" b="1" dirty="0"/>
              <a:t>It is used to stain </a:t>
            </a:r>
            <a:r>
              <a:rPr lang="en-US" b="1" dirty="0">
                <a:solidFill>
                  <a:srgbClr val="FF0000"/>
                </a:solidFill>
              </a:rPr>
              <a:t>bacteria itself</a:t>
            </a:r>
            <a:r>
              <a:rPr lang="en-US" b="1" dirty="0"/>
              <a:t>, while the </a:t>
            </a:r>
            <a:r>
              <a:rPr lang="en-US" b="1" dirty="0">
                <a:solidFill>
                  <a:srgbClr val="FF0000"/>
                </a:solidFill>
              </a:rPr>
              <a:t>background</a:t>
            </a:r>
            <a:r>
              <a:rPr lang="en-US" b="1" dirty="0"/>
              <a:t> remains </a:t>
            </a:r>
            <a:r>
              <a:rPr lang="en-US" b="1" dirty="0">
                <a:solidFill>
                  <a:srgbClr val="FF0000"/>
                </a:solidFill>
              </a:rPr>
              <a:t>colorless</a:t>
            </a:r>
            <a:r>
              <a:rPr lang="en-US" b="1" dirty="0"/>
              <a:t>.</a:t>
            </a:r>
          </a:p>
          <a:p>
            <a:pPr algn="l">
              <a:buNone/>
            </a:pPr>
            <a:r>
              <a:rPr lang="en-US" dirty="0"/>
              <a:t>- Cation (Basic) dye should be used to stain bacteria itself. </a:t>
            </a:r>
            <a:endParaRPr lang="ar-JO" dirty="0"/>
          </a:p>
        </p:txBody>
      </p:sp>
      <p:pic>
        <p:nvPicPr>
          <p:cNvPr id="5" name="Picture 4" descr="A close up of a map&#10;&#10;Description automatically generated">
            <a:extLst>
              <a:ext uri="{FF2B5EF4-FFF2-40B4-BE49-F238E27FC236}">
                <a16:creationId xmlns:a16="http://schemas.microsoft.com/office/drawing/2014/main" id="{61292EC2-C061-479E-B765-2C4A0FD4B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9650" y="3717032"/>
            <a:ext cx="4338574" cy="2914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Direct Simple Stain (Materials)</a:t>
            </a:r>
            <a:endParaRPr lang="ar-JO" b="1" dirty="0"/>
          </a:p>
        </p:txBody>
      </p:sp>
      <p:sp>
        <p:nvSpPr>
          <p:cNvPr id="3" name="Content Placeholder 2"/>
          <p:cNvSpPr>
            <a:spLocks noGrp="1"/>
          </p:cNvSpPr>
          <p:nvPr>
            <p:ph idx="1"/>
          </p:nvPr>
        </p:nvSpPr>
        <p:spPr>
          <a:xfrm>
            <a:off x="982133" y="2132856"/>
            <a:ext cx="7704667" cy="3332816"/>
          </a:xfrm>
        </p:spPr>
        <p:txBody>
          <a:bodyPr>
            <a:normAutofit fontScale="85000" lnSpcReduction="20000"/>
          </a:bodyPr>
          <a:lstStyle/>
          <a:p>
            <a:pPr algn="l">
              <a:buNone/>
            </a:pPr>
            <a:r>
              <a:rPr lang="en-US" b="1" dirty="0"/>
              <a:t> Materials:</a:t>
            </a:r>
          </a:p>
          <a:p>
            <a:pPr algn="l">
              <a:buNone/>
            </a:pPr>
            <a:r>
              <a:rPr lang="en-US" dirty="0"/>
              <a:t>1. Loop </a:t>
            </a:r>
          </a:p>
          <a:p>
            <a:pPr algn="l">
              <a:buNone/>
            </a:pPr>
            <a:r>
              <a:rPr lang="en-US" dirty="0"/>
              <a:t>2. Slides</a:t>
            </a:r>
          </a:p>
          <a:p>
            <a:pPr algn="l">
              <a:buNone/>
            </a:pPr>
            <a:r>
              <a:rPr lang="en-US" dirty="0"/>
              <a:t>3. Crystal violet or any Basic dye</a:t>
            </a:r>
          </a:p>
          <a:p>
            <a:pPr algn="l">
              <a:buNone/>
            </a:pPr>
            <a:r>
              <a:rPr lang="en-US" dirty="0"/>
              <a:t>4. Sterile distilled water</a:t>
            </a:r>
          </a:p>
          <a:p>
            <a:pPr algn="l">
              <a:buNone/>
            </a:pPr>
            <a:r>
              <a:rPr lang="en-US" dirty="0"/>
              <a:t>5. Bacteria</a:t>
            </a:r>
          </a:p>
          <a:p>
            <a:pPr algn="ctr">
              <a:buNone/>
            </a:pPr>
            <a:r>
              <a:rPr lang="en-US" sz="3900" b="1" dirty="0">
                <a:solidFill>
                  <a:srgbClr val="FF0000"/>
                </a:solidFill>
              </a:rPr>
              <a:t>Note: you should work under aseptic condition</a:t>
            </a:r>
            <a:endParaRPr lang="ar-JO" sz="3900" b="1"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Direct Simple Stain (Method)</a:t>
            </a:r>
            <a:endParaRPr lang="ar-JO" dirty="0"/>
          </a:p>
        </p:txBody>
      </p:sp>
      <p:sp>
        <p:nvSpPr>
          <p:cNvPr id="3" name="Content Placeholder 2"/>
          <p:cNvSpPr>
            <a:spLocks noGrp="1"/>
          </p:cNvSpPr>
          <p:nvPr>
            <p:ph idx="1"/>
          </p:nvPr>
        </p:nvSpPr>
        <p:spPr>
          <a:xfrm>
            <a:off x="982133" y="2422054"/>
            <a:ext cx="7704667" cy="3332816"/>
          </a:xfrm>
        </p:spPr>
        <p:txBody>
          <a:bodyPr/>
          <a:lstStyle/>
          <a:p>
            <a:pPr algn="l">
              <a:buNone/>
            </a:pPr>
            <a:r>
              <a:rPr lang="en-US" dirty="0"/>
              <a:t>1. Smear Preparation</a:t>
            </a:r>
          </a:p>
          <a:p>
            <a:pPr algn="l">
              <a:buNone/>
            </a:pPr>
            <a:r>
              <a:rPr lang="en-US" dirty="0"/>
              <a:t>2. Load the smear with </a:t>
            </a:r>
            <a:r>
              <a:rPr lang="en-US" dirty="0">
                <a:solidFill>
                  <a:srgbClr val="FF0000"/>
                </a:solidFill>
              </a:rPr>
              <a:t>basic dye</a:t>
            </a:r>
            <a:r>
              <a:rPr lang="en-US" dirty="0"/>
              <a:t> (as crystal violet)</a:t>
            </a:r>
          </a:p>
          <a:p>
            <a:pPr algn="l">
              <a:buNone/>
            </a:pPr>
            <a:r>
              <a:rPr lang="en-US" dirty="0"/>
              <a:t>3. Wash gently with tap water, prevent dripping of water directly over the smear</a:t>
            </a:r>
          </a:p>
          <a:p>
            <a:pPr algn="l">
              <a:buNone/>
            </a:pPr>
            <a:r>
              <a:rPr lang="en-US" dirty="0"/>
              <a:t>4. Blotting with filter paper</a:t>
            </a:r>
          </a:p>
          <a:p>
            <a:pPr algn="l">
              <a:buNone/>
            </a:pPr>
            <a:r>
              <a:rPr lang="en-US" dirty="0"/>
              <a:t>5. Observation under Microscope</a:t>
            </a:r>
            <a:endParaRPr lang="ar-JO"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35F1EFC6-6290-4EE2-BE4F-9B14A42A2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357313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1A87F-B05D-4A4A-83E4-DA45672E53C0}"/>
              </a:ext>
            </a:extLst>
          </p:cNvPr>
          <p:cNvSpPr>
            <a:spLocks noGrp="1"/>
          </p:cNvSpPr>
          <p:nvPr>
            <p:ph type="title"/>
          </p:nvPr>
        </p:nvSpPr>
        <p:spPr>
          <a:xfrm>
            <a:off x="982133" y="457201"/>
            <a:ext cx="7704667" cy="811559"/>
          </a:xfrm>
        </p:spPr>
        <p:txBody>
          <a:bodyPr>
            <a:normAutofit/>
          </a:bodyPr>
          <a:lstStyle/>
          <a:p>
            <a:r>
              <a:rPr lang="en-US" sz="3200" b="1" dirty="0">
                <a:solidFill>
                  <a:srgbClr val="FF0000"/>
                </a:solidFill>
              </a:rPr>
              <a:t>Direct Simple staining of Bacteria</a:t>
            </a:r>
          </a:p>
        </p:txBody>
      </p:sp>
      <p:pic>
        <p:nvPicPr>
          <p:cNvPr id="5" name="Content Placeholder 4" descr="A picture containing outdoor, photo, holding, food&#10;&#10;Description automatically generated">
            <a:extLst>
              <a:ext uri="{FF2B5EF4-FFF2-40B4-BE49-F238E27FC236}">
                <a16:creationId xmlns:a16="http://schemas.microsoft.com/office/drawing/2014/main" id="{6F15D7E9-6E72-4B14-AC22-445EF9C443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5738" y="1268760"/>
            <a:ext cx="7371062" cy="5132039"/>
          </a:xfrm>
        </p:spPr>
      </p:pic>
    </p:spTree>
    <p:extLst>
      <p:ext uri="{BB962C8B-B14F-4D97-AF65-F5344CB8AC3E}">
        <p14:creationId xmlns:p14="http://schemas.microsoft.com/office/powerpoint/2010/main" val="324365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060" y="71419"/>
            <a:ext cx="7704667" cy="1142999"/>
          </a:xfrm>
        </p:spPr>
        <p:txBody>
          <a:bodyPr/>
          <a:lstStyle/>
          <a:p>
            <a:r>
              <a:rPr lang="en-US" b="1" dirty="0"/>
              <a:t>Indirect Simple Stain</a:t>
            </a:r>
            <a:endParaRPr lang="ar-JO" dirty="0"/>
          </a:p>
        </p:txBody>
      </p:sp>
      <p:sp>
        <p:nvSpPr>
          <p:cNvPr id="3" name="Content Placeholder 2"/>
          <p:cNvSpPr>
            <a:spLocks noGrp="1"/>
          </p:cNvSpPr>
          <p:nvPr>
            <p:ph idx="1"/>
          </p:nvPr>
        </p:nvSpPr>
        <p:spPr>
          <a:xfrm>
            <a:off x="725593" y="1214418"/>
            <a:ext cx="8229600" cy="4614881"/>
          </a:xfrm>
        </p:spPr>
        <p:txBody>
          <a:bodyPr>
            <a:normAutofit/>
          </a:bodyPr>
          <a:lstStyle/>
          <a:p>
            <a:pPr indent="-60325"/>
            <a:r>
              <a:rPr lang="en-US" sz="2800" dirty="0"/>
              <a:t>     It is used to stain </a:t>
            </a:r>
            <a:r>
              <a:rPr lang="en-US" sz="2800" dirty="0">
                <a:solidFill>
                  <a:srgbClr val="FF0000"/>
                </a:solidFill>
              </a:rPr>
              <a:t>the background</a:t>
            </a:r>
            <a:r>
              <a:rPr lang="en-US" sz="2800" dirty="0"/>
              <a:t>, while bacteria </a:t>
            </a:r>
          </a:p>
          <a:p>
            <a:pPr marL="225425" indent="0">
              <a:buNone/>
            </a:pPr>
            <a:r>
              <a:rPr lang="en-US" sz="2800" dirty="0"/>
              <a:t>        remain colorless.</a:t>
            </a:r>
          </a:p>
          <a:p>
            <a:pPr marL="569913"/>
            <a:r>
              <a:rPr lang="en-US" sz="2800" dirty="0"/>
              <a:t>It is also called Negative or background stain.</a:t>
            </a:r>
          </a:p>
          <a:p>
            <a:pPr algn="l">
              <a:buNone/>
            </a:pPr>
            <a:endParaRPr lang="en-US" dirty="0"/>
          </a:p>
          <a:p>
            <a:pPr algn="l">
              <a:buNone/>
            </a:pPr>
            <a:r>
              <a:rPr lang="en-US" dirty="0"/>
              <a:t> </a:t>
            </a:r>
          </a:p>
          <a:p>
            <a:pPr algn="l">
              <a:buNone/>
            </a:pPr>
            <a:endParaRPr lang="en-US" dirty="0"/>
          </a:p>
          <a:p>
            <a:pPr algn="l">
              <a:buNone/>
            </a:pPr>
            <a:endParaRPr lang="ar-JO" dirty="0"/>
          </a:p>
        </p:txBody>
      </p:sp>
      <p:pic>
        <p:nvPicPr>
          <p:cNvPr id="9219" name="Picture 3"/>
          <p:cNvPicPr>
            <a:picLocks noChangeAspect="1" noChangeArrowheads="1"/>
          </p:cNvPicPr>
          <p:nvPr/>
        </p:nvPicPr>
        <p:blipFill>
          <a:blip r:embed="rId2"/>
          <a:srcRect/>
          <a:stretch>
            <a:fillRect/>
          </a:stretch>
        </p:blipFill>
        <p:spPr bwMode="auto">
          <a:xfrm>
            <a:off x="2483768" y="3861048"/>
            <a:ext cx="4000528" cy="278608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7DD47-12A5-4AFB-AB5D-90AE2EEF12E3}"/>
              </a:ext>
            </a:extLst>
          </p:cNvPr>
          <p:cNvSpPr>
            <a:spLocks noGrp="1"/>
          </p:cNvSpPr>
          <p:nvPr>
            <p:ph type="title"/>
          </p:nvPr>
        </p:nvSpPr>
        <p:spPr>
          <a:xfrm>
            <a:off x="982133" y="457201"/>
            <a:ext cx="7704667" cy="955575"/>
          </a:xfrm>
        </p:spPr>
        <p:txBody>
          <a:bodyPr>
            <a:normAutofit/>
          </a:bodyPr>
          <a:lstStyle/>
          <a:p>
            <a:r>
              <a:rPr lang="en-US" sz="3200" b="1" dirty="0">
                <a:solidFill>
                  <a:srgbClr val="FF0000"/>
                </a:solidFill>
              </a:rPr>
              <a:t>Indirect (Negative, Background) Staining</a:t>
            </a:r>
          </a:p>
        </p:txBody>
      </p:sp>
      <p:sp>
        <p:nvSpPr>
          <p:cNvPr id="3" name="Content Placeholder 2">
            <a:extLst>
              <a:ext uri="{FF2B5EF4-FFF2-40B4-BE49-F238E27FC236}">
                <a16:creationId xmlns:a16="http://schemas.microsoft.com/office/drawing/2014/main" id="{DDE6D15C-DA2C-4DD5-AD21-03B69C08026D}"/>
              </a:ext>
            </a:extLst>
          </p:cNvPr>
          <p:cNvSpPr>
            <a:spLocks noGrp="1"/>
          </p:cNvSpPr>
          <p:nvPr>
            <p:ph idx="1"/>
          </p:nvPr>
        </p:nvSpPr>
        <p:spPr>
          <a:xfrm>
            <a:off x="982133" y="1412776"/>
            <a:ext cx="8130190" cy="5184576"/>
          </a:xfrm>
        </p:spPr>
        <p:txBody>
          <a:bodyPr/>
          <a:lstStyle/>
          <a:p>
            <a:pPr marL="0" indent="0">
              <a:buNone/>
            </a:pPr>
            <a:r>
              <a:rPr lang="en-US" b="1" dirty="0">
                <a:solidFill>
                  <a:srgbClr val="002060"/>
                </a:solidFill>
              </a:rPr>
              <a:t>Materials:</a:t>
            </a:r>
          </a:p>
          <a:p>
            <a:r>
              <a:rPr lang="en-US" b="1" dirty="0">
                <a:solidFill>
                  <a:srgbClr val="002060"/>
                </a:solidFill>
              </a:rPr>
              <a:t>Bacterial Culture (</a:t>
            </a:r>
            <a:r>
              <a:rPr lang="en-US" b="1" i="1" dirty="0">
                <a:solidFill>
                  <a:srgbClr val="FF0000"/>
                </a:solidFill>
              </a:rPr>
              <a:t>Bacillus</a:t>
            </a:r>
            <a:r>
              <a:rPr lang="en-US" b="1" dirty="0">
                <a:solidFill>
                  <a:srgbClr val="002060"/>
                </a:solidFill>
              </a:rPr>
              <a:t>)</a:t>
            </a:r>
          </a:p>
          <a:p>
            <a:r>
              <a:rPr lang="en-US" b="1" dirty="0">
                <a:solidFill>
                  <a:srgbClr val="002060"/>
                </a:solidFill>
              </a:rPr>
              <a:t>Inoculating Loop</a:t>
            </a:r>
          </a:p>
          <a:p>
            <a:endParaRPr lang="en-US" b="1" dirty="0">
              <a:solidFill>
                <a:srgbClr val="002060"/>
              </a:solidFill>
            </a:endParaRPr>
          </a:p>
          <a:p>
            <a:r>
              <a:rPr lang="en-US" b="1" dirty="0">
                <a:solidFill>
                  <a:srgbClr val="002060"/>
                </a:solidFill>
              </a:rPr>
              <a:t>Two sterile, cleaned microscopic slides</a:t>
            </a:r>
          </a:p>
          <a:p>
            <a:endParaRPr lang="en-US" b="1" dirty="0">
              <a:solidFill>
                <a:srgbClr val="002060"/>
              </a:solidFill>
            </a:endParaRPr>
          </a:p>
          <a:p>
            <a:endParaRPr lang="en-US" b="1" dirty="0">
              <a:solidFill>
                <a:srgbClr val="002060"/>
              </a:solidFill>
            </a:endParaRPr>
          </a:p>
          <a:p>
            <a:r>
              <a:rPr lang="en-US" b="1" dirty="0">
                <a:solidFill>
                  <a:srgbClr val="002060"/>
                </a:solidFill>
              </a:rPr>
              <a:t>Dye (Stain)</a:t>
            </a:r>
          </a:p>
          <a:p>
            <a:pPr marL="0" indent="0">
              <a:buNone/>
            </a:pPr>
            <a:endParaRPr lang="en-US" dirty="0"/>
          </a:p>
        </p:txBody>
      </p:sp>
      <p:pic>
        <p:nvPicPr>
          <p:cNvPr id="7" name="Picture 6">
            <a:extLst>
              <a:ext uri="{FF2B5EF4-FFF2-40B4-BE49-F238E27FC236}">
                <a16:creationId xmlns:a16="http://schemas.microsoft.com/office/drawing/2014/main" id="{E512FE23-D490-4E19-9565-45EF888B4F9C}"/>
              </a:ext>
            </a:extLst>
          </p:cNvPr>
          <p:cNvPicPr>
            <a:picLocks noChangeAspect="1"/>
          </p:cNvPicPr>
          <p:nvPr/>
        </p:nvPicPr>
        <p:blipFill>
          <a:blip r:embed="rId2"/>
          <a:stretch>
            <a:fillRect/>
          </a:stretch>
        </p:blipFill>
        <p:spPr>
          <a:xfrm>
            <a:off x="3851080" y="4847953"/>
            <a:ext cx="2729485" cy="1749399"/>
          </a:xfrm>
          <a:prstGeom prst="rect">
            <a:avLst/>
          </a:prstGeom>
        </p:spPr>
      </p:pic>
      <p:pic>
        <p:nvPicPr>
          <p:cNvPr id="9" name="Picture 8">
            <a:extLst>
              <a:ext uri="{FF2B5EF4-FFF2-40B4-BE49-F238E27FC236}">
                <a16:creationId xmlns:a16="http://schemas.microsoft.com/office/drawing/2014/main" id="{BAA9ECD8-D3E1-4982-99A8-03282950F3C0}"/>
              </a:ext>
            </a:extLst>
          </p:cNvPr>
          <p:cNvPicPr>
            <a:picLocks noChangeAspect="1"/>
          </p:cNvPicPr>
          <p:nvPr/>
        </p:nvPicPr>
        <p:blipFill>
          <a:blip r:embed="rId3"/>
          <a:stretch>
            <a:fillRect/>
          </a:stretch>
        </p:blipFill>
        <p:spPr>
          <a:xfrm>
            <a:off x="7006089" y="4616861"/>
            <a:ext cx="2106235" cy="2166413"/>
          </a:xfrm>
          <a:prstGeom prst="rect">
            <a:avLst/>
          </a:prstGeom>
        </p:spPr>
      </p:pic>
      <p:pic>
        <p:nvPicPr>
          <p:cNvPr id="6" name="Picture 5">
            <a:extLst>
              <a:ext uri="{FF2B5EF4-FFF2-40B4-BE49-F238E27FC236}">
                <a16:creationId xmlns:a16="http://schemas.microsoft.com/office/drawing/2014/main" id="{0AA669B6-1D89-DDDE-B874-9004044EAC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9821" y="1800093"/>
            <a:ext cx="1785476" cy="2380635"/>
          </a:xfrm>
          <a:prstGeom prst="rect">
            <a:avLst/>
          </a:prstGeom>
        </p:spPr>
      </p:pic>
    </p:spTree>
    <p:extLst>
      <p:ext uri="{BB962C8B-B14F-4D97-AF65-F5344CB8AC3E}">
        <p14:creationId xmlns:p14="http://schemas.microsoft.com/office/powerpoint/2010/main" val="3825073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A5188A-D70F-4B4E-A1F4-624AF4EEA73C}"/>
              </a:ext>
            </a:extLst>
          </p:cNvPr>
          <p:cNvSpPr>
            <a:spLocks noGrp="1"/>
          </p:cNvSpPr>
          <p:nvPr>
            <p:ph idx="1"/>
          </p:nvPr>
        </p:nvSpPr>
        <p:spPr>
          <a:xfrm>
            <a:off x="1115616" y="122272"/>
            <a:ext cx="7704667" cy="4824536"/>
          </a:xfrm>
        </p:spPr>
        <p:txBody>
          <a:bodyPr/>
          <a:lstStyle/>
          <a:p>
            <a:r>
              <a:rPr lang="en-US" b="1" dirty="0"/>
              <a:t>There are two types of the stain ( Dye ) can be used to stain the bacteria through indirect simple staining, these are:</a:t>
            </a:r>
          </a:p>
          <a:p>
            <a:pPr marL="0" indent="0">
              <a:spcBef>
                <a:spcPts val="0"/>
              </a:spcBef>
              <a:spcAft>
                <a:spcPts val="0"/>
              </a:spcAft>
              <a:buNone/>
            </a:pPr>
            <a:r>
              <a:rPr lang="en-US" b="1" dirty="0"/>
              <a:t>     A. Acidic dyes: as </a:t>
            </a:r>
            <a:r>
              <a:rPr lang="en-US" b="1" dirty="0">
                <a:solidFill>
                  <a:srgbClr val="FF0000"/>
                </a:solidFill>
              </a:rPr>
              <a:t>Nigrosine</a:t>
            </a:r>
            <a:r>
              <a:rPr lang="en-US" b="1" dirty="0"/>
              <a:t> and </a:t>
            </a:r>
            <a:r>
              <a:rPr lang="en-US" b="1" dirty="0">
                <a:solidFill>
                  <a:srgbClr val="FF0000"/>
                </a:solidFill>
              </a:rPr>
              <a:t>India ink</a:t>
            </a:r>
            <a:r>
              <a:rPr lang="en-US" b="1" dirty="0"/>
              <a:t>, the negative </a:t>
            </a:r>
          </a:p>
          <a:p>
            <a:pPr marL="0" indent="0">
              <a:spcBef>
                <a:spcPts val="0"/>
              </a:spcBef>
              <a:spcAft>
                <a:spcPts val="0"/>
              </a:spcAft>
              <a:buNone/>
            </a:pPr>
            <a:r>
              <a:rPr lang="en-US" b="1" dirty="0"/>
              <a:t>          charge of this dye repelled by the negative charge of </a:t>
            </a:r>
          </a:p>
          <a:p>
            <a:pPr marL="0" indent="0">
              <a:spcBef>
                <a:spcPts val="0"/>
              </a:spcBef>
              <a:spcAft>
                <a:spcPts val="0"/>
              </a:spcAft>
              <a:buNone/>
            </a:pPr>
            <a:r>
              <a:rPr lang="en-US" b="1" dirty="0"/>
              <a:t>          the bacteria. So, the dye will not Access the cell and </a:t>
            </a:r>
          </a:p>
          <a:p>
            <a:pPr marL="0" indent="0">
              <a:spcBef>
                <a:spcPts val="0"/>
              </a:spcBef>
              <a:spcAft>
                <a:spcPts val="0"/>
              </a:spcAft>
              <a:buNone/>
            </a:pPr>
            <a:r>
              <a:rPr lang="en-US" b="1" dirty="0"/>
              <a:t>          remain outside the cell to stain the background not </a:t>
            </a:r>
          </a:p>
          <a:p>
            <a:pPr marL="0" indent="0">
              <a:spcBef>
                <a:spcPts val="0"/>
              </a:spcBef>
              <a:spcAft>
                <a:spcPts val="0"/>
              </a:spcAft>
              <a:buNone/>
            </a:pPr>
            <a:r>
              <a:rPr lang="en-US" b="1" dirty="0"/>
              <a:t>          the bacterial cells.</a:t>
            </a:r>
          </a:p>
        </p:txBody>
      </p:sp>
      <p:pic>
        <p:nvPicPr>
          <p:cNvPr id="7" name="Picture 6">
            <a:extLst>
              <a:ext uri="{FF2B5EF4-FFF2-40B4-BE49-F238E27FC236}">
                <a16:creationId xmlns:a16="http://schemas.microsoft.com/office/drawing/2014/main" id="{91E4A01A-C3A6-4C15-BA77-258377069FA4}"/>
              </a:ext>
            </a:extLst>
          </p:cNvPr>
          <p:cNvPicPr>
            <a:picLocks noChangeAspect="1"/>
          </p:cNvPicPr>
          <p:nvPr/>
        </p:nvPicPr>
        <p:blipFill>
          <a:blip r:embed="rId2"/>
          <a:stretch>
            <a:fillRect/>
          </a:stretch>
        </p:blipFill>
        <p:spPr>
          <a:xfrm>
            <a:off x="4151674" y="3820570"/>
            <a:ext cx="3898966" cy="2888972"/>
          </a:xfrm>
          <a:prstGeom prst="rect">
            <a:avLst/>
          </a:prstGeom>
        </p:spPr>
      </p:pic>
    </p:spTree>
    <p:extLst>
      <p:ext uri="{BB962C8B-B14F-4D97-AF65-F5344CB8AC3E}">
        <p14:creationId xmlns:p14="http://schemas.microsoft.com/office/powerpoint/2010/main" val="1224799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C87FE8-967B-485A-8CA5-734B0522D123}"/>
              </a:ext>
            </a:extLst>
          </p:cNvPr>
          <p:cNvSpPr>
            <a:spLocks noGrp="1"/>
          </p:cNvSpPr>
          <p:nvPr>
            <p:ph idx="1"/>
          </p:nvPr>
        </p:nvSpPr>
        <p:spPr>
          <a:xfrm>
            <a:off x="1043608" y="109925"/>
            <a:ext cx="7848872" cy="3332816"/>
          </a:xfrm>
        </p:spPr>
        <p:txBody>
          <a:bodyPr/>
          <a:lstStyle/>
          <a:p>
            <a:pPr marL="0" indent="0">
              <a:spcBef>
                <a:spcPts val="0"/>
              </a:spcBef>
              <a:spcAft>
                <a:spcPts val="0"/>
              </a:spcAft>
              <a:buNone/>
            </a:pPr>
            <a:r>
              <a:rPr lang="en-US" b="1" dirty="0"/>
              <a:t>  B. Stain with large molecular size: as </a:t>
            </a:r>
            <a:r>
              <a:rPr lang="en-US" b="1" dirty="0" err="1"/>
              <a:t>Pelikan</a:t>
            </a:r>
            <a:r>
              <a:rPr lang="en-US" b="1" dirty="0"/>
              <a:t> 4001</a:t>
            </a:r>
          </a:p>
          <a:p>
            <a:pPr marL="0" indent="0">
              <a:spcBef>
                <a:spcPts val="0"/>
              </a:spcBef>
              <a:spcAft>
                <a:spcPts val="0"/>
              </a:spcAft>
              <a:buNone/>
            </a:pPr>
            <a:r>
              <a:rPr lang="en-US" b="1" dirty="0"/>
              <a:t>        This dye has large molecules, larger than the pores in </a:t>
            </a:r>
          </a:p>
          <a:p>
            <a:pPr marL="0" indent="0">
              <a:spcBef>
                <a:spcPts val="0"/>
              </a:spcBef>
              <a:spcAft>
                <a:spcPts val="0"/>
              </a:spcAft>
              <a:buNone/>
            </a:pPr>
            <a:r>
              <a:rPr lang="en-US" b="1" dirty="0"/>
              <a:t>        the cell wall of  bacteria. So, they can’t penetrate </a:t>
            </a:r>
          </a:p>
          <a:p>
            <a:pPr marL="0" indent="0">
              <a:spcBef>
                <a:spcPts val="0"/>
              </a:spcBef>
              <a:spcAft>
                <a:spcPts val="0"/>
              </a:spcAft>
              <a:buNone/>
            </a:pPr>
            <a:r>
              <a:rPr lang="en-US" b="1" dirty="0"/>
              <a:t>        to the bacterial cells (</a:t>
            </a:r>
            <a:r>
              <a:rPr lang="en-US" b="1" dirty="0">
                <a:solidFill>
                  <a:srgbClr val="FF0000"/>
                </a:solidFill>
              </a:rPr>
              <a:t>Can’t access the bacterial cells</a:t>
            </a:r>
            <a:r>
              <a:rPr lang="en-US" b="1" dirty="0"/>
              <a:t>)      </a:t>
            </a:r>
          </a:p>
          <a:p>
            <a:pPr marL="0" indent="0">
              <a:spcBef>
                <a:spcPts val="0"/>
              </a:spcBef>
              <a:spcAft>
                <a:spcPts val="0"/>
              </a:spcAft>
              <a:buNone/>
            </a:pPr>
            <a:r>
              <a:rPr lang="en-US" b="1" dirty="0"/>
              <a:t>        and remains in the background to stain it.</a:t>
            </a:r>
          </a:p>
        </p:txBody>
      </p:sp>
      <p:pic>
        <p:nvPicPr>
          <p:cNvPr id="4" name="Picture 3">
            <a:extLst>
              <a:ext uri="{FF2B5EF4-FFF2-40B4-BE49-F238E27FC236}">
                <a16:creationId xmlns:a16="http://schemas.microsoft.com/office/drawing/2014/main" id="{15716F55-84DA-48B1-B616-9F586D5CBD14}"/>
              </a:ext>
            </a:extLst>
          </p:cNvPr>
          <p:cNvPicPr>
            <a:picLocks noChangeAspect="1"/>
          </p:cNvPicPr>
          <p:nvPr/>
        </p:nvPicPr>
        <p:blipFill>
          <a:blip r:embed="rId2"/>
          <a:stretch>
            <a:fillRect/>
          </a:stretch>
        </p:blipFill>
        <p:spPr>
          <a:xfrm>
            <a:off x="2095154" y="2780928"/>
            <a:ext cx="5789214" cy="3816424"/>
          </a:xfrm>
          <a:prstGeom prst="rect">
            <a:avLst/>
          </a:prstGeom>
        </p:spPr>
      </p:pic>
    </p:spTree>
    <p:extLst>
      <p:ext uri="{BB962C8B-B14F-4D97-AF65-F5344CB8AC3E}">
        <p14:creationId xmlns:p14="http://schemas.microsoft.com/office/powerpoint/2010/main" val="399839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1336-5EA0-4A93-B50D-0CCD7A2BE6B2}"/>
              </a:ext>
            </a:extLst>
          </p:cNvPr>
          <p:cNvSpPr>
            <a:spLocks noGrp="1"/>
          </p:cNvSpPr>
          <p:nvPr>
            <p:ph type="title"/>
          </p:nvPr>
        </p:nvSpPr>
        <p:spPr>
          <a:xfrm>
            <a:off x="982133" y="412230"/>
            <a:ext cx="8161867" cy="712514"/>
          </a:xfrm>
        </p:spPr>
        <p:txBody>
          <a:bodyPr>
            <a:noAutofit/>
          </a:bodyPr>
          <a:lstStyle/>
          <a:p>
            <a:pPr algn="l"/>
            <a:r>
              <a:rPr lang="en-US" sz="2500" b="1" dirty="0">
                <a:solidFill>
                  <a:srgbClr val="FF0000"/>
                </a:solidFill>
              </a:rPr>
              <a:t>Why we need to stain bacteria through negative staining?</a:t>
            </a:r>
          </a:p>
        </p:txBody>
      </p:sp>
      <p:sp>
        <p:nvSpPr>
          <p:cNvPr id="3" name="Content Placeholder 2">
            <a:extLst>
              <a:ext uri="{FF2B5EF4-FFF2-40B4-BE49-F238E27FC236}">
                <a16:creationId xmlns:a16="http://schemas.microsoft.com/office/drawing/2014/main" id="{03A5FF10-EEBB-45C5-9967-F14E1934AEA8}"/>
              </a:ext>
            </a:extLst>
          </p:cNvPr>
          <p:cNvSpPr>
            <a:spLocks noGrp="1"/>
          </p:cNvSpPr>
          <p:nvPr>
            <p:ph idx="1"/>
          </p:nvPr>
        </p:nvSpPr>
        <p:spPr>
          <a:xfrm>
            <a:off x="755576" y="1412776"/>
            <a:ext cx="8388424" cy="5256584"/>
          </a:xfrm>
        </p:spPr>
        <p:txBody>
          <a:bodyPr>
            <a:normAutofit fontScale="92500"/>
          </a:bodyPr>
          <a:lstStyle/>
          <a:p>
            <a:pPr marL="0" indent="0">
              <a:buNone/>
            </a:pPr>
            <a:r>
              <a:rPr lang="en-US" b="1" dirty="0"/>
              <a:t>In order to:</a:t>
            </a:r>
          </a:p>
          <a:p>
            <a:pPr>
              <a:buFont typeface="Wingdings" panose="05000000000000000000" pitchFamily="2" charset="2"/>
              <a:buChar char="v"/>
            </a:pPr>
            <a:r>
              <a:rPr lang="en-US" b="1" dirty="0"/>
              <a:t> Stain the bacteria that we can’t stain them by other staining techniques(other than negative staining).</a:t>
            </a:r>
          </a:p>
          <a:p>
            <a:pPr marL="0" indent="0">
              <a:buNone/>
            </a:pPr>
            <a:r>
              <a:rPr lang="en-US" b="1" dirty="0"/>
              <a:t>          e.g. </a:t>
            </a:r>
            <a:r>
              <a:rPr lang="en-US" b="1" dirty="0" err="1"/>
              <a:t>Spirilli</a:t>
            </a:r>
            <a:r>
              <a:rPr lang="en-US" b="1" dirty="0"/>
              <a:t> bacteria</a:t>
            </a:r>
          </a:p>
          <a:p>
            <a:pPr>
              <a:buFont typeface="Wingdings" panose="05000000000000000000" pitchFamily="2" charset="2"/>
              <a:buChar char="v"/>
            </a:pPr>
            <a:r>
              <a:rPr lang="en-US" b="1" dirty="0"/>
              <a:t>To study the natural shape and size of the bacteria, because:</a:t>
            </a:r>
          </a:p>
          <a:p>
            <a:pPr marL="0" indent="0">
              <a:spcBef>
                <a:spcPts val="0"/>
              </a:spcBef>
              <a:spcAft>
                <a:spcPts val="0"/>
              </a:spcAft>
              <a:buNone/>
            </a:pPr>
            <a:r>
              <a:rPr lang="en-US" b="1" dirty="0"/>
              <a:t>        A. No stain enter the bacteria, so the cell will not enlarge and </a:t>
            </a:r>
          </a:p>
          <a:p>
            <a:pPr marL="0" indent="0">
              <a:spcBef>
                <a:spcPts val="0"/>
              </a:spcBef>
              <a:spcAft>
                <a:spcPts val="0"/>
              </a:spcAft>
              <a:buNone/>
            </a:pPr>
            <a:r>
              <a:rPr lang="en-US" b="1" dirty="0"/>
              <a:t>             remain normal</a:t>
            </a:r>
          </a:p>
          <a:p>
            <a:pPr marL="0" indent="0">
              <a:spcBef>
                <a:spcPts val="0"/>
              </a:spcBef>
              <a:spcAft>
                <a:spcPts val="0"/>
              </a:spcAft>
              <a:buNone/>
            </a:pPr>
            <a:r>
              <a:rPr lang="en-US" b="1" dirty="0"/>
              <a:t>        B. No heat applies to the preparation, most of the bacterial cell </a:t>
            </a:r>
          </a:p>
          <a:p>
            <a:pPr marL="0" indent="0">
              <a:spcBef>
                <a:spcPts val="0"/>
              </a:spcBef>
              <a:spcAft>
                <a:spcPts val="0"/>
              </a:spcAft>
              <a:buNone/>
            </a:pPr>
            <a:r>
              <a:rPr lang="en-US" b="1" dirty="0"/>
              <a:t>             is water. When heat apply to the cell, the water evaporate</a:t>
            </a:r>
          </a:p>
          <a:p>
            <a:pPr marL="0" indent="0">
              <a:spcBef>
                <a:spcPts val="0"/>
              </a:spcBef>
              <a:spcAft>
                <a:spcPts val="0"/>
              </a:spcAft>
              <a:buNone/>
            </a:pPr>
            <a:r>
              <a:rPr lang="en-US" b="1" dirty="0"/>
              <a:t>              and the cell became smaller. This mains in negative staining  </a:t>
            </a:r>
          </a:p>
          <a:p>
            <a:pPr marL="0" indent="0">
              <a:spcBef>
                <a:spcPts val="0"/>
              </a:spcBef>
              <a:spcAft>
                <a:spcPts val="0"/>
              </a:spcAft>
              <a:buNone/>
            </a:pPr>
            <a:r>
              <a:rPr lang="en-US" b="1" dirty="0"/>
              <a:t>              there is no heat and the cell remains normal.</a:t>
            </a:r>
          </a:p>
          <a:p>
            <a:pPr marL="0" indent="0">
              <a:buNone/>
            </a:pPr>
            <a:r>
              <a:rPr lang="en-US" b="1" dirty="0"/>
              <a:t> </a:t>
            </a:r>
          </a:p>
          <a:p>
            <a:pPr>
              <a:buFont typeface="Wingdings" panose="05000000000000000000" pitchFamily="2" charset="2"/>
              <a:buChar char="v"/>
            </a:pPr>
            <a:endParaRPr lang="en-US" b="1" dirty="0"/>
          </a:p>
        </p:txBody>
      </p:sp>
    </p:spTree>
    <p:extLst>
      <p:ext uri="{BB962C8B-B14F-4D97-AF65-F5344CB8AC3E}">
        <p14:creationId xmlns:p14="http://schemas.microsoft.com/office/powerpoint/2010/main" val="2780832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E4358D0E-A97B-42D2-9DC5-FB510647E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071988" cy="6858000"/>
          </a:xfrm>
          <a:prstGeom prst="rect">
            <a:avLst/>
          </a:prstGeom>
        </p:spPr>
      </p:pic>
    </p:spTree>
    <p:extLst>
      <p:ext uri="{BB962C8B-B14F-4D97-AF65-F5344CB8AC3E}">
        <p14:creationId xmlns:p14="http://schemas.microsoft.com/office/powerpoint/2010/main" val="2762698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Grp="1" noChangeAspect="1" noChangeArrowheads="1"/>
          </p:cNvPicPr>
          <p:nvPr>
            <p:ph idx="1"/>
          </p:nvPr>
        </p:nvPicPr>
        <p:blipFill>
          <a:blip r:embed="rId2"/>
          <a:srcRect/>
          <a:stretch>
            <a:fillRect/>
          </a:stretch>
        </p:blipFill>
        <p:spPr bwMode="auto">
          <a:xfrm>
            <a:off x="1142976" y="495280"/>
            <a:ext cx="6572296" cy="5929353"/>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8D48D0-C56C-4639-BB31-064CDC433A1F}"/>
              </a:ext>
            </a:extLst>
          </p:cNvPr>
          <p:cNvPicPr>
            <a:picLocks noGrp="1" noChangeAspect="1"/>
          </p:cNvPicPr>
          <p:nvPr>
            <p:ph idx="1"/>
          </p:nvPr>
        </p:nvPicPr>
        <p:blipFill>
          <a:blip r:embed="rId3"/>
          <a:stretch>
            <a:fillRect/>
          </a:stretch>
        </p:blipFill>
        <p:spPr>
          <a:xfrm>
            <a:off x="0" y="0"/>
            <a:ext cx="9144000" cy="6858000"/>
          </a:xfrm>
        </p:spPr>
      </p:pic>
    </p:spTree>
    <p:extLst>
      <p:ext uri="{BB962C8B-B14F-4D97-AF65-F5344CB8AC3E}">
        <p14:creationId xmlns:p14="http://schemas.microsoft.com/office/powerpoint/2010/main" val="1204989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6D00A-080D-4493-B2DF-3F2EAD95AEAA}"/>
              </a:ext>
            </a:extLst>
          </p:cNvPr>
          <p:cNvSpPr>
            <a:spLocks noGrp="1"/>
          </p:cNvSpPr>
          <p:nvPr>
            <p:ph idx="1"/>
          </p:nvPr>
        </p:nvSpPr>
        <p:spPr>
          <a:xfrm>
            <a:off x="1115616" y="1412776"/>
            <a:ext cx="7704667" cy="3332816"/>
          </a:xfrm>
        </p:spPr>
        <p:txBody>
          <a:bodyPr>
            <a:normAutofit/>
          </a:bodyPr>
          <a:lstStyle/>
          <a:p>
            <a:pPr marL="0" indent="0" algn="ctr">
              <a:buNone/>
            </a:pPr>
            <a:r>
              <a:rPr lang="en-US" sz="5400" dirty="0">
                <a:solidFill>
                  <a:srgbClr val="FF0000"/>
                </a:solidFill>
                <a:latin typeface="Bernard MT Condensed" panose="02050806060905020404" pitchFamily="18" charset="0"/>
              </a:rPr>
              <a:t>The End</a:t>
            </a:r>
          </a:p>
        </p:txBody>
      </p:sp>
    </p:spTree>
    <p:extLst>
      <p:ext uri="{BB962C8B-B14F-4D97-AF65-F5344CB8AC3E}">
        <p14:creationId xmlns:p14="http://schemas.microsoft.com/office/powerpoint/2010/main" val="9593110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 (3).potx" id="{9E27ADA6-EA10-4822-B3C1-6E8D86D7E392}" vid="{8B3BFCA4-8458-4DFE-B504-FC98F0D59E1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2578</TotalTime>
  <Words>1292</Words>
  <Application>Microsoft Office PowerPoint</Application>
  <PresentationFormat>On-screen Show (4:3)</PresentationFormat>
  <Paragraphs>162</Paragraphs>
  <Slides>37</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37</vt:i4>
      </vt:variant>
    </vt:vector>
  </HeadingPairs>
  <TitlesOfParts>
    <vt:vector size="47" baseType="lpstr">
      <vt:lpstr>&amp;quot</vt:lpstr>
      <vt:lpstr>Arial</vt:lpstr>
      <vt:lpstr>Bernard MT Condensed</vt:lpstr>
      <vt:lpstr>Calibri</vt:lpstr>
      <vt:lpstr>Corbel</vt:lpstr>
      <vt:lpstr>Segoe UI</vt:lpstr>
      <vt:lpstr>Segoe UI Light</vt:lpstr>
      <vt:lpstr>Wingdings</vt:lpstr>
      <vt:lpstr>Parallax</vt:lpstr>
      <vt:lpstr>Get Started with 3D</vt:lpstr>
      <vt:lpstr>PowerPoint Presentation</vt:lpstr>
      <vt:lpstr>Conclusions from Last practical:</vt:lpstr>
      <vt:lpstr>PowerPoint Presentation</vt:lpstr>
      <vt:lpstr>Staining</vt:lpstr>
      <vt:lpstr>Components of Stain</vt:lpstr>
      <vt:lpstr>PowerPoint Presentation</vt:lpstr>
      <vt:lpstr>Types of Stain</vt:lpstr>
      <vt:lpstr>Acidic stain (Anionic stain)</vt:lpstr>
      <vt:lpstr>PowerPoint Presentation</vt:lpstr>
      <vt:lpstr>Basic stain (Cationic stain)</vt:lpstr>
      <vt:lpstr>PowerPoint Presentation</vt:lpstr>
      <vt:lpstr>Neutral stain </vt:lpstr>
      <vt:lpstr>Staining techniques</vt:lpstr>
      <vt:lpstr>Simple stain:  Uses only one dye, and this dye reacts similarly with all types of bacteria.</vt:lpstr>
      <vt:lpstr>Differential staining      Uses more than one dye, and these dyes react differently with different types of bacteria.  </vt:lpstr>
      <vt:lpstr>PowerPoint Presentation</vt:lpstr>
      <vt:lpstr>Structural Staining Use One dye or more to stain certain structure within bacteria</vt:lpstr>
      <vt:lpstr>PowerPoint Presentation</vt:lpstr>
      <vt:lpstr>PowerPoint Presentation</vt:lpstr>
      <vt:lpstr>PowerPoint Presentation</vt:lpstr>
      <vt:lpstr>During smear preparation </vt:lpstr>
      <vt:lpstr>PowerPoint Presentation</vt:lpstr>
      <vt:lpstr>PowerPoint Presentation</vt:lpstr>
      <vt:lpstr>Direct Simple Stain</vt:lpstr>
      <vt:lpstr>Direct Simple Stain (Materials)</vt:lpstr>
      <vt:lpstr>Direct Simple Stain (Method)</vt:lpstr>
      <vt:lpstr>PowerPoint Presentation</vt:lpstr>
      <vt:lpstr>Direct Simple staining of Bacteria</vt:lpstr>
      <vt:lpstr>Indirect Simple Stain</vt:lpstr>
      <vt:lpstr>Indirect (Negative, Background) Staining</vt:lpstr>
      <vt:lpstr>PowerPoint Presentation</vt:lpstr>
      <vt:lpstr>PowerPoint Presentation</vt:lpstr>
      <vt:lpstr>Why we need to stain bacteria through negative staining?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Staining</dc:title>
  <dc:creator>Bayen Mahawreh</dc:creator>
  <cp:lastModifiedBy>Erwah Al Bataineh</cp:lastModifiedBy>
  <cp:revision>50</cp:revision>
  <dcterms:created xsi:type="dcterms:W3CDTF">2020-10-31T21:18:53Z</dcterms:created>
  <dcterms:modified xsi:type="dcterms:W3CDTF">2023-03-13T18:11:53Z</dcterms:modified>
</cp:coreProperties>
</file>