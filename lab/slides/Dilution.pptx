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9"/>
  </p:notesMasterIdLst>
  <p:sldIdLst>
    <p:sldId id="342" r:id="rId3"/>
    <p:sldId id="343" r:id="rId4"/>
    <p:sldId id="345" r:id="rId5"/>
    <p:sldId id="34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8" r:id="rId27"/>
    <p:sldId id="34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04DB4-FCAF-494D-B937-C8576B39C6F2}" v="6" dt="2023-04-04T00:52:40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136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ah Al Bataineh" userId="b400c1d921f65d71" providerId="LiveId" clId="{D0404DB4-FCAF-494D-B937-C8576B39C6F2}"/>
    <pc:docChg chg="modSld">
      <pc:chgData name="Erwah Al Bataineh" userId="b400c1d921f65d71" providerId="LiveId" clId="{D0404DB4-FCAF-494D-B937-C8576B39C6F2}" dt="2023-04-04T00:52:40.502" v="5" actId="20577"/>
      <pc:docMkLst>
        <pc:docMk/>
      </pc:docMkLst>
      <pc:sldChg chg="modSp">
        <pc:chgData name="Erwah Al Bataineh" userId="b400c1d921f65d71" providerId="LiveId" clId="{D0404DB4-FCAF-494D-B937-C8576B39C6F2}" dt="2023-04-04T00:52:40.502" v="5" actId="20577"/>
        <pc:sldMkLst>
          <pc:docMk/>
          <pc:sldMk cId="3667505614" sldId="288"/>
        </pc:sldMkLst>
        <pc:spChg chg="mod">
          <ac:chgData name="Erwah Al Bataineh" userId="b400c1d921f65d71" providerId="LiveId" clId="{D0404DB4-FCAF-494D-B937-C8576B39C6F2}" dt="2023-04-04T00:52:40.502" v="5" actId="20577"/>
          <ac:spMkLst>
            <pc:docMk/>
            <pc:sldMk cId="3667505614" sldId="288"/>
            <ac:spMk id="5" creationId="{9983F8DA-376E-924A-B203-333DC4773325}"/>
          </ac:spMkLst>
        </pc:spChg>
      </pc:sldChg>
    </pc:docChg>
  </pc:docChgLst>
  <pc:docChgLst>
    <pc:chgData name="Erwah Al Bataineh" userId="b400c1d921f65d71" providerId="LiveId" clId="{E87DAB54-5D22-48DA-93E7-5576187586C8}"/>
    <pc:docChg chg="undo custSel addSld delSld modSld">
      <pc:chgData name="Erwah Al Bataineh" userId="b400c1d921f65d71" providerId="LiveId" clId="{E87DAB54-5D22-48DA-93E7-5576187586C8}" dt="2022-11-18T18:20:07.769" v="2350" actId="122"/>
      <pc:docMkLst>
        <pc:docMk/>
      </pc:docMkLst>
      <pc:sldChg chg="addSp modSp del mod">
        <pc:chgData name="Erwah Al Bataineh" userId="b400c1d921f65d71" providerId="LiveId" clId="{E87DAB54-5D22-48DA-93E7-5576187586C8}" dt="2022-11-17T12:50:11.448" v="914" actId="47"/>
        <pc:sldMkLst>
          <pc:docMk/>
          <pc:sldMk cId="3430944813" sldId="256"/>
        </pc:sldMkLst>
        <pc:spChg chg="add mod">
          <ac:chgData name="Erwah Al Bataineh" userId="b400c1d921f65d71" providerId="LiveId" clId="{E87DAB54-5D22-48DA-93E7-5576187586C8}" dt="2022-11-17T12:22:58.002" v="166" actId="1076"/>
          <ac:spMkLst>
            <pc:docMk/>
            <pc:sldMk cId="3430944813" sldId="256"/>
            <ac:spMk id="3" creationId="{4EA440E9-6E9B-F398-9D86-32D0936C99FA}"/>
          </ac:spMkLst>
        </pc:spChg>
        <pc:picChg chg="mod">
          <ac:chgData name="Erwah Al Bataineh" userId="b400c1d921f65d71" providerId="LiveId" clId="{E87DAB54-5D22-48DA-93E7-5576187586C8}" dt="2022-11-17T12:22:10.754" v="161" actId="14100"/>
          <ac:picMkLst>
            <pc:docMk/>
            <pc:sldMk cId="3430944813" sldId="256"/>
            <ac:picMk id="9" creationId="{E6BE8538-DD46-4662-8631-7F708DC73D6D}"/>
          </ac:picMkLst>
        </pc:picChg>
      </pc:sldChg>
      <pc:sldChg chg="addSp delSp modSp mod">
        <pc:chgData name="Erwah Al Bataineh" userId="b400c1d921f65d71" providerId="LiveId" clId="{E87DAB54-5D22-48DA-93E7-5576187586C8}" dt="2022-11-18T17:59:28.457" v="1460" actId="20577"/>
        <pc:sldMkLst>
          <pc:docMk/>
          <pc:sldMk cId="3021685781" sldId="271"/>
        </pc:sldMkLst>
        <pc:spChg chg="add mod">
          <ac:chgData name="Erwah Al Bataineh" userId="b400c1d921f65d71" providerId="LiveId" clId="{E87DAB54-5D22-48DA-93E7-5576187586C8}" dt="2022-11-18T17:59:28.457" v="1460" actId="20577"/>
          <ac:spMkLst>
            <pc:docMk/>
            <pc:sldMk cId="3021685781" sldId="271"/>
            <ac:spMk id="4" creationId="{D6A6F9AD-7142-7BA0-2FB0-7415981723C1}"/>
          </ac:spMkLst>
        </pc:spChg>
        <pc:picChg chg="add del mod">
          <ac:chgData name="Erwah Al Bataineh" userId="b400c1d921f65d71" providerId="LiveId" clId="{E87DAB54-5D22-48DA-93E7-5576187586C8}" dt="2022-11-18T17:54:16.819" v="1205" actId="478"/>
          <ac:picMkLst>
            <pc:docMk/>
            <pc:sldMk cId="3021685781" sldId="271"/>
            <ac:picMk id="2" creationId="{62F123A7-B199-20FA-EB1F-EC5EFEF45B98}"/>
          </ac:picMkLst>
        </pc:picChg>
        <pc:picChg chg="mod">
          <ac:chgData name="Erwah Al Bataineh" userId="b400c1d921f65d71" providerId="LiveId" clId="{E87DAB54-5D22-48DA-93E7-5576187586C8}" dt="2022-11-18T17:58:15.006" v="1447" actId="14100"/>
          <ac:picMkLst>
            <pc:docMk/>
            <pc:sldMk cId="3021685781" sldId="271"/>
            <ac:picMk id="3" creationId="{EEEF36EE-EFA7-4044-AAE5-488B7814FFBB}"/>
          </ac:picMkLst>
        </pc:picChg>
      </pc:sldChg>
      <pc:sldChg chg="del">
        <pc:chgData name="Erwah Al Bataineh" userId="b400c1d921f65d71" providerId="LiveId" clId="{E87DAB54-5D22-48DA-93E7-5576187586C8}" dt="2022-11-17T12:13:45.485" v="152" actId="2696"/>
        <pc:sldMkLst>
          <pc:docMk/>
          <pc:sldMk cId="2155881209" sldId="281"/>
        </pc:sldMkLst>
      </pc:sldChg>
      <pc:sldChg chg="del">
        <pc:chgData name="Erwah Al Bataineh" userId="b400c1d921f65d71" providerId="LiveId" clId="{E87DAB54-5D22-48DA-93E7-5576187586C8}" dt="2022-11-17T12:13:49.455" v="153" actId="2696"/>
        <pc:sldMkLst>
          <pc:docMk/>
          <pc:sldMk cId="3236993805" sldId="286"/>
        </pc:sldMkLst>
      </pc:sldChg>
      <pc:sldChg chg="del">
        <pc:chgData name="Erwah Al Bataineh" userId="b400c1d921f65d71" providerId="LiveId" clId="{E87DAB54-5D22-48DA-93E7-5576187586C8}" dt="2022-11-17T12:14:02.841" v="154" actId="47"/>
        <pc:sldMkLst>
          <pc:docMk/>
          <pc:sldMk cId="3941155143" sldId="287"/>
        </pc:sldMkLst>
      </pc:sldChg>
      <pc:sldChg chg="addSp modSp mod modAnim">
        <pc:chgData name="Erwah Al Bataineh" userId="b400c1d921f65d71" providerId="LiveId" clId="{E87DAB54-5D22-48DA-93E7-5576187586C8}" dt="2022-11-18T18:20:07.769" v="2350" actId="122"/>
        <pc:sldMkLst>
          <pc:docMk/>
          <pc:sldMk cId="3667505614" sldId="288"/>
        </pc:sldMkLst>
        <pc:spChg chg="add mod">
          <ac:chgData name="Erwah Al Bataineh" userId="b400c1d921f65d71" providerId="LiveId" clId="{E87DAB54-5D22-48DA-93E7-5576187586C8}" dt="2022-11-18T18:20:07.769" v="2350" actId="122"/>
          <ac:spMkLst>
            <pc:docMk/>
            <pc:sldMk cId="3667505614" sldId="288"/>
            <ac:spMk id="2" creationId="{00617FF8-5B0F-AA9F-4524-F8EDEF172475}"/>
          </ac:spMkLst>
        </pc:spChg>
        <pc:spChg chg="mod">
          <ac:chgData name="Erwah Al Bataineh" userId="b400c1d921f65d71" providerId="LiveId" clId="{E87DAB54-5D22-48DA-93E7-5576187586C8}" dt="2022-11-18T18:11:54.538" v="2203" actId="27636"/>
          <ac:spMkLst>
            <pc:docMk/>
            <pc:sldMk cId="3667505614" sldId="288"/>
            <ac:spMk id="3" creationId="{4624ADAA-382D-4AAE-8282-93C9FE0405AE}"/>
          </ac:spMkLst>
        </pc:spChg>
        <pc:spChg chg="add mod">
          <ac:chgData name="Erwah Al Bataineh" userId="b400c1d921f65d71" providerId="LiveId" clId="{E87DAB54-5D22-48DA-93E7-5576187586C8}" dt="2022-11-18T18:18:00.447" v="2304" actId="1076"/>
          <ac:spMkLst>
            <pc:docMk/>
            <pc:sldMk cId="3667505614" sldId="288"/>
            <ac:spMk id="4" creationId="{5037AFA3-E351-DC8E-4CBC-DB1300881157}"/>
          </ac:spMkLst>
        </pc:spChg>
        <pc:spChg chg="add mod">
          <ac:chgData name="Erwah Al Bataineh" userId="b400c1d921f65d71" providerId="LiveId" clId="{E87DAB54-5D22-48DA-93E7-5576187586C8}" dt="2022-11-18T18:18:41.011" v="2309" actId="20577"/>
          <ac:spMkLst>
            <pc:docMk/>
            <pc:sldMk cId="3667505614" sldId="288"/>
            <ac:spMk id="5" creationId="{9983F8DA-376E-924A-B203-333DC4773325}"/>
          </ac:spMkLst>
        </pc:spChg>
        <pc:spChg chg="add mod">
          <ac:chgData name="Erwah Al Bataineh" userId="b400c1d921f65d71" providerId="LiveId" clId="{E87DAB54-5D22-48DA-93E7-5576187586C8}" dt="2022-11-18T18:17:54.633" v="2302" actId="1076"/>
          <ac:spMkLst>
            <pc:docMk/>
            <pc:sldMk cId="3667505614" sldId="288"/>
            <ac:spMk id="6" creationId="{F68F5FDD-2118-F4FC-DF9B-FC33DBC4B6B4}"/>
          </ac:spMkLst>
        </pc:spChg>
        <pc:picChg chg="add mod">
          <ac:chgData name="Erwah Al Bataineh" userId="b400c1d921f65d71" providerId="LiveId" clId="{E87DAB54-5D22-48DA-93E7-5576187586C8}" dt="2022-11-18T18:17:36.541" v="2297" actId="1076"/>
          <ac:picMkLst>
            <pc:docMk/>
            <pc:sldMk cId="3667505614" sldId="288"/>
            <ac:picMk id="1026" creationId="{3448D030-CF32-9C2B-00C2-84FE1D39460D}"/>
          </ac:picMkLst>
        </pc:picChg>
      </pc:sldChg>
      <pc:sldChg chg="modSp mod">
        <pc:chgData name="Erwah Al Bataineh" userId="b400c1d921f65d71" providerId="LiveId" clId="{E87DAB54-5D22-48DA-93E7-5576187586C8}" dt="2022-11-17T12:13:04.682" v="151" actId="1076"/>
        <pc:sldMkLst>
          <pc:docMk/>
          <pc:sldMk cId="0" sldId="342"/>
        </pc:sldMkLst>
        <pc:spChg chg="mod">
          <ac:chgData name="Erwah Al Bataineh" userId="b400c1d921f65d71" providerId="LiveId" clId="{E87DAB54-5D22-48DA-93E7-5576187586C8}" dt="2022-11-17T12:12:18.538" v="130" actId="1076"/>
          <ac:spMkLst>
            <pc:docMk/>
            <pc:sldMk cId="0" sldId="342"/>
            <ac:spMk id="3" creationId="{285D83E1-8893-C38B-1E3B-19ACFB05AF60}"/>
          </ac:spMkLst>
        </pc:spChg>
        <pc:spChg chg="mod">
          <ac:chgData name="Erwah Al Bataineh" userId="b400c1d921f65d71" providerId="LiveId" clId="{E87DAB54-5D22-48DA-93E7-5576187586C8}" dt="2022-11-17T12:13:04.682" v="151" actId="1076"/>
          <ac:spMkLst>
            <pc:docMk/>
            <pc:sldMk cId="0" sldId="342"/>
            <ac:spMk id="6" creationId="{C002929B-7955-5411-ED6E-E7238BB8E24E}"/>
          </ac:spMkLst>
        </pc:spChg>
      </pc:sldChg>
      <pc:sldChg chg="addSp delSp modSp add mod">
        <pc:chgData name="Erwah Al Bataineh" userId="b400c1d921f65d71" providerId="LiveId" clId="{E87DAB54-5D22-48DA-93E7-5576187586C8}" dt="2022-11-18T17:54:35.979" v="1206" actId="1076"/>
        <pc:sldMkLst>
          <pc:docMk/>
          <pc:sldMk cId="3609128708" sldId="343"/>
        </pc:sldMkLst>
        <pc:spChg chg="mod">
          <ac:chgData name="Erwah Al Bataineh" userId="b400c1d921f65d71" providerId="LiveId" clId="{E87DAB54-5D22-48DA-93E7-5576187586C8}" dt="2022-11-17T12:32:41.683" v="341" actId="20577"/>
          <ac:spMkLst>
            <pc:docMk/>
            <pc:sldMk cId="3609128708" sldId="343"/>
            <ac:spMk id="3" creationId="{4EA440E9-6E9B-F398-9D86-32D0936C99FA}"/>
          </ac:spMkLst>
        </pc:spChg>
        <pc:spChg chg="add mod">
          <ac:chgData name="Erwah Al Bataineh" userId="b400c1d921f65d71" providerId="LiveId" clId="{E87DAB54-5D22-48DA-93E7-5576187586C8}" dt="2022-11-18T17:54:35.979" v="1206" actId="1076"/>
          <ac:spMkLst>
            <pc:docMk/>
            <pc:sldMk cId="3609128708" sldId="343"/>
            <ac:spMk id="4" creationId="{510ACB34-7C45-59D0-A3F8-6B2AFD316392}"/>
          </ac:spMkLst>
        </pc:spChg>
        <pc:picChg chg="del">
          <ac:chgData name="Erwah Al Bataineh" userId="b400c1d921f65d71" providerId="LiveId" clId="{E87DAB54-5D22-48DA-93E7-5576187586C8}" dt="2022-11-17T12:28:17.230" v="238" actId="478"/>
          <ac:picMkLst>
            <pc:docMk/>
            <pc:sldMk cId="3609128708" sldId="343"/>
            <ac:picMk id="9" creationId="{E6BE8538-DD46-4662-8631-7F708DC73D6D}"/>
          </ac:picMkLst>
        </pc:picChg>
      </pc:sldChg>
      <pc:sldChg chg="delSp modSp add mod">
        <pc:chgData name="Erwah Al Bataineh" userId="b400c1d921f65d71" providerId="LiveId" clId="{E87DAB54-5D22-48DA-93E7-5576187586C8}" dt="2022-11-18T16:43:44.543" v="1182" actId="20577"/>
        <pc:sldMkLst>
          <pc:docMk/>
          <pc:sldMk cId="4141543796" sldId="344"/>
        </pc:sldMkLst>
        <pc:spChg chg="del">
          <ac:chgData name="Erwah Al Bataineh" userId="b400c1d921f65d71" providerId="LiveId" clId="{E87DAB54-5D22-48DA-93E7-5576187586C8}" dt="2022-11-17T12:36:15.724" v="486" actId="478"/>
          <ac:spMkLst>
            <pc:docMk/>
            <pc:sldMk cId="4141543796" sldId="344"/>
            <ac:spMk id="3" creationId="{4EA440E9-6E9B-F398-9D86-32D0936C99FA}"/>
          </ac:spMkLst>
        </pc:spChg>
        <pc:spChg chg="mod">
          <ac:chgData name="Erwah Al Bataineh" userId="b400c1d921f65d71" providerId="LiveId" clId="{E87DAB54-5D22-48DA-93E7-5576187586C8}" dt="2022-11-18T16:43:44.543" v="1182" actId="20577"/>
          <ac:spMkLst>
            <pc:docMk/>
            <pc:sldMk cId="4141543796" sldId="344"/>
            <ac:spMk id="4" creationId="{510ACB34-7C45-59D0-A3F8-6B2AFD316392}"/>
          </ac:spMkLst>
        </pc:spChg>
      </pc:sldChg>
      <pc:sldChg chg="addSp delSp modSp new mod">
        <pc:chgData name="Erwah Al Bataineh" userId="b400c1d921f65d71" providerId="LiveId" clId="{E87DAB54-5D22-48DA-93E7-5576187586C8}" dt="2022-11-18T16:42:18.609" v="1158" actId="14100"/>
        <pc:sldMkLst>
          <pc:docMk/>
          <pc:sldMk cId="3537031138" sldId="345"/>
        </pc:sldMkLst>
        <pc:spChg chg="del">
          <ac:chgData name="Erwah Al Bataineh" userId="b400c1d921f65d71" providerId="LiveId" clId="{E87DAB54-5D22-48DA-93E7-5576187586C8}" dt="2022-11-18T16:42:08" v="1153" actId="478"/>
          <ac:spMkLst>
            <pc:docMk/>
            <pc:sldMk cId="3537031138" sldId="345"/>
            <ac:spMk id="2" creationId="{A47CADDC-6025-7D65-BAE2-137CDB7E6B87}"/>
          </ac:spMkLst>
        </pc:spChg>
        <pc:spChg chg="del">
          <ac:chgData name="Erwah Al Bataineh" userId="b400c1d921f65d71" providerId="LiveId" clId="{E87DAB54-5D22-48DA-93E7-5576187586C8}" dt="2022-11-18T16:42:09.266" v="1154" actId="478"/>
          <ac:spMkLst>
            <pc:docMk/>
            <pc:sldMk cId="3537031138" sldId="345"/>
            <ac:spMk id="3" creationId="{9C47857F-D168-896A-57FC-255CF53597E7}"/>
          </ac:spMkLst>
        </pc:spChg>
        <pc:picChg chg="add mod">
          <ac:chgData name="Erwah Al Bataineh" userId="b400c1d921f65d71" providerId="LiveId" clId="{E87DAB54-5D22-48DA-93E7-5576187586C8}" dt="2022-11-18T16:42:18.609" v="1158" actId="14100"/>
          <ac:picMkLst>
            <pc:docMk/>
            <pc:sldMk cId="3537031138" sldId="345"/>
            <ac:picMk id="5" creationId="{D3437B36-3D32-6AD3-CE00-0CB833666D5A}"/>
          </ac:picMkLst>
        </pc:picChg>
      </pc:sldChg>
      <pc:sldChg chg="add">
        <pc:chgData name="Erwah Al Bataineh" userId="b400c1d921f65d71" providerId="LiveId" clId="{E87DAB54-5D22-48DA-93E7-5576187586C8}" dt="2022-11-18T18:00:54.193" v="1461" actId="2890"/>
        <pc:sldMkLst>
          <pc:docMk/>
          <pc:sldMk cId="908121685" sldId="3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93987-4922-4DC8-838A-5FD75F2650C7}" type="datetimeFigureOut">
              <a:rPr lang="en-AE" smtClean="0"/>
              <a:t>04/04/2023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36F65-B6D5-4127-8823-31F52F04111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420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8EEAA1-6D31-437E-B51D-E72B8F5576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63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5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2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8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4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6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9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191214" y="262787"/>
            <a:ext cx="8761576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33500"/>
            <a:ext cx="6858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28010"/>
            <a:ext cx="6858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257176" y="4546601"/>
            <a:ext cx="8786813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7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2484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3068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8" y="1507068"/>
            <a:ext cx="2394284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6654" y="1507068"/>
            <a:ext cx="5357929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95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1215" y="26278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191214" y="262787"/>
            <a:ext cx="8761576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06" y="1536192"/>
            <a:ext cx="5157216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93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8193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9008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77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7B4DE-1FB7-4BE4-BDAD-35ECFAC2BDEB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65AD9-A5F4-4040-9281-4B9AB2A58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0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26" y="448631"/>
            <a:ext cx="8237349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7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D83E1-8893-C38B-1E3B-19ACFB05AF60}"/>
              </a:ext>
            </a:extLst>
          </p:cNvPr>
          <p:cNvSpPr/>
          <p:nvPr/>
        </p:nvSpPr>
        <p:spPr>
          <a:xfrm>
            <a:off x="938484" y="982791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"/>
                <a:ea typeface="+mn-ea"/>
                <a:cs typeface="+mn-cs"/>
              </a:rPr>
              <a:t>BT233 – General Microbiology Laboratory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2929B-7955-5411-ED6E-E7238BB8E24E}"/>
              </a:ext>
            </a:extLst>
          </p:cNvPr>
          <p:cNvSpPr txBox="1"/>
          <p:nvPr/>
        </p:nvSpPr>
        <p:spPr>
          <a:xfrm>
            <a:off x="497544" y="2232690"/>
            <a:ext cx="814891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   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8000"/>
                </a:highligh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Dilution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Isolation, Purification and Identification of Bacteria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Lab#6 (Final Exam Materials Start from this lab</a:t>
            </a:r>
            <a:endParaRPr kumimoji="0" lang="en-AE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A440E9-6E9B-F398-9D86-32D0936C99FA}"/>
              </a:ext>
            </a:extLst>
          </p:cNvPr>
          <p:cNvSpPr txBox="1"/>
          <p:nvPr/>
        </p:nvSpPr>
        <p:spPr>
          <a:xfrm>
            <a:off x="297179" y="485745"/>
            <a:ext cx="84327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How can we isolate certain types of bacteria and study them from different sources: Today we will use soil as a bacterial source</a:t>
            </a:r>
            <a:endParaRPr lang="en-AE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ACB34-7C45-59D0-A3F8-6B2AFD316392}"/>
              </a:ext>
            </a:extLst>
          </p:cNvPr>
          <p:cNvSpPr txBox="1"/>
          <p:nvPr/>
        </p:nvSpPr>
        <p:spPr>
          <a:xfrm>
            <a:off x="448392" y="1805424"/>
            <a:ext cx="854701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By using isolation technique: </a:t>
            </a:r>
            <a:r>
              <a:rPr lang="en-US" sz="2800" b="1" dirty="0">
                <a:solidFill>
                  <a:srgbClr val="002060"/>
                </a:solidFill>
              </a:rPr>
              <a:t>Serial dilution </a:t>
            </a:r>
            <a:r>
              <a:rPr lang="en-US" sz="2800" b="1" dirty="0">
                <a:solidFill>
                  <a:srgbClr val="FF0000"/>
                </a:solidFill>
              </a:rPr>
              <a:t>with either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1. Pour-plate method </a:t>
            </a:r>
            <a:r>
              <a:rPr lang="en-US" sz="2800" b="1" dirty="0">
                <a:solidFill>
                  <a:srgbClr val="002060"/>
                </a:solidFill>
              </a:rPr>
              <a:t>OR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 2. Surface-spreading method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  Followed by purification techniques: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                             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Surface-streaking method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In conclusion : first isolation, then Purification.</a:t>
            </a:r>
          </a:p>
          <a:p>
            <a:pPr>
              <a:lnSpc>
                <a:spcPct val="150000"/>
              </a:lnSpc>
            </a:pPr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360912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437B36-3D32-6AD3-CE00-0CB833666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685" y="148590"/>
            <a:ext cx="5109034" cy="630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3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0ACB34-7C45-59D0-A3F8-6B2AFD316392}"/>
              </a:ext>
            </a:extLst>
          </p:cNvPr>
          <p:cNvSpPr txBox="1"/>
          <p:nvPr/>
        </p:nvSpPr>
        <p:spPr>
          <a:xfrm>
            <a:off x="502264" y="453727"/>
            <a:ext cx="8139472" cy="676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Serial dilution is used to decrease the number of bacteria in the sample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Surface-spreading method used for seeding of bacteria and converting it into visible form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We can use both 1 &amp; 2 to get </a:t>
            </a:r>
            <a:r>
              <a:rPr lang="en-US" sz="2400" b="1" dirty="0">
                <a:solidFill>
                  <a:srgbClr val="FF0000"/>
                </a:solidFill>
              </a:rPr>
              <a:t>non contaminated cultures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which contains different  bacterial colonies from the same source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Surface-streaking method used to </a:t>
            </a:r>
            <a:r>
              <a:rPr lang="en-US" sz="2400" b="1" dirty="0">
                <a:solidFill>
                  <a:srgbClr val="FF0000"/>
                </a:solidFill>
              </a:rPr>
              <a:t>convert non contaminated cultures into pure cultures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that contains only one type of bacteria</a:t>
            </a:r>
          </a:p>
          <a:p>
            <a:pPr>
              <a:lnSpc>
                <a:spcPct val="150000"/>
              </a:lnSpc>
            </a:pPr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414154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C349F8-9116-47F3-BE95-0A25356895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4744" y="464233"/>
            <a:ext cx="8834511" cy="56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29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155AF-F0BE-4F0C-9AE6-1EC545C7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253"/>
            <a:ext cx="9031458" cy="65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D52B7-BAD2-4703-BC5F-9335869F0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" y="506437"/>
            <a:ext cx="8848579" cy="56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5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EABDC-72E6-4024-B39D-C16C650D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59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1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80DB4-4BD9-468D-9507-7C8BFE8E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0" y="759656"/>
            <a:ext cx="8654982" cy="4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6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390F20-2A24-44F9-92F7-646E22DE2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1" y="422031"/>
            <a:ext cx="8787780" cy="59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38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AA571-549B-42D0-ABB4-6CF0E998E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" y="239151"/>
            <a:ext cx="8651631" cy="62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1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A0B25F-200E-4F27-85C0-750B9BD64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" y="351692"/>
            <a:ext cx="8342141" cy="58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1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3C0F4-FB7D-442D-84F4-D3653FB6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8975188" cy="645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776A3B-4169-4268-86C7-4B096BF78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78" y="182880"/>
            <a:ext cx="9169477" cy="667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97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D9012-B872-455B-AA19-37CEE8797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323557"/>
            <a:ext cx="8637563" cy="6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3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BEA1F-CC6D-4B5F-ACD6-AF092A44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75" y="654658"/>
            <a:ext cx="8671111" cy="5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64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2BB8D-251D-4F39-9CC5-F22F84D9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2" y="239151"/>
            <a:ext cx="8592022" cy="651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07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808A31-0631-4C19-8C06-BAE1776B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3" y="1041009"/>
            <a:ext cx="7427741" cy="44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76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F36EE-EFA7-4044-AAE5-488B7814F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91640"/>
            <a:ext cx="8789671" cy="5385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A6F9AD-7142-7BA0-2FB0-7415981723C1}"/>
              </a:ext>
            </a:extLst>
          </p:cNvPr>
          <p:cNvSpPr txBox="1"/>
          <p:nvPr/>
        </p:nvSpPr>
        <p:spPr>
          <a:xfrm>
            <a:off x="-1" y="12198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You need to make </a:t>
            </a:r>
            <a:r>
              <a:rPr lang="en-US" sz="2400" b="1" dirty="0">
                <a:solidFill>
                  <a:srgbClr val="FF0000"/>
                </a:solidFill>
              </a:rPr>
              <a:t>smart labelling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for your plates: write using a thin permanent marker on the edge of the plate Base (Day, session number, date, group number and the first letters of the group member names).</a:t>
            </a:r>
            <a:endParaRPr lang="en-AE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685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973B2-8004-4EC5-B349-60DFFC7D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7" y="576774"/>
            <a:ext cx="8679767" cy="545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76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A31D5-E88A-4CB3-BC5E-05016C7C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351692"/>
            <a:ext cx="8609427" cy="61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20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A4FA1-A583-4EF8-8C0C-178B6294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7" y="281354"/>
            <a:ext cx="8750104" cy="6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55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C4735-6F60-4542-A9D5-6A87F2708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5" y="225082"/>
            <a:ext cx="8707900" cy="62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2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DD785-243F-4EF8-9630-5038E3A8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" y="383345"/>
            <a:ext cx="8707902" cy="60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62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4ADAA-382D-4AAE-8282-93C9FE04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90" y="280474"/>
            <a:ext cx="2594610" cy="4853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</a:rPr>
              <a:t>Important Points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617FF8-5B0F-AA9F-4524-F8EDEF172475}"/>
              </a:ext>
            </a:extLst>
          </p:cNvPr>
          <p:cNvSpPr txBox="1">
            <a:spLocks/>
          </p:cNvSpPr>
          <p:nvPr/>
        </p:nvSpPr>
        <p:spPr>
          <a:xfrm>
            <a:off x="525780" y="825540"/>
            <a:ext cx="6583680" cy="1282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 labelling is of great importance: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Student: I don’t find my plates. ooooooh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Instructor: Welcome to the Zero Club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37AFA3-E351-DC8E-4CBC-DB1300881157}"/>
              </a:ext>
            </a:extLst>
          </p:cNvPr>
          <p:cNvSpPr txBox="1">
            <a:spLocks/>
          </p:cNvSpPr>
          <p:nvPr/>
        </p:nvSpPr>
        <p:spPr>
          <a:xfrm>
            <a:off x="0" y="2299460"/>
            <a:ext cx="8469630" cy="78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Wash your test tubes after finishing your work and put them in the identified basket on the instructor bench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83F8DA-376E-924A-B203-333DC4773325}"/>
              </a:ext>
            </a:extLst>
          </p:cNvPr>
          <p:cNvSpPr txBox="1">
            <a:spLocks/>
          </p:cNvSpPr>
          <p:nvPr/>
        </p:nvSpPr>
        <p:spPr>
          <a:xfrm>
            <a:off x="0" y="3299090"/>
            <a:ext cx="8469630" cy="172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2060"/>
                </a:solidFill>
                <a:latin typeface="+mj-lt"/>
              </a:rPr>
              <a:t>Coming to the lab after 24 hours of incubation is named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open lab </a:t>
            </a:r>
            <a:r>
              <a:rPr lang="en-US" sz="2400" b="1" dirty="0">
                <a:solidFill>
                  <a:srgbClr val="002060"/>
                </a:solidFill>
                <a:latin typeface="+mj-lt"/>
              </a:rPr>
              <a:t>You can enter to the open lab as follows: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2060"/>
                </a:solidFill>
                <a:latin typeface="+mj-lt"/>
              </a:rPr>
              <a:t>Sunday-Wednesday: 09:30-02:30 </a:t>
            </a:r>
            <a:r>
              <a:rPr lang="en-US" sz="2400" b="1" dirty="0" err="1">
                <a:solidFill>
                  <a:srgbClr val="002060"/>
                </a:solidFill>
                <a:latin typeface="+mj-lt"/>
              </a:rPr>
              <a:t>p.m</a:t>
            </a:r>
            <a:endParaRPr lang="en-US" sz="2400" b="1" dirty="0">
              <a:solidFill>
                <a:srgbClr val="002060"/>
              </a:solidFill>
              <a:latin typeface="+mj-lt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2060"/>
                </a:solidFill>
                <a:latin typeface="+mj-lt"/>
              </a:rPr>
              <a:t>Thursday: 09:30 -02:00 </a:t>
            </a:r>
            <a:r>
              <a:rPr lang="en-US" sz="2400" b="1" dirty="0" err="1">
                <a:solidFill>
                  <a:srgbClr val="002060"/>
                </a:solidFill>
                <a:latin typeface="+mj-lt"/>
              </a:rPr>
              <a:t>p.m</a:t>
            </a:r>
            <a:endParaRPr lang="en-US" sz="24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8F5FDD-2118-F4FC-DF9B-FC33DBC4B6B4}"/>
              </a:ext>
            </a:extLst>
          </p:cNvPr>
          <p:cNvSpPr txBox="1">
            <a:spLocks/>
          </p:cNvSpPr>
          <p:nvPr/>
        </p:nvSpPr>
        <p:spPr>
          <a:xfrm>
            <a:off x="125730" y="5139872"/>
            <a:ext cx="8469630" cy="1368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Do your work carefully, no time and space to repeat the work at all.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Do your open lab work quietly since there will be a lab session while you're working</a:t>
            </a:r>
            <a:r>
              <a:rPr lang="en-US" b="1" dirty="0">
                <a:solidFill>
                  <a:srgbClr val="FF0000"/>
                </a:solidFill>
                <a:latin typeface="Bodoni MT Black" panose="02070A03080606020203" pitchFamily="18" charset="0"/>
              </a:rPr>
              <a:t>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3448D030-CF32-9C2B-00C2-84FE1D394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69555" y="27644"/>
            <a:ext cx="1057275" cy="189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5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4ADAA-382D-4AAE-8282-93C9FE04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63705"/>
            <a:ext cx="7886700" cy="106914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002060"/>
                </a:solidFill>
                <a:latin typeface="Bodoni MT Black" panose="02070A03080606020203" pitchFamily="18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90812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314</Words>
  <Application>Microsoft Office PowerPoint</Application>
  <PresentationFormat>On-screen Show (4:3)</PresentationFormat>
  <Paragraphs>31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Aharoni</vt:lpstr>
      <vt:lpstr>Arial</vt:lpstr>
      <vt:lpstr>Bodoni MT Black</vt:lpstr>
      <vt:lpstr>Calibri</vt:lpstr>
      <vt:lpstr>Calibri Light</vt:lpstr>
      <vt:lpstr>Segoe UI</vt:lpstr>
      <vt:lpstr>Segoe UI Light</vt:lpstr>
      <vt:lpstr>Office Theme</vt:lpstr>
      <vt:lpstr>Get Started with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Bayen Mahawreh</dc:creator>
  <cp:lastModifiedBy>Erwah Al Bataineh</cp:lastModifiedBy>
  <cp:revision>23</cp:revision>
  <dcterms:created xsi:type="dcterms:W3CDTF">2021-08-30T20:53:10Z</dcterms:created>
  <dcterms:modified xsi:type="dcterms:W3CDTF">2023-04-04T00:52:42Z</dcterms:modified>
</cp:coreProperties>
</file>