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1" r:id="rId19"/>
    <p:sldId id="273" r:id="rId20"/>
    <p:sldId id="274" r:id="rId21"/>
    <p:sldId id="275" r:id="rId22"/>
    <p:sldId id="276" r:id="rId23"/>
    <p:sldId id="302" r:id="rId24"/>
    <p:sldId id="277" r:id="rId25"/>
    <p:sldId id="278" r:id="rId26"/>
    <p:sldId id="279" r:id="rId27"/>
    <p:sldId id="281" r:id="rId28"/>
    <p:sldId id="280" r:id="rId29"/>
    <p:sldId id="282" r:id="rId30"/>
    <p:sldId id="284" r:id="rId31"/>
    <p:sldId id="283" r:id="rId32"/>
    <p:sldId id="285" r:id="rId33"/>
    <p:sldId id="286" r:id="rId34"/>
    <p:sldId id="287" r:id="rId35"/>
    <p:sldId id="288" r:id="rId36"/>
    <p:sldId id="290" r:id="rId37"/>
    <p:sldId id="289" r:id="rId38"/>
    <p:sldId id="291" r:id="rId39"/>
    <p:sldId id="292" r:id="rId40"/>
    <p:sldId id="303" r:id="rId41"/>
    <p:sldId id="293" r:id="rId42"/>
    <p:sldId id="294" r:id="rId43"/>
    <p:sldId id="295" r:id="rId44"/>
    <p:sldId id="296" r:id="rId45"/>
    <p:sldId id="297" r:id="rId46"/>
    <p:sldId id="299" r:id="rId47"/>
    <p:sldId id="300" r:id="rId48"/>
    <p:sldId id="29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5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8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4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8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70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5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ACE67-A8AA-4157-ADA3-1CA7D02E529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58A1-DB33-44C9-A0D9-B5FE6E8FB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1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Human Systems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68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Human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1539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body consists of many interacting systems that carry out specific functions necessary for everyday living.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consists of two or more organs, which are functional collections of tissue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body contains the following systems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Cardiovascular System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Digestive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Reproductive System 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Muscular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Respiratory System 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Nervous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Skeletal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Urinary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Sense Organs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09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134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Cardiovascular System</a:t>
            </a:r>
            <a:endParaRPr lang="en-US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Cardiovascular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cardiovascular system consists of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heart,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vessels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5 liters of blood</a:t>
            </a:r>
          </a:p>
          <a:p>
            <a:pPr marL="0" indent="0"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responsible for transporting oxygen, nutrients, hormones, and cellular waste products throughout the body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cardiovascular system includes two parts: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Heart: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only about the size of a closed fist and is a muscular pumping organ located medial to the lungs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bottom tip of the heart, known as its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top of the heart (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heart’s base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connects to the great blood vessels of the body: the aorta, vena cava, pulmonary trunk, and pulmonary veins.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55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998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Structure of Heart</a:t>
            </a:r>
            <a:endParaRPr lang="en-US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709" y="650207"/>
            <a:ext cx="6802582" cy="5961814"/>
          </a:xfrm>
        </p:spPr>
      </p:pic>
    </p:spTree>
    <p:extLst>
      <p:ext uri="{BB962C8B-B14F-4D97-AF65-F5344CB8AC3E}">
        <p14:creationId xmlns:p14="http://schemas.microsoft.com/office/powerpoint/2010/main" val="3216171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4910"/>
            <a:ext cx="10515600" cy="569205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Vessels:</a:t>
            </a:r>
          </a:p>
          <a:p>
            <a:pPr marL="0" indent="0"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 blood to flow quickly and efficiently from the heart to every region of the body and back again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circulatory system is divided into two separate loops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circulation loop: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Transports deoxygenated blood from the right side of the heart to the lungs and oxygenated one from the lung to the heart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pumping chambers of the heart that support the pulmonary circulation loop are the right atrium and right ventricle</a:t>
            </a:r>
          </a:p>
          <a:p>
            <a:pPr marL="457200" lvl="1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circulation loop: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Carries highly oxygenated blood from the left side of the heart to all of the tissues of the body (with the exception of the heart and lungs)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Removes wastes from body tissues and returns deoxygenated blood to the right side of the heart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atrium and left ventricle of the heart are the pumping chambers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91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7163" y="0"/>
            <a:ext cx="6345382" cy="67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2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946" y="41565"/>
            <a:ext cx="7107382" cy="672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2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0145" y="1621126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92D050"/>
                </a:solidFill>
                <a:latin typeface="Arial Black" panose="020B0A04020102020204" pitchFamily="34" charset="0"/>
              </a:rPr>
              <a:t>Digestive System</a:t>
            </a:r>
            <a:endParaRPr lang="en-US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9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  <a:latin typeface="Arial Black" panose="020B0A04020102020204" pitchFamily="34" charset="0"/>
              </a:rPr>
              <a:t>Digestive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2266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digestive system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group of organs working together to convert food into energy and basic nutrients to feed the entire body</a:t>
            </a:r>
          </a:p>
          <a:p>
            <a:pPr marL="0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 passes through an alimentary canal or the gastrointestinal tract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alimentary canal is made up of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oral cavity, pharynx, esophagus, stomach, small intestines, and large intestines</a:t>
            </a:r>
          </a:p>
          <a:p>
            <a:pPr algn="just"/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Accessory organs of the digestive system include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teeth, tongue, salivary glands, liver, gallbladder, and pancreas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Six major functions take place in the digestive system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Ingestion, secretion, Mixing and movement, Digestion, Absorption, Excretion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28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92D050"/>
                </a:solidFill>
                <a:latin typeface="Arial Black" panose="020B0A04020102020204" pitchFamily="34" charset="0"/>
              </a:rPr>
              <a:t>Parts of Digestive System</a:t>
            </a:r>
            <a:endParaRPr lang="en-US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0364"/>
            <a:ext cx="10515600" cy="480752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Mouth (Oral cavity):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accessory organs Inside the mouth that aid in the digestion of food (the tongue, teeth, and salivary glands)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Pharynx (throat):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passing of masses of chewed food from the mouth to the esophagus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Esophagus: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muscular tube connecting the pharynx to the stomach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is part of the upper gastrointestinal tract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carries swallowed masses of chewed food into the stomach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Stomach: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muscular sac that acts as a storage tank for food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hydrochloric acid and digestive enzymes that continue the digestion of food that began in the mouth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21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8036"/>
            <a:ext cx="10515600" cy="617912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Duodenum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or proximal portion of the small intestine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the digestion of food because both the common bile duct and the pancreatic duct empty into it.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Liver and Gall bladder 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function of the liver in digestion is the production of bile and secretes into the small intestine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gallbladder is a small, pear-shaped organ located just posterior to the liver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and recycle excess bile from the small intestine so that it can be reused for digestion.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Pancreas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pancreas is a large gland connected to the duodenum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pancreas secretes digestive enzymes into the small intestine to complete the chemical digestion of foods.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Intestine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part of the lower gastrointestinal tract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small intestine is coiled and folds to maximize the digestion of food and absorption of nutrients.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Intestine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intestine absorbs water and contains many symbiotic bacteria that aid in the breaking down of waste materials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Feces in the large intestine exit the body through the anal canal.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2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51" y="0"/>
            <a:ext cx="5689995" cy="6858000"/>
          </a:xfrm>
        </p:spPr>
      </p:pic>
    </p:spTree>
    <p:extLst>
      <p:ext uri="{BB962C8B-B14F-4D97-AF65-F5344CB8AC3E}">
        <p14:creationId xmlns:p14="http://schemas.microsoft.com/office/powerpoint/2010/main" val="87854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946" y="-20652"/>
            <a:ext cx="8980460" cy="68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36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855" y="1537999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Reproductive System</a:t>
            </a:r>
            <a:endParaRPr lang="en-US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307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Reproductive System</a:t>
            </a:r>
            <a:endParaRPr lang="en-US" b="1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79963"/>
            <a:ext cx="10515600" cy="3696999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reproductive system (genital system) is a collection of internal and external organs 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organs work together for the purpose of sexual reproduction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anatomy differs between male and female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987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1. Female Reproductive System</a:t>
            </a:r>
            <a:endParaRPr lang="en-US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7673"/>
            <a:ext cx="10515600" cy="366929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 organs involved in: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Organs are involved in the production and transportation of gametes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of sex hormones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the fertilization of ova by sperm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development of offspring during pregnancy and infancy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ovaries, fallopian tubes, uterus, vagina, vulva, mammary glands, and breasts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43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" y="136540"/>
            <a:ext cx="10002981" cy="6721460"/>
          </a:xfrm>
        </p:spPr>
      </p:pic>
    </p:spTree>
    <p:extLst>
      <p:ext uri="{BB962C8B-B14F-4D97-AF65-F5344CB8AC3E}">
        <p14:creationId xmlns:p14="http://schemas.microsoft.com/office/powerpoint/2010/main" val="3529513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364" y="55420"/>
            <a:ext cx="8893559" cy="667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3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0763"/>
            <a:ext cx="10515600" cy="518159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Ovaries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ovaries are a pair of small glands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Ovaries produce female sex hormones such as estrogen and progesterone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 ova (eggs)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Fallopian Tubes: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fallopian tubes are a pair of muscular tubes that extend from the left and right superior corners of the uterus to the edge of the ovaries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fallopian tubes end in a funnel-shaped structure called the infundibulum which is called fimbriae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fimbriae swipe over the outside of the ovaries to pick up released ova and carry them into the infundibulum for transport to the uterus.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Uterus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uterus is a hollow, muscular, pear-shaped organ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the two fallopian tubes on its superior end and to the vagina (via the cervix) on its inferior end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surrounds and supports the developing fetus during pregnancy.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07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81"/>
            <a:ext cx="10515600" cy="50131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Vagina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vagina is an elastic, muscular tube that connects the cervix of the uterus to the exterior of the body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vagina functions as the receptacle for the penis during sexual intercourse and carries sperm to the uterus and fallopian tubes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000" b="1" dirty="0" smtClean="0"/>
              <a:t>Vulva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vulva surrounds the external ends of the urethral opening and the vagina and includes the mons pubis, labia </a:t>
            </a:r>
            <a:r>
              <a:rPr lang="en-US" sz="1600" dirty="0" err="1" smtClean="0"/>
              <a:t>majora</a:t>
            </a:r>
            <a:r>
              <a:rPr lang="en-US" sz="1600" dirty="0" smtClean="0"/>
              <a:t>, labia </a:t>
            </a:r>
            <a:r>
              <a:rPr lang="en-US" sz="1600" dirty="0" err="1" smtClean="0"/>
              <a:t>minora</a:t>
            </a:r>
            <a:r>
              <a:rPr lang="en-US" sz="1600" dirty="0" smtClean="0"/>
              <a:t>, and clitoris.</a:t>
            </a:r>
            <a:endParaRPr lang="en-US" sz="2000" dirty="0" smtClean="0"/>
          </a:p>
          <a:p>
            <a:pPr marL="457200" indent="-457200">
              <a:buFont typeface="+mj-lt"/>
              <a:buAutoNum type="arabicPeriod" startAt="6"/>
            </a:pPr>
            <a:r>
              <a:rPr lang="en-US" sz="2000" b="1" dirty="0" smtClean="0"/>
              <a:t>Breasts and Mammary Glands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breasts are specialized organs of the female body contain mammary glands, milk ducts, and adipose tissue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 In the center of each breast is a highly pigmented nipple that releases milk when stimulated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Within each breast, 15 to 20 clusters of mammary glands become active during pregnancy and remain active until milk is no longer needed.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27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2. Male Reproductive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9127"/>
            <a:ext cx="10515600" cy="3807835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scrotum, testes, spermatic ducts, sex glands, and penis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organs work together to produce sperm (the male gamete) and other components of semen. 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organs work together to deliver semen out of the body and into the vagina where it can fertilize an egg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432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53" y="0"/>
            <a:ext cx="10213319" cy="6608618"/>
          </a:xfrm>
        </p:spPr>
      </p:pic>
    </p:spTree>
    <p:extLst>
      <p:ext uri="{BB962C8B-B14F-4D97-AF65-F5344CB8AC3E}">
        <p14:creationId xmlns:p14="http://schemas.microsoft.com/office/powerpoint/2010/main" val="1284868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764" y="12986"/>
            <a:ext cx="9973709" cy="669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19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Scrotum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scrotum is a sac-like organ made of skin and muscles that houses the testes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smooth muscles that make up the scrotum allow it to regulate the distance between the testes and the rest of the body to regulate the testis's temperature.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Testes (2 testes (testicles))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the male gonads responsible for the production of sperm and testosterone.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Epididymis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epididymis is a sperm maturation and storage area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ductus deferens (vas deferens)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muscular tube that carries sperm from the epididymis into the ejaculatory duct.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smooth muscles of the walls of the ductus deferens are used to move sperm toward the ejaculatory duct through peristalsis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Seminal Vesicles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seminal vesicles are a pair of exocrine glands that store and produce some of the liquid portions of semen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liquid produced by the seminal vesicles contains proteins and mucus and has an alkaline pH to help sperm survive in the acidic environment of the vagina.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liquid also contains fructose to feed sperm cells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90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5526"/>
            <a:ext cx="10515600" cy="6622474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b="1" dirty="0" smtClean="0"/>
              <a:t>Ejaculatory Duct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ductus deferens passes through the prostate and joins with the urethra at a structure known as the ejaculatory duct, also, contains the ducts from the seminal vesicles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000" b="1" dirty="0" smtClean="0"/>
              <a:t>Urethra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Semen passes from the ejaculatory duct to the exterior of the body via the urethra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urethra passes through the prostate and ends at the external urethral orifice located at the tip of the penis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Urine exiting the body from the urinary bladder also passes through the urethra.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000" b="1" dirty="0" smtClean="0"/>
              <a:t>Prostate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prostate is exocrine gland that produces a large portion of the fluid that makes up semen.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Semen is milky white in color and contains enzymes, proteins, and other chemicals to support and protect sperm during ejaculation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sz="2000" b="1" dirty="0" smtClean="0"/>
              <a:t>Cowper’s Glands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Cowper’s glands are a pair of exocrine glands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Cowper’s glands secrete a thin alkaline fluid into the urethra that lubricates the urethra and neutralizes acid from urine remaining in the urethra after urination</a:t>
            </a:r>
          </a:p>
          <a:p>
            <a:pPr marL="457200" indent="-457200">
              <a:buFont typeface="+mj-lt"/>
              <a:buAutoNum type="arabicPeriod" startAt="10"/>
            </a:pPr>
            <a:r>
              <a:rPr lang="en-US" sz="2000" dirty="0" smtClean="0"/>
              <a:t> </a:t>
            </a:r>
            <a:r>
              <a:rPr lang="en-US" sz="2000" b="1" dirty="0" smtClean="0"/>
              <a:t>Penis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penis is the male external sexual organ located superior to the scrotum and inferior to the umbilicus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penis is roughly cylindrical in shape and contains the urethra 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000" b="1" dirty="0" smtClean="0"/>
              <a:t>Semen</a:t>
            </a:r>
            <a:r>
              <a:rPr lang="en-US" sz="2000" dirty="0" smtClean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T</a:t>
            </a:r>
            <a:r>
              <a:rPr lang="en-US" sz="1600" dirty="0" smtClean="0"/>
              <a:t>he fluid produced by males for sexual reproduction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It contains sperm, the male reproductive gametes, along with a number of chemicals suspended in a liquid medium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/>
              <a:t>The chemical composition of semen gives it a thick, sticky consistency and a slightly alkaline pH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6537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1709" y="1510290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Muscular System</a:t>
            </a:r>
            <a:endParaRPr lang="en-US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84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Muscular System</a:t>
            </a:r>
            <a:endParaRPr lang="en-US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movement of the human body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muscle tissue: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Visceral Muscle: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inside organs like the stomach, intestines, and blood vessels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Visceral muscle makes organs contract to move substances through the organ.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Cardiac Muscle:  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only in the heart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cardiac muscle is responsible for pumping blood through the body.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Skeletal Muscle: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Voluntary muscle tissue in the human body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to move parts of the body closer to the bone that the muscle is attached to.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6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454" y="0"/>
            <a:ext cx="8825345" cy="683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48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1709" y="1704254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Respiratory System</a:t>
            </a:r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234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Respiratory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5891"/>
            <a:ext cx="10515600" cy="4071072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respiratory system (respiratory apparatus, ventilator system) is a biological system consisting of specific organs and structures used for the process of respiration in an organism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exchange of oxygen and carbon dioxide between an organism and the environment 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3 major parts of the respiratory system: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airways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lungs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muscles of respiration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66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5127"/>
            <a:ext cx="10515600" cy="5112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airways: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Carries air between the lungs and the body’s exterior.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Nose and Nasal Cavity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external opening for the respiratory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Lined with hairs and   mucus  membrane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of nasal cavity is to warm, moisturize, and filter air entering the body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Mouth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ral cavity)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supplement or replace the nasal cavity’s functions when needed.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Pharynx (Throat)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Muscular funnel that extends from the posterior end of the nasal cavity to the superior end of the esophagus and larynx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Larynx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larynx is located in the anterior portion of the neck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epiglottis is one of the cartilage pieces of the larynx and acts as a switch between the trachea and the esophagus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78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5745"/>
            <a:ext cx="10515600" cy="558121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Trachea (Windpipe)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trachea connects the larynx to the bronchi and allows air to pass through the neck and into the thorax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function of the trachea: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clear airway for air to enter and exit the lungs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epithelium lining the trachea produces mucus that traps dust and other contaminants and prevents it from reaching the lungs.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Bronchi and Bronchioles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the inferior end of the trachea, the airway splits into left and right branches are known as the primary bronchi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function of the bronchi and bronchioles is to carry air from the trachea into the alveoli of the lungs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50" y="3692144"/>
            <a:ext cx="10366499" cy="290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36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6182"/>
            <a:ext cx="10515600" cy="4860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lungs: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lung is made up of 2 lobes, while the right lung has 3 lobes.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 as the functional units of the respiratory system  by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Passing oxygen into the body and carbon dioxide out of the body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alveoli are lined with thin simple squamous epithelium that allows gases to exchange with the blood in the capillaries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muscles of respiration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Including: sets of muscles surrounding the lungs, the diaphragm, and intercostal muscles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together to act as a pump, pushing air into and out of the lungs during breathing.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294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99" y="0"/>
            <a:ext cx="8492837" cy="636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75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10290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Nervous System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5149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Nervous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control of the body and communication among its parts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nervous system consists: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nervous system (CNS)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peripheral nervous system (PNS)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644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2836"/>
            <a:ext cx="10515600" cy="5666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Nervous System (CNS)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decisions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 the brain and spinal cord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 by the skull, Cerebrospinal fluid, and meninges membrane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brain, the seat of higher mental functions such as memory consciousness, planning, and voluntary actions, also controls lower body functions such as the maintenance of respiration, heart rate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spinal cord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in the vertebral cavity of the spine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at the medulla oblongata of the brain and continuing inferiorly to the lumbar region of the spine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white matter: functions as the main conduit of nerve signals to the body from the brain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grey matter: integrates reflexes into stimuli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010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3564"/>
            <a:ext cx="10515600" cy="5373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peripheral nervous system (PNS)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Bundles of axons called nerves that act as information highways to carry signals between the brain and spinal cord and the rest of the body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different nerves types: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Afferent Nerves: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carry information from sensory receptors to the central nervous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Efferent Nerves: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carry signals only from the central nervous system to effectors such as muscles and glands.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Mixed Nerves: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Afferent and efferent axons act as lanes heading toward and away from the central nervous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Cranial Nerves: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from the inferior side of the brain and they are 12 pairs of cranial nerves.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Spinal Nerves: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from the left and right sides of the spinal cord and they are 31 pairs of spinal nerves.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605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42" y="138544"/>
            <a:ext cx="11600873" cy="6525491"/>
          </a:xfrm>
        </p:spPr>
      </p:pic>
    </p:spTree>
    <p:extLst>
      <p:ext uri="{BB962C8B-B14F-4D97-AF65-F5344CB8AC3E}">
        <p14:creationId xmlns:p14="http://schemas.microsoft.com/office/powerpoint/2010/main" val="341834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17" y="0"/>
            <a:ext cx="11333419" cy="67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05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9418" y="1801236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Skeletal System</a:t>
            </a:r>
            <a:endParaRPr lang="en-US" b="1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896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Skeletal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2873"/>
            <a:ext cx="10515600" cy="397409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all of the bones and joints in the body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bone is made up of many cells, protein fibers, and minerals.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support and protection for the soft tissues that make up the rest of the body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attachment points for muscles to allow movements at the joints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blood cells are produced by the red bone marrow inside our bones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Bones store calcium, iron, and energy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4397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255"/>
            <a:ext cx="10515600" cy="524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major divisions for the skeleton: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Axial skeleton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Runs along the body’s midline axis and includes the following regions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Skull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Hyoid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Auditory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ossicles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Ribs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Sternum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Vertebral column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Appendicular skeleton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includes: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limbs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limbs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Pelvic girdle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Pectoral (shoulder) girdle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4505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528" y="51000"/>
            <a:ext cx="10127673" cy="67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85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855" y="1773527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Urinary System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061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02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Urinary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7636"/>
            <a:ext cx="10515600" cy="5680363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wastes from the body and produces urine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homeostasis of water, ions, pH, blood pressure, calcium, and red blood cells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urinary system consists: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Kidneys: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kidneys are a pair of bean-shaped organs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metabolic wastes, excess ions, and chemicals from the blood to form urine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Ureters: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tubes carry urine from the kidneys to the urinary bladder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valves to prevent urine from flowing back toward the kidneys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Urinary bladder: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for the storage of urine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walls (Transitional epithelium)of the bladder allow it to stretch to hold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Urethra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urethra is the tube that passes urine from the bladder to the exterior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urethra is also an organ of the male reproductive system that carries sperm out of the body through the penis.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20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709" y="0"/>
            <a:ext cx="10196945" cy="67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7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2487</Words>
  <Application>Microsoft Office PowerPoint</Application>
  <PresentationFormat>Widescreen</PresentationFormat>
  <Paragraphs>281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Human Systems</vt:lpstr>
      <vt:lpstr>Human Systems</vt:lpstr>
      <vt:lpstr>Cardiovascular System</vt:lpstr>
      <vt:lpstr>Cardiovascular System</vt:lpstr>
      <vt:lpstr>Structure of Heart</vt:lpstr>
      <vt:lpstr>PowerPoint Presentation</vt:lpstr>
      <vt:lpstr>PowerPoint Presentation</vt:lpstr>
      <vt:lpstr>PowerPoint Presentation</vt:lpstr>
      <vt:lpstr>Digestive System</vt:lpstr>
      <vt:lpstr>Digestive System</vt:lpstr>
      <vt:lpstr>Parts of Digestive System</vt:lpstr>
      <vt:lpstr>PowerPoint Presentation</vt:lpstr>
      <vt:lpstr>PowerPoint Presentation</vt:lpstr>
      <vt:lpstr>PowerPoint Presentation</vt:lpstr>
      <vt:lpstr>Reproductive System</vt:lpstr>
      <vt:lpstr>Reproductive System</vt:lpstr>
      <vt:lpstr>1. Female Reproductive System</vt:lpstr>
      <vt:lpstr>PowerPoint Presentation</vt:lpstr>
      <vt:lpstr>PowerPoint Presentation</vt:lpstr>
      <vt:lpstr>PowerPoint Presentation</vt:lpstr>
      <vt:lpstr>PowerPoint Presentation</vt:lpstr>
      <vt:lpstr>2. Male Reproductive System</vt:lpstr>
      <vt:lpstr>PowerPoint Presentation</vt:lpstr>
      <vt:lpstr>PowerPoint Presentation</vt:lpstr>
      <vt:lpstr>PowerPoint Presentation</vt:lpstr>
      <vt:lpstr>PowerPoint Presentation</vt:lpstr>
      <vt:lpstr>Muscular System</vt:lpstr>
      <vt:lpstr>Muscular System</vt:lpstr>
      <vt:lpstr>PowerPoint Presentation</vt:lpstr>
      <vt:lpstr>Respiratory System</vt:lpstr>
      <vt:lpstr>Respiratory System</vt:lpstr>
      <vt:lpstr>PowerPoint Presentation</vt:lpstr>
      <vt:lpstr>PowerPoint Presentation</vt:lpstr>
      <vt:lpstr>PowerPoint Presentation</vt:lpstr>
      <vt:lpstr>PowerPoint Presentation</vt:lpstr>
      <vt:lpstr>Nervous System</vt:lpstr>
      <vt:lpstr>Nervous System</vt:lpstr>
      <vt:lpstr>PowerPoint Presentation</vt:lpstr>
      <vt:lpstr>PowerPoint Presentation</vt:lpstr>
      <vt:lpstr>PowerPoint Presentation</vt:lpstr>
      <vt:lpstr>PowerPoint Presentation</vt:lpstr>
      <vt:lpstr>Skeletal System</vt:lpstr>
      <vt:lpstr>Skeletal System</vt:lpstr>
      <vt:lpstr>PowerPoint Presentation</vt:lpstr>
      <vt:lpstr>PowerPoint Presentation</vt:lpstr>
      <vt:lpstr>Urinary System</vt:lpstr>
      <vt:lpstr>Urinary System</vt:lpstr>
      <vt:lpstr>PowerPoint Presentation</vt:lpstr>
    </vt:vector>
  </TitlesOfParts>
  <Company>JUST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Systems</dc:title>
  <dc:creator>Saif Safadi</dc:creator>
  <cp:lastModifiedBy>Saif Safadi</cp:lastModifiedBy>
  <cp:revision>18</cp:revision>
  <dcterms:created xsi:type="dcterms:W3CDTF">2022-12-24T19:46:40Z</dcterms:created>
  <dcterms:modified xsi:type="dcterms:W3CDTF">2022-12-25T11:35:42Z</dcterms:modified>
</cp:coreProperties>
</file>