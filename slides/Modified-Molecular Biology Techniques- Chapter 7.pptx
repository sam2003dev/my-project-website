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2.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theme/theme3.xml" ContentType="application/vnd.openxmlformats-officedocument.theme+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4.xml" ContentType="application/vnd.openxmlformats-officedocument.theme+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8" r:id="rId1"/>
    <p:sldMasterId id="2147483650" r:id="rId2"/>
    <p:sldMasterId id="2147483652" r:id="rId3"/>
    <p:sldMasterId id="2147483654" r:id="rId4"/>
    <p:sldMasterId id="2147484173" r:id="rId5"/>
  </p:sldMasterIdLst>
  <p:notesMasterIdLst>
    <p:notesMasterId r:id="rId87"/>
  </p:notesMasterIdLst>
  <p:sldIdLst>
    <p:sldId id="256" r:id="rId6"/>
    <p:sldId id="285" r:id="rId7"/>
    <p:sldId id="370" r:id="rId8"/>
    <p:sldId id="266" r:id="rId9"/>
    <p:sldId id="269" r:id="rId10"/>
    <p:sldId id="275" r:id="rId11"/>
    <p:sldId id="272" r:id="rId12"/>
    <p:sldId id="276" r:id="rId13"/>
    <p:sldId id="284" r:id="rId14"/>
    <p:sldId id="351" r:id="rId15"/>
    <p:sldId id="352" r:id="rId16"/>
    <p:sldId id="354" r:id="rId17"/>
    <p:sldId id="355" r:id="rId18"/>
    <p:sldId id="356" r:id="rId19"/>
    <p:sldId id="357" r:id="rId20"/>
    <p:sldId id="358" r:id="rId21"/>
    <p:sldId id="359" r:id="rId22"/>
    <p:sldId id="360" r:id="rId23"/>
    <p:sldId id="286" r:id="rId24"/>
    <p:sldId id="287" r:id="rId25"/>
    <p:sldId id="281" r:id="rId26"/>
    <p:sldId id="288" r:id="rId27"/>
    <p:sldId id="289" r:id="rId28"/>
    <p:sldId id="290" r:id="rId29"/>
    <p:sldId id="291" r:id="rId30"/>
    <p:sldId id="292" r:id="rId31"/>
    <p:sldId id="293" r:id="rId32"/>
    <p:sldId id="295" r:id="rId33"/>
    <p:sldId id="294" r:id="rId34"/>
    <p:sldId id="296" r:id="rId35"/>
    <p:sldId id="307" r:id="rId36"/>
    <p:sldId id="297" r:id="rId37"/>
    <p:sldId id="298" r:id="rId38"/>
    <p:sldId id="363" r:id="rId39"/>
    <p:sldId id="364" r:id="rId40"/>
    <p:sldId id="365" r:id="rId41"/>
    <p:sldId id="369" r:id="rId42"/>
    <p:sldId id="366" r:id="rId43"/>
    <p:sldId id="367" r:id="rId44"/>
    <p:sldId id="368" r:id="rId45"/>
    <p:sldId id="362" r:id="rId46"/>
    <p:sldId id="301" r:id="rId47"/>
    <p:sldId id="299" r:id="rId48"/>
    <p:sldId id="300" r:id="rId49"/>
    <p:sldId id="302" r:id="rId50"/>
    <p:sldId id="303" r:id="rId51"/>
    <p:sldId id="304" r:id="rId52"/>
    <p:sldId id="305" r:id="rId53"/>
    <p:sldId id="306" r:id="rId54"/>
    <p:sldId id="308" r:id="rId55"/>
    <p:sldId id="310" r:id="rId56"/>
    <p:sldId id="309" r:id="rId57"/>
    <p:sldId id="311" r:id="rId58"/>
    <p:sldId id="312" r:id="rId59"/>
    <p:sldId id="313" r:id="rId60"/>
    <p:sldId id="316" r:id="rId61"/>
    <p:sldId id="314" r:id="rId62"/>
    <p:sldId id="315" r:id="rId63"/>
    <p:sldId id="317" r:id="rId64"/>
    <p:sldId id="318" r:id="rId65"/>
    <p:sldId id="319" r:id="rId66"/>
    <p:sldId id="320" r:id="rId67"/>
    <p:sldId id="374" r:id="rId68"/>
    <p:sldId id="373" r:id="rId69"/>
    <p:sldId id="372" r:id="rId70"/>
    <p:sldId id="375" r:id="rId71"/>
    <p:sldId id="376" r:id="rId72"/>
    <p:sldId id="377" r:id="rId73"/>
    <p:sldId id="330" r:id="rId74"/>
    <p:sldId id="321" r:id="rId75"/>
    <p:sldId id="322" r:id="rId76"/>
    <p:sldId id="323" r:id="rId77"/>
    <p:sldId id="324" r:id="rId78"/>
    <p:sldId id="378" r:id="rId79"/>
    <p:sldId id="326" r:id="rId80"/>
    <p:sldId id="325" r:id="rId81"/>
    <p:sldId id="327" r:id="rId82"/>
    <p:sldId id="328" r:id="rId83"/>
    <p:sldId id="379" r:id="rId84"/>
    <p:sldId id="381" r:id="rId85"/>
    <p:sldId id="371" r:id="rId86"/>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Rounded MT Bold" panose="020F0704030504030204" pitchFamily="34" charset="77"/>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Rounded MT Bold" panose="020F0704030504030204" pitchFamily="34" charset="77"/>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Rounded MT Bold" panose="020F0704030504030204" pitchFamily="34" charset="77"/>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Rounded MT Bold" panose="020F0704030504030204" pitchFamily="34" charset="77"/>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Rounded MT Bold" panose="020F0704030504030204" pitchFamily="34" charset="77"/>
        <a:ea typeface="宋体" panose="02010600030101010101" pitchFamily="2" charset="-122"/>
        <a:cs typeface="+mn-cs"/>
      </a:defRPr>
    </a:lvl5pPr>
    <a:lvl6pPr marL="2286000" algn="l" defTabSz="914400" rtl="0" eaLnBrk="1" latinLnBrk="0" hangingPunct="1">
      <a:defRPr kern="1200">
        <a:solidFill>
          <a:schemeClr val="tx1"/>
        </a:solidFill>
        <a:latin typeface="Arial Rounded MT Bold" panose="020F0704030504030204" pitchFamily="34" charset="77"/>
        <a:ea typeface="宋体" panose="02010600030101010101" pitchFamily="2" charset="-122"/>
        <a:cs typeface="+mn-cs"/>
      </a:defRPr>
    </a:lvl6pPr>
    <a:lvl7pPr marL="2743200" algn="l" defTabSz="914400" rtl="0" eaLnBrk="1" latinLnBrk="0" hangingPunct="1">
      <a:defRPr kern="1200">
        <a:solidFill>
          <a:schemeClr val="tx1"/>
        </a:solidFill>
        <a:latin typeface="Arial Rounded MT Bold" panose="020F0704030504030204" pitchFamily="34" charset="77"/>
        <a:ea typeface="宋体" panose="02010600030101010101" pitchFamily="2" charset="-122"/>
        <a:cs typeface="+mn-cs"/>
      </a:defRPr>
    </a:lvl7pPr>
    <a:lvl8pPr marL="3200400" algn="l" defTabSz="914400" rtl="0" eaLnBrk="1" latinLnBrk="0" hangingPunct="1">
      <a:defRPr kern="1200">
        <a:solidFill>
          <a:schemeClr val="tx1"/>
        </a:solidFill>
        <a:latin typeface="Arial Rounded MT Bold" panose="020F0704030504030204" pitchFamily="34" charset="77"/>
        <a:ea typeface="宋体" panose="02010600030101010101" pitchFamily="2" charset="-122"/>
        <a:cs typeface="+mn-cs"/>
      </a:defRPr>
    </a:lvl8pPr>
    <a:lvl9pPr marL="3657600" algn="l" defTabSz="914400" rtl="0" eaLnBrk="1" latinLnBrk="0" hangingPunct="1">
      <a:defRPr kern="1200">
        <a:solidFill>
          <a:schemeClr val="tx1"/>
        </a:solidFill>
        <a:latin typeface="Arial Rounded MT Bold" panose="020F0704030504030204" pitchFamily="34" charset="77"/>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0126" autoAdjust="0"/>
    <p:restoredTop sz="94660"/>
  </p:normalViewPr>
  <p:slideViewPr>
    <p:cSldViewPr>
      <p:cViewPr varScale="1">
        <p:scale>
          <a:sx n="102" d="100"/>
          <a:sy n="102" d="100"/>
        </p:scale>
        <p:origin x="474" y="102"/>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slide" Target="slides/slide79.xml"/><Relationship Id="rId89"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90" Type="http://schemas.openxmlformats.org/officeDocument/2006/relationships/theme" Target="theme/theme1.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slide" Target="slides/slide80.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slide" Target="slides/slide78.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slide" Target="slides/slide8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notesMaster" Target="notesMasters/notesMaster1.xml"/><Relationship Id="rId61" Type="http://schemas.openxmlformats.org/officeDocument/2006/relationships/slide" Target="slides/slide56.xml"/><Relationship Id="rId82" Type="http://schemas.openxmlformats.org/officeDocument/2006/relationships/slide" Target="slides/slide77.xml"/><Relationship Id="rId19"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DAB98C-22CD-B6AC-94F7-3A21DE864C77}"/>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Rounded MT Bold" panose="020F0704030504030204" pitchFamily="34" charset="0"/>
              </a:defRPr>
            </a:lvl1pPr>
          </a:lstStyle>
          <a:p>
            <a:pPr>
              <a:defRPr/>
            </a:pPr>
            <a:endParaRPr lang="en-US"/>
          </a:p>
        </p:txBody>
      </p:sp>
      <p:sp>
        <p:nvSpPr>
          <p:cNvPr id="3" name="Date Placeholder 2">
            <a:extLst>
              <a:ext uri="{FF2B5EF4-FFF2-40B4-BE49-F238E27FC236}">
                <a16:creationId xmlns:a16="http://schemas.microsoft.com/office/drawing/2014/main" id="{1759B5EA-D0DE-CE37-EAEF-47A1D08A5F7E}"/>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Rounded MT Bold" panose="020F0704030504030204" pitchFamily="34" charset="0"/>
              </a:defRPr>
            </a:lvl1pPr>
          </a:lstStyle>
          <a:p>
            <a:pPr>
              <a:defRPr/>
            </a:pPr>
            <a:fld id="{EBEC20FC-052A-964C-A952-84AB6783C720}" type="datetimeFigureOut">
              <a:rPr lang="en-US"/>
              <a:pPr>
                <a:defRPr/>
              </a:pPr>
              <a:t>12/1/24</a:t>
            </a:fld>
            <a:endParaRPr lang="en-US"/>
          </a:p>
        </p:txBody>
      </p:sp>
      <p:sp>
        <p:nvSpPr>
          <p:cNvPr id="4" name="Slide Image Placeholder 3">
            <a:extLst>
              <a:ext uri="{FF2B5EF4-FFF2-40B4-BE49-F238E27FC236}">
                <a16:creationId xmlns:a16="http://schemas.microsoft.com/office/drawing/2014/main" id="{AD7F1C07-4FAD-8642-FAC1-2B632C755E43}"/>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59FDC989-A774-ABB9-F5CF-1643BAEE5777}"/>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1D415A92-64EF-85E2-2482-2FE9DDE2B16D}"/>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Rounded MT Bold" panose="020F0704030504030204" pitchFamily="34" charset="0"/>
              </a:defRPr>
            </a:lvl1pPr>
          </a:lstStyle>
          <a:p>
            <a:pPr>
              <a:defRPr/>
            </a:pPr>
            <a:endParaRPr lang="en-US"/>
          </a:p>
        </p:txBody>
      </p:sp>
      <p:sp>
        <p:nvSpPr>
          <p:cNvPr id="7" name="Slide Number Placeholder 6">
            <a:extLst>
              <a:ext uri="{FF2B5EF4-FFF2-40B4-BE49-F238E27FC236}">
                <a16:creationId xmlns:a16="http://schemas.microsoft.com/office/drawing/2014/main" id="{9BC348D5-04B4-FD98-8595-E875B8593300}"/>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38411190-08FE-924F-B255-28869D90953F}"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a:extLst>
              <a:ext uri="{FF2B5EF4-FFF2-40B4-BE49-F238E27FC236}">
                <a16:creationId xmlns:a16="http://schemas.microsoft.com/office/drawing/2014/main" id="{197325E3-EBC0-6D81-BD95-EC684AFF99AB}"/>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0" hangingPunct="0">
              <a:spcBef>
                <a:spcPct val="0"/>
              </a:spcBef>
            </a:pPr>
            <a:fld id="{1CC24755-442B-6948-8C24-CE231DBC55BF}" type="slidenum">
              <a:rPr lang="en-US" altLang="en-US">
                <a:solidFill>
                  <a:srgbClr val="000000"/>
                </a:solidFill>
                <a:latin typeface="Times New Roman" panose="02020603050405020304" pitchFamily="18" charset="0"/>
                <a:ea typeface="Geneva" panose="020B0503030404040204" pitchFamily="34" charset="0"/>
                <a:cs typeface="Arial" panose="020B0604020202020204" pitchFamily="34" charset="0"/>
              </a:rPr>
              <a:pPr eaLnBrk="0" hangingPunct="0">
                <a:spcBef>
                  <a:spcPct val="0"/>
                </a:spcBef>
              </a:pPr>
              <a:t>10</a:t>
            </a:fld>
            <a:endParaRPr lang="en-US" altLang="en-US">
              <a:solidFill>
                <a:srgbClr val="000000"/>
              </a:solidFill>
              <a:latin typeface="Times New Roman" panose="02020603050405020304" pitchFamily="18" charset="0"/>
              <a:ea typeface="Geneva" panose="020B0503030404040204" pitchFamily="34" charset="0"/>
              <a:cs typeface="Arial" panose="020B0604020202020204" pitchFamily="34" charset="0"/>
            </a:endParaRPr>
          </a:p>
        </p:txBody>
      </p:sp>
      <p:sp>
        <p:nvSpPr>
          <p:cNvPr id="29699" name="Rectangle 2">
            <a:extLst>
              <a:ext uri="{FF2B5EF4-FFF2-40B4-BE49-F238E27FC236}">
                <a16:creationId xmlns:a16="http://schemas.microsoft.com/office/drawing/2014/main" id="{A49FD2BC-2459-5689-FC1E-5499C0718B06}"/>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700" name="Rectangle 3">
            <a:extLst>
              <a:ext uri="{FF2B5EF4-FFF2-40B4-BE49-F238E27FC236}">
                <a16:creationId xmlns:a16="http://schemas.microsoft.com/office/drawing/2014/main" id="{88D605FD-FC62-2472-BFA3-1A0021D315CA}"/>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ea typeface="ＭＳ Ｐゴシック" panose="020B0600070205080204"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a:extLst>
              <a:ext uri="{FF2B5EF4-FFF2-40B4-BE49-F238E27FC236}">
                <a16:creationId xmlns:a16="http://schemas.microsoft.com/office/drawing/2014/main" id="{B55EEF43-CEFB-A038-6790-10505E61BA3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0" hangingPunct="0">
              <a:spcBef>
                <a:spcPct val="0"/>
              </a:spcBef>
            </a:pPr>
            <a:fld id="{0903E204-E38D-134E-9240-0BF732CB1C5C}" type="slidenum">
              <a:rPr lang="en-US" altLang="en-US">
                <a:solidFill>
                  <a:srgbClr val="000000"/>
                </a:solidFill>
                <a:latin typeface="Times New Roman" panose="02020603050405020304" pitchFamily="18" charset="0"/>
                <a:ea typeface="Geneva" panose="020B0503030404040204" pitchFamily="34" charset="0"/>
                <a:cs typeface="Arial" panose="020B0604020202020204" pitchFamily="34" charset="0"/>
              </a:rPr>
              <a:pPr eaLnBrk="0" hangingPunct="0">
                <a:spcBef>
                  <a:spcPct val="0"/>
                </a:spcBef>
              </a:pPr>
              <a:t>11</a:t>
            </a:fld>
            <a:endParaRPr lang="en-US" altLang="en-US">
              <a:solidFill>
                <a:srgbClr val="000000"/>
              </a:solidFill>
              <a:latin typeface="Times New Roman" panose="02020603050405020304" pitchFamily="18" charset="0"/>
              <a:ea typeface="Geneva" panose="020B0503030404040204" pitchFamily="34" charset="0"/>
              <a:cs typeface="Arial" panose="020B0604020202020204" pitchFamily="34" charset="0"/>
            </a:endParaRPr>
          </a:p>
        </p:txBody>
      </p:sp>
      <p:sp>
        <p:nvSpPr>
          <p:cNvPr id="31747" name="Rectangle 2">
            <a:extLst>
              <a:ext uri="{FF2B5EF4-FFF2-40B4-BE49-F238E27FC236}">
                <a16:creationId xmlns:a16="http://schemas.microsoft.com/office/drawing/2014/main" id="{22392107-CC76-0DFC-D780-158F7CD5D96E}"/>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8" name="Rectangle 3">
            <a:extLst>
              <a:ext uri="{FF2B5EF4-FFF2-40B4-BE49-F238E27FC236}">
                <a16:creationId xmlns:a16="http://schemas.microsoft.com/office/drawing/2014/main" id="{EC2C9F9D-D79E-0CEF-25E7-D3AA40EF0710}"/>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6719D913-D6D5-AA9A-DA47-A9C3B771E547}"/>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B7A69B89-8547-E957-50F1-DA6825AF2C0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Slide Image Placeholder 1">
            <a:extLst>
              <a:ext uri="{FF2B5EF4-FFF2-40B4-BE49-F238E27FC236}">
                <a16:creationId xmlns:a16="http://schemas.microsoft.com/office/drawing/2014/main" id="{E9DA751A-FAD1-669B-332B-5506DABC5DB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5843" name="Notes Placeholder 2">
            <a:extLst>
              <a:ext uri="{FF2B5EF4-FFF2-40B4-BE49-F238E27FC236}">
                <a16:creationId xmlns:a16="http://schemas.microsoft.com/office/drawing/2014/main" id="{1EE2DBA1-350C-9ACA-62AF-2D905E80F4C2}"/>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a:extLst>
              <a:ext uri="{FF2B5EF4-FFF2-40B4-BE49-F238E27FC236}">
                <a16:creationId xmlns:a16="http://schemas.microsoft.com/office/drawing/2014/main" id="{1F2A1F8E-C12A-5E2F-0805-33667BBADA1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1" name="Notes Placeholder 2">
            <a:extLst>
              <a:ext uri="{FF2B5EF4-FFF2-40B4-BE49-F238E27FC236}">
                <a16:creationId xmlns:a16="http://schemas.microsoft.com/office/drawing/2014/main" id="{435D861B-F7B6-D090-1FC5-3DCD0CB7A38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10A58175-A527-226A-7809-8A4AD563F32A}"/>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0" hangingPunct="0">
              <a:spcBef>
                <a:spcPct val="0"/>
              </a:spcBef>
            </a:pPr>
            <a:fld id="{3CE9A587-3B82-9C43-A81F-AC7F4494A5C5}" type="slidenum">
              <a:rPr lang="en-US" altLang="en-US">
                <a:solidFill>
                  <a:srgbClr val="000000"/>
                </a:solidFill>
                <a:latin typeface="Times New Roman" panose="02020603050405020304" pitchFamily="18" charset="0"/>
                <a:ea typeface="Geneva" panose="020B0503030404040204" pitchFamily="34" charset="0"/>
                <a:cs typeface="Arial" panose="020B0604020202020204" pitchFamily="34" charset="0"/>
              </a:rPr>
              <a:pPr eaLnBrk="0" hangingPunct="0">
                <a:spcBef>
                  <a:spcPct val="0"/>
                </a:spcBef>
              </a:pPr>
              <a:t>15</a:t>
            </a:fld>
            <a:endParaRPr lang="en-US" altLang="en-US">
              <a:solidFill>
                <a:srgbClr val="000000"/>
              </a:solidFill>
              <a:latin typeface="Times New Roman" panose="02020603050405020304" pitchFamily="18" charset="0"/>
              <a:ea typeface="Geneva" panose="020B0503030404040204" pitchFamily="34" charset="0"/>
              <a:cs typeface="Arial" panose="020B0604020202020204" pitchFamily="34" charset="0"/>
            </a:endParaRPr>
          </a:p>
        </p:txBody>
      </p:sp>
      <p:sp>
        <p:nvSpPr>
          <p:cNvPr id="39939" name="Rectangle 2">
            <a:extLst>
              <a:ext uri="{FF2B5EF4-FFF2-40B4-BE49-F238E27FC236}">
                <a16:creationId xmlns:a16="http://schemas.microsoft.com/office/drawing/2014/main" id="{E71E53BF-6D77-4B78-55DF-AB80734C4372}"/>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40" name="Rectangle 3">
            <a:extLst>
              <a:ext uri="{FF2B5EF4-FFF2-40B4-BE49-F238E27FC236}">
                <a16:creationId xmlns:a16="http://schemas.microsoft.com/office/drawing/2014/main" id="{2B03AE04-2E18-2E7C-E497-620FA12561C3}"/>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EF1D877A-9673-5AFD-BB25-08673EA9EE5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7" name="Notes Placeholder 2">
            <a:extLst>
              <a:ext uri="{FF2B5EF4-FFF2-40B4-BE49-F238E27FC236}">
                <a16:creationId xmlns:a16="http://schemas.microsoft.com/office/drawing/2014/main" id="{F729E1ED-BB19-A569-F855-43F5A99C60F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a:extLst>
              <a:ext uri="{FF2B5EF4-FFF2-40B4-BE49-F238E27FC236}">
                <a16:creationId xmlns:a16="http://schemas.microsoft.com/office/drawing/2014/main" id="{8D4B0241-B711-6454-36B7-D5DA2883952F}"/>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5" name="Notes Placeholder 2">
            <a:extLst>
              <a:ext uri="{FF2B5EF4-FFF2-40B4-BE49-F238E27FC236}">
                <a16:creationId xmlns:a16="http://schemas.microsoft.com/office/drawing/2014/main" id="{C47BB2D2-71E5-B352-F3EA-BD1EEFCED4F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a:extLst>
              <a:ext uri="{FF2B5EF4-FFF2-40B4-BE49-F238E27FC236}">
                <a16:creationId xmlns:a16="http://schemas.microsoft.com/office/drawing/2014/main" id="{47D43DD2-0799-0000-257F-A50E25A5A27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3" name="Notes Placeholder 2">
            <a:extLst>
              <a:ext uri="{FF2B5EF4-FFF2-40B4-BE49-F238E27FC236}">
                <a16:creationId xmlns:a16="http://schemas.microsoft.com/office/drawing/2014/main" id="{C0017E82-B6E8-7720-04A0-C3DFE2462FA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7A4FFBB0-FA17-1EBD-1A04-4E9BF7E0122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0" hangingPunct="0">
              <a:spcBef>
                <a:spcPct val="0"/>
              </a:spcBef>
            </a:pPr>
            <a:fld id="{98BFA267-8A5D-DF4F-9C8A-124A69E4EA3C}" type="slidenum">
              <a:rPr lang="en-US" altLang="en-US">
                <a:solidFill>
                  <a:srgbClr val="000000"/>
                </a:solidFill>
                <a:latin typeface="Times New Roman" panose="02020603050405020304" pitchFamily="18" charset="0"/>
                <a:ea typeface="Geneva" panose="020B0503030404040204" pitchFamily="34" charset="0"/>
                <a:cs typeface="Arial" panose="020B0604020202020204" pitchFamily="34" charset="0"/>
              </a:rPr>
              <a:pPr eaLnBrk="0" hangingPunct="0">
                <a:spcBef>
                  <a:spcPct val="0"/>
                </a:spcBef>
              </a:pPr>
              <a:t>34</a:t>
            </a:fld>
            <a:endParaRPr lang="en-US" altLang="en-US">
              <a:solidFill>
                <a:srgbClr val="000000"/>
              </a:solidFill>
              <a:latin typeface="Times New Roman" panose="02020603050405020304" pitchFamily="18" charset="0"/>
              <a:ea typeface="Geneva" panose="020B0503030404040204" pitchFamily="34" charset="0"/>
              <a:cs typeface="Arial" panose="020B0604020202020204" pitchFamily="34" charset="0"/>
            </a:endParaRPr>
          </a:p>
        </p:txBody>
      </p:sp>
      <p:sp>
        <p:nvSpPr>
          <p:cNvPr id="63491" name="Rectangle 2">
            <a:extLst>
              <a:ext uri="{FF2B5EF4-FFF2-40B4-BE49-F238E27FC236}">
                <a16:creationId xmlns:a16="http://schemas.microsoft.com/office/drawing/2014/main" id="{E90BB230-4084-BEC3-E52C-3E5E54675B37}"/>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a:extLst>
              <a:ext uri="{FF2B5EF4-FFF2-40B4-BE49-F238E27FC236}">
                <a16:creationId xmlns:a16="http://schemas.microsoft.com/office/drawing/2014/main" id="{4908798F-A715-26F4-7ED9-D00E967AE2F1}"/>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a:extLst>
              <a:ext uri="{FF2B5EF4-FFF2-40B4-BE49-F238E27FC236}">
                <a16:creationId xmlns:a16="http://schemas.microsoft.com/office/drawing/2014/main" id="{D234FD52-9728-64FC-C92A-D3A012F9CD9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a:extLst>
              <a:ext uri="{FF2B5EF4-FFF2-40B4-BE49-F238E27FC236}">
                <a16:creationId xmlns:a16="http://schemas.microsoft.com/office/drawing/2014/main" id="{6147C292-70F6-2F31-2DA0-9DF4CC631E4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a:extLst>
              <a:ext uri="{FF2B5EF4-FFF2-40B4-BE49-F238E27FC236}">
                <a16:creationId xmlns:a16="http://schemas.microsoft.com/office/drawing/2014/main" id="{CCCA48BF-6BA4-5664-26E8-B95AADD70E2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7587" name="Notes Placeholder 2">
            <a:extLst>
              <a:ext uri="{FF2B5EF4-FFF2-40B4-BE49-F238E27FC236}">
                <a16:creationId xmlns:a16="http://schemas.microsoft.com/office/drawing/2014/main" id="{8959E8F2-5CD6-3537-DE79-5818335A556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Arial" panose="020B0604020202020204" pitchFamily="34" charset="0"/>
                <a:ea typeface="宋体" panose="02010600030101010101" pitchFamily="2" charset="-122"/>
              </a:rPr>
              <a:t>Figure 19.3a Research method: sequencing by synthesis: next-generation sequencing (part 1)</a:t>
            </a:r>
          </a:p>
          <a:p>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Slide Image Placeholder 1">
            <a:extLst>
              <a:ext uri="{FF2B5EF4-FFF2-40B4-BE49-F238E27FC236}">
                <a16:creationId xmlns:a16="http://schemas.microsoft.com/office/drawing/2014/main" id="{60CF777D-CAF4-618D-5744-CBB6F1FE1E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5" name="Notes Placeholder 2">
            <a:extLst>
              <a:ext uri="{FF2B5EF4-FFF2-40B4-BE49-F238E27FC236}">
                <a16:creationId xmlns:a16="http://schemas.microsoft.com/office/drawing/2014/main" id="{435DB875-089A-87CA-3C15-7A2731C1357C}"/>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Arial" panose="020B0604020202020204" pitchFamily="34" charset="0"/>
                <a:ea typeface="宋体" panose="02010600030101010101" pitchFamily="2" charset="-122"/>
              </a:rPr>
              <a:t>Figure 19.3b Research method: sequencing by synthesis: next-generation sequencing (part 2)</a:t>
            </a:r>
          </a:p>
          <a:p>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Slide Image Placeholder 1">
            <a:extLst>
              <a:ext uri="{FF2B5EF4-FFF2-40B4-BE49-F238E27FC236}">
                <a16:creationId xmlns:a16="http://schemas.microsoft.com/office/drawing/2014/main" id="{42DE748F-C1C3-79E9-4BAC-F592D4396BA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3" name="Notes Placeholder 2">
            <a:extLst>
              <a:ext uri="{FF2B5EF4-FFF2-40B4-BE49-F238E27FC236}">
                <a16:creationId xmlns:a16="http://schemas.microsoft.com/office/drawing/2014/main" id="{8B1277A3-CB92-E872-A33B-C43C0AB2DBFD}"/>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Arial" panose="020B0604020202020204" pitchFamily="34" charset="0"/>
                <a:ea typeface="宋体" panose="02010600030101010101" pitchFamily="2" charset="-122"/>
              </a:rPr>
              <a:t>Figure 19.3c Research method: sequencing by synthesis: next-generation sequencing (part 3)</a:t>
            </a:r>
          </a:p>
          <a:p>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a:extLst>
              <a:ext uri="{FF2B5EF4-FFF2-40B4-BE49-F238E27FC236}">
                <a16:creationId xmlns:a16="http://schemas.microsoft.com/office/drawing/2014/main" id="{843045AF-9E65-54AA-ADA4-12FA3A9F48E9}"/>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1" name="Notes Placeholder 2">
            <a:extLst>
              <a:ext uri="{FF2B5EF4-FFF2-40B4-BE49-F238E27FC236}">
                <a16:creationId xmlns:a16="http://schemas.microsoft.com/office/drawing/2014/main" id="{3DD6A41F-FA6F-2F7B-1710-C365A0636CD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a:latin typeface="Arial" panose="020B0604020202020204" pitchFamily="34" charset="0"/>
                <a:ea typeface="宋体" panose="02010600030101010101" pitchFamily="2" charset="-122"/>
              </a:rPr>
              <a:t>Figure 19.3d Research method: sequencing by synthesis: next-generation sequencing (part 4)</a:t>
            </a:r>
          </a:p>
          <a:p>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7CA48051-05AC-8677-EEEB-A1A6A626A43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eaLnBrk="0" hangingPunct="0">
              <a:spcBef>
                <a:spcPct val="0"/>
              </a:spcBef>
            </a:pPr>
            <a:fld id="{981BC4A3-F4F2-3648-A152-AE2F57EAFAF3}" type="slidenum">
              <a:rPr lang="en-US" altLang="en-US">
                <a:solidFill>
                  <a:srgbClr val="000000"/>
                </a:solidFill>
                <a:latin typeface="Times New Roman" panose="02020603050405020304" pitchFamily="18" charset="0"/>
                <a:ea typeface="Geneva" panose="020B0503030404040204" pitchFamily="34" charset="0"/>
                <a:cs typeface="Arial" panose="020B0604020202020204" pitchFamily="34" charset="0"/>
              </a:rPr>
              <a:pPr eaLnBrk="0" hangingPunct="0">
                <a:spcBef>
                  <a:spcPct val="0"/>
                </a:spcBef>
              </a:pPr>
              <a:t>40</a:t>
            </a:fld>
            <a:endParaRPr lang="en-US" altLang="en-US">
              <a:solidFill>
                <a:srgbClr val="000000"/>
              </a:solidFill>
              <a:latin typeface="Times New Roman" panose="02020603050405020304" pitchFamily="18" charset="0"/>
              <a:ea typeface="Geneva" panose="020B0503030404040204" pitchFamily="34" charset="0"/>
              <a:cs typeface="Arial" panose="020B0604020202020204" pitchFamily="34" charset="0"/>
            </a:endParaRPr>
          </a:p>
        </p:txBody>
      </p:sp>
      <p:sp>
        <p:nvSpPr>
          <p:cNvPr id="75779" name="Rectangle 2">
            <a:extLst>
              <a:ext uri="{FF2B5EF4-FFF2-40B4-BE49-F238E27FC236}">
                <a16:creationId xmlns:a16="http://schemas.microsoft.com/office/drawing/2014/main" id="{8E832B80-03C0-C367-7FDC-5CDB0EEF8AE8}"/>
              </a:ext>
            </a:extLst>
          </p:cNvPr>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0" name="Rectangle 3">
            <a:extLst>
              <a:ext uri="{FF2B5EF4-FFF2-40B4-BE49-F238E27FC236}">
                <a16:creationId xmlns:a16="http://schemas.microsoft.com/office/drawing/2014/main" id="{6954D0EC-8FE2-87F0-D7C4-4E8A891AA8CC}"/>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US" altLang="en-US">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a:extLst>
              <a:ext uri="{FF2B5EF4-FFF2-40B4-BE49-F238E27FC236}">
                <a16:creationId xmlns:a16="http://schemas.microsoft.com/office/drawing/2014/main" id="{4533A261-0E92-62F2-C0F2-0AC27FC489F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7" name="Notes Placeholder 2">
            <a:extLst>
              <a:ext uri="{FF2B5EF4-FFF2-40B4-BE49-F238E27FC236}">
                <a16:creationId xmlns:a16="http://schemas.microsoft.com/office/drawing/2014/main" id="{9C7A26F7-EA6D-BD12-8185-48491DAAEA0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a typeface="宋体" panose="02010600030101010101" pitchFamily="2" charset="-122"/>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Slide Image Placeholder 1">
            <a:extLst>
              <a:ext uri="{FF2B5EF4-FFF2-40B4-BE49-F238E27FC236}">
                <a16:creationId xmlns:a16="http://schemas.microsoft.com/office/drawing/2014/main" id="{8ECB182C-C6B7-4774-BBB4-2158430FDB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95235" name="Notes Placeholder 2">
            <a:extLst>
              <a:ext uri="{FF2B5EF4-FFF2-40B4-BE49-F238E27FC236}">
                <a16:creationId xmlns:a16="http://schemas.microsoft.com/office/drawing/2014/main" id="{0B83B648-A833-2773-2280-7A2055AF3D7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ea typeface="宋体" panose="02010600030101010101" pitchFamily="2" charset="-122"/>
            </a:endParaRPr>
          </a:p>
        </p:txBody>
      </p:sp>
      <p:sp>
        <p:nvSpPr>
          <p:cNvPr id="95236" name="Slide Number Placeholder 3">
            <a:extLst>
              <a:ext uri="{FF2B5EF4-FFF2-40B4-BE49-F238E27FC236}">
                <a16:creationId xmlns:a16="http://schemas.microsoft.com/office/drawing/2014/main" id="{20EF47B5-924D-297F-5A86-0E4F1F071EE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ea typeface="宋体" panose="02010600030101010101" pitchFamily="2" charset="-122"/>
              </a:defRPr>
            </a:lvl1pPr>
            <a:lvl2pPr marL="742950" indent="-285750">
              <a:spcBef>
                <a:spcPct val="30000"/>
              </a:spcBef>
              <a:defRPr sz="1200">
                <a:solidFill>
                  <a:schemeClr val="tx1"/>
                </a:solidFill>
                <a:latin typeface="Calibri" panose="020F0502020204030204" pitchFamily="34" charset="0"/>
                <a:ea typeface="宋体" panose="02010600030101010101" pitchFamily="2" charset="-122"/>
              </a:defRPr>
            </a:lvl2pPr>
            <a:lvl3pPr marL="1143000" indent="-228600">
              <a:spcBef>
                <a:spcPct val="30000"/>
              </a:spcBef>
              <a:defRPr sz="1200">
                <a:solidFill>
                  <a:schemeClr val="tx1"/>
                </a:solidFill>
                <a:latin typeface="Calibri" panose="020F0502020204030204" pitchFamily="34" charset="0"/>
                <a:ea typeface="宋体" panose="02010600030101010101" pitchFamily="2" charset="-122"/>
              </a:defRPr>
            </a:lvl3pPr>
            <a:lvl4pPr marL="1600200" indent="-228600">
              <a:spcBef>
                <a:spcPct val="30000"/>
              </a:spcBef>
              <a:defRPr sz="1200">
                <a:solidFill>
                  <a:schemeClr val="tx1"/>
                </a:solidFill>
                <a:latin typeface="Calibri" panose="020F0502020204030204" pitchFamily="34" charset="0"/>
                <a:ea typeface="宋体" panose="02010600030101010101" pitchFamily="2" charset="-122"/>
              </a:defRPr>
            </a:lvl4pPr>
            <a:lvl5pPr marL="2057400" indent="-228600">
              <a:spcBef>
                <a:spcPct val="30000"/>
              </a:spcBef>
              <a:defRPr sz="12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Calibri" panose="020F0502020204030204" pitchFamily="34" charset="0"/>
                <a:ea typeface="宋体" panose="02010600030101010101" pitchFamily="2" charset="-122"/>
              </a:defRPr>
            </a:lvl9pPr>
          </a:lstStyle>
          <a:p>
            <a:pPr>
              <a:spcBef>
                <a:spcPct val="0"/>
              </a:spcBef>
            </a:pPr>
            <a:fld id="{C441EA1E-C9ED-F542-9C8D-779F90081209}" type="slidenum">
              <a:rPr lang="en-US" altLang="en-US">
                <a:latin typeface="Arial Rounded MT Bold" panose="020F0704030504030204" pitchFamily="34" charset="77"/>
              </a:rPr>
              <a:pPr>
                <a:spcBef>
                  <a:spcPct val="0"/>
                </a:spcBef>
              </a:pPr>
              <a:t>57</a:t>
            </a:fld>
            <a:endParaRPr lang="en-US" altLang="en-US">
              <a:latin typeface="Arial Rounded MT Bold" panose="020F0704030504030204" pitchFamily="34" charset="77"/>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049221B1-06AC-500A-2235-EADEE1C10B44}"/>
              </a:ext>
            </a:extLst>
          </p:cNvPr>
          <p:cNvGrpSpPr>
            <a:grpSpLocks/>
          </p:cNvGrpSpPr>
          <p:nvPr/>
        </p:nvGrpSpPr>
        <p:grpSpPr bwMode="auto">
          <a:xfrm>
            <a:off x="0" y="927100"/>
            <a:ext cx="8991600" cy="4495800"/>
            <a:chOff x="0" y="584"/>
            <a:chExt cx="5664" cy="2832"/>
          </a:xfrm>
        </p:grpSpPr>
        <p:sp>
          <p:nvSpPr>
            <p:cNvPr id="3" name="AutoShape 3">
              <a:extLst>
                <a:ext uri="{FF2B5EF4-FFF2-40B4-BE49-F238E27FC236}">
                  <a16:creationId xmlns:a16="http://schemas.microsoft.com/office/drawing/2014/main" id="{F4C63FFA-039E-86C4-42AA-24F4A5B4FB56}"/>
                </a:ext>
              </a:extLst>
            </p:cNvPr>
            <p:cNvSpPr>
              <a:spLocks noChangeArrowheads="1"/>
            </p:cNvSpPr>
            <p:nvPr userDrawn="1"/>
          </p:nvSpPr>
          <p:spPr bwMode="auto">
            <a:xfrm>
              <a:off x="432" y="1304"/>
              <a:ext cx="4656" cy="2112"/>
            </a:xfrm>
            <a:prstGeom prst="roundRect">
              <a:avLst>
                <a:gd name="adj" fmla="val 16667"/>
              </a:avLst>
            </a:prstGeom>
            <a:noFill/>
            <a:ln w="508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sz="2400">
                <a:latin typeface="Times New Roman" pitchFamily="18" charset="0"/>
              </a:endParaRPr>
            </a:p>
          </p:txBody>
        </p:sp>
        <p:sp>
          <p:nvSpPr>
            <p:cNvPr id="4" name="Rectangle 4">
              <a:extLst>
                <a:ext uri="{FF2B5EF4-FFF2-40B4-BE49-F238E27FC236}">
                  <a16:creationId xmlns:a16="http://schemas.microsoft.com/office/drawing/2014/main" id="{B44501CB-9F9F-C993-8EB6-37519923B628}"/>
                </a:ext>
              </a:extLst>
            </p:cNvPr>
            <p:cNvSpPr>
              <a:spLocks noChangeArrowheads="1"/>
            </p:cNvSpPr>
            <p:nvPr userDrawn="1"/>
          </p:nvSpPr>
          <p:spPr bwMode="blackWhite">
            <a:xfrm>
              <a:off x="144" y="584"/>
              <a:ext cx="4512" cy="624"/>
            </a:xfrm>
            <a:prstGeom prst="rect">
              <a:avLst/>
            </a:prstGeom>
            <a:solidFill>
              <a:schemeClr val="bg1"/>
            </a:solidFill>
            <a:ln w="57150">
              <a:solidFill>
                <a:schemeClr val="bg2"/>
              </a:solidFill>
              <a:miter lim="800000"/>
              <a:headEnd/>
              <a:tailEnd/>
            </a:ln>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sz="2400">
                <a:latin typeface="Times New Roman" pitchFamily="18" charset="0"/>
              </a:endParaRPr>
            </a:p>
          </p:txBody>
        </p:sp>
        <p:sp>
          <p:nvSpPr>
            <p:cNvPr id="5" name="AutoShape 5">
              <a:extLst>
                <a:ext uri="{FF2B5EF4-FFF2-40B4-BE49-F238E27FC236}">
                  <a16:creationId xmlns:a16="http://schemas.microsoft.com/office/drawing/2014/main" id="{BCC095FD-772F-BB8B-9EEB-58C10D62E426}"/>
                </a:ext>
              </a:extLst>
            </p:cNvPr>
            <p:cNvSpPr>
              <a:spLocks noChangeArrowheads="1"/>
            </p:cNvSpPr>
            <p:nvPr userDrawn="1"/>
          </p:nvSpPr>
          <p:spPr bwMode="blackWhite">
            <a:xfrm>
              <a:off x="0" y="872"/>
              <a:ext cx="5664" cy="1152"/>
            </a:xfrm>
            <a:custGeom>
              <a:avLst/>
              <a:gdLst>
                <a:gd name="T0" fmla="*/ 0 w 4917"/>
                <a:gd name="T1" fmla="*/ 0 h 1000"/>
                <a:gd name="T2" fmla="*/ 31984 w 4917"/>
                <a:gd name="T3" fmla="*/ 0 h 1000"/>
                <a:gd name="T4" fmla="*/ 35611 w 4917"/>
                <a:gd name="T5" fmla="*/ 3629 h 1000"/>
                <a:gd name="T6" fmla="*/ 31991 w 4917"/>
                <a:gd name="T7" fmla="*/ 7246 h 1000"/>
                <a:gd name="T8" fmla="*/ 0 w 4917"/>
                <a:gd name="T9" fmla="*/ 7246 h 1000"/>
                <a:gd name="T10" fmla="*/ 0 60000 65536"/>
                <a:gd name="T11" fmla="*/ 0 60000 65536"/>
                <a:gd name="T12" fmla="*/ 0 60000 65536"/>
                <a:gd name="T13" fmla="*/ 0 60000 65536"/>
                <a:gd name="T14" fmla="*/ 0 60000 65536"/>
                <a:gd name="T15" fmla="*/ 0 w 4917"/>
                <a:gd name="T16" fmla="*/ 0 h 1000"/>
                <a:gd name="T17" fmla="*/ 2459 w 4917"/>
                <a:gd name="T18" fmla="*/ 1000 h 1000"/>
              </a:gdLst>
              <a:ahLst/>
              <a:cxnLst>
                <a:cxn ang="T10">
                  <a:pos x="T0" y="T1"/>
                </a:cxn>
                <a:cxn ang="T11">
                  <a:pos x="T2" y="T3"/>
                </a:cxn>
                <a:cxn ang="T12">
                  <a:pos x="T4" y="T5"/>
                </a:cxn>
                <a:cxn ang="T13">
                  <a:pos x="T6" y="T7"/>
                </a:cxn>
                <a:cxn ang="T14">
                  <a:pos x="T8" y="T9"/>
                </a:cxn>
              </a:cxnLst>
              <a:rect l="T15" t="T16" r="T17" b="T18"/>
              <a:pathLst>
                <a:path w="4917" h="1000">
                  <a:moveTo>
                    <a:pt x="0" y="0"/>
                  </a:moveTo>
                  <a:lnTo>
                    <a:pt x="4416" y="0"/>
                  </a:lnTo>
                  <a:cubicBezTo>
                    <a:pt x="4693" y="0"/>
                    <a:pt x="4917" y="223"/>
                    <a:pt x="4917" y="500"/>
                  </a:cubicBezTo>
                  <a:cubicBezTo>
                    <a:pt x="4917" y="776"/>
                    <a:pt x="4693" y="999"/>
                    <a:pt x="4417"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6" name="Line 6">
              <a:extLst>
                <a:ext uri="{FF2B5EF4-FFF2-40B4-BE49-F238E27FC236}">
                  <a16:creationId xmlns:a16="http://schemas.microsoft.com/office/drawing/2014/main" id="{ECE7B1B6-CE24-7383-FD3E-E1FB05E9CD24}"/>
                </a:ext>
              </a:extLst>
            </p:cNvPr>
            <p:cNvSpPr>
              <a:spLocks noChangeShapeType="1"/>
            </p:cNvSpPr>
            <p:nvPr userDrawn="1"/>
          </p:nvSpPr>
          <p:spPr bwMode="auto">
            <a:xfrm>
              <a:off x="0" y="1928"/>
              <a:ext cx="5232" cy="0"/>
            </a:xfrm>
            <a:prstGeom prst="line">
              <a:avLst/>
            </a:prstGeom>
            <a:noFill/>
            <a:ln w="508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055" name="Rectangle 7"/>
          <p:cNvSpPr>
            <a:spLocks noGrp="1" noChangeArrowheads="1"/>
          </p:cNvSpPr>
          <p:nvPr>
            <p:ph type="ctrTitle"/>
          </p:nvPr>
        </p:nvSpPr>
        <p:spPr>
          <a:xfrm>
            <a:off x="228600" y="1427163"/>
            <a:ext cx="8077200" cy="1609725"/>
          </a:xfrm>
        </p:spPr>
        <p:txBody>
          <a:bodyPr/>
          <a:lstStyle>
            <a:lvl1pPr>
              <a:defRPr sz="4600"/>
            </a:lvl1pPr>
          </a:lstStyle>
          <a:p>
            <a:r>
              <a:rPr lang="zh-CN" altLang="en-US"/>
              <a:t>单击此处编辑母版标题样式</a:t>
            </a:r>
          </a:p>
        </p:txBody>
      </p:sp>
      <p:sp>
        <p:nvSpPr>
          <p:cNvPr id="2056" name="Rectangle 8"/>
          <p:cNvSpPr>
            <a:spLocks noGrp="1" noChangeArrowheads="1"/>
          </p:cNvSpPr>
          <p:nvPr>
            <p:ph type="subTitle" idx="1"/>
          </p:nvPr>
        </p:nvSpPr>
        <p:spPr>
          <a:xfrm>
            <a:off x="1066800" y="3441700"/>
            <a:ext cx="6629400" cy="1676400"/>
          </a:xfrm>
        </p:spPr>
        <p:txBody>
          <a:bodyPr/>
          <a:lstStyle>
            <a:lvl1pPr marL="0" indent="0">
              <a:buFont typeface="Wingdings" pitchFamily="2" charset="2"/>
              <a:buNone/>
              <a:defRPr/>
            </a:lvl1pPr>
          </a:lstStyle>
          <a:p>
            <a:r>
              <a:rPr lang="zh-CN" altLang="en-US"/>
              <a:t>单击此处编辑母版副标题样式</a:t>
            </a:r>
          </a:p>
        </p:txBody>
      </p:sp>
      <p:sp>
        <p:nvSpPr>
          <p:cNvPr id="7" name="Rectangle 9">
            <a:extLst>
              <a:ext uri="{FF2B5EF4-FFF2-40B4-BE49-F238E27FC236}">
                <a16:creationId xmlns:a16="http://schemas.microsoft.com/office/drawing/2014/main" id="{8F5EC041-0989-A1D2-3969-E09BE1739188}"/>
              </a:ext>
            </a:extLst>
          </p:cNvPr>
          <p:cNvSpPr>
            <a:spLocks noGrp="1" noChangeArrowheads="1"/>
          </p:cNvSpPr>
          <p:nvPr>
            <p:ph type="dt" sz="half" idx="10"/>
          </p:nvPr>
        </p:nvSpPr>
        <p:spPr>
          <a:xfrm>
            <a:off x="457200" y="6248400"/>
            <a:ext cx="2133600" cy="471488"/>
          </a:xfrm>
        </p:spPr>
        <p:txBody>
          <a:bodyPr/>
          <a:lstStyle>
            <a:lvl1pPr>
              <a:defRPr/>
            </a:lvl1pPr>
          </a:lstStyle>
          <a:p>
            <a:pPr>
              <a:defRPr/>
            </a:pPr>
            <a:endParaRPr lang="en-US" altLang="zh-CN"/>
          </a:p>
        </p:txBody>
      </p:sp>
      <p:sp>
        <p:nvSpPr>
          <p:cNvPr id="8" name="Rectangle 10">
            <a:extLst>
              <a:ext uri="{FF2B5EF4-FFF2-40B4-BE49-F238E27FC236}">
                <a16:creationId xmlns:a16="http://schemas.microsoft.com/office/drawing/2014/main" id="{2FD3FF33-094B-591C-569D-3B1B0AA25F0E}"/>
              </a:ext>
            </a:extLst>
          </p:cNvPr>
          <p:cNvSpPr>
            <a:spLocks noGrp="1" noChangeArrowheads="1"/>
          </p:cNvSpPr>
          <p:nvPr>
            <p:ph type="ftr" sz="quarter" idx="11"/>
          </p:nvPr>
        </p:nvSpPr>
        <p:spPr>
          <a:xfrm>
            <a:off x="3124200" y="6253163"/>
            <a:ext cx="2895600" cy="457200"/>
          </a:xfrm>
        </p:spPr>
        <p:txBody>
          <a:bodyPr/>
          <a:lstStyle>
            <a:lvl1pPr>
              <a:defRPr/>
            </a:lvl1pPr>
          </a:lstStyle>
          <a:p>
            <a:pPr>
              <a:defRPr/>
            </a:pPr>
            <a:endParaRPr lang="en-US" altLang="zh-CN"/>
          </a:p>
        </p:txBody>
      </p:sp>
      <p:sp>
        <p:nvSpPr>
          <p:cNvPr id="9" name="Rectangle 11">
            <a:extLst>
              <a:ext uri="{FF2B5EF4-FFF2-40B4-BE49-F238E27FC236}">
                <a16:creationId xmlns:a16="http://schemas.microsoft.com/office/drawing/2014/main" id="{129CD37C-0D99-C275-EE2A-6D943C9BB871}"/>
              </a:ext>
            </a:extLst>
          </p:cNvPr>
          <p:cNvSpPr>
            <a:spLocks noGrp="1" noChangeArrowheads="1"/>
          </p:cNvSpPr>
          <p:nvPr>
            <p:ph type="sldNum" sz="quarter" idx="12"/>
          </p:nvPr>
        </p:nvSpPr>
        <p:spPr>
          <a:xfrm>
            <a:off x="6553200" y="6248400"/>
            <a:ext cx="2133600" cy="471488"/>
          </a:xfrm>
        </p:spPr>
        <p:txBody>
          <a:bodyPr/>
          <a:lstStyle>
            <a:lvl1pPr>
              <a:defRPr/>
            </a:lvl1pPr>
          </a:lstStyle>
          <a:p>
            <a:fld id="{DCF004EC-A707-2040-B6B1-D546E9763291}" type="slidenum">
              <a:rPr lang="en-US" altLang="zh-CN"/>
              <a:pPr/>
              <a:t>‹#›</a:t>
            </a:fld>
            <a:endParaRPr lang="en-US" altLang="zh-CN"/>
          </a:p>
        </p:txBody>
      </p:sp>
    </p:spTree>
    <p:extLst>
      <p:ext uri="{BB962C8B-B14F-4D97-AF65-F5344CB8AC3E}">
        <p14:creationId xmlns:p14="http://schemas.microsoft.com/office/powerpoint/2010/main" val="253791098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2CEB2E0E-3FC5-6D4D-8159-1F372FDE94B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a:extLst>
              <a:ext uri="{FF2B5EF4-FFF2-40B4-BE49-F238E27FC236}">
                <a16:creationId xmlns:a16="http://schemas.microsoft.com/office/drawing/2014/main" id="{756A5EE3-4E65-2F4F-B7A8-BAB49BB3B14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a:extLst>
              <a:ext uri="{FF2B5EF4-FFF2-40B4-BE49-F238E27FC236}">
                <a16:creationId xmlns:a16="http://schemas.microsoft.com/office/drawing/2014/main" id="{732A69F7-A108-D217-6767-05B4D9AC3CD6}"/>
              </a:ext>
            </a:extLst>
          </p:cNvPr>
          <p:cNvSpPr>
            <a:spLocks noGrp="1" noChangeArrowheads="1"/>
          </p:cNvSpPr>
          <p:nvPr>
            <p:ph type="sldNum" sz="quarter" idx="12"/>
          </p:nvPr>
        </p:nvSpPr>
        <p:spPr>
          <a:ln/>
        </p:spPr>
        <p:txBody>
          <a:bodyPr/>
          <a:lstStyle>
            <a:lvl1pPr>
              <a:defRPr/>
            </a:lvl1pPr>
          </a:lstStyle>
          <a:p>
            <a:fld id="{0ECF83B3-A936-7349-A4F7-DF6BA4AC7E57}" type="slidenum">
              <a:rPr lang="en-US" altLang="zh-CN"/>
              <a:pPr/>
              <a:t>‹#›</a:t>
            </a:fld>
            <a:endParaRPr lang="en-US" altLang="zh-CN"/>
          </a:p>
        </p:txBody>
      </p:sp>
    </p:spTree>
    <p:extLst>
      <p:ext uri="{BB962C8B-B14F-4D97-AF65-F5344CB8AC3E}">
        <p14:creationId xmlns:p14="http://schemas.microsoft.com/office/powerpoint/2010/main" val="1454362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D5ED8470-B12B-B1BF-2AB8-CA883E2065C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a:extLst>
              <a:ext uri="{FF2B5EF4-FFF2-40B4-BE49-F238E27FC236}">
                <a16:creationId xmlns:a16="http://schemas.microsoft.com/office/drawing/2014/main" id="{11636456-7422-8232-72CE-7513AA9CC1A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a:extLst>
              <a:ext uri="{FF2B5EF4-FFF2-40B4-BE49-F238E27FC236}">
                <a16:creationId xmlns:a16="http://schemas.microsoft.com/office/drawing/2014/main" id="{82640E44-ED36-EB3A-43CD-D405F838F5D0}"/>
              </a:ext>
            </a:extLst>
          </p:cNvPr>
          <p:cNvSpPr>
            <a:spLocks noGrp="1" noChangeArrowheads="1"/>
          </p:cNvSpPr>
          <p:nvPr>
            <p:ph type="sldNum" sz="quarter" idx="12"/>
          </p:nvPr>
        </p:nvSpPr>
        <p:spPr>
          <a:ln/>
        </p:spPr>
        <p:txBody>
          <a:bodyPr/>
          <a:lstStyle>
            <a:lvl1pPr>
              <a:defRPr/>
            </a:lvl1pPr>
          </a:lstStyle>
          <a:p>
            <a:fld id="{E05CB816-D1D2-DD4E-BEAB-4BFA021B17F1}" type="slidenum">
              <a:rPr lang="en-US" altLang="zh-CN"/>
              <a:pPr/>
              <a:t>‹#›</a:t>
            </a:fld>
            <a:endParaRPr lang="en-US" altLang="zh-CN"/>
          </a:p>
        </p:txBody>
      </p:sp>
    </p:spTree>
    <p:extLst>
      <p:ext uri="{BB962C8B-B14F-4D97-AF65-F5344CB8AC3E}">
        <p14:creationId xmlns:p14="http://schemas.microsoft.com/office/powerpoint/2010/main" val="20027948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3886200" cy="441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6F297FE6-8874-54C8-F637-1AA680EFE10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a:extLst>
              <a:ext uri="{FF2B5EF4-FFF2-40B4-BE49-F238E27FC236}">
                <a16:creationId xmlns:a16="http://schemas.microsoft.com/office/drawing/2014/main" id="{1DC5D0F3-EB47-68AA-1EE2-D1BB8E747C2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a:extLst>
              <a:ext uri="{FF2B5EF4-FFF2-40B4-BE49-F238E27FC236}">
                <a16:creationId xmlns:a16="http://schemas.microsoft.com/office/drawing/2014/main" id="{C253E459-D1CF-FCDC-D599-D296FAA1B7A6}"/>
              </a:ext>
            </a:extLst>
          </p:cNvPr>
          <p:cNvSpPr>
            <a:spLocks noGrp="1" noChangeArrowheads="1"/>
          </p:cNvSpPr>
          <p:nvPr>
            <p:ph type="sldNum" sz="quarter" idx="12"/>
          </p:nvPr>
        </p:nvSpPr>
        <p:spPr>
          <a:ln/>
        </p:spPr>
        <p:txBody>
          <a:bodyPr/>
          <a:lstStyle>
            <a:lvl1pPr>
              <a:defRPr/>
            </a:lvl1pPr>
          </a:lstStyle>
          <a:p>
            <a:fld id="{7044D673-EF6F-0E41-9CC8-3AAEA5134CC9}" type="slidenum">
              <a:rPr lang="en-US" altLang="zh-CN"/>
              <a:pPr/>
              <a:t>‹#›</a:t>
            </a:fld>
            <a:endParaRPr lang="en-US" altLang="zh-CN"/>
          </a:p>
        </p:txBody>
      </p:sp>
    </p:spTree>
    <p:extLst>
      <p:ext uri="{BB962C8B-B14F-4D97-AF65-F5344CB8AC3E}">
        <p14:creationId xmlns:p14="http://schemas.microsoft.com/office/powerpoint/2010/main" val="35308339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a:extLst>
              <a:ext uri="{FF2B5EF4-FFF2-40B4-BE49-F238E27FC236}">
                <a16:creationId xmlns:a16="http://schemas.microsoft.com/office/drawing/2014/main" id="{4C0515E0-B677-2862-1534-7021CBAAEDF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9">
            <a:extLst>
              <a:ext uri="{FF2B5EF4-FFF2-40B4-BE49-F238E27FC236}">
                <a16:creationId xmlns:a16="http://schemas.microsoft.com/office/drawing/2014/main" id="{54D6A01B-0DA1-FAA4-38DC-26C536C0F48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0">
            <a:extLst>
              <a:ext uri="{FF2B5EF4-FFF2-40B4-BE49-F238E27FC236}">
                <a16:creationId xmlns:a16="http://schemas.microsoft.com/office/drawing/2014/main" id="{2D747329-A8FB-99E4-418A-DEF17EAC3752}"/>
              </a:ext>
            </a:extLst>
          </p:cNvPr>
          <p:cNvSpPr>
            <a:spLocks noGrp="1" noChangeArrowheads="1"/>
          </p:cNvSpPr>
          <p:nvPr>
            <p:ph type="sldNum" sz="quarter" idx="12"/>
          </p:nvPr>
        </p:nvSpPr>
        <p:spPr>
          <a:ln/>
        </p:spPr>
        <p:txBody>
          <a:bodyPr/>
          <a:lstStyle>
            <a:lvl1pPr>
              <a:defRPr/>
            </a:lvl1pPr>
          </a:lstStyle>
          <a:p>
            <a:fld id="{0EE09D26-8CFC-0140-9349-252554136F23}" type="slidenum">
              <a:rPr lang="en-US" altLang="zh-CN"/>
              <a:pPr/>
              <a:t>‹#›</a:t>
            </a:fld>
            <a:endParaRPr lang="en-US" altLang="zh-CN"/>
          </a:p>
        </p:txBody>
      </p:sp>
    </p:spTree>
    <p:extLst>
      <p:ext uri="{BB962C8B-B14F-4D97-AF65-F5344CB8AC3E}">
        <p14:creationId xmlns:p14="http://schemas.microsoft.com/office/powerpoint/2010/main" val="24791474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a:extLst>
              <a:ext uri="{FF2B5EF4-FFF2-40B4-BE49-F238E27FC236}">
                <a16:creationId xmlns:a16="http://schemas.microsoft.com/office/drawing/2014/main" id="{417D72AA-BC07-B365-F3A9-4975BDC1581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9">
            <a:extLst>
              <a:ext uri="{FF2B5EF4-FFF2-40B4-BE49-F238E27FC236}">
                <a16:creationId xmlns:a16="http://schemas.microsoft.com/office/drawing/2014/main" id="{42F1542C-EA7A-6E72-BDAA-43A6FACA6A5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0">
            <a:extLst>
              <a:ext uri="{FF2B5EF4-FFF2-40B4-BE49-F238E27FC236}">
                <a16:creationId xmlns:a16="http://schemas.microsoft.com/office/drawing/2014/main" id="{817A2E9A-BF40-A969-BE1A-010A225B2772}"/>
              </a:ext>
            </a:extLst>
          </p:cNvPr>
          <p:cNvSpPr>
            <a:spLocks noGrp="1" noChangeArrowheads="1"/>
          </p:cNvSpPr>
          <p:nvPr>
            <p:ph type="sldNum" sz="quarter" idx="12"/>
          </p:nvPr>
        </p:nvSpPr>
        <p:spPr>
          <a:ln/>
        </p:spPr>
        <p:txBody>
          <a:bodyPr/>
          <a:lstStyle>
            <a:lvl1pPr>
              <a:defRPr/>
            </a:lvl1pPr>
          </a:lstStyle>
          <a:p>
            <a:fld id="{6896C7CE-96EC-ED44-9E72-25D25AEB1ABE}" type="slidenum">
              <a:rPr lang="en-US" altLang="zh-CN"/>
              <a:pPr/>
              <a:t>‹#›</a:t>
            </a:fld>
            <a:endParaRPr lang="en-US" altLang="zh-CN"/>
          </a:p>
        </p:txBody>
      </p:sp>
    </p:spTree>
    <p:extLst>
      <p:ext uri="{BB962C8B-B14F-4D97-AF65-F5344CB8AC3E}">
        <p14:creationId xmlns:p14="http://schemas.microsoft.com/office/powerpoint/2010/main" val="401691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36A8A4DE-F2BB-59CA-6A94-57DE16D7311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9">
            <a:extLst>
              <a:ext uri="{FF2B5EF4-FFF2-40B4-BE49-F238E27FC236}">
                <a16:creationId xmlns:a16="http://schemas.microsoft.com/office/drawing/2014/main" id="{0F5E3F99-7DF6-D025-60A0-ADDA8D93A7B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0">
            <a:extLst>
              <a:ext uri="{FF2B5EF4-FFF2-40B4-BE49-F238E27FC236}">
                <a16:creationId xmlns:a16="http://schemas.microsoft.com/office/drawing/2014/main" id="{8003393A-3A80-2D9A-BFFB-3D75E3B9EACA}"/>
              </a:ext>
            </a:extLst>
          </p:cNvPr>
          <p:cNvSpPr>
            <a:spLocks noGrp="1" noChangeArrowheads="1"/>
          </p:cNvSpPr>
          <p:nvPr>
            <p:ph type="sldNum" sz="quarter" idx="12"/>
          </p:nvPr>
        </p:nvSpPr>
        <p:spPr>
          <a:ln/>
        </p:spPr>
        <p:txBody>
          <a:bodyPr/>
          <a:lstStyle>
            <a:lvl1pPr>
              <a:defRPr/>
            </a:lvl1pPr>
          </a:lstStyle>
          <a:p>
            <a:fld id="{067221DE-253B-1E41-9F3D-DF7CD5AEE9D0}" type="slidenum">
              <a:rPr lang="en-US" altLang="zh-CN"/>
              <a:pPr/>
              <a:t>‹#›</a:t>
            </a:fld>
            <a:endParaRPr lang="en-US" altLang="zh-CN"/>
          </a:p>
        </p:txBody>
      </p:sp>
    </p:spTree>
    <p:extLst>
      <p:ext uri="{BB962C8B-B14F-4D97-AF65-F5344CB8AC3E}">
        <p14:creationId xmlns:p14="http://schemas.microsoft.com/office/powerpoint/2010/main" val="35842206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C989BE76-31BE-3440-8454-0D0D10C1A40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a:extLst>
              <a:ext uri="{FF2B5EF4-FFF2-40B4-BE49-F238E27FC236}">
                <a16:creationId xmlns:a16="http://schemas.microsoft.com/office/drawing/2014/main" id="{AC519608-1221-0BE6-E6AA-65883628FA2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a:extLst>
              <a:ext uri="{FF2B5EF4-FFF2-40B4-BE49-F238E27FC236}">
                <a16:creationId xmlns:a16="http://schemas.microsoft.com/office/drawing/2014/main" id="{C9055F6E-5091-5B8F-A29D-F85CF120B941}"/>
              </a:ext>
            </a:extLst>
          </p:cNvPr>
          <p:cNvSpPr>
            <a:spLocks noGrp="1" noChangeArrowheads="1"/>
          </p:cNvSpPr>
          <p:nvPr>
            <p:ph type="sldNum" sz="quarter" idx="12"/>
          </p:nvPr>
        </p:nvSpPr>
        <p:spPr>
          <a:ln/>
        </p:spPr>
        <p:txBody>
          <a:bodyPr/>
          <a:lstStyle>
            <a:lvl1pPr>
              <a:defRPr/>
            </a:lvl1pPr>
          </a:lstStyle>
          <a:p>
            <a:fld id="{BB68E868-BA89-664B-B643-11B3BD4D1F48}" type="slidenum">
              <a:rPr lang="en-US" altLang="zh-CN"/>
              <a:pPr/>
              <a:t>‹#›</a:t>
            </a:fld>
            <a:endParaRPr lang="en-US" altLang="zh-CN"/>
          </a:p>
        </p:txBody>
      </p:sp>
    </p:spTree>
    <p:extLst>
      <p:ext uri="{BB962C8B-B14F-4D97-AF65-F5344CB8AC3E}">
        <p14:creationId xmlns:p14="http://schemas.microsoft.com/office/powerpoint/2010/main" val="4162038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BBCE6BA7-2431-BB75-D54D-BDC34484F5F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a:extLst>
              <a:ext uri="{FF2B5EF4-FFF2-40B4-BE49-F238E27FC236}">
                <a16:creationId xmlns:a16="http://schemas.microsoft.com/office/drawing/2014/main" id="{8CD53816-8664-8024-4610-91791AF9282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a:extLst>
              <a:ext uri="{FF2B5EF4-FFF2-40B4-BE49-F238E27FC236}">
                <a16:creationId xmlns:a16="http://schemas.microsoft.com/office/drawing/2014/main" id="{228CFDFA-F286-0E66-3DA3-FD43CEFD3088}"/>
              </a:ext>
            </a:extLst>
          </p:cNvPr>
          <p:cNvSpPr>
            <a:spLocks noGrp="1" noChangeArrowheads="1"/>
          </p:cNvSpPr>
          <p:nvPr>
            <p:ph type="sldNum" sz="quarter" idx="12"/>
          </p:nvPr>
        </p:nvSpPr>
        <p:spPr>
          <a:ln/>
        </p:spPr>
        <p:txBody>
          <a:bodyPr/>
          <a:lstStyle>
            <a:lvl1pPr>
              <a:defRPr/>
            </a:lvl1pPr>
          </a:lstStyle>
          <a:p>
            <a:fld id="{20AFEB47-40E2-9E46-9E78-B4413DE4A036}" type="slidenum">
              <a:rPr lang="en-US" altLang="zh-CN"/>
              <a:pPr/>
              <a:t>‹#›</a:t>
            </a:fld>
            <a:endParaRPr lang="en-US" altLang="zh-CN"/>
          </a:p>
        </p:txBody>
      </p:sp>
    </p:spTree>
    <p:extLst>
      <p:ext uri="{BB962C8B-B14F-4D97-AF65-F5344CB8AC3E}">
        <p14:creationId xmlns:p14="http://schemas.microsoft.com/office/powerpoint/2010/main" val="5888339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D4BDCDEC-73FC-739F-74C7-276F81EFCE2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a:extLst>
              <a:ext uri="{FF2B5EF4-FFF2-40B4-BE49-F238E27FC236}">
                <a16:creationId xmlns:a16="http://schemas.microsoft.com/office/drawing/2014/main" id="{854076CE-A1FF-5E04-9F1F-E5A1BE345C9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a:extLst>
              <a:ext uri="{FF2B5EF4-FFF2-40B4-BE49-F238E27FC236}">
                <a16:creationId xmlns:a16="http://schemas.microsoft.com/office/drawing/2014/main" id="{7F97FA87-0296-A1C3-900A-45E3ED9B8836}"/>
              </a:ext>
            </a:extLst>
          </p:cNvPr>
          <p:cNvSpPr>
            <a:spLocks noGrp="1" noChangeArrowheads="1"/>
          </p:cNvSpPr>
          <p:nvPr>
            <p:ph type="sldNum" sz="quarter" idx="12"/>
          </p:nvPr>
        </p:nvSpPr>
        <p:spPr>
          <a:ln/>
        </p:spPr>
        <p:txBody>
          <a:bodyPr/>
          <a:lstStyle>
            <a:lvl1pPr>
              <a:defRPr/>
            </a:lvl1pPr>
          </a:lstStyle>
          <a:p>
            <a:fld id="{A604CE68-CC80-FD48-8641-5FC64EB6E316}" type="slidenum">
              <a:rPr lang="en-US" altLang="zh-CN"/>
              <a:pPr/>
              <a:t>‹#›</a:t>
            </a:fld>
            <a:endParaRPr lang="en-US" altLang="zh-CN"/>
          </a:p>
        </p:txBody>
      </p:sp>
    </p:spTree>
    <p:extLst>
      <p:ext uri="{BB962C8B-B14F-4D97-AF65-F5344CB8AC3E}">
        <p14:creationId xmlns:p14="http://schemas.microsoft.com/office/powerpoint/2010/main" val="1330871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50013" y="228600"/>
            <a:ext cx="2084387" cy="5791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95263" y="228600"/>
            <a:ext cx="6102350" cy="5791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C28A4E59-3697-3731-508E-876D7813D02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a:extLst>
              <a:ext uri="{FF2B5EF4-FFF2-40B4-BE49-F238E27FC236}">
                <a16:creationId xmlns:a16="http://schemas.microsoft.com/office/drawing/2014/main" id="{1191615C-6D9E-EE6E-1874-0A2465B84BF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a:extLst>
              <a:ext uri="{FF2B5EF4-FFF2-40B4-BE49-F238E27FC236}">
                <a16:creationId xmlns:a16="http://schemas.microsoft.com/office/drawing/2014/main" id="{45D923DA-BF05-45B9-07FF-11271D29F8ED}"/>
              </a:ext>
            </a:extLst>
          </p:cNvPr>
          <p:cNvSpPr>
            <a:spLocks noGrp="1" noChangeArrowheads="1"/>
          </p:cNvSpPr>
          <p:nvPr>
            <p:ph type="sldNum" sz="quarter" idx="12"/>
          </p:nvPr>
        </p:nvSpPr>
        <p:spPr>
          <a:ln/>
        </p:spPr>
        <p:txBody>
          <a:bodyPr/>
          <a:lstStyle>
            <a:lvl1pPr>
              <a:defRPr/>
            </a:lvl1pPr>
          </a:lstStyle>
          <a:p>
            <a:fld id="{E0AC2E98-9939-EB41-A54B-95E201D71029}" type="slidenum">
              <a:rPr lang="en-US" altLang="zh-CN"/>
              <a:pPr/>
              <a:t>‹#›</a:t>
            </a:fld>
            <a:endParaRPr lang="en-US" altLang="zh-CN"/>
          </a:p>
        </p:txBody>
      </p:sp>
    </p:spTree>
    <p:extLst>
      <p:ext uri="{BB962C8B-B14F-4D97-AF65-F5344CB8AC3E}">
        <p14:creationId xmlns:p14="http://schemas.microsoft.com/office/powerpoint/2010/main" val="25650270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p>
        </p:txBody>
      </p:sp>
      <p:sp>
        <p:nvSpPr>
          <p:cNvPr id="3" name="Content Placeholder 2"/>
          <p:cNvSpPr>
            <a:spLocks noGrp="1"/>
          </p:cNvSpPr>
          <p:nvPr>
            <p:ph sz="quarter" idx="1"/>
          </p:nvPr>
        </p:nvSpPr>
        <p:spPr>
          <a:xfrm>
            <a:off x="609600" y="1600200"/>
            <a:ext cx="38862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609600" y="3886200"/>
            <a:ext cx="38862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half" idx="3"/>
          </p:nvPr>
        </p:nvSpPr>
        <p:spPr>
          <a:xfrm>
            <a:off x="46482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8">
            <a:extLst>
              <a:ext uri="{FF2B5EF4-FFF2-40B4-BE49-F238E27FC236}">
                <a16:creationId xmlns:a16="http://schemas.microsoft.com/office/drawing/2014/main" id="{C44B5636-2AA1-F6D8-E154-685E3F6A92A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9">
            <a:extLst>
              <a:ext uri="{FF2B5EF4-FFF2-40B4-BE49-F238E27FC236}">
                <a16:creationId xmlns:a16="http://schemas.microsoft.com/office/drawing/2014/main" id="{7F4A7F76-ED94-7253-FCED-7419EFFDFAE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10">
            <a:extLst>
              <a:ext uri="{FF2B5EF4-FFF2-40B4-BE49-F238E27FC236}">
                <a16:creationId xmlns:a16="http://schemas.microsoft.com/office/drawing/2014/main" id="{7457DDBF-45AA-C3FE-E3BA-49F9C8571093}"/>
              </a:ext>
            </a:extLst>
          </p:cNvPr>
          <p:cNvSpPr>
            <a:spLocks noGrp="1" noChangeArrowheads="1"/>
          </p:cNvSpPr>
          <p:nvPr>
            <p:ph type="sldNum" sz="quarter" idx="12"/>
          </p:nvPr>
        </p:nvSpPr>
        <p:spPr>
          <a:ln/>
        </p:spPr>
        <p:txBody>
          <a:bodyPr/>
          <a:lstStyle>
            <a:lvl1pPr>
              <a:defRPr/>
            </a:lvl1pPr>
          </a:lstStyle>
          <a:p>
            <a:fld id="{3B432DD4-6014-6943-9F55-65CABBD7F69A}" type="slidenum">
              <a:rPr lang="en-US" altLang="zh-CN"/>
              <a:pPr/>
              <a:t>‹#›</a:t>
            </a:fld>
            <a:endParaRPr lang="en-US" altLang="zh-CN"/>
          </a:p>
        </p:txBody>
      </p:sp>
    </p:spTree>
    <p:extLst>
      <p:ext uri="{BB962C8B-B14F-4D97-AF65-F5344CB8AC3E}">
        <p14:creationId xmlns:p14="http://schemas.microsoft.com/office/powerpoint/2010/main" val="22595374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3DB2368C-E358-651B-88D6-17569173295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a:extLst>
              <a:ext uri="{FF2B5EF4-FFF2-40B4-BE49-F238E27FC236}">
                <a16:creationId xmlns:a16="http://schemas.microsoft.com/office/drawing/2014/main" id="{B6BB2122-6931-9D10-7B10-BF814968F3F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a:extLst>
              <a:ext uri="{FF2B5EF4-FFF2-40B4-BE49-F238E27FC236}">
                <a16:creationId xmlns:a16="http://schemas.microsoft.com/office/drawing/2014/main" id="{63D508F1-0C18-22FC-F1CA-1943F052B4EE}"/>
              </a:ext>
            </a:extLst>
          </p:cNvPr>
          <p:cNvSpPr>
            <a:spLocks noGrp="1" noChangeArrowheads="1"/>
          </p:cNvSpPr>
          <p:nvPr>
            <p:ph type="sldNum" sz="quarter" idx="12"/>
          </p:nvPr>
        </p:nvSpPr>
        <p:spPr>
          <a:ln/>
        </p:spPr>
        <p:txBody>
          <a:bodyPr/>
          <a:lstStyle>
            <a:lvl1pPr>
              <a:defRPr/>
            </a:lvl1pPr>
          </a:lstStyle>
          <a:p>
            <a:fld id="{F2D4A465-CCC4-2C4E-80DC-1732BD81DCF6}" type="slidenum">
              <a:rPr lang="en-US" altLang="zh-CN"/>
              <a:pPr/>
              <a:t>‹#›</a:t>
            </a:fld>
            <a:endParaRPr lang="en-US" altLang="zh-CN"/>
          </a:p>
        </p:txBody>
      </p:sp>
    </p:spTree>
    <p:extLst>
      <p:ext uri="{BB962C8B-B14F-4D97-AF65-F5344CB8AC3E}">
        <p14:creationId xmlns:p14="http://schemas.microsoft.com/office/powerpoint/2010/main" val="372286185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p>
        </p:txBody>
      </p:sp>
      <p:sp>
        <p:nvSpPr>
          <p:cNvPr id="3" name="Content Placeholder 2"/>
          <p:cNvSpPr>
            <a:spLocks noGrp="1"/>
          </p:cNvSpPr>
          <p:nvPr>
            <p:ph sz="half" idx="1"/>
          </p:nvPr>
        </p:nvSpPr>
        <p:spPr>
          <a:xfrm>
            <a:off x="6096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482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98FE4959-4A9E-2F7E-4D79-11D9EA380BC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a:extLst>
              <a:ext uri="{FF2B5EF4-FFF2-40B4-BE49-F238E27FC236}">
                <a16:creationId xmlns:a16="http://schemas.microsoft.com/office/drawing/2014/main" id="{36A100F4-FECA-8486-88B2-023AAEEF22A0}"/>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a:extLst>
              <a:ext uri="{FF2B5EF4-FFF2-40B4-BE49-F238E27FC236}">
                <a16:creationId xmlns:a16="http://schemas.microsoft.com/office/drawing/2014/main" id="{8C9011BD-C5FD-2D80-F269-19F340BBD533}"/>
              </a:ext>
            </a:extLst>
          </p:cNvPr>
          <p:cNvSpPr>
            <a:spLocks noGrp="1" noChangeArrowheads="1"/>
          </p:cNvSpPr>
          <p:nvPr>
            <p:ph type="sldNum" sz="quarter" idx="12"/>
          </p:nvPr>
        </p:nvSpPr>
        <p:spPr>
          <a:ln/>
        </p:spPr>
        <p:txBody>
          <a:bodyPr/>
          <a:lstStyle>
            <a:lvl1pPr>
              <a:defRPr/>
            </a:lvl1pPr>
          </a:lstStyle>
          <a:p>
            <a:fld id="{F05EC02A-9FFD-AE41-9DB9-ADDBAFA43C9D}" type="slidenum">
              <a:rPr lang="en-US" altLang="zh-CN"/>
              <a:pPr/>
              <a:t>‹#›</a:t>
            </a:fld>
            <a:endParaRPr lang="en-US" altLang="zh-CN"/>
          </a:p>
        </p:txBody>
      </p:sp>
    </p:spTree>
    <p:extLst>
      <p:ext uri="{BB962C8B-B14F-4D97-AF65-F5344CB8AC3E}">
        <p14:creationId xmlns:p14="http://schemas.microsoft.com/office/powerpoint/2010/main" val="27911024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79248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09600" y="3886200"/>
            <a:ext cx="79248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64115844-402E-5CD4-BB26-6D25C8FA608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a:extLst>
              <a:ext uri="{FF2B5EF4-FFF2-40B4-BE49-F238E27FC236}">
                <a16:creationId xmlns:a16="http://schemas.microsoft.com/office/drawing/2014/main" id="{07DC06EF-3E0A-D299-210D-54DF111DC59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a:extLst>
              <a:ext uri="{FF2B5EF4-FFF2-40B4-BE49-F238E27FC236}">
                <a16:creationId xmlns:a16="http://schemas.microsoft.com/office/drawing/2014/main" id="{55F7C10C-0804-341D-0058-C91D1310D2F9}"/>
              </a:ext>
            </a:extLst>
          </p:cNvPr>
          <p:cNvSpPr>
            <a:spLocks noGrp="1" noChangeArrowheads="1"/>
          </p:cNvSpPr>
          <p:nvPr>
            <p:ph type="sldNum" sz="quarter" idx="12"/>
          </p:nvPr>
        </p:nvSpPr>
        <p:spPr>
          <a:ln/>
        </p:spPr>
        <p:txBody>
          <a:bodyPr/>
          <a:lstStyle>
            <a:lvl1pPr>
              <a:defRPr/>
            </a:lvl1pPr>
          </a:lstStyle>
          <a:p>
            <a:fld id="{575DCFDA-3B2D-DC44-AAEB-A8DDB0217C3E}" type="slidenum">
              <a:rPr lang="en-US" altLang="zh-CN"/>
              <a:pPr/>
              <a:t>‹#›</a:t>
            </a:fld>
            <a:endParaRPr lang="en-US" altLang="zh-CN"/>
          </a:p>
        </p:txBody>
      </p:sp>
    </p:spTree>
    <p:extLst>
      <p:ext uri="{BB962C8B-B14F-4D97-AF65-F5344CB8AC3E}">
        <p14:creationId xmlns:p14="http://schemas.microsoft.com/office/powerpoint/2010/main" val="33804470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p>
        </p:txBody>
      </p:sp>
      <p:sp>
        <p:nvSpPr>
          <p:cNvPr id="3" name="Text Placeholder 2"/>
          <p:cNvSpPr>
            <a:spLocks noGrp="1"/>
          </p:cNvSpPr>
          <p:nvPr>
            <p:ph type="body" sz="half" idx="1"/>
          </p:nvPr>
        </p:nvSpPr>
        <p:spPr>
          <a:xfrm>
            <a:off x="609600" y="1600200"/>
            <a:ext cx="38862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4648200" y="1600200"/>
            <a:ext cx="38862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4648200" y="3886200"/>
            <a:ext cx="38862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8">
            <a:extLst>
              <a:ext uri="{FF2B5EF4-FFF2-40B4-BE49-F238E27FC236}">
                <a16:creationId xmlns:a16="http://schemas.microsoft.com/office/drawing/2014/main" id="{E276EAA5-E551-A99F-15FC-7CDF7C619DD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9">
            <a:extLst>
              <a:ext uri="{FF2B5EF4-FFF2-40B4-BE49-F238E27FC236}">
                <a16:creationId xmlns:a16="http://schemas.microsoft.com/office/drawing/2014/main" id="{0027634A-8C28-38F0-9EB0-E0200D10E8D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10">
            <a:extLst>
              <a:ext uri="{FF2B5EF4-FFF2-40B4-BE49-F238E27FC236}">
                <a16:creationId xmlns:a16="http://schemas.microsoft.com/office/drawing/2014/main" id="{A1CBB43D-3264-C5BA-A4A0-FCB9831FF8F1}"/>
              </a:ext>
            </a:extLst>
          </p:cNvPr>
          <p:cNvSpPr>
            <a:spLocks noGrp="1" noChangeArrowheads="1"/>
          </p:cNvSpPr>
          <p:nvPr>
            <p:ph type="sldNum" sz="quarter" idx="12"/>
          </p:nvPr>
        </p:nvSpPr>
        <p:spPr>
          <a:ln/>
        </p:spPr>
        <p:txBody>
          <a:bodyPr/>
          <a:lstStyle>
            <a:lvl1pPr>
              <a:defRPr/>
            </a:lvl1pPr>
          </a:lstStyle>
          <a:p>
            <a:fld id="{DC368D3D-4F88-FF45-A198-5EF4E348AEC0}" type="slidenum">
              <a:rPr lang="en-US" altLang="zh-CN"/>
              <a:pPr/>
              <a:t>‹#›</a:t>
            </a:fld>
            <a:endParaRPr lang="en-US" altLang="zh-CN"/>
          </a:p>
        </p:txBody>
      </p:sp>
    </p:spTree>
    <p:extLst>
      <p:ext uri="{BB962C8B-B14F-4D97-AF65-F5344CB8AC3E}">
        <p14:creationId xmlns:p14="http://schemas.microsoft.com/office/powerpoint/2010/main" val="9374625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OverTx" preserve="1">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195263" y="228600"/>
            <a:ext cx="8015287" cy="914400"/>
          </a:xfrm>
        </p:spPr>
        <p:txBody>
          <a:bodyPr/>
          <a:lstStyle/>
          <a:p>
            <a:r>
              <a:rPr lang="en-US"/>
              <a:t>Click to edit Master title style</a:t>
            </a:r>
          </a:p>
        </p:txBody>
      </p:sp>
      <p:sp>
        <p:nvSpPr>
          <p:cNvPr id="3" name="Content Placeholder 2"/>
          <p:cNvSpPr>
            <a:spLocks noGrp="1"/>
          </p:cNvSpPr>
          <p:nvPr>
            <p:ph sz="half" idx="1"/>
          </p:nvPr>
        </p:nvSpPr>
        <p:spPr>
          <a:xfrm>
            <a:off x="609600" y="1600200"/>
            <a:ext cx="79248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0" y="3886200"/>
            <a:ext cx="7924800" cy="2133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B2E8FE11-E3A6-B148-9BA4-FA0620A02D5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a:extLst>
              <a:ext uri="{FF2B5EF4-FFF2-40B4-BE49-F238E27FC236}">
                <a16:creationId xmlns:a16="http://schemas.microsoft.com/office/drawing/2014/main" id="{033D0ABF-81EB-8453-4DF4-902CE70FBDD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a:extLst>
              <a:ext uri="{FF2B5EF4-FFF2-40B4-BE49-F238E27FC236}">
                <a16:creationId xmlns:a16="http://schemas.microsoft.com/office/drawing/2014/main" id="{0A521C21-5D4F-66EF-5CD4-C811C89911CF}"/>
              </a:ext>
            </a:extLst>
          </p:cNvPr>
          <p:cNvSpPr>
            <a:spLocks noGrp="1" noChangeArrowheads="1"/>
          </p:cNvSpPr>
          <p:nvPr>
            <p:ph type="sldNum" sz="quarter" idx="12"/>
          </p:nvPr>
        </p:nvSpPr>
        <p:spPr>
          <a:ln/>
        </p:spPr>
        <p:txBody>
          <a:bodyPr/>
          <a:lstStyle>
            <a:lvl1pPr>
              <a:defRPr/>
            </a:lvl1pPr>
          </a:lstStyle>
          <a:p>
            <a:fld id="{09124239-F08D-BA42-BE01-884DB2F0135C}" type="slidenum">
              <a:rPr lang="en-US" altLang="zh-CN"/>
              <a:pPr/>
              <a:t>‹#›</a:t>
            </a:fld>
            <a:endParaRPr lang="en-US" altLang="zh-CN"/>
          </a:p>
        </p:txBody>
      </p:sp>
    </p:spTree>
    <p:extLst>
      <p:ext uri="{BB962C8B-B14F-4D97-AF65-F5344CB8AC3E}">
        <p14:creationId xmlns:p14="http://schemas.microsoft.com/office/powerpoint/2010/main" val="340585995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No Title with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2">
            <a:extLst>
              <a:ext uri="{FF2B5EF4-FFF2-40B4-BE49-F238E27FC236}">
                <a16:creationId xmlns:a16="http://schemas.microsoft.com/office/drawing/2014/main" id="{876C957E-88E6-3C71-0F76-AEDFF3D87535}"/>
              </a:ext>
            </a:extLst>
          </p:cNvPr>
          <p:cNvSpPr>
            <a:spLocks noGrp="1"/>
          </p:cNvSpPr>
          <p:nvPr>
            <p:ph type="ftr" sz="quarter" idx="10"/>
          </p:nvPr>
        </p:nvSpPr>
        <p:spPr/>
        <p:txBody>
          <a:bodyPr/>
          <a:lstStyle>
            <a:lvl1pPr algn="l" eaLnBrk="1" hangingPunct="1">
              <a:defRPr sz="900">
                <a:solidFill>
                  <a:srgbClr val="000000"/>
                </a:solidFill>
                <a:latin typeface="Arial Rounded MT Bold" pitchFamily="34" charset="0"/>
                <a:ea typeface="宋体" pitchFamily="2" charset="-122"/>
              </a:defRPr>
            </a:lvl1pPr>
          </a:lstStyle>
          <a:p>
            <a:pPr>
              <a:defRPr/>
            </a:pPr>
            <a:r>
              <a:rPr lang="en-US"/>
              <a:t>© 2018 Pearson Education Ltd.</a:t>
            </a:r>
          </a:p>
        </p:txBody>
      </p:sp>
    </p:spTree>
    <p:extLst>
      <p:ext uri="{BB962C8B-B14F-4D97-AF65-F5344CB8AC3E}">
        <p14:creationId xmlns:p14="http://schemas.microsoft.com/office/powerpoint/2010/main" val="238982261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F13954B5-F2F1-55AB-1FA5-349870E4EEDC}"/>
              </a:ext>
            </a:extLst>
          </p:cNvPr>
          <p:cNvGrpSpPr>
            <a:grpSpLocks/>
          </p:cNvGrpSpPr>
          <p:nvPr/>
        </p:nvGrpSpPr>
        <p:grpSpPr bwMode="auto">
          <a:xfrm>
            <a:off x="-3222625" y="304800"/>
            <a:ext cx="11909425" cy="4724400"/>
            <a:chOff x="-2030" y="192"/>
            <a:chExt cx="7502" cy="2976"/>
          </a:xfrm>
        </p:grpSpPr>
        <p:sp>
          <p:nvSpPr>
            <p:cNvPr id="3" name="Line 3">
              <a:extLst>
                <a:ext uri="{FF2B5EF4-FFF2-40B4-BE49-F238E27FC236}">
                  <a16:creationId xmlns:a16="http://schemas.microsoft.com/office/drawing/2014/main" id="{67A1B746-EDC0-59B0-C18C-6B3B6EE34469}"/>
                </a:ext>
              </a:extLst>
            </p:cNvPr>
            <p:cNvSpPr>
              <a:spLocks noChangeShapeType="1"/>
            </p:cNvSpPr>
            <p:nvPr/>
          </p:nvSpPr>
          <p:spPr bwMode="auto">
            <a:xfrm>
              <a:off x="912" y="1584"/>
              <a:ext cx="4560"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 name="AutoShape 4">
              <a:extLst>
                <a:ext uri="{FF2B5EF4-FFF2-40B4-BE49-F238E27FC236}">
                  <a16:creationId xmlns:a16="http://schemas.microsoft.com/office/drawing/2014/main" id="{DDEF06FE-D629-57C0-8637-1A00D200CFD4}"/>
                </a:ext>
              </a:extLst>
            </p:cNvPr>
            <p:cNvSpPr>
              <a:spLocks noChangeArrowheads="1"/>
            </p:cNvSpPr>
            <p:nvPr/>
          </p:nvSpPr>
          <p:spPr bwMode="auto">
            <a:xfrm>
              <a:off x="-1584" y="864"/>
              <a:ext cx="2304" cy="230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44083 w 64000"/>
                <a:gd name="T28" fmla="*/ -29639 h 64000"/>
                <a:gd name="T29" fmla="*/ 44083 w 64000"/>
                <a:gd name="T30" fmla="*/ 29639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44083" y="2368"/>
                  </a:moveTo>
                  <a:cubicBezTo>
                    <a:pt x="56127" y="7280"/>
                    <a:pt x="64000" y="18993"/>
                    <a:pt x="64000" y="32000"/>
                  </a:cubicBezTo>
                  <a:cubicBezTo>
                    <a:pt x="64000" y="45006"/>
                    <a:pt x="56127" y="56719"/>
                    <a:pt x="44083" y="61631"/>
                  </a:cubicBezTo>
                  <a:cubicBezTo>
                    <a:pt x="44082" y="61631"/>
                    <a:pt x="44082" y="61631"/>
                    <a:pt x="44082" y="61631"/>
                  </a:cubicBezTo>
                  <a:lnTo>
                    <a:pt x="44083" y="61632"/>
                  </a:lnTo>
                  <a:lnTo>
                    <a:pt x="44083" y="2368"/>
                  </a:lnTo>
                  <a:lnTo>
                    <a:pt x="44082" y="2368"/>
                  </a:lnTo>
                  <a:cubicBezTo>
                    <a:pt x="44082" y="2368"/>
                    <a:pt x="44082" y="2368"/>
                    <a:pt x="44083" y="2368"/>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5" name="AutoShape 5">
              <a:extLst>
                <a:ext uri="{FF2B5EF4-FFF2-40B4-BE49-F238E27FC236}">
                  <a16:creationId xmlns:a16="http://schemas.microsoft.com/office/drawing/2014/main" id="{2A67C037-558A-09E7-A1D2-A7BE1A56E8A7}"/>
                </a:ext>
              </a:extLst>
            </p:cNvPr>
            <p:cNvSpPr>
              <a:spLocks noChangeArrowheads="1"/>
            </p:cNvSpPr>
            <p:nvPr/>
          </p:nvSpPr>
          <p:spPr bwMode="auto">
            <a:xfrm>
              <a:off x="-2030" y="192"/>
              <a:ext cx="2544" cy="2544"/>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994 w 64000"/>
                <a:gd name="T28" fmla="*/ -25761 h 64000"/>
                <a:gd name="T29" fmla="*/ 50994 w 64000"/>
                <a:gd name="T30" fmla="*/ 25761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994" y="6246"/>
                  </a:moveTo>
                  <a:cubicBezTo>
                    <a:pt x="59172" y="12279"/>
                    <a:pt x="64000" y="21837"/>
                    <a:pt x="64000" y="32000"/>
                  </a:cubicBezTo>
                  <a:cubicBezTo>
                    <a:pt x="64000" y="42162"/>
                    <a:pt x="59172" y="51720"/>
                    <a:pt x="50994" y="57753"/>
                  </a:cubicBezTo>
                  <a:cubicBezTo>
                    <a:pt x="50993" y="57753"/>
                    <a:pt x="50993" y="57753"/>
                    <a:pt x="50993" y="57753"/>
                  </a:cubicBezTo>
                  <a:lnTo>
                    <a:pt x="50994" y="57754"/>
                  </a:lnTo>
                  <a:lnTo>
                    <a:pt x="50994" y="6246"/>
                  </a:lnTo>
                  <a:lnTo>
                    <a:pt x="50993" y="6246"/>
                  </a:lnTo>
                  <a:cubicBezTo>
                    <a:pt x="50993" y="6246"/>
                    <a:pt x="50993" y="6246"/>
                    <a:pt x="50994" y="6246"/>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sp>
        <p:nvSpPr>
          <p:cNvPr id="4102" name="Rectangle 6"/>
          <p:cNvSpPr>
            <a:spLocks noGrp="1" noChangeArrowheads="1"/>
          </p:cNvSpPr>
          <p:nvPr>
            <p:ph type="ctrTitle"/>
          </p:nvPr>
        </p:nvSpPr>
        <p:spPr>
          <a:xfrm>
            <a:off x="1443038" y="985838"/>
            <a:ext cx="7239000" cy="1444625"/>
          </a:xfrm>
        </p:spPr>
        <p:txBody>
          <a:bodyPr/>
          <a:lstStyle>
            <a:lvl1pPr>
              <a:defRPr sz="4000"/>
            </a:lvl1pPr>
          </a:lstStyle>
          <a:p>
            <a:r>
              <a:rPr lang="zh-CN" altLang="en-US"/>
              <a:t>单击此处编辑母版标题样式</a:t>
            </a:r>
          </a:p>
        </p:txBody>
      </p:sp>
      <p:sp>
        <p:nvSpPr>
          <p:cNvPr id="4103" name="Rectangle 7"/>
          <p:cNvSpPr>
            <a:spLocks noGrp="1" noChangeArrowheads="1"/>
          </p:cNvSpPr>
          <p:nvPr>
            <p:ph type="subTitle" idx="1"/>
          </p:nvPr>
        </p:nvSpPr>
        <p:spPr>
          <a:xfrm>
            <a:off x="1443038" y="3427413"/>
            <a:ext cx="7239000" cy="1752600"/>
          </a:xfrm>
        </p:spPr>
        <p:txBody>
          <a:bodyPr/>
          <a:lstStyle>
            <a:lvl1pPr marL="0" indent="0">
              <a:buFont typeface="Wingdings" pitchFamily="2" charset="2"/>
              <a:buNone/>
              <a:defRPr/>
            </a:lvl1pPr>
          </a:lstStyle>
          <a:p>
            <a:r>
              <a:rPr lang="zh-CN" altLang="en-US"/>
              <a:t>单击此处编辑母版副标题样式</a:t>
            </a:r>
          </a:p>
        </p:txBody>
      </p:sp>
      <p:sp>
        <p:nvSpPr>
          <p:cNvPr id="6" name="Rectangle 8">
            <a:extLst>
              <a:ext uri="{FF2B5EF4-FFF2-40B4-BE49-F238E27FC236}">
                <a16:creationId xmlns:a16="http://schemas.microsoft.com/office/drawing/2014/main" id="{F333C14A-3603-0A7C-0F41-E9B2569F9AB8}"/>
              </a:ext>
            </a:extLst>
          </p:cNvPr>
          <p:cNvSpPr>
            <a:spLocks noGrp="1" noChangeArrowheads="1"/>
          </p:cNvSpPr>
          <p:nvPr>
            <p:ph type="dt" sz="half" idx="10"/>
          </p:nvPr>
        </p:nvSpPr>
        <p:spPr/>
        <p:txBody>
          <a:bodyPr/>
          <a:lstStyle>
            <a:lvl1pPr>
              <a:defRPr/>
            </a:lvl1pPr>
          </a:lstStyle>
          <a:p>
            <a:pPr>
              <a:defRPr/>
            </a:pPr>
            <a:endParaRPr lang="en-US" altLang="zh-CN"/>
          </a:p>
        </p:txBody>
      </p:sp>
      <p:sp>
        <p:nvSpPr>
          <p:cNvPr id="7" name="Rectangle 9">
            <a:extLst>
              <a:ext uri="{FF2B5EF4-FFF2-40B4-BE49-F238E27FC236}">
                <a16:creationId xmlns:a16="http://schemas.microsoft.com/office/drawing/2014/main" id="{33E4F015-158B-30FF-605F-4ECB4F390AD5}"/>
              </a:ext>
            </a:extLst>
          </p:cNvPr>
          <p:cNvSpPr>
            <a:spLocks noGrp="1" noChangeArrowheads="1"/>
          </p:cNvSpPr>
          <p:nvPr>
            <p:ph type="ftr" sz="quarter" idx="11"/>
          </p:nvPr>
        </p:nvSpPr>
        <p:spPr/>
        <p:txBody>
          <a:bodyPr/>
          <a:lstStyle>
            <a:lvl1pPr>
              <a:defRPr/>
            </a:lvl1pPr>
          </a:lstStyle>
          <a:p>
            <a:pPr>
              <a:defRPr/>
            </a:pPr>
            <a:endParaRPr lang="en-US" altLang="zh-CN"/>
          </a:p>
        </p:txBody>
      </p:sp>
      <p:sp>
        <p:nvSpPr>
          <p:cNvPr id="8" name="Rectangle 10">
            <a:extLst>
              <a:ext uri="{FF2B5EF4-FFF2-40B4-BE49-F238E27FC236}">
                <a16:creationId xmlns:a16="http://schemas.microsoft.com/office/drawing/2014/main" id="{0BD1272B-14E1-2F54-AFB7-484A84AC793F}"/>
              </a:ext>
            </a:extLst>
          </p:cNvPr>
          <p:cNvSpPr>
            <a:spLocks noGrp="1" noChangeArrowheads="1"/>
          </p:cNvSpPr>
          <p:nvPr>
            <p:ph type="sldNum" sz="quarter" idx="12"/>
          </p:nvPr>
        </p:nvSpPr>
        <p:spPr/>
        <p:txBody>
          <a:bodyPr/>
          <a:lstStyle>
            <a:lvl1pPr>
              <a:defRPr/>
            </a:lvl1pPr>
          </a:lstStyle>
          <a:p>
            <a:fld id="{2B8495FD-FC3D-3445-9B75-7E9DAA1A780F}" type="slidenum">
              <a:rPr lang="en-US" altLang="zh-CN"/>
              <a:pPr/>
              <a:t>‹#›</a:t>
            </a:fld>
            <a:endParaRPr lang="en-US" altLang="zh-CN"/>
          </a:p>
        </p:txBody>
      </p:sp>
    </p:spTree>
    <p:extLst>
      <p:ext uri="{BB962C8B-B14F-4D97-AF65-F5344CB8AC3E}">
        <p14:creationId xmlns:p14="http://schemas.microsoft.com/office/powerpoint/2010/main" val="163996092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6DA36EB0-0C88-2819-0A73-FFDCE9CB5AC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a:extLst>
              <a:ext uri="{FF2B5EF4-FFF2-40B4-BE49-F238E27FC236}">
                <a16:creationId xmlns:a16="http://schemas.microsoft.com/office/drawing/2014/main" id="{11784E85-34D6-B92E-72D4-A72F7E17B51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a:extLst>
              <a:ext uri="{FF2B5EF4-FFF2-40B4-BE49-F238E27FC236}">
                <a16:creationId xmlns:a16="http://schemas.microsoft.com/office/drawing/2014/main" id="{49089809-6638-18A0-9180-C06E98B8F16B}"/>
              </a:ext>
            </a:extLst>
          </p:cNvPr>
          <p:cNvSpPr>
            <a:spLocks noGrp="1" noChangeArrowheads="1"/>
          </p:cNvSpPr>
          <p:nvPr>
            <p:ph type="sldNum" sz="quarter" idx="12"/>
          </p:nvPr>
        </p:nvSpPr>
        <p:spPr>
          <a:ln/>
        </p:spPr>
        <p:txBody>
          <a:bodyPr/>
          <a:lstStyle>
            <a:lvl1pPr>
              <a:defRPr/>
            </a:lvl1pPr>
          </a:lstStyle>
          <a:p>
            <a:fld id="{12897BE6-8BFF-D947-A37F-E8F4DDF955D7}" type="slidenum">
              <a:rPr lang="en-US" altLang="zh-CN"/>
              <a:pPr/>
              <a:t>‹#›</a:t>
            </a:fld>
            <a:endParaRPr lang="en-US" altLang="zh-CN"/>
          </a:p>
        </p:txBody>
      </p:sp>
    </p:spTree>
    <p:extLst>
      <p:ext uri="{BB962C8B-B14F-4D97-AF65-F5344CB8AC3E}">
        <p14:creationId xmlns:p14="http://schemas.microsoft.com/office/powerpoint/2010/main" val="12541294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8">
            <a:extLst>
              <a:ext uri="{FF2B5EF4-FFF2-40B4-BE49-F238E27FC236}">
                <a16:creationId xmlns:a16="http://schemas.microsoft.com/office/drawing/2014/main" id="{CBD77FBC-9AB4-8E4D-734E-CFA55A26054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a:extLst>
              <a:ext uri="{FF2B5EF4-FFF2-40B4-BE49-F238E27FC236}">
                <a16:creationId xmlns:a16="http://schemas.microsoft.com/office/drawing/2014/main" id="{C05BE286-01DD-5E20-7914-E1A030E3C04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a:extLst>
              <a:ext uri="{FF2B5EF4-FFF2-40B4-BE49-F238E27FC236}">
                <a16:creationId xmlns:a16="http://schemas.microsoft.com/office/drawing/2014/main" id="{B7E31191-70BE-EA73-10A5-0A1CD766A834}"/>
              </a:ext>
            </a:extLst>
          </p:cNvPr>
          <p:cNvSpPr>
            <a:spLocks noGrp="1" noChangeArrowheads="1"/>
          </p:cNvSpPr>
          <p:nvPr>
            <p:ph type="sldNum" sz="quarter" idx="12"/>
          </p:nvPr>
        </p:nvSpPr>
        <p:spPr>
          <a:ln/>
        </p:spPr>
        <p:txBody>
          <a:bodyPr/>
          <a:lstStyle>
            <a:lvl1pPr>
              <a:defRPr/>
            </a:lvl1pPr>
          </a:lstStyle>
          <a:p>
            <a:fld id="{DDD214ED-6A93-9843-BF7F-F9F3D1CC20E7}" type="slidenum">
              <a:rPr lang="en-US" altLang="zh-CN"/>
              <a:pPr/>
              <a:t>‹#›</a:t>
            </a:fld>
            <a:endParaRPr lang="en-US" altLang="zh-CN"/>
          </a:p>
        </p:txBody>
      </p:sp>
    </p:spTree>
    <p:extLst>
      <p:ext uri="{BB962C8B-B14F-4D97-AF65-F5344CB8AC3E}">
        <p14:creationId xmlns:p14="http://schemas.microsoft.com/office/powerpoint/2010/main" val="155272841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370013" y="1827213"/>
            <a:ext cx="3579812"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2225" y="1827213"/>
            <a:ext cx="35814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8">
            <a:extLst>
              <a:ext uri="{FF2B5EF4-FFF2-40B4-BE49-F238E27FC236}">
                <a16:creationId xmlns:a16="http://schemas.microsoft.com/office/drawing/2014/main" id="{5E0809BD-3517-E03E-F3D2-769BF2EA77C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a:extLst>
              <a:ext uri="{FF2B5EF4-FFF2-40B4-BE49-F238E27FC236}">
                <a16:creationId xmlns:a16="http://schemas.microsoft.com/office/drawing/2014/main" id="{F9239242-5213-34C3-8AB0-8123FBD7C5D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a:extLst>
              <a:ext uri="{FF2B5EF4-FFF2-40B4-BE49-F238E27FC236}">
                <a16:creationId xmlns:a16="http://schemas.microsoft.com/office/drawing/2014/main" id="{E1B22690-F7BA-713C-2F10-79D255FE669B}"/>
              </a:ext>
            </a:extLst>
          </p:cNvPr>
          <p:cNvSpPr>
            <a:spLocks noGrp="1" noChangeArrowheads="1"/>
          </p:cNvSpPr>
          <p:nvPr>
            <p:ph type="sldNum" sz="quarter" idx="12"/>
          </p:nvPr>
        </p:nvSpPr>
        <p:spPr>
          <a:ln/>
        </p:spPr>
        <p:txBody>
          <a:bodyPr/>
          <a:lstStyle>
            <a:lvl1pPr>
              <a:defRPr/>
            </a:lvl1pPr>
          </a:lstStyle>
          <a:p>
            <a:fld id="{48B9E76E-5F3E-C741-B81E-4CEE123B4F3C}" type="slidenum">
              <a:rPr lang="en-US" altLang="zh-CN"/>
              <a:pPr/>
              <a:t>‹#›</a:t>
            </a:fld>
            <a:endParaRPr lang="en-US" altLang="zh-CN"/>
          </a:p>
        </p:txBody>
      </p:sp>
    </p:spTree>
    <p:extLst>
      <p:ext uri="{BB962C8B-B14F-4D97-AF65-F5344CB8AC3E}">
        <p14:creationId xmlns:p14="http://schemas.microsoft.com/office/powerpoint/2010/main" val="33513464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8">
            <a:extLst>
              <a:ext uri="{FF2B5EF4-FFF2-40B4-BE49-F238E27FC236}">
                <a16:creationId xmlns:a16="http://schemas.microsoft.com/office/drawing/2014/main" id="{EC80FE65-C53E-5D6A-9572-4ED6C558F0F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9">
            <a:extLst>
              <a:ext uri="{FF2B5EF4-FFF2-40B4-BE49-F238E27FC236}">
                <a16:creationId xmlns:a16="http://schemas.microsoft.com/office/drawing/2014/main" id="{2F6BEB0F-F0A7-B79E-319F-23CCA69F6F9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0">
            <a:extLst>
              <a:ext uri="{FF2B5EF4-FFF2-40B4-BE49-F238E27FC236}">
                <a16:creationId xmlns:a16="http://schemas.microsoft.com/office/drawing/2014/main" id="{83BE7B85-238E-2B26-679A-CF7ECF52BE68}"/>
              </a:ext>
            </a:extLst>
          </p:cNvPr>
          <p:cNvSpPr>
            <a:spLocks noGrp="1" noChangeArrowheads="1"/>
          </p:cNvSpPr>
          <p:nvPr>
            <p:ph type="sldNum" sz="quarter" idx="12"/>
          </p:nvPr>
        </p:nvSpPr>
        <p:spPr>
          <a:ln/>
        </p:spPr>
        <p:txBody>
          <a:bodyPr/>
          <a:lstStyle>
            <a:lvl1pPr>
              <a:defRPr/>
            </a:lvl1pPr>
          </a:lstStyle>
          <a:p>
            <a:fld id="{1ADA22E1-05A9-EA41-A859-B2DE6302200A}" type="slidenum">
              <a:rPr lang="en-US" altLang="zh-CN"/>
              <a:pPr/>
              <a:t>‹#›</a:t>
            </a:fld>
            <a:endParaRPr lang="en-US" altLang="zh-CN"/>
          </a:p>
        </p:txBody>
      </p:sp>
    </p:spTree>
    <p:extLst>
      <p:ext uri="{BB962C8B-B14F-4D97-AF65-F5344CB8AC3E}">
        <p14:creationId xmlns:p14="http://schemas.microsoft.com/office/powerpoint/2010/main" val="402663515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8">
            <a:extLst>
              <a:ext uri="{FF2B5EF4-FFF2-40B4-BE49-F238E27FC236}">
                <a16:creationId xmlns:a16="http://schemas.microsoft.com/office/drawing/2014/main" id="{F84DAE42-E8A7-86FF-1BBD-3681E0B320A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9">
            <a:extLst>
              <a:ext uri="{FF2B5EF4-FFF2-40B4-BE49-F238E27FC236}">
                <a16:creationId xmlns:a16="http://schemas.microsoft.com/office/drawing/2014/main" id="{A190DA7E-7398-E24E-B0A3-331FABABD28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0">
            <a:extLst>
              <a:ext uri="{FF2B5EF4-FFF2-40B4-BE49-F238E27FC236}">
                <a16:creationId xmlns:a16="http://schemas.microsoft.com/office/drawing/2014/main" id="{6FD9F5EA-AAE8-0C1E-E183-112FE2802AE2}"/>
              </a:ext>
            </a:extLst>
          </p:cNvPr>
          <p:cNvSpPr>
            <a:spLocks noGrp="1" noChangeArrowheads="1"/>
          </p:cNvSpPr>
          <p:nvPr>
            <p:ph type="sldNum" sz="quarter" idx="12"/>
          </p:nvPr>
        </p:nvSpPr>
        <p:spPr>
          <a:ln/>
        </p:spPr>
        <p:txBody>
          <a:bodyPr/>
          <a:lstStyle>
            <a:lvl1pPr>
              <a:defRPr/>
            </a:lvl1pPr>
          </a:lstStyle>
          <a:p>
            <a:fld id="{6B3077F6-9592-8E4F-AFB4-979873BD5005}" type="slidenum">
              <a:rPr lang="en-US" altLang="zh-CN"/>
              <a:pPr/>
              <a:t>‹#›</a:t>
            </a:fld>
            <a:endParaRPr lang="en-US" altLang="zh-CN"/>
          </a:p>
        </p:txBody>
      </p:sp>
    </p:spTree>
    <p:extLst>
      <p:ext uri="{BB962C8B-B14F-4D97-AF65-F5344CB8AC3E}">
        <p14:creationId xmlns:p14="http://schemas.microsoft.com/office/powerpoint/2010/main" val="323167304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8">
            <a:extLst>
              <a:ext uri="{FF2B5EF4-FFF2-40B4-BE49-F238E27FC236}">
                <a16:creationId xmlns:a16="http://schemas.microsoft.com/office/drawing/2014/main" id="{542F3A56-85A6-66DA-F60A-0D552061C44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9">
            <a:extLst>
              <a:ext uri="{FF2B5EF4-FFF2-40B4-BE49-F238E27FC236}">
                <a16:creationId xmlns:a16="http://schemas.microsoft.com/office/drawing/2014/main" id="{3A6B542C-5E67-F571-6482-AFFE8F3F031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10">
            <a:extLst>
              <a:ext uri="{FF2B5EF4-FFF2-40B4-BE49-F238E27FC236}">
                <a16:creationId xmlns:a16="http://schemas.microsoft.com/office/drawing/2014/main" id="{C3B06C06-7AB3-E9C3-34DF-F9833C24B75D}"/>
              </a:ext>
            </a:extLst>
          </p:cNvPr>
          <p:cNvSpPr>
            <a:spLocks noGrp="1" noChangeArrowheads="1"/>
          </p:cNvSpPr>
          <p:nvPr>
            <p:ph type="sldNum" sz="quarter" idx="12"/>
          </p:nvPr>
        </p:nvSpPr>
        <p:spPr>
          <a:ln/>
        </p:spPr>
        <p:txBody>
          <a:bodyPr/>
          <a:lstStyle>
            <a:lvl1pPr>
              <a:defRPr/>
            </a:lvl1pPr>
          </a:lstStyle>
          <a:p>
            <a:fld id="{673903DF-8D78-A940-B51C-6AC98F4CA3DC}" type="slidenum">
              <a:rPr lang="en-US" altLang="zh-CN"/>
              <a:pPr/>
              <a:t>‹#›</a:t>
            </a:fld>
            <a:endParaRPr lang="en-US" altLang="zh-CN"/>
          </a:p>
        </p:txBody>
      </p:sp>
    </p:spTree>
    <p:extLst>
      <p:ext uri="{BB962C8B-B14F-4D97-AF65-F5344CB8AC3E}">
        <p14:creationId xmlns:p14="http://schemas.microsoft.com/office/powerpoint/2010/main" val="12182744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9D30D580-BBD7-3731-B585-85F3CA618F44}"/>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a:extLst>
              <a:ext uri="{FF2B5EF4-FFF2-40B4-BE49-F238E27FC236}">
                <a16:creationId xmlns:a16="http://schemas.microsoft.com/office/drawing/2014/main" id="{B014FC94-7EA3-43B3-981D-8C7B3A6E4B4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a:extLst>
              <a:ext uri="{FF2B5EF4-FFF2-40B4-BE49-F238E27FC236}">
                <a16:creationId xmlns:a16="http://schemas.microsoft.com/office/drawing/2014/main" id="{46E041DE-DE38-824B-7972-B173656B8CE1}"/>
              </a:ext>
            </a:extLst>
          </p:cNvPr>
          <p:cNvSpPr>
            <a:spLocks noGrp="1" noChangeArrowheads="1"/>
          </p:cNvSpPr>
          <p:nvPr>
            <p:ph type="sldNum" sz="quarter" idx="12"/>
          </p:nvPr>
        </p:nvSpPr>
        <p:spPr>
          <a:ln/>
        </p:spPr>
        <p:txBody>
          <a:bodyPr/>
          <a:lstStyle>
            <a:lvl1pPr>
              <a:defRPr/>
            </a:lvl1pPr>
          </a:lstStyle>
          <a:p>
            <a:fld id="{F80CEFAE-B3D7-F14E-A879-8B6B8C7DF777}" type="slidenum">
              <a:rPr lang="en-US" altLang="zh-CN"/>
              <a:pPr/>
              <a:t>‹#›</a:t>
            </a:fld>
            <a:endParaRPr lang="en-US" altLang="zh-CN"/>
          </a:p>
        </p:txBody>
      </p:sp>
    </p:spTree>
    <p:extLst>
      <p:ext uri="{BB962C8B-B14F-4D97-AF65-F5344CB8AC3E}">
        <p14:creationId xmlns:p14="http://schemas.microsoft.com/office/powerpoint/2010/main" val="243300926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8">
            <a:extLst>
              <a:ext uri="{FF2B5EF4-FFF2-40B4-BE49-F238E27FC236}">
                <a16:creationId xmlns:a16="http://schemas.microsoft.com/office/drawing/2014/main" id="{B388EBB8-C649-7B5F-522A-477A47F839D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9">
            <a:extLst>
              <a:ext uri="{FF2B5EF4-FFF2-40B4-BE49-F238E27FC236}">
                <a16:creationId xmlns:a16="http://schemas.microsoft.com/office/drawing/2014/main" id="{222DB56E-40B5-AA2E-A837-D14745309E4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0">
            <a:extLst>
              <a:ext uri="{FF2B5EF4-FFF2-40B4-BE49-F238E27FC236}">
                <a16:creationId xmlns:a16="http://schemas.microsoft.com/office/drawing/2014/main" id="{5746E26E-AD8B-CEDA-1838-4F0B901C0767}"/>
              </a:ext>
            </a:extLst>
          </p:cNvPr>
          <p:cNvSpPr>
            <a:spLocks noGrp="1" noChangeArrowheads="1"/>
          </p:cNvSpPr>
          <p:nvPr>
            <p:ph type="sldNum" sz="quarter" idx="12"/>
          </p:nvPr>
        </p:nvSpPr>
        <p:spPr>
          <a:ln/>
        </p:spPr>
        <p:txBody>
          <a:bodyPr/>
          <a:lstStyle>
            <a:lvl1pPr>
              <a:defRPr/>
            </a:lvl1pPr>
          </a:lstStyle>
          <a:p>
            <a:fld id="{B572F942-477C-BB41-BE4A-AC14B6380B09}" type="slidenum">
              <a:rPr lang="en-US" altLang="zh-CN"/>
              <a:pPr/>
              <a:t>‹#›</a:t>
            </a:fld>
            <a:endParaRPr lang="en-US" altLang="zh-CN"/>
          </a:p>
        </p:txBody>
      </p:sp>
    </p:spTree>
    <p:extLst>
      <p:ext uri="{BB962C8B-B14F-4D97-AF65-F5344CB8AC3E}">
        <p14:creationId xmlns:p14="http://schemas.microsoft.com/office/powerpoint/2010/main" val="31670337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D2DA325B-45CD-5D1A-B7C0-A5D18E5A01F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a:extLst>
              <a:ext uri="{FF2B5EF4-FFF2-40B4-BE49-F238E27FC236}">
                <a16:creationId xmlns:a16="http://schemas.microsoft.com/office/drawing/2014/main" id="{1B012E24-2C2E-ACAC-E6FA-1D74C9C91F1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a:extLst>
              <a:ext uri="{FF2B5EF4-FFF2-40B4-BE49-F238E27FC236}">
                <a16:creationId xmlns:a16="http://schemas.microsoft.com/office/drawing/2014/main" id="{87E47327-12CB-9D17-D655-EDF7E2B81409}"/>
              </a:ext>
            </a:extLst>
          </p:cNvPr>
          <p:cNvSpPr>
            <a:spLocks noGrp="1" noChangeArrowheads="1"/>
          </p:cNvSpPr>
          <p:nvPr>
            <p:ph type="sldNum" sz="quarter" idx="12"/>
          </p:nvPr>
        </p:nvSpPr>
        <p:spPr>
          <a:ln/>
        </p:spPr>
        <p:txBody>
          <a:bodyPr/>
          <a:lstStyle>
            <a:lvl1pPr>
              <a:defRPr/>
            </a:lvl1pPr>
          </a:lstStyle>
          <a:p>
            <a:fld id="{F58901BD-E75F-F24C-8E5F-A46E45BEC8F6}" type="slidenum">
              <a:rPr lang="en-US" altLang="zh-CN"/>
              <a:pPr/>
              <a:t>‹#›</a:t>
            </a:fld>
            <a:endParaRPr lang="en-US" altLang="zh-CN"/>
          </a:p>
        </p:txBody>
      </p:sp>
    </p:spTree>
    <p:extLst>
      <p:ext uri="{BB962C8B-B14F-4D97-AF65-F5344CB8AC3E}">
        <p14:creationId xmlns:p14="http://schemas.microsoft.com/office/powerpoint/2010/main" val="24321933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6413" y="301625"/>
            <a:ext cx="1827212" cy="56403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370013" y="301625"/>
            <a:ext cx="5334000" cy="5640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8">
            <a:extLst>
              <a:ext uri="{FF2B5EF4-FFF2-40B4-BE49-F238E27FC236}">
                <a16:creationId xmlns:a16="http://schemas.microsoft.com/office/drawing/2014/main" id="{030CB542-3084-8A50-F2ED-8A95DAF06A2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9">
            <a:extLst>
              <a:ext uri="{FF2B5EF4-FFF2-40B4-BE49-F238E27FC236}">
                <a16:creationId xmlns:a16="http://schemas.microsoft.com/office/drawing/2014/main" id="{A4FCDF44-7240-C72D-90DA-33F06117BF6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10">
            <a:extLst>
              <a:ext uri="{FF2B5EF4-FFF2-40B4-BE49-F238E27FC236}">
                <a16:creationId xmlns:a16="http://schemas.microsoft.com/office/drawing/2014/main" id="{B51563A8-8574-AC69-258E-284C20AE60C8}"/>
              </a:ext>
            </a:extLst>
          </p:cNvPr>
          <p:cNvSpPr>
            <a:spLocks noGrp="1" noChangeArrowheads="1"/>
          </p:cNvSpPr>
          <p:nvPr>
            <p:ph type="sldNum" sz="quarter" idx="12"/>
          </p:nvPr>
        </p:nvSpPr>
        <p:spPr>
          <a:ln/>
        </p:spPr>
        <p:txBody>
          <a:bodyPr/>
          <a:lstStyle>
            <a:lvl1pPr>
              <a:defRPr/>
            </a:lvl1pPr>
          </a:lstStyle>
          <a:p>
            <a:fld id="{B2C68071-41D3-EB4F-BFD0-33265B5B4D34}" type="slidenum">
              <a:rPr lang="en-US" altLang="zh-CN"/>
              <a:pPr/>
              <a:t>‹#›</a:t>
            </a:fld>
            <a:endParaRPr lang="en-US" altLang="zh-CN"/>
          </a:p>
        </p:txBody>
      </p:sp>
    </p:spTree>
    <p:extLst>
      <p:ext uri="{BB962C8B-B14F-4D97-AF65-F5344CB8AC3E}">
        <p14:creationId xmlns:p14="http://schemas.microsoft.com/office/powerpoint/2010/main" val="166080244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7">
            <a:extLst>
              <a:ext uri="{FF2B5EF4-FFF2-40B4-BE49-F238E27FC236}">
                <a16:creationId xmlns:a16="http://schemas.microsoft.com/office/drawing/2014/main" id="{4850A8ED-C671-382A-3EEE-9961124AD8DA}"/>
              </a:ext>
            </a:extLst>
          </p:cNvPr>
          <p:cNvSpPr>
            <a:spLocks noChangeShapeType="1"/>
          </p:cNvSpPr>
          <p:nvPr/>
        </p:nvSpPr>
        <p:spPr bwMode="auto">
          <a:xfrm>
            <a:off x="1905000" y="1219200"/>
            <a:ext cx="0" cy="2057400"/>
          </a:xfrm>
          <a:prstGeom prst="line">
            <a:avLst/>
          </a:prstGeom>
          <a:noFill/>
          <a:ln w="34925">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 name="Oval 8">
            <a:extLst>
              <a:ext uri="{FF2B5EF4-FFF2-40B4-BE49-F238E27FC236}">
                <a16:creationId xmlns:a16="http://schemas.microsoft.com/office/drawing/2014/main" id="{0680907E-A3CE-B8AF-2449-2691DD59B2FC}"/>
              </a:ext>
            </a:extLst>
          </p:cNvPr>
          <p:cNvSpPr>
            <a:spLocks noChangeArrowheads="1"/>
          </p:cNvSpPr>
          <p:nvPr/>
        </p:nvSpPr>
        <p:spPr bwMode="auto">
          <a:xfrm>
            <a:off x="163513" y="2103438"/>
            <a:ext cx="347662" cy="347662"/>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sz="2400">
              <a:latin typeface="Times New Roman" pitchFamily="18" charset="0"/>
            </a:endParaRPr>
          </a:p>
        </p:txBody>
      </p:sp>
      <p:sp>
        <p:nvSpPr>
          <p:cNvPr id="4" name="Oval 9">
            <a:extLst>
              <a:ext uri="{FF2B5EF4-FFF2-40B4-BE49-F238E27FC236}">
                <a16:creationId xmlns:a16="http://schemas.microsoft.com/office/drawing/2014/main" id="{C363DC29-C8EE-CCAE-7102-7E704A20E2D5}"/>
              </a:ext>
            </a:extLst>
          </p:cNvPr>
          <p:cNvSpPr>
            <a:spLocks noChangeArrowheads="1"/>
          </p:cNvSpPr>
          <p:nvPr/>
        </p:nvSpPr>
        <p:spPr bwMode="auto">
          <a:xfrm>
            <a:off x="739775" y="2105025"/>
            <a:ext cx="349250" cy="34766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sz="2400">
              <a:latin typeface="Times New Roman" pitchFamily="18" charset="0"/>
            </a:endParaRPr>
          </a:p>
        </p:txBody>
      </p:sp>
      <p:sp>
        <p:nvSpPr>
          <p:cNvPr id="5" name="Oval 10">
            <a:extLst>
              <a:ext uri="{FF2B5EF4-FFF2-40B4-BE49-F238E27FC236}">
                <a16:creationId xmlns:a16="http://schemas.microsoft.com/office/drawing/2014/main" id="{6718CF4E-9691-252C-841B-A718AEF21B00}"/>
              </a:ext>
            </a:extLst>
          </p:cNvPr>
          <p:cNvSpPr>
            <a:spLocks noChangeArrowheads="1"/>
          </p:cNvSpPr>
          <p:nvPr/>
        </p:nvSpPr>
        <p:spPr bwMode="auto">
          <a:xfrm>
            <a:off x="1317625" y="2105025"/>
            <a:ext cx="347663" cy="347663"/>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sz="2400">
              <a:latin typeface="Times New Roman" pitchFamily="18" charset="0"/>
            </a:endParaRPr>
          </a:p>
        </p:txBody>
      </p:sp>
      <p:sp>
        <p:nvSpPr>
          <p:cNvPr id="6146" name="Rectangle 2"/>
          <p:cNvSpPr>
            <a:spLocks noGrp="1" noChangeArrowheads="1"/>
          </p:cNvSpPr>
          <p:nvPr>
            <p:ph type="ctrTitle"/>
          </p:nvPr>
        </p:nvSpPr>
        <p:spPr>
          <a:xfrm>
            <a:off x="2133600" y="1371600"/>
            <a:ext cx="6477000" cy="1752600"/>
          </a:xfrm>
        </p:spPr>
        <p:txBody>
          <a:bodyPr/>
          <a:lstStyle>
            <a:lvl1pPr>
              <a:defRPr sz="5400"/>
            </a:lvl1pPr>
          </a:lstStyle>
          <a:p>
            <a:r>
              <a:rPr lang="zh-CN" altLang="en-US"/>
              <a:t>单击此处编辑母版标题样式</a:t>
            </a:r>
          </a:p>
        </p:txBody>
      </p:sp>
      <p:sp>
        <p:nvSpPr>
          <p:cNvPr id="6147" name="Rectangle 3"/>
          <p:cNvSpPr>
            <a:spLocks noGrp="1" noChangeArrowheads="1"/>
          </p:cNvSpPr>
          <p:nvPr>
            <p:ph type="subTitle" idx="1"/>
          </p:nvPr>
        </p:nvSpPr>
        <p:spPr>
          <a:xfrm>
            <a:off x="2133600" y="3733800"/>
            <a:ext cx="6477000" cy="1981200"/>
          </a:xfrm>
        </p:spPr>
        <p:txBody>
          <a:bodyPr/>
          <a:lstStyle>
            <a:lvl1pPr marL="0" indent="0">
              <a:buFont typeface="Wingdings" pitchFamily="2" charset="2"/>
              <a:buNone/>
              <a:defRPr/>
            </a:lvl1pPr>
          </a:lstStyle>
          <a:p>
            <a:r>
              <a:rPr lang="zh-CN" altLang="en-US"/>
              <a:t>单击此处编辑母版副标题样式</a:t>
            </a:r>
          </a:p>
        </p:txBody>
      </p:sp>
      <p:sp>
        <p:nvSpPr>
          <p:cNvPr id="6" name="Rectangle 4">
            <a:extLst>
              <a:ext uri="{FF2B5EF4-FFF2-40B4-BE49-F238E27FC236}">
                <a16:creationId xmlns:a16="http://schemas.microsoft.com/office/drawing/2014/main" id="{D3C6266D-9C29-2A4E-2C61-A107180262CB}"/>
              </a:ext>
            </a:extLst>
          </p:cNvPr>
          <p:cNvSpPr>
            <a:spLocks noGrp="1" noChangeArrowheads="1"/>
          </p:cNvSpPr>
          <p:nvPr>
            <p:ph type="dt" sz="half" idx="10"/>
          </p:nvPr>
        </p:nvSpPr>
        <p:spPr>
          <a:xfrm>
            <a:off x="7086600" y="6248400"/>
            <a:ext cx="1524000" cy="457200"/>
          </a:xfrm>
        </p:spPr>
        <p:txBody>
          <a:bodyPr/>
          <a:lstStyle>
            <a:lvl1pPr>
              <a:defRPr/>
            </a:lvl1pPr>
          </a:lstStyle>
          <a:p>
            <a:pPr>
              <a:defRPr/>
            </a:pPr>
            <a:endParaRPr lang="en-US" altLang="zh-CN"/>
          </a:p>
        </p:txBody>
      </p:sp>
      <p:sp>
        <p:nvSpPr>
          <p:cNvPr id="7" name="Rectangle 5">
            <a:extLst>
              <a:ext uri="{FF2B5EF4-FFF2-40B4-BE49-F238E27FC236}">
                <a16:creationId xmlns:a16="http://schemas.microsoft.com/office/drawing/2014/main" id="{01251E68-7E59-545A-FC45-168D2DA9513E}"/>
              </a:ext>
            </a:extLst>
          </p:cNvPr>
          <p:cNvSpPr>
            <a:spLocks noGrp="1" noChangeArrowheads="1"/>
          </p:cNvSpPr>
          <p:nvPr>
            <p:ph type="ftr" sz="quarter" idx="11"/>
          </p:nvPr>
        </p:nvSpPr>
        <p:spPr>
          <a:xfrm>
            <a:off x="3810000" y="6248400"/>
            <a:ext cx="2895600" cy="457200"/>
          </a:xfrm>
        </p:spPr>
        <p:txBody>
          <a:bodyPr/>
          <a:lstStyle>
            <a:lvl1pPr>
              <a:defRPr/>
            </a:lvl1pPr>
          </a:lstStyle>
          <a:p>
            <a:pPr>
              <a:defRPr/>
            </a:pPr>
            <a:endParaRPr lang="en-US" altLang="zh-CN"/>
          </a:p>
        </p:txBody>
      </p:sp>
      <p:sp>
        <p:nvSpPr>
          <p:cNvPr id="8" name="Rectangle 6">
            <a:extLst>
              <a:ext uri="{FF2B5EF4-FFF2-40B4-BE49-F238E27FC236}">
                <a16:creationId xmlns:a16="http://schemas.microsoft.com/office/drawing/2014/main" id="{63A51970-82DE-1DDE-8F39-ACE0121C2889}"/>
              </a:ext>
            </a:extLst>
          </p:cNvPr>
          <p:cNvSpPr>
            <a:spLocks noGrp="1" noChangeArrowheads="1"/>
          </p:cNvSpPr>
          <p:nvPr>
            <p:ph type="sldNum" sz="quarter" idx="12"/>
          </p:nvPr>
        </p:nvSpPr>
        <p:spPr>
          <a:xfrm>
            <a:off x="2209800" y="6248400"/>
            <a:ext cx="1219200" cy="457200"/>
          </a:xfrm>
        </p:spPr>
        <p:txBody>
          <a:bodyPr/>
          <a:lstStyle>
            <a:lvl1pPr>
              <a:defRPr/>
            </a:lvl1pPr>
          </a:lstStyle>
          <a:p>
            <a:fld id="{F0A73CC1-A1A6-9A4E-B597-F3444384F22B}" type="slidenum">
              <a:rPr lang="en-US" altLang="zh-CN"/>
              <a:pPr/>
              <a:t>‹#›</a:t>
            </a:fld>
            <a:endParaRPr lang="en-US" altLang="zh-CN"/>
          </a:p>
        </p:txBody>
      </p:sp>
    </p:spTree>
    <p:extLst>
      <p:ext uri="{BB962C8B-B14F-4D97-AF65-F5344CB8AC3E}">
        <p14:creationId xmlns:p14="http://schemas.microsoft.com/office/powerpoint/2010/main" val="33030002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66B8A663-64D7-9ABB-29E4-A4A5F9CD95DB}"/>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E396278-8A00-E272-4EFD-E31D8E31E32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02159E5-C22F-D714-7EE7-80A5C9069697}"/>
              </a:ext>
            </a:extLst>
          </p:cNvPr>
          <p:cNvSpPr>
            <a:spLocks noGrp="1" noChangeArrowheads="1"/>
          </p:cNvSpPr>
          <p:nvPr>
            <p:ph type="sldNum" sz="quarter" idx="12"/>
          </p:nvPr>
        </p:nvSpPr>
        <p:spPr>
          <a:ln/>
        </p:spPr>
        <p:txBody>
          <a:bodyPr/>
          <a:lstStyle>
            <a:lvl1pPr>
              <a:defRPr/>
            </a:lvl1pPr>
          </a:lstStyle>
          <a:p>
            <a:fld id="{E0121BD6-E21E-BE43-B72C-866A9F7B73B7}" type="slidenum">
              <a:rPr lang="en-US" altLang="zh-CN"/>
              <a:pPr/>
              <a:t>‹#›</a:t>
            </a:fld>
            <a:endParaRPr lang="en-US" altLang="zh-CN"/>
          </a:p>
        </p:txBody>
      </p:sp>
    </p:spTree>
    <p:extLst>
      <p:ext uri="{BB962C8B-B14F-4D97-AF65-F5344CB8AC3E}">
        <p14:creationId xmlns:p14="http://schemas.microsoft.com/office/powerpoint/2010/main" val="295685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C1D25E53-3CC6-2C99-9755-4E1B72F0BD4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4364466-09F4-57AE-760B-E6B712A8BD3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5DCB5C9-32EF-F175-1892-DEDAB0A5AF8E}"/>
              </a:ext>
            </a:extLst>
          </p:cNvPr>
          <p:cNvSpPr>
            <a:spLocks noGrp="1" noChangeArrowheads="1"/>
          </p:cNvSpPr>
          <p:nvPr>
            <p:ph type="sldNum" sz="quarter" idx="12"/>
          </p:nvPr>
        </p:nvSpPr>
        <p:spPr>
          <a:ln/>
        </p:spPr>
        <p:txBody>
          <a:bodyPr/>
          <a:lstStyle>
            <a:lvl1pPr>
              <a:defRPr/>
            </a:lvl1pPr>
          </a:lstStyle>
          <a:p>
            <a:fld id="{16D53C98-295C-A04A-8B26-AA48E51181EF}" type="slidenum">
              <a:rPr lang="en-US" altLang="zh-CN"/>
              <a:pPr/>
              <a:t>‹#›</a:t>
            </a:fld>
            <a:endParaRPr lang="en-US" altLang="zh-CN"/>
          </a:p>
        </p:txBody>
      </p:sp>
    </p:spTree>
    <p:extLst>
      <p:ext uri="{BB962C8B-B14F-4D97-AF65-F5344CB8AC3E}">
        <p14:creationId xmlns:p14="http://schemas.microsoft.com/office/powerpoint/2010/main" val="12407663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40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105400" y="1905000"/>
            <a:ext cx="3429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069D5D58-5CA0-9E8B-BC50-149F368AACC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B8D78359-6B81-77CB-AD71-3B753A3BC64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5C4AC249-1472-E05E-7666-D7AFDAA2CFE6}"/>
              </a:ext>
            </a:extLst>
          </p:cNvPr>
          <p:cNvSpPr>
            <a:spLocks noGrp="1" noChangeArrowheads="1"/>
          </p:cNvSpPr>
          <p:nvPr>
            <p:ph type="sldNum" sz="quarter" idx="12"/>
          </p:nvPr>
        </p:nvSpPr>
        <p:spPr>
          <a:ln/>
        </p:spPr>
        <p:txBody>
          <a:bodyPr/>
          <a:lstStyle>
            <a:lvl1pPr>
              <a:defRPr/>
            </a:lvl1pPr>
          </a:lstStyle>
          <a:p>
            <a:fld id="{4096EABC-4162-D54E-9F0F-41F1511F4D62}" type="slidenum">
              <a:rPr lang="en-US" altLang="zh-CN"/>
              <a:pPr/>
              <a:t>‹#›</a:t>
            </a:fld>
            <a:endParaRPr lang="en-US" altLang="zh-CN"/>
          </a:p>
        </p:txBody>
      </p:sp>
    </p:spTree>
    <p:extLst>
      <p:ext uri="{BB962C8B-B14F-4D97-AF65-F5344CB8AC3E}">
        <p14:creationId xmlns:p14="http://schemas.microsoft.com/office/powerpoint/2010/main" val="245079308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9CD0DFF7-BBEE-5B9A-0943-62363957926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C30FE3B2-3C3B-5654-5905-38C1B02994B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E3FD16F4-F472-DD3E-C1A0-802F0E8FEFD2}"/>
              </a:ext>
            </a:extLst>
          </p:cNvPr>
          <p:cNvSpPr>
            <a:spLocks noGrp="1" noChangeArrowheads="1"/>
          </p:cNvSpPr>
          <p:nvPr>
            <p:ph type="sldNum" sz="quarter" idx="12"/>
          </p:nvPr>
        </p:nvSpPr>
        <p:spPr>
          <a:ln/>
        </p:spPr>
        <p:txBody>
          <a:bodyPr/>
          <a:lstStyle>
            <a:lvl1pPr>
              <a:defRPr/>
            </a:lvl1pPr>
          </a:lstStyle>
          <a:p>
            <a:fld id="{C84238C7-C7BC-7D4B-80D6-A8247A78FD5E}" type="slidenum">
              <a:rPr lang="en-US" altLang="zh-CN"/>
              <a:pPr/>
              <a:t>‹#›</a:t>
            </a:fld>
            <a:endParaRPr lang="en-US" altLang="zh-CN"/>
          </a:p>
        </p:txBody>
      </p:sp>
    </p:spTree>
    <p:extLst>
      <p:ext uri="{BB962C8B-B14F-4D97-AF65-F5344CB8AC3E}">
        <p14:creationId xmlns:p14="http://schemas.microsoft.com/office/powerpoint/2010/main" val="4964192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54625DE4-C32C-323B-FA3D-AB8BBBCE058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A83FED7A-F5DB-C76D-5A61-66CA7CB81BC6}"/>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C450F29B-E5E4-F7B2-D96D-D085C66BF11D}"/>
              </a:ext>
            </a:extLst>
          </p:cNvPr>
          <p:cNvSpPr>
            <a:spLocks noGrp="1" noChangeArrowheads="1"/>
          </p:cNvSpPr>
          <p:nvPr>
            <p:ph type="sldNum" sz="quarter" idx="12"/>
          </p:nvPr>
        </p:nvSpPr>
        <p:spPr>
          <a:ln/>
        </p:spPr>
        <p:txBody>
          <a:bodyPr/>
          <a:lstStyle>
            <a:lvl1pPr>
              <a:defRPr/>
            </a:lvl1pPr>
          </a:lstStyle>
          <a:p>
            <a:fld id="{5F97795A-E062-5949-B7FB-65CA22DD7EFF}" type="slidenum">
              <a:rPr lang="en-US" altLang="zh-CN"/>
              <a:pPr/>
              <a:t>‹#›</a:t>
            </a:fld>
            <a:endParaRPr lang="en-US" altLang="zh-CN"/>
          </a:p>
        </p:txBody>
      </p:sp>
    </p:spTree>
    <p:extLst>
      <p:ext uri="{BB962C8B-B14F-4D97-AF65-F5344CB8AC3E}">
        <p14:creationId xmlns:p14="http://schemas.microsoft.com/office/powerpoint/2010/main" val="18806468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DBE17DCF-023D-6F51-1F85-48F933C9709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804FFB73-E966-4CF8-212A-80BB89741C2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8C31A01E-23C8-2320-B3B2-456E62325402}"/>
              </a:ext>
            </a:extLst>
          </p:cNvPr>
          <p:cNvSpPr>
            <a:spLocks noGrp="1" noChangeArrowheads="1"/>
          </p:cNvSpPr>
          <p:nvPr>
            <p:ph type="sldNum" sz="quarter" idx="12"/>
          </p:nvPr>
        </p:nvSpPr>
        <p:spPr>
          <a:ln/>
        </p:spPr>
        <p:txBody>
          <a:bodyPr/>
          <a:lstStyle>
            <a:lvl1pPr>
              <a:defRPr/>
            </a:lvl1pPr>
          </a:lstStyle>
          <a:p>
            <a:fld id="{4F54B47C-CEB8-8D49-B067-D7D7FF5FAEA4}" type="slidenum">
              <a:rPr lang="en-US" altLang="zh-CN"/>
              <a:pPr/>
              <a:t>‹#›</a:t>
            </a:fld>
            <a:endParaRPr lang="en-US" altLang="zh-CN"/>
          </a:p>
        </p:txBody>
      </p:sp>
    </p:spTree>
    <p:extLst>
      <p:ext uri="{BB962C8B-B14F-4D97-AF65-F5344CB8AC3E}">
        <p14:creationId xmlns:p14="http://schemas.microsoft.com/office/powerpoint/2010/main" val="3039765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11DCF686-9F73-624B-ACF8-78A1564D1FD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21ED3B08-400F-5E57-FED3-72B9BFE5744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6F76946-4218-6E34-AF36-2E4CB82B9114}"/>
              </a:ext>
            </a:extLst>
          </p:cNvPr>
          <p:cNvSpPr>
            <a:spLocks noGrp="1" noChangeArrowheads="1"/>
          </p:cNvSpPr>
          <p:nvPr>
            <p:ph type="sldNum" sz="quarter" idx="12"/>
          </p:nvPr>
        </p:nvSpPr>
        <p:spPr>
          <a:ln/>
        </p:spPr>
        <p:txBody>
          <a:bodyPr/>
          <a:lstStyle>
            <a:lvl1pPr>
              <a:defRPr/>
            </a:lvl1pPr>
          </a:lstStyle>
          <a:p>
            <a:fld id="{8F0B74CE-4D78-284E-B197-A5ED550CEC16}" type="slidenum">
              <a:rPr lang="en-US" altLang="zh-CN"/>
              <a:pPr/>
              <a:t>‹#›</a:t>
            </a:fld>
            <a:endParaRPr lang="en-US" altLang="zh-CN"/>
          </a:p>
        </p:txBody>
      </p:sp>
    </p:spTree>
    <p:extLst>
      <p:ext uri="{BB962C8B-B14F-4D97-AF65-F5344CB8AC3E}">
        <p14:creationId xmlns:p14="http://schemas.microsoft.com/office/powerpoint/2010/main" val="40712307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809814EC-C630-9C46-F5B5-E79421F66E51}"/>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298A0B6-16DD-079C-67B1-025A378A6E79}"/>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FE69AFD0-FABF-0A30-13C5-1A62F3BE6FE6}"/>
              </a:ext>
            </a:extLst>
          </p:cNvPr>
          <p:cNvSpPr>
            <a:spLocks noGrp="1" noChangeArrowheads="1"/>
          </p:cNvSpPr>
          <p:nvPr>
            <p:ph type="sldNum" sz="quarter" idx="12"/>
          </p:nvPr>
        </p:nvSpPr>
        <p:spPr>
          <a:ln/>
        </p:spPr>
        <p:txBody>
          <a:bodyPr/>
          <a:lstStyle>
            <a:lvl1pPr>
              <a:defRPr/>
            </a:lvl1pPr>
          </a:lstStyle>
          <a:p>
            <a:fld id="{5D771D98-7231-994F-A86C-60BAFC902E9D}" type="slidenum">
              <a:rPr lang="en-US" altLang="zh-CN"/>
              <a:pPr/>
              <a:t>‹#›</a:t>
            </a:fld>
            <a:endParaRPr lang="en-US" altLang="zh-CN"/>
          </a:p>
        </p:txBody>
      </p:sp>
    </p:spTree>
    <p:extLst>
      <p:ext uri="{BB962C8B-B14F-4D97-AF65-F5344CB8AC3E}">
        <p14:creationId xmlns:p14="http://schemas.microsoft.com/office/powerpoint/2010/main" val="108554709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18C02F4-8AF8-2ED4-9670-49087DAF225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6F2FD61A-0C99-978D-869E-1318D0A9D06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AF554CF8-1A76-9699-D932-80B1D16F644C}"/>
              </a:ext>
            </a:extLst>
          </p:cNvPr>
          <p:cNvSpPr>
            <a:spLocks noGrp="1" noChangeArrowheads="1"/>
          </p:cNvSpPr>
          <p:nvPr>
            <p:ph type="sldNum" sz="quarter" idx="12"/>
          </p:nvPr>
        </p:nvSpPr>
        <p:spPr>
          <a:ln/>
        </p:spPr>
        <p:txBody>
          <a:bodyPr/>
          <a:lstStyle>
            <a:lvl1pPr>
              <a:defRPr/>
            </a:lvl1pPr>
          </a:lstStyle>
          <a:p>
            <a:fld id="{04BB839E-BCBE-FB4F-B487-0F184F0A725C}" type="slidenum">
              <a:rPr lang="en-US" altLang="zh-CN"/>
              <a:pPr/>
              <a:t>‹#›</a:t>
            </a:fld>
            <a:endParaRPr lang="en-US" altLang="zh-CN"/>
          </a:p>
        </p:txBody>
      </p:sp>
    </p:spTree>
    <p:extLst>
      <p:ext uri="{BB962C8B-B14F-4D97-AF65-F5344CB8AC3E}">
        <p14:creationId xmlns:p14="http://schemas.microsoft.com/office/powerpoint/2010/main" val="36197606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81800" y="190500"/>
            <a:ext cx="1752600" cy="5829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4000" y="190500"/>
            <a:ext cx="5105400" cy="5829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7244F95D-2CBF-7224-0C80-E36C58AA595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BCE42B9-394B-72F0-BBF5-2A9F767780D7}"/>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2C391B16-FC0E-FCB2-3ABC-F48E519E991D}"/>
              </a:ext>
            </a:extLst>
          </p:cNvPr>
          <p:cNvSpPr>
            <a:spLocks noGrp="1" noChangeArrowheads="1"/>
          </p:cNvSpPr>
          <p:nvPr>
            <p:ph type="sldNum" sz="quarter" idx="12"/>
          </p:nvPr>
        </p:nvSpPr>
        <p:spPr>
          <a:ln/>
        </p:spPr>
        <p:txBody>
          <a:bodyPr/>
          <a:lstStyle>
            <a:lvl1pPr>
              <a:defRPr/>
            </a:lvl1pPr>
          </a:lstStyle>
          <a:p>
            <a:fld id="{A69345FD-0E82-DB40-B381-8DF1F12052DC}" type="slidenum">
              <a:rPr lang="en-US" altLang="zh-CN"/>
              <a:pPr/>
              <a:t>‹#›</a:t>
            </a:fld>
            <a:endParaRPr lang="en-US" altLang="zh-CN"/>
          </a:p>
        </p:txBody>
      </p:sp>
    </p:spTree>
    <p:extLst>
      <p:ext uri="{BB962C8B-B14F-4D97-AF65-F5344CB8AC3E}">
        <p14:creationId xmlns:p14="http://schemas.microsoft.com/office/powerpoint/2010/main" val="20936074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Only" preserve="1">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1524000" y="190500"/>
            <a:ext cx="7010400" cy="5829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Rectangle 4">
            <a:extLst>
              <a:ext uri="{FF2B5EF4-FFF2-40B4-BE49-F238E27FC236}">
                <a16:creationId xmlns:a16="http://schemas.microsoft.com/office/drawing/2014/main" id="{34D9C100-8CBB-FE79-FDD5-61BEBF79BED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78FAE89E-A77E-2A56-9C51-A07DE7A49145}"/>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0268AB47-E505-829A-AFFD-65293558D5D8}"/>
              </a:ext>
            </a:extLst>
          </p:cNvPr>
          <p:cNvSpPr>
            <a:spLocks noGrp="1" noChangeArrowheads="1"/>
          </p:cNvSpPr>
          <p:nvPr>
            <p:ph type="sldNum" sz="quarter" idx="12"/>
          </p:nvPr>
        </p:nvSpPr>
        <p:spPr>
          <a:ln/>
        </p:spPr>
        <p:txBody>
          <a:bodyPr/>
          <a:lstStyle>
            <a:lvl1pPr>
              <a:defRPr/>
            </a:lvl1pPr>
          </a:lstStyle>
          <a:p>
            <a:fld id="{0A74134C-5C68-2542-9E6A-0883DEAA471E}" type="slidenum">
              <a:rPr lang="en-US" altLang="zh-CN"/>
              <a:pPr/>
              <a:t>‹#›</a:t>
            </a:fld>
            <a:endParaRPr lang="en-US" altLang="zh-CN"/>
          </a:p>
        </p:txBody>
      </p:sp>
    </p:spTree>
    <p:extLst>
      <p:ext uri="{BB962C8B-B14F-4D97-AF65-F5344CB8AC3E}">
        <p14:creationId xmlns:p14="http://schemas.microsoft.com/office/powerpoint/2010/main" val="162013203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26C77FA7-DE74-601B-614D-E2DA76C5CD0A}"/>
              </a:ext>
            </a:extLst>
          </p:cNvPr>
          <p:cNvSpPr>
            <a:spLocks noChangeArrowheads="1"/>
          </p:cNvSpPr>
          <p:nvPr/>
        </p:nvSpPr>
        <p:spPr bwMode="auto">
          <a:xfrm>
            <a:off x="228600" y="381000"/>
            <a:ext cx="8686800" cy="5638800"/>
          </a:xfrm>
          <a:prstGeom prst="roundRect">
            <a:avLst>
              <a:gd name="adj" fmla="val 7912"/>
            </a:avLst>
          </a:prstGeom>
          <a:solidFill>
            <a:schemeClr val="folHlink"/>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sz="2400">
              <a:latin typeface="Times New Roman" pitchFamily="18" charset="0"/>
            </a:endParaRPr>
          </a:p>
        </p:txBody>
      </p:sp>
      <p:sp>
        <p:nvSpPr>
          <p:cNvPr id="3" name="AutoShape 3">
            <a:extLst>
              <a:ext uri="{FF2B5EF4-FFF2-40B4-BE49-F238E27FC236}">
                <a16:creationId xmlns:a16="http://schemas.microsoft.com/office/drawing/2014/main" id="{BD0408FB-770D-99C6-AD6A-000C2E6850BF}"/>
              </a:ext>
            </a:extLst>
          </p:cNvPr>
          <p:cNvSpPr>
            <a:spLocks noChangeArrowheads="1"/>
          </p:cNvSpPr>
          <p:nvPr/>
        </p:nvSpPr>
        <p:spPr bwMode="white">
          <a:xfrm>
            <a:off x="327025" y="488950"/>
            <a:ext cx="8435975" cy="4768850"/>
          </a:xfrm>
          <a:prstGeom prst="roundRect">
            <a:avLst>
              <a:gd name="adj" fmla="val 7310"/>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sz="2400">
              <a:latin typeface="Times New Roman" pitchFamily="18" charset="0"/>
            </a:endParaRPr>
          </a:p>
        </p:txBody>
      </p:sp>
      <p:sp>
        <p:nvSpPr>
          <p:cNvPr id="4" name="AutoShape 4">
            <a:extLst>
              <a:ext uri="{FF2B5EF4-FFF2-40B4-BE49-F238E27FC236}">
                <a16:creationId xmlns:a16="http://schemas.microsoft.com/office/drawing/2014/main" id="{85AB6A1E-345F-BAD5-930D-E0AE61B4B5B0}"/>
              </a:ext>
            </a:extLst>
          </p:cNvPr>
          <p:cNvSpPr>
            <a:spLocks noChangeArrowheads="1"/>
          </p:cNvSpPr>
          <p:nvPr/>
        </p:nvSpPr>
        <p:spPr bwMode="blackWhite">
          <a:xfrm>
            <a:off x="1371600" y="3338513"/>
            <a:ext cx="6400800" cy="2286000"/>
          </a:xfrm>
          <a:prstGeom prst="roundRect">
            <a:avLst>
              <a:gd name="adj" fmla="val 16667"/>
            </a:avLst>
          </a:prstGeom>
          <a:solidFill>
            <a:schemeClr val="bg1"/>
          </a:solidFill>
          <a:ln w="50800">
            <a:solidFill>
              <a:schemeClr val="bg2"/>
            </a:solidFill>
            <a:round/>
            <a:headEnd/>
            <a:tailEnd/>
          </a:ln>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a:latin typeface="Arial" charset="0"/>
            </a:endParaRPr>
          </a:p>
        </p:txBody>
      </p:sp>
      <p:sp>
        <p:nvSpPr>
          <p:cNvPr id="8197" name="Rectangle 5"/>
          <p:cNvSpPr>
            <a:spLocks noGrp="1" noChangeArrowheads="1"/>
          </p:cNvSpPr>
          <p:nvPr>
            <p:ph type="ctrTitle"/>
          </p:nvPr>
        </p:nvSpPr>
        <p:spPr>
          <a:xfrm>
            <a:off x="685800" y="857250"/>
            <a:ext cx="7772400" cy="2266950"/>
          </a:xfrm>
        </p:spPr>
        <p:txBody>
          <a:bodyPr anchor="ctr" anchorCtr="1"/>
          <a:lstStyle>
            <a:lvl1pPr algn="ctr">
              <a:defRPr sz="4100" i="1"/>
            </a:lvl1pPr>
          </a:lstStyle>
          <a:p>
            <a:r>
              <a:rPr lang="zh-CN" altLang="en-US"/>
              <a:t>单击此处编辑母版标题样式</a:t>
            </a:r>
          </a:p>
        </p:txBody>
      </p:sp>
      <p:sp>
        <p:nvSpPr>
          <p:cNvPr id="8198" name="Rectangle 6"/>
          <p:cNvSpPr>
            <a:spLocks noGrp="1" noChangeArrowheads="1"/>
          </p:cNvSpPr>
          <p:nvPr>
            <p:ph type="subTitle" idx="1"/>
          </p:nvPr>
        </p:nvSpPr>
        <p:spPr>
          <a:xfrm>
            <a:off x="1752600" y="3567113"/>
            <a:ext cx="5410200" cy="1905000"/>
          </a:xfrm>
        </p:spPr>
        <p:txBody>
          <a:bodyPr anchor="ctr"/>
          <a:lstStyle>
            <a:lvl1pPr marL="0" indent="0" algn="ctr">
              <a:buFont typeface="Wingdings" pitchFamily="2" charset="2"/>
              <a:buNone/>
              <a:defRPr sz="3300"/>
            </a:lvl1pPr>
          </a:lstStyle>
          <a:p>
            <a:r>
              <a:rPr lang="zh-CN" altLang="en-US"/>
              <a:t>单击此处编辑母版副标题样式</a:t>
            </a:r>
          </a:p>
        </p:txBody>
      </p:sp>
      <p:sp>
        <p:nvSpPr>
          <p:cNvPr id="5" name="Rectangle 7">
            <a:extLst>
              <a:ext uri="{FF2B5EF4-FFF2-40B4-BE49-F238E27FC236}">
                <a16:creationId xmlns:a16="http://schemas.microsoft.com/office/drawing/2014/main" id="{2E7DD7BC-E6C6-E008-C132-69307A63C2A7}"/>
              </a:ext>
            </a:extLst>
          </p:cNvPr>
          <p:cNvSpPr>
            <a:spLocks noGrp="1" noChangeArrowheads="1"/>
          </p:cNvSpPr>
          <p:nvPr>
            <p:ph type="dt" sz="half" idx="10"/>
          </p:nvPr>
        </p:nvSpPr>
        <p:spPr/>
        <p:txBody>
          <a:bodyPr/>
          <a:lstStyle>
            <a:lvl1pPr>
              <a:defRPr/>
            </a:lvl1pPr>
          </a:lstStyle>
          <a:p>
            <a:pPr>
              <a:defRPr/>
            </a:pPr>
            <a:endParaRPr lang="en-US" altLang="zh-CN"/>
          </a:p>
        </p:txBody>
      </p:sp>
      <p:sp>
        <p:nvSpPr>
          <p:cNvPr id="6" name="Rectangle 8">
            <a:extLst>
              <a:ext uri="{FF2B5EF4-FFF2-40B4-BE49-F238E27FC236}">
                <a16:creationId xmlns:a16="http://schemas.microsoft.com/office/drawing/2014/main" id="{F95BE290-2B29-9D02-71AE-E08AA3DD9FFE}"/>
              </a:ext>
            </a:extLst>
          </p:cNvPr>
          <p:cNvSpPr>
            <a:spLocks noGrp="1" noChangeArrowheads="1"/>
          </p:cNvSpPr>
          <p:nvPr>
            <p:ph type="ftr" sz="quarter" idx="11"/>
          </p:nvPr>
        </p:nvSpPr>
        <p:spPr>
          <a:xfrm>
            <a:off x="3352800" y="6391275"/>
            <a:ext cx="2895600" cy="457200"/>
          </a:xfrm>
        </p:spPr>
        <p:txBody>
          <a:bodyPr/>
          <a:lstStyle>
            <a:lvl1pPr>
              <a:defRPr/>
            </a:lvl1pPr>
          </a:lstStyle>
          <a:p>
            <a:pPr>
              <a:defRPr/>
            </a:pPr>
            <a:endParaRPr lang="en-US" altLang="zh-CN"/>
          </a:p>
        </p:txBody>
      </p:sp>
      <p:sp>
        <p:nvSpPr>
          <p:cNvPr id="7" name="Rectangle 9">
            <a:extLst>
              <a:ext uri="{FF2B5EF4-FFF2-40B4-BE49-F238E27FC236}">
                <a16:creationId xmlns:a16="http://schemas.microsoft.com/office/drawing/2014/main" id="{727E846E-8EE3-7C64-7A8C-DBE39C680B29}"/>
              </a:ext>
            </a:extLst>
          </p:cNvPr>
          <p:cNvSpPr>
            <a:spLocks noGrp="1" noChangeArrowheads="1"/>
          </p:cNvSpPr>
          <p:nvPr>
            <p:ph type="sldNum" sz="quarter" idx="12"/>
          </p:nvPr>
        </p:nvSpPr>
        <p:spPr>
          <a:xfrm>
            <a:off x="6858000" y="6391275"/>
            <a:ext cx="1600200" cy="457200"/>
          </a:xfrm>
        </p:spPr>
        <p:txBody>
          <a:bodyPr/>
          <a:lstStyle>
            <a:lvl1pPr>
              <a:defRPr/>
            </a:lvl1pPr>
          </a:lstStyle>
          <a:p>
            <a:fld id="{FE45F1AF-0F11-6A4A-996E-82B49DA962DC}" type="slidenum">
              <a:rPr lang="en-US" altLang="zh-CN"/>
              <a:pPr/>
              <a:t>‹#›</a:t>
            </a:fld>
            <a:endParaRPr lang="en-US" altLang="zh-CN"/>
          </a:p>
        </p:txBody>
      </p:sp>
    </p:spTree>
    <p:extLst>
      <p:ext uri="{BB962C8B-B14F-4D97-AF65-F5344CB8AC3E}">
        <p14:creationId xmlns:p14="http://schemas.microsoft.com/office/powerpoint/2010/main" val="217734083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F0551216-8706-4642-CE9E-9F00FB6C93A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4DB5876B-E87B-8B79-172B-E6662F226C8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78C2C1DE-2650-0A0F-3D87-1585868EC648}"/>
              </a:ext>
            </a:extLst>
          </p:cNvPr>
          <p:cNvSpPr>
            <a:spLocks noGrp="1" noChangeArrowheads="1"/>
          </p:cNvSpPr>
          <p:nvPr>
            <p:ph type="sldNum" sz="quarter" idx="12"/>
          </p:nvPr>
        </p:nvSpPr>
        <p:spPr>
          <a:ln/>
        </p:spPr>
        <p:txBody>
          <a:bodyPr/>
          <a:lstStyle>
            <a:lvl1pPr>
              <a:defRPr/>
            </a:lvl1pPr>
          </a:lstStyle>
          <a:p>
            <a:fld id="{660019D3-4F48-9F4E-B7CC-EACE7A5BEE57}" type="slidenum">
              <a:rPr lang="en-US" altLang="zh-CN"/>
              <a:pPr/>
              <a:t>‹#›</a:t>
            </a:fld>
            <a:endParaRPr lang="en-US" altLang="zh-CN"/>
          </a:p>
        </p:txBody>
      </p:sp>
    </p:spTree>
    <p:extLst>
      <p:ext uri="{BB962C8B-B14F-4D97-AF65-F5344CB8AC3E}">
        <p14:creationId xmlns:p14="http://schemas.microsoft.com/office/powerpoint/2010/main" val="283663258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a:extLst>
              <a:ext uri="{FF2B5EF4-FFF2-40B4-BE49-F238E27FC236}">
                <a16:creationId xmlns:a16="http://schemas.microsoft.com/office/drawing/2014/main" id="{7F4F029B-DE01-F51C-1C2E-1163219433B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F43B7AA-0153-36C2-75AF-B4347BA2C75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5809F688-53D1-1333-FFA9-2A1519F8E5EE}"/>
              </a:ext>
            </a:extLst>
          </p:cNvPr>
          <p:cNvSpPr>
            <a:spLocks noGrp="1" noChangeArrowheads="1"/>
          </p:cNvSpPr>
          <p:nvPr>
            <p:ph type="sldNum" sz="quarter" idx="12"/>
          </p:nvPr>
        </p:nvSpPr>
        <p:spPr>
          <a:ln/>
        </p:spPr>
        <p:txBody>
          <a:bodyPr/>
          <a:lstStyle>
            <a:lvl1pPr>
              <a:defRPr/>
            </a:lvl1pPr>
          </a:lstStyle>
          <a:p>
            <a:fld id="{9AA9691E-8C55-8345-8F69-9022CBFAFA49}" type="slidenum">
              <a:rPr lang="en-US" altLang="zh-CN"/>
              <a:pPr/>
              <a:t>‹#›</a:t>
            </a:fld>
            <a:endParaRPr lang="en-US" altLang="zh-CN"/>
          </a:p>
        </p:txBody>
      </p:sp>
    </p:spTree>
    <p:extLst>
      <p:ext uri="{BB962C8B-B14F-4D97-AF65-F5344CB8AC3E}">
        <p14:creationId xmlns:p14="http://schemas.microsoft.com/office/powerpoint/2010/main" val="21359491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62000" y="1905000"/>
            <a:ext cx="37719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1905000"/>
            <a:ext cx="3771900" cy="4038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A47479B9-6F08-8470-A859-FEFFBD6BE04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1FA86E7-3744-B83E-6754-F819BF16ED8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FEA4864-9B93-CB76-4A87-908C2EADEBDA}"/>
              </a:ext>
            </a:extLst>
          </p:cNvPr>
          <p:cNvSpPr>
            <a:spLocks noGrp="1" noChangeArrowheads="1"/>
          </p:cNvSpPr>
          <p:nvPr>
            <p:ph type="sldNum" sz="quarter" idx="12"/>
          </p:nvPr>
        </p:nvSpPr>
        <p:spPr>
          <a:ln/>
        </p:spPr>
        <p:txBody>
          <a:bodyPr/>
          <a:lstStyle>
            <a:lvl1pPr>
              <a:defRPr/>
            </a:lvl1pPr>
          </a:lstStyle>
          <a:p>
            <a:fld id="{B220C9D6-DF1F-DB44-B47B-EB49E90185F0}" type="slidenum">
              <a:rPr lang="en-US" altLang="zh-CN"/>
              <a:pPr/>
              <a:t>‹#›</a:t>
            </a:fld>
            <a:endParaRPr lang="en-US" altLang="zh-CN"/>
          </a:p>
        </p:txBody>
      </p:sp>
    </p:spTree>
    <p:extLst>
      <p:ext uri="{BB962C8B-B14F-4D97-AF65-F5344CB8AC3E}">
        <p14:creationId xmlns:p14="http://schemas.microsoft.com/office/powerpoint/2010/main" val="161339541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a:extLst>
              <a:ext uri="{FF2B5EF4-FFF2-40B4-BE49-F238E27FC236}">
                <a16:creationId xmlns:a16="http://schemas.microsoft.com/office/drawing/2014/main" id="{5DF963AA-FDE8-59D7-7DF6-E7C61DD1222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639ED827-92BB-6D2B-CECD-02834C4E376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CD15FA34-A059-870F-8CA4-7811F3EC289E}"/>
              </a:ext>
            </a:extLst>
          </p:cNvPr>
          <p:cNvSpPr>
            <a:spLocks noGrp="1" noChangeArrowheads="1"/>
          </p:cNvSpPr>
          <p:nvPr>
            <p:ph type="sldNum" sz="quarter" idx="12"/>
          </p:nvPr>
        </p:nvSpPr>
        <p:spPr>
          <a:ln/>
        </p:spPr>
        <p:txBody>
          <a:bodyPr/>
          <a:lstStyle>
            <a:lvl1pPr>
              <a:defRPr/>
            </a:lvl1pPr>
          </a:lstStyle>
          <a:p>
            <a:fld id="{22755B6F-63C2-A54F-8683-4F82F88FBEC5}" type="slidenum">
              <a:rPr lang="en-US" altLang="zh-CN"/>
              <a:pPr/>
              <a:t>‹#›</a:t>
            </a:fld>
            <a:endParaRPr lang="en-US" altLang="zh-CN"/>
          </a:p>
        </p:txBody>
      </p:sp>
    </p:spTree>
    <p:extLst>
      <p:ext uri="{BB962C8B-B14F-4D97-AF65-F5344CB8AC3E}">
        <p14:creationId xmlns:p14="http://schemas.microsoft.com/office/powerpoint/2010/main" val="29009513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47457C06-BF04-8BD3-A196-CD414642253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21027712-4893-CC2F-4242-521BF1A8F50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BDB2BF29-9326-7CF0-F13C-C0A3A755B62F}"/>
              </a:ext>
            </a:extLst>
          </p:cNvPr>
          <p:cNvSpPr>
            <a:spLocks noGrp="1" noChangeArrowheads="1"/>
          </p:cNvSpPr>
          <p:nvPr>
            <p:ph type="sldNum" sz="quarter" idx="12"/>
          </p:nvPr>
        </p:nvSpPr>
        <p:spPr>
          <a:ln/>
        </p:spPr>
        <p:txBody>
          <a:bodyPr/>
          <a:lstStyle>
            <a:lvl1pPr>
              <a:defRPr/>
            </a:lvl1pPr>
          </a:lstStyle>
          <a:p>
            <a:fld id="{ADD57C31-E49B-4549-94BD-42B9ADB3258D}" type="slidenum">
              <a:rPr lang="en-US" altLang="zh-CN"/>
              <a:pPr/>
              <a:t>‹#›</a:t>
            </a:fld>
            <a:endParaRPr lang="en-US" altLang="zh-CN"/>
          </a:p>
        </p:txBody>
      </p:sp>
    </p:spTree>
    <p:extLst>
      <p:ext uri="{BB962C8B-B14F-4D97-AF65-F5344CB8AC3E}">
        <p14:creationId xmlns:p14="http://schemas.microsoft.com/office/powerpoint/2010/main" val="317306673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9A9CBA3D-C848-F81C-5A58-4D258E0AD03C}"/>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94E06FB7-0370-4EEC-9D85-90D7238B94B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2E263F31-2964-5B8C-3610-48940277D843}"/>
              </a:ext>
            </a:extLst>
          </p:cNvPr>
          <p:cNvSpPr>
            <a:spLocks noGrp="1" noChangeArrowheads="1"/>
          </p:cNvSpPr>
          <p:nvPr>
            <p:ph type="sldNum" sz="quarter" idx="12"/>
          </p:nvPr>
        </p:nvSpPr>
        <p:spPr>
          <a:ln/>
        </p:spPr>
        <p:txBody>
          <a:bodyPr/>
          <a:lstStyle>
            <a:lvl1pPr>
              <a:defRPr/>
            </a:lvl1pPr>
          </a:lstStyle>
          <a:p>
            <a:fld id="{96422CF0-D093-8349-940E-AA6C473471D6}" type="slidenum">
              <a:rPr lang="en-US" altLang="zh-CN"/>
              <a:pPr/>
              <a:t>‹#›</a:t>
            </a:fld>
            <a:endParaRPr lang="en-US" altLang="zh-CN"/>
          </a:p>
        </p:txBody>
      </p:sp>
    </p:spTree>
    <p:extLst>
      <p:ext uri="{BB962C8B-B14F-4D97-AF65-F5344CB8AC3E}">
        <p14:creationId xmlns:p14="http://schemas.microsoft.com/office/powerpoint/2010/main" val="211926274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3D274D5-11C4-BC72-CFA0-07D20ED31E6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00097774-A8BD-42A6-F7BD-EB06ACC02314}"/>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A67B28D7-2A6B-139F-343B-1B4BCA2CDF5D}"/>
              </a:ext>
            </a:extLst>
          </p:cNvPr>
          <p:cNvSpPr>
            <a:spLocks noGrp="1" noChangeArrowheads="1"/>
          </p:cNvSpPr>
          <p:nvPr>
            <p:ph type="sldNum" sz="quarter" idx="12"/>
          </p:nvPr>
        </p:nvSpPr>
        <p:spPr>
          <a:ln/>
        </p:spPr>
        <p:txBody>
          <a:bodyPr/>
          <a:lstStyle>
            <a:lvl1pPr>
              <a:defRPr/>
            </a:lvl1pPr>
          </a:lstStyle>
          <a:p>
            <a:fld id="{CB6CE5BD-7CE5-6D42-8540-D5CA3D476FB9}" type="slidenum">
              <a:rPr lang="en-US" altLang="zh-CN"/>
              <a:pPr/>
              <a:t>‹#›</a:t>
            </a:fld>
            <a:endParaRPr lang="en-US" altLang="zh-CN"/>
          </a:p>
        </p:txBody>
      </p:sp>
    </p:spTree>
    <p:extLst>
      <p:ext uri="{BB962C8B-B14F-4D97-AF65-F5344CB8AC3E}">
        <p14:creationId xmlns:p14="http://schemas.microsoft.com/office/powerpoint/2010/main" val="365417577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a:extLst>
              <a:ext uri="{FF2B5EF4-FFF2-40B4-BE49-F238E27FC236}">
                <a16:creationId xmlns:a16="http://schemas.microsoft.com/office/drawing/2014/main" id="{DD2EEA5B-9164-DC7C-0645-541AB188D227}"/>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94C96E5-3FB2-D021-AB44-315BA9C0B1E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BFD3A3E-F52D-B574-8D8A-932AD61A1A60}"/>
              </a:ext>
            </a:extLst>
          </p:cNvPr>
          <p:cNvSpPr>
            <a:spLocks noGrp="1" noChangeArrowheads="1"/>
          </p:cNvSpPr>
          <p:nvPr>
            <p:ph type="sldNum" sz="quarter" idx="12"/>
          </p:nvPr>
        </p:nvSpPr>
        <p:spPr>
          <a:ln/>
        </p:spPr>
        <p:txBody>
          <a:bodyPr/>
          <a:lstStyle>
            <a:lvl1pPr>
              <a:defRPr/>
            </a:lvl1pPr>
          </a:lstStyle>
          <a:p>
            <a:fld id="{F078C390-1C7A-7C45-B67B-B352FF08EA53}" type="slidenum">
              <a:rPr lang="en-US" altLang="zh-CN"/>
              <a:pPr/>
              <a:t>‹#›</a:t>
            </a:fld>
            <a:endParaRPr lang="en-US" altLang="zh-CN"/>
          </a:p>
        </p:txBody>
      </p:sp>
    </p:spTree>
    <p:extLst>
      <p:ext uri="{BB962C8B-B14F-4D97-AF65-F5344CB8AC3E}">
        <p14:creationId xmlns:p14="http://schemas.microsoft.com/office/powerpoint/2010/main" val="343010777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014D3709-D1D7-E6B6-F256-CF1D75B07D30}"/>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9FA298C5-6E1F-4676-7430-43E2393BF72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9D9FA42-B7FC-415E-6617-396AD7CD07A0}"/>
              </a:ext>
            </a:extLst>
          </p:cNvPr>
          <p:cNvSpPr>
            <a:spLocks noGrp="1" noChangeArrowheads="1"/>
          </p:cNvSpPr>
          <p:nvPr>
            <p:ph type="sldNum" sz="quarter" idx="12"/>
          </p:nvPr>
        </p:nvSpPr>
        <p:spPr>
          <a:ln/>
        </p:spPr>
        <p:txBody>
          <a:bodyPr/>
          <a:lstStyle>
            <a:lvl1pPr>
              <a:defRPr/>
            </a:lvl1pPr>
          </a:lstStyle>
          <a:p>
            <a:fld id="{E35FA06C-C215-204B-A7A7-8A41B7DD9484}" type="slidenum">
              <a:rPr lang="en-US" altLang="zh-CN"/>
              <a:pPr/>
              <a:t>‹#›</a:t>
            </a:fld>
            <a:endParaRPr lang="en-US" altLang="zh-CN"/>
          </a:p>
        </p:txBody>
      </p:sp>
    </p:spTree>
    <p:extLst>
      <p:ext uri="{BB962C8B-B14F-4D97-AF65-F5344CB8AC3E}">
        <p14:creationId xmlns:p14="http://schemas.microsoft.com/office/powerpoint/2010/main" val="333691202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34150" y="533400"/>
            <a:ext cx="1924050" cy="54102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62000" y="533400"/>
            <a:ext cx="561975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95AD7EBE-6792-0A19-1F01-15782AA9811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5AD36484-FD87-1C24-17C3-0CF767F3DC5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1E0F479-A0BA-9D8E-770F-EFB62883839E}"/>
              </a:ext>
            </a:extLst>
          </p:cNvPr>
          <p:cNvSpPr>
            <a:spLocks noGrp="1" noChangeArrowheads="1"/>
          </p:cNvSpPr>
          <p:nvPr>
            <p:ph type="sldNum" sz="quarter" idx="12"/>
          </p:nvPr>
        </p:nvSpPr>
        <p:spPr>
          <a:ln/>
        </p:spPr>
        <p:txBody>
          <a:bodyPr/>
          <a:lstStyle>
            <a:lvl1pPr>
              <a:defRPr/>
            </a:lvl1pPr>
          </a:lstStyle>
          <a:p>
            <a:fld id="{3997AA7D-CF86-9E47-BE39-2BE7C8889F9F}" type="slidenum">
              <a:rPr lang="en-US" altLang="zh-CN"/>
              <a:pPr/>
              <a:t>‹#›</a:t>
            </a:fld>
            <a:endParaRPr lang="en-US" altLang="zh-CN"/>
          </a:p>
        </p:txBody>
      </p:sp>
    </p:spTree>
    <p:extLst>
      <p:ext uri="{BB962C8B-B14F-4D97-AF65-F5344CB8AC3E}">
        <p14:creationId xmlns:p14="http://schemas.microsoft.com/office/powerpoint/2010/main" val="162686257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xOverObj" preserve="1">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762000" y="533400"/>
            <a:ext cx="7696200" cy="1143000"/>
          </a:xfrm>
        </p:spPr>
        <p:txBody>
          <a:bodyPr/>
          <a:lstStyle/>
          <a:p>
            <a:r>
              <a:rPr lang="en-US"/>
              <a:t>Click to edit Master title style</a:t>
            </a:r>
          </a:p>
        </p:txBody>
      </p:sp>
      <p:sp>
        <p:nvSpPr>
          <p:cNvPr id="3" name="Text Placeholder 2"/>
          <p:cNvSpPr>
            <a:spLocks noGrp="1"/>
          </p:cNvSpPr>
          <p:nvPr>
            <p:ph type="body" sz="half" idx="1"/>
          </p:nvPr>
        </p:nvSpPr>
        <p:spPr>
          <a:xfrm>
            <a:off x="762000" y="1905000"/>
            <a:ext cx="76962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762000" y="4000500"/>
            <a:ext cx="7696200" cy="19431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A6D20FEB-0C52-4D37-2C92-577424F508CA}"/>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46921E42-0F96-AEE0-1FF6-FCD771AE993E}"/>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0D5E9885-C0C4-837A-C942-D46673F88E6A}"/>
              </a:ext>
            </a:extLst>
          </p:cNvPr>
          <p:cNvSpPr>
            <a:spLocks noGrp="1" noChangeArrowheads="1"/>
          </p:cNvSpPr>
          <p:nvPr>
            <p:ph type="sldNum" sz="quarter" idx="12"/>
          </p:nvPr>
        </p:nvSpPr>
        <p:spPr>
          <a:ln/>
        </p:spPr>
        <p:txBody>
          <a:bodyPr/>
          <a:lstStyle>
            <a:lvl1pPr>
              <a:defRPr/>
            </a:lvl1pPr>
          </a:lstStyle>
          <a:p>
            <a:fld id="{9B3DE3C9-DA8A-064C-8A24-E3C675271044}" type="slidenum">
              <a:rPr lang="en-US" altLang="zh-CN"/>
              <a:pPr/>
              <a:t>‹#›</a:t>
            </a:fld>
            <a:endParaRPr lang="en-US" altLang="zh-CN"/>
          </a:p>
        </p:txBody>
      </p:sp>
    </p:spTree>
    <p:extLst>
      <p:ext uri="{BB962C8B-B14F-4D97-AF65-F5344CB8AC3E}">
        <p14:creationId xmlns:p14="http://schemas.microsoft.com/office/powerpoint/2010/main" val="316387793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AndTx" preserve="1">
  <p:cSld name="Title, Content and Text">
    <p:spTree>
      <p:nvGrpSpPr>
        <p:cNvPr id="1" name=""/>
        <p:cNvGrpSpPr/>
        <p:nvPr/>
      </p:nvGrpSpPr>
      <p:grpSpPr>
        <a:xfrm>
          <a:off x="0" y="0"/>
          <a:ext cx="0" cy="0"/>
          <a:chOff x="0" y="0"/>
          <a:chExt cx="0" cy="0"/>
        </a:xfrm>
      </p:grpSpPr>
      <p:sp>
        <p:nvSpPr>
          <p:cNvPr id="2" name="Title 1"/>
          <p:cNvSpPr>
            <a:spLocks noGrp="1"/>
          </p:cNvSpPr>
          <p:nvPr>
            <p:ph type="title"/>
          </p:nvPr>
        </p:nvSpPr>
        <p:spPr>
          <a:xfrm>
            <a:off x="762000" y="533400"/>
            <a:ext cx="7696200" cy="1143000"/>
          </a:xfrm>
        </p:spPr>
        <p:txBody>
          <a:bodyPr/>
          <a:lstStyle/>
          <a:p>
            <a:r>
              <a:rPr lang="en-US"/>
              <a:t>Click to edit Master title style</a:t>
            </a:r>
          </a:p>
        </p:txBody>
      </p:sp>
      <p:sp>
        <p:nvSpPr>
          <p:cNvPr id="3" name="Content Placeholder 2"/>
          <p:cNvSpPr>
            <a:spLocks noGrp="1"/>
          </p:cNvSpPr>
          <p:nvPr>
            <p:ph sz="half" idx="1"/>
          </p:nvPr>
        </p:nvSpPr>
        <p:spPr>
          <a:xfrm>
            <a:off x="762000" y="1905000"/>
            <a:ext cx="37719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686300" y="1905000"/>
            <a:ext cx="3771900" cy="4038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a:extLst>
              <a:ext uri="{FF2B5EF4-FFF2-40B4-BE49-F238E27FC236}">
                <a16:creationId xmlns:a16="http://schemas.microsoft.com/office/drawing/2014/main" id="{AFE973F9-5A90-643F-7BDC-3C6A10BCCE9D}"/>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3F18F8CB-8984-3AEC-5474-5BD8BFC45C3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9F1DAF72-BD32-FFD0-672C-224782B6CC8B}"/>
              </a:ext>
            </a:extLst>
          </p:cNvPr>
          <p:cNvSpPr>
            <a:spLocks noGrp="1" noChangeArrowheads="1"/>
          </p:cNvSpPr>
          <p:nvPr>
            <p:ph type="sldNum" sz="quarter" idx="12"/>
          </p:nvPr>
        </p:nvSpPr>
        <p:spPr>
          <a:ln/>
        </p:spPr>
        <p:txBody>
          <a:bodyPr/>
          <a:lstStyle>
            <a:lvl1pPr>
              <a:defRPr/>
            </a:lvl1pPr>
          </a:lstStyle>
          <a:p>
            <a:fld id="{723AACFD-0B91-EC42-87CC-E05D77AF9FE1}" type="slidenum">
              <a:rPr lang="en-US" altLang="zh-CN"/>
              <a:pPr/>
              <a:t>‹#›</a:t>
            </a:fld>
            <a:endParaRPr lang="en-US" altLang="zh-CN"/>
          </a:p>
        </p:txBody>
      </p:sp>
    </p:spTree>
    <p:extLst>
      <p:ext uri="{BB962C8B-B14F-4D97-AF65-F5344CB8AC3E}">
        <p14:creationId xmlns:p14="http://schemas.microsoft.com/office/powerpoint/2010/main" val="218130192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F2B30C"/>
        </a:solidFill>
        <a:effectLst/>
      </p:bgPr>
    </p:bg>
    <p:spTree>
      <p:nvGrpSpPr>
        <p:cNvPr id="1" name=""/>
        <p:cNvGrpSpPr/>
        <p:nvPr/>
      </p:nvGrpSpPr>
      <p:grpSpPr>
        <a:xfrm>
          <a:off x="0" y="0"/>
          <a:ext cx="0" cy="0"/>
          <a:chOff x="0" y="0"/>
          <a:chExt cx="0" cy="0"/>
        </a:xfrm>
      </p:grpSpPr>
      <p:pic>
        <p:nvPicPr>
          <p:cNvPr id="2" name="Picture 4">
            <a:extLst>
              <a:ext uri="{FF2B5EF4-FFF2-40B4-BE49-F238E27FC236}">
                <a16:creationId xmlns:a16="http://schemas.microsoft.com/office/drawing/2014/main" id="{58A07DB3-8DEF-82BC-68C0-7B616C62C28D}"/>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2400" y="646113"/>
            <a:ext cx="4495800" cy="536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extBox 2">
            <a:extLst>
              <a:ext uri="{FF2B5EF4-FFF2-40B4-BE49-F238E27FC236}">
                <a16:creationId xmlns:a16="http://schemas.microsoft.com/office/drawing/2014/main" id="{D3E0FC3F-A532-BB2B-F00F-95B8B0E8821F}"/>
              </a:ext>
            </a:extLst>
          </p:cNvPr>
          <p:cNvSpPr txBox="1">
            <a:spLocks noChangeArrowheads="1"/>
          </p:cNvSpPr>
          <p:nvPr/>
        </p:nvSpPr>
        <p:spPr bwMode="auto">
          <a:xfrm>
            <a:off x="6827838" y="6019800"/>
            <a:ext cx="2163762"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r">
              <a:defRPr/>
            </a:pPr>
            <a:r>
              <a:rPr lang="en-US" altLang="en-US" sz="1400">
                <a:solidFill>
                  <a:srgbClr val="000000"/>
                </a:solidFill>
                <a:latin typeface="Arial" pitchFamily="34" charset="0"/>
                <a:ea typeface="ヒラギノ角ゴ Pro W3"/>
              </a:rPr>
              <a:t>Lecture Presentations by</a:t>
            </a:r>
            <a:br>
              <a:rPr lang="en-US" altLang="en-US" sz="1400">
                <a:solidFill>
                  <a:srgbClr val="000000"/>
                </a:solidFill>
                <a:latin typeface="Arial" pitchFamily="34" charset="0"/>
                <a:ea typeface="ヒラギノ角ゴ Pro W3"/>
              </a:rPr>
            </a:br>
            <a:r>
              <a:rPr lang="en-US" altLang="en-US" sz="1400">
                <a:solidFill>
                  <a:srgbClr val="000000"/>
                </a:solidFill>
                <a:latin typeface="Arial" pitchFamily="34" charset="0"/>
                <a:ea typeface="ヒラギノ角ゴ Pro W3"/>
              </a:rPr>
              <a:t>Nicole Tunbridge and</a:t>
            </a:r>
          </a:p>
          <a:p>
            <a:pPr algn="r">
              <a:defRPr/>
            </a:pPr>
            <a:r>
              <a:rPr lang="en-US" altLang="en-US" sz="1400">
                <a:solidFill>
                  <a:srgbClr val="000000"/>
                </a:solidFill>
                <a:latin typeface="Arial" pitchFamily="34" charset="0"/>
                <a:ea typeface="ヒラギノ角ゴ Pro W3"/>
              </a:rPr>
              <a:t>Kathleen Fitzpatrick</a:t>
            </a:r>
          </a:p>
        </p:txBody>
      </p:sp>
      <p:sp>
        <p:nvSpPr>
          <p:cNvPr id="4" name="Rectangle 3">
            <a:extLst>
              <a:ext uri="{FF2B5EF4-FFF2-40B4-BE49-F238E27FC236}">
                <a16:creationId xmlns:a16="http://schemas.microsoft.com/office/drawing/2014/main" id="{4803B97B-87B0-C70E-B0A6-ADBB687C9CF7}"/>
              </a:ext>
            </a:extLst>
          </p:cNvPr>
          <p:cNvSpPr/>
          <p:nvPr userDrawn="1"/>
        </p:nvSpPr>
        <p:spPr>
          <a:xfrm>
            <a:off x="4876800" y="646113"/>
            <a:ext cx="4114800" cy="5368925"/>
          </a:xfrm>
          <a:prstGeom prst="rect">
            <a:avLst/>
          </a:prstGeom>
        </p:spPr>
        <p:txBody>
          <a:bodyPr anchor="ctr"/>
          <a:lstStyle/>
          <a:p>
            <a:pPr algn="ctr">
              <a:defRPr/>
            </a:pPr>
            <a:r>
              <a:rPr lang="en-US" sz="4000" b="1" dirty="0">
                <a:solidFill>
                  <a:srgbClr val="DF4A20"/>
                </a:solidFill>
                <a:effectLst>
                  <a:outerShdw blurRad="38100" dist="38100" dir="2700000" algn="tl">
                    <a:srgbClr val="000000">
                      <a:alpha val="43137"/>
                    </a:srgbClr>
                  </a:outerShdw>
                </a:effectLst>
                <a:latin typeface="Arial" panose="020B0604020202020204" pitchFamily="34" charset="0"/>
                <a:ea typeface="ヒラギノ角ゴ Pro W3" charset="-128"/>
              </a:rPr>
              <a:t>Chapter 19</a:t>
            </a:r>
            <a:br>
              <a:rPr lang="en-US" sz="3200" b="1" dirty="0">
                <a:solidFill>
                  <a:srgbClr val="DF4A20"/>
                </a:solidFill>
                <a:latin typeface="Arial" panose="020B0604020202020204" pitchFamily="34" charset="0"/>
                <a:ea typeface="ヒラギノ角ゴ Pro W3" charset="-128"/>
              </a:rPr>
            </a:br>
            <a:br>
              <a:rPr lang="en-US" sz="3600" dirty="0">
                <a:solidFill>
                  <a:srgbClr val="000000"/>
                </a:solidFill>
                <a:latin typeface="Arial" panose="020B0604020202020204" pitchFamily="34" charset="0"/>
                <a:ea typeface="ヒラギノ角ゴ Pro W3" charset="-128"/>
              </a:rPr>
            </a:br>
            <a:r>
              <a:rPr lang="en-US" sz="4000" b="1" dirty="0">
                <a:solidFill>
                  <a:srgbClr val="000000"/>
                </a:solidFill>
                <a:effectLst>
                  <a:outerShdw blurRad="38100" dist="38100" dir="2700000" algn="tl">
                    <a:srgbClr val="000000">
                      <a:alpha val="43137"/>
                    </a:srgbClr>
                  </a:outerShdw>
                </a:effectLst>
                <a:latin typeface="Arial" panose="020B0604020202020204" pitchFamily="34" charset="0"/>
                <a:ea typeface="ヒラギノ角ゴ Pro W3" charset="-128"/>
              </a:rPr>
              <a:t>DNA Technology</a:t>
            </a:r>
          </a:p>
        </p:txBody>
      </p:sp>
      <p:sp>
        <p:nvSpPr>
          <p:cNvPr id="5" name="Footer Placeholder 2">
            <a:extLst>
              <a:ext uri="{FF2B5EF4-FFF2-40B4-BE49-F238E27FC236}">
                <a16:creationId xmlns:a16="http://schemas.microsoft.com/office/drawing/2014/main" id="{E9CCD0F2-1533-9B27-1BEF-BC6B967488FA}"/>
              </a:ext>
            </a:extLst>
          </p:cNvPr>
          <p:cNvSpPr>
            <a:spLocks noGrp="1"/>
          </p:cNvSpPr>
          <p:nvPr>
            <p:ph type="ftr" sz="quarter" idx="10"/>
          </p:nvPr>
        </p:nvSpPr>
        <p:spPr>
          <a:xfrm>
            <a:off x="0" y="6489700"/>
            <a:ext cx="3086100" cy="365125"/>
          </a:xfrm>
        </p:spPr>
        <p:txBody>
          <a:bodyPr/>
          <a:lstStyle>
            <a:lvl1pPr algn="l" eaLnBrk="1" hangingPunct="1">
              <a:defRPr sz="900">
                <a:solidFill>
                  <a:srgbClr val="000000"/>
                </a:solidFill>
                <a:latin typeface="Arial Rounded MT Bold" pitchFamily="34" charset="0"/>
                <a:ea typeface="宋体" pitchFamily="2" charset="-122"/>
              </a:defRPr>
            </a:lvl1pPr>
          </a:lstStyle>
          <a:p>
            <a:pPr>
              <a:defRPr/>
            </a:pPr>
            <a:r>
              <a:rPr lang="en-US"/>
              <a:t>© 2018 Pearson Education Ltd.</a:t>
            </a:r>
          </a:p>
        </p:txBody>
      </p:sp>
    </p:spTree>
    <p:extLst>
      <p:ext uri="{BB962C8B-B14F-4D97-AF65-F5344CB8AC3E}">
        <p14:creationId xmlns:p14="http://schemas.microsoft.com/office/powerpoint/2010/main" val="150847996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 preserve="1">
  <p:cSld name="1 and 2 line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6331"/>
          </a:xfrm>
        </p:spPr>
        <p:txBody>
          <a:bodyPr/>
          <a:lstStyle>
            <a:lvl1pPr>
              <a:lnSpc>
                <a:spcPct val="100000"/>
              </a:lnSpc>
              <a:defRPr/>
            </a:lvl1pPr>
          </a:lstStyle>
          <a:p>
            <a:r>
              <a:rPr lang="en-US"/>
              <a:t>Click to edit Master title style</a:t>
            </a:r>
            <a:endParaRPr lang="en-US" dirty="0"/>
          </a:p>
        </p:txBody>
      </p:sp>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2">
            <a:extLst>
              <a:ext uri="{FF2B5EF4-FFF2-40B4-BE49-F238E27FC236}">
                <a16:creationId xmlns:a16="http://schemas.microsoft.com/office/drawing/2014/main" id="{D14B17C2-1BDC-DAE2-00C9-11F86A413339}"/>
              </a:ext>
            </a:extLst>
          </p:cNvPr>
          <p:cNvSpPr>
            <a:spLocks noGrp="1"/>
          </p:cNvSpPr>
          <p:nvPr>
            <p:ph type="ftr" sz="quarter" idx="10"/>
          </p:nvPr>
        </p:nvSpPr>
        <p:spPr/>
        <p:txBody>
          <a:bodyPr/>
          <a:lstStyle>
            <a:lvl1pPr algn="l" eaLnBrk="1" hangingPunct="1">
              <a:defRPr sz="900">
                <a:solidFill>
                  <a:srgbClr val="000000"/>
                </a:solidFill>
                <a:latin typeface="Arial Rounded MT Bold" pitchFamily="34" charset="0"/>
                <a:ea typeface="宋体" pitchFamily="2" charset="-122"/>
              </a:defRPr>
            </a:lvl1pPr>
          </a:lstStyle>
          <a:p>
            <a:pPr>
              <a:defRPr/>
            </a:pPr>
            <a:r>
              <a:rPr lang="en-US"/>
              <a:t>© 2018 Pearson Education Ltd.</a:t>
            </a:r>
          </a:p>
        </p:txBody>
      </p:sp>
    </p:spTree>
    <p:extLst>
      <p:ext uri="{BB962C8B-B14F-4D97-AF65-F5344CB8AC3E}">
        <p14:creationId xmlns:p14="http://schemas.microsoft.com/office/powerpoint/2010/main" val="3246939308"/>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 preserve="1">
  <p:cSld name="3 line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646331"/>
          </a:xfrm>
        </p:spPr>
        <p:txBody>
          <a:bodyPr/>
          <a:lstStyle>
            <a:lvl1pPr>
              <a:lnSpc>
                <a:spcPct val="100000"/>
              </a:lnSpc>
              <a:defRPr/>
            </a:lvl1pPr>
          </a:lstStyle>
          <a:p>
            <a:r>
              <a:rPr lang="en-US" dirty="0"/>
              <a:t>Click to edit Master title style</a:t>
            </a:r>
          </a:p>
        </p:txBody>
      </p:sp>
      <p:sp>
        <p:nvSpPr>
          <p:cNvPr id="3" name="Content Placeholder 2"/>
          <p:cNvSpPr>
            <a:spLocks noGrp="1"/>
          </p:cNvSpPr>
          <p:nvPr>
            <p:ph idx="1"/>
          </p:nvPr>
        </p:nvSpPr>
        <p:spPr>
          <a:xfrm>
            <a:off x="152400" y="1752600"/>
            <a:ext cx="8839199" cy="4737496"/>
          </a:xfrm>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2">
            <a:extLst>
              <a:ext uri="{FF2B5EF4-FFF2-40B4-BE49-F238E27FC236}">
                <a16:creationId xmlns:a16="http://schemas.microsoft.com/office/drawing/2014/main" id="{9F9BAFF7-C409-A5D1-3182-349459130D5E}"/>
              </a:ext>
            </a:extLst>
          </p:cNvPr>
          <p:cNvSpPr>
            <a:spLocks noGrp="1"/>
          </p:cNvSpPr>
          <p:nvPr>
            <p:ph type="ftr" sz="quarter" idx="10"/>
          </p:nvPr>
        </p:nvSpPr>
        <p:spPr/>
        <p:txBody>
          <a:bodyPr/>
          <a:lstStyle>
            <a:lvl1pPr algn="l" eaLnBrk="1" hangingPunct="1">
              <a:defRPr sz="900">
                <a:solidFill>
                  <a:srgbClr val="000000"/>
                </a:solidFill>
                <a:latin typeface="Arial Rounded MT Bold" pitchFamily="34" charset="0"/>
                <a:ea typeface="宋体" pitchFamily="2" charset="-122"/>
              </a:defRPr>
            </a:lvl1pPr>
          </a:lstStyle>
          <a:p>
            <a:pPr>
              <a:defRPr/>
            </a:pPr>
            <a:r>
              <a:rPr lang="en-US"/>
              <a:t>© 2018 Pearson Education Ltd.</a:t>
            </a:r>
          </a:p>
        </p:txBody>
      </p:sp>
    </p:spTree>
    <p:extLst>
      <p:ext uri="{BB962C8B-B14F-4D97-AF65-F5344CB8AC3E}">
        <p14:creationId xmlns:p14="http://schemas.microsoft.com/office/powerpoint/2010/main" val="8936709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No Title with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lvl1pPr marL="347472" indent="-347472">
              <a:buClr>
                <a:srgbClr val="DF4A20"/>
              </a:buClr>
              <a:defRPr/>
            </a:lvl1pPr>
            <a:lvl2pPr marL="740664" indent="-283464">
              <a:buClr>
                <a:srgbClr val="DF4A20"/>
              </a:buClr>
              <a:defRPr/>
            </a:lvl2pPr>
            <a:lvl3pPr marL="1143000" indent="-228600">
              <a:buClr>
                <a:srgbClr val="DF4A20"/>
              </a:buClr>
              <a:defRPr/>
            </a:lvl3pPr>
            <a:lvl4pPr marL="1600200" indent="-228600">
              <a:buClr>
                <a:srgbClr val="DF4A20"/>
              </a:buClr>
              <a:defRPr/>
            </a:lvl4pPr>
            <a:lvl5pPr marL="2057400" indent="-228600">
              <a:buClr>
                <a:srgbClr val="DF4A20"/>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2">
            <a:extLst>
              <a:ext uri="{FF2B5EF4-FFF2-40B4-BE49-F238E27FC236}">
                <a16:creationId xmlns:a16="http://schemas.microsoft.com/office/drawing/2014/main" id="{ABE04EAA-B9C3-A851-58B2-A2F7C4C17889}"/>
              </a:ext>
            </a:extLst>
          </p:cNvPr>
          <p:cNvSpPr>
            <a:spLocks noGrp="1"/>
          </p:cNvSpPr>
          <p:nvPr>
            <p:ph type="ftr" sz="quarter" idx="10"/>
          </p:nvPr>
        </p:nvSpPr>
        <p:spPr/>
        <p:txBody>
          <a:bodyPr/>
          <a:lstStyle>
            <a:lvl1pPr algn="l" eaLnBrk="1" hangingPunct="1">
              <a:defRPr sz="900">
                <a:solidFill>
                  <a:srgbClr val="000000"/>
                </a:solidFill>
                <a:latin typeface="Arial Rounded MT Bold" pitchFamily="34" charset="0"/>
                <a:ea typeface="宋体" pitchFamily="2" charset="-122"/>
              </a:defRPr>
            </a:lvl1pPr>
          </a:lstStyle>
          <a:p>
            <a:pPr>
              <a:defRPr/>
            </a:pPr>
            <a:r>
              <a:rPr lang="en-US"/>
              <a:t>© 2018 Pearson Education Ltd.</a:t>
            </a:r>
          </a:p>
        </p:txBody>
      </p:sp>
    </p:spTree>
    <p:extLst>
      <p:ext uri="{BB962C8B-B14F-4D97-AF65-F5344CB8AC3E}">
        <p14:creationId xmlns:p14="http://schemas.microsoft.com/office/powerpoint/2010/main" val="266538243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Footer Placeholder 2">
            <a:extLst>
              <a:ext uri="{FF2B5EF4-FFF2-40B4-BE49-F238E27FC236}">
                <a16:creationId xmlns:a16="http://schemas.microsoft.com/office/drawing/2014/main" id="{7DBE1BDD-ACA8-09F3-9E82-41D006BE78B5}"/>
              </a:ext>
            </a:extLst>
          </p:cNvPr>
          <p:cNvSpPr>
            <a:spLocks noGrp="1"/>
          </p:cNvSpPr>
          <p:nvPr>
            <p:ph type="ftr" sz="quarter" idx="10"/>
          </p:nvPr>
        </p:nvSpPr>
        <p:spPr/>
        <p:txBody>
          <a:bodyPr/>
          <a:lstStyle>
            <a:lvl1pPr algn="l" eaLnBrk="1" hangingPunct="1">
              <a:defRPr sz="900">
                <a:solidFill>
                  <a:srgbClr val="000000"/>
                </a:solidFill>
                <a:latin typeface="Arial Rounded MT Bold" pitchFamily="34" charset="0"/>
                <a:ea typeface="宋体" pitchFamily="2" charset="-122"/>
              </a:defRPr>
            </a:lvl1pPr>
          </a:lstStyle>
          <a:p>
            <a:pPr>
              <a:defRPr/>
            </a:pPr>
            <a:r>
              <a:rPr lang="en-US"/>
              <a:t>© 2018 Pearson Education Ltd.</a:t>
            </a:r>
          </a:p>
        </p:txBody>
      </p:sp>
    </p:spTree>
    <p:extLst>
      <p:ext uri="{BB962C8B-B14F-4D97-AF65-F5344CB8AC3E}">
        <p14:creationId xmlns:p14="http://schemas.microsoft.com/office/powerpoint/2010/main" val="239110184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2">
            <a:extLst>
              <a:ext uri="{FF2B5EF4-FFF2-40B4-BE49-F238E27FC236}">
                <a16:creationId xmlns:a16="http://schemas.microsoft.com/office/drawing/2014/main" id="{522EA871-C93F-6662-F648-F307747264FE}"/>
              </a:ext>
            </a:extLst>
          </p:cNvPr>
          <p:cNvSpPr>
            <a:spLocks noGrp="1"/>
          </p:cNvSpPr>
          <p:nvPr>
            <p:ph type="ftr" sz="quarter" idx="10"/>
          </p:nvPr>
        </p:nvSpPr>
        <p:spPr/>
        <p:txBody>
          <a:bodyPr/>
          <a:lstStyle>
            <a:lvl1pPr algn="l" eaLnBrk="1" hangingPunct="1">
              <a:defRPr sz="900">
                <a:solidFill>
                  <a:srgbClr val="000000"/>
                </a:solidFill>
                <a:latin typeface="Arial Rounded MT Bold" pitchFamily="34" charset="0"/>
                <a:ea typeface="宋体" pitchFamily="2" charset="-122"/>
              </a:defRPr>
            </a:lvl1pPr>
          </a:lstStyle>
          <a:p>
            <a:pPr>
              <a:defRPr/>
            </a:pPr>
            <a:r>
              <a:rPr lang="en-US"/>
              <a:t>© 2018 Pearson Education Ltd.</a:t>
            </a:r>
          </a:p>
        </p:txBody>
      </p:sp>
    </p:spTree>
    <p:extLst>
      <p:ext uri="{BB962C8B-B14F-4D97-AF65-F5344CB8AC3E}">
        <p14:creationId xmlns:p14="http://schemas.microsoft.com/office/powerpoint/2010/main" val="416788244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Tree>
    <p:extLst>
      <p:ext uri="{BB962C8B-B14F-4D97-AF65-F5344CB8AC3E}">
        <p14:creationId xmlns:p14="http://schemas.microsoft.com/office/powerpoint/2010/main" val="915354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2.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theme" Target="../theme/theme3.xml"/><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slideLayout" Target="../slideLayouts/slideLayout41.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slideLayout" Target="../slideLayouts/slideLayout40.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9.xml"/><Relationship Id="rId13" Type="http://schemas.openxmlformats.org/officeDocument/2006/relationships/slideLayout" Target="../slideLayouts/slideLayout54.xml"/><Relationship Id="rId3" Type="http://schemas.openxmlformats.org/officeDocument/2006/relationships/slideLayout" Target="../slideLayouts/slideLayout44.xml"/><Relationship Id="rId7" Type="http://schemas.openxmlformats.org/officeDocument/2006/relationships/slideLayout" Target="../slideLayouts/slideLayout48.xml"/><Relationship Id="rId12" Type="http://schemas.openxmlformats.org/officeDocument/2006/relationships/slideLayout" Target="../slideLayouts/slideLayout53.xml"/><Relationship Id="rId2" Type="http://schemas.openxmlformats.org/officeDocument/2006/relationships/slideLayout" Target="../slideLayouts/slideLayout43.xml"/><Relationship Id="rId1" Type="http://schemas.openxmlformats.org/officeDocument/2006/relationships/slideLayout" Target="../slideLayouts/slideLayout42.xml"/><Relationship Id="rId6" Type="http://schemas.openxmlformats.org/officeDocument/2006/relationships/slideLayout" Target="../slideLayouts/slideLayout47.xml"/><Relationship Id="rId11" Type="http://schemas.openxmlformats.org/officeDocument/2006/relationships/slideLayout" Target="../slideLayouts/slideLayout52.xml"/><Relationship Id="rId5" Type="http://schemas.openxmlformats.org/officeDocument/2006/relationships/slideLayout" Target="../slideLayouts/slideLayout46.xml"/><Relationship Id="rId10" Type="http://schemas.openxmlformats.org/officeDocument/2006/relationships/slideLayout" Target="../slideLayouts/slideLayout51.xml"/><Relationship Id="rId4" Type="http://schemas.openxmlformats.org/officeDocument/2006/relationships/slideLayout" Target="../slideLayouts/slideLayout45.xml"/><Relationship Id="rId9" Type="http://schemas.openxmlformats.org/officeDocument/2006/relationships/slideLayout" Target="../slideLayouts/slideLayout50.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57.xml"/><Relationship Id="rId7" Type="http://schemas.openxmlformats.org/officeDocument/2006/relationships/slideLayout" Target="../slideLayouts/slideLayout61.xml"/><Relationship Id="rId2" Type="http://schemas.openxmlformats.org/officeDocument/2006/relationships/slideLayout" Target="../slideLayouts/slideLayout56.xml"/><Relationship Id="rId1" Type="http://schemas.openxmlformats.org/officeDocument/2006/relationships/slideLayout" Target="../slideLayouts/slideLayout55.xml"/><Relationship Id="rId6" Type="http://schemas.openxmlformats.org/officeDocument/2006/relationships/slideLayout" Target="../slideLayouts/slideLayout60.xml"/><Relationship Id="rId5" Type="http://schemas.openxmlformats.org/officeDocument/2006/relationships/slideLayout" Target="../slideLayouts/slideLayout59.xml"/><Relationship Id="rId4" Type="http://schemas.openxmlformats.org/officeDocument/2006/relationships/slideLayout" Target="../slideLayouts/slideLayout5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26" name="Group 2">
            <a:extLst>
              <a:ext uri="{FF2B5EF4-FFF2-40B4-BE49-F238E27FC236}">
                <a16:creationId xmlns:a16="http://schemas.microsoft.com/office/drawing/2014/main" id="{7018825F-4FBF-35CF-C266-FDB55D72DE50}"/>
              </a:ext>
            </a:extLst>
          </p:cNvPr>
          <p:cNvGrpSpPr>
            <a:grpSpLocks/>
          </p:cNvGrpSpPr>
          <p:nvPr/>
        </p:nvGrpSpPr>
        <p:grpSpPr bwMode="auto">
          <a:xfrm>
            <a:off x="0" y="152400"/>
            <a:ext cx="8686800" cy="6096000"/>
            <a:chOff x="0" y="96"/>
            <a:chExt cx="5472" cy="3840"/>
          </a:xfrm>
        </p:grpSpPr>
        <p:sp>
          <p:nvSpPr>
            <p:cNvPr id="2" name="AutoShape 3">
              <a:extLst>
                <a:ext uri="{FF2B5EF4-FFF2-40B4-BE49-F238E27FC236}">
                  <a16:creationId xmlns:a16="http://schemas.microsoft.com/office/drawing/2014/main" id="{6F4296CE-5579-1C0E-DA1A-0E402156300F}"/>
                </a:ext>
              </a:extLst>
            </p:cNvPr>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sz="2400">
                <a:latin typeface="Times New Roman" pitchFamily="18" charset="0"/>
              </a:endParaRPr>
            </a:p>
          </p:txBody>
        </p:sp>
        <p:sp>
          <p:nvSpPr>
            <p:cNvPr id="3" name="AutoShape 4">
              <a:extLst>
                <a:ext uri="{FF2B5EF4-FFF2-40B4-BE49-F238E27FC236}">
                  <a16:creationId xmlns:a16="http://schemas.microsoft.com/office/drawing/2014/main" id="{5E09CD9F-9E15-D7D5-0207-519E0A2BF65D}"/>
                </a:ext>
              </a:extLst>
            </p:cNvPr>
            <p:cNvSpPr>
              <a:spLocks noChangeArrowheads="1"/>
            </p:cNvSpPr>
            <p:nvPr/>
          </p:nvSpPr>
          <p:spPr bwMode="blackWhite">
            <a:xfrm>
              <a:off x="0" y="96"/>
              <a:ext cx="5376" cy="768"/>
            </a:xfrm>
            <a:custGeom>
              <a:avLst/>
              <a:gdLst>
                <a:gd name="T0" fmla="*/ 0 w 7000"/>
                <a:gd name="T1" fmla="*/ 0 h 1000"/>
                <a:gd name="T2" fmla="*/ 161 w 7000"/>
                <a:gd name="T3" fmla="*/ 0 h 1000"/>
                <a:gd name="T4" fmla="*/ 174 w 7000"/>
                <a:gd name="T5" fmla="*/ 13 h 1000"/>
                <a:gd name="T6" fmla="*/ 161 w 7000"/>
                <a:gd name="T7" fmla="*/ 25 h 1000"/>
                <a:gd name="T8" fmla="*/ 0 w 7000"/>
                <a:gd name="T9" fmla="*/ 25 h 1000"/>
                <a:gd name="T10" fmla="*/ 0 60000 65536"/>
                <a:gd name="T11" fmla="*/ 0 60000 65536"/>
                <a:gd name="T12" fmla="*/ 0 60000 65536"/>
                <a:gd name="T13" fmla="*/ 0 60000 65536"/>
                <a:gd name="T14" fmla="*/ 0 60000 65536"/>
                <a:gd name="T15" fmla="*/ 0 w 7000"/>
                <a:gd name="T16" fmla="*/ 0 h 1000"/>
                <a:gd name="T17" fmla="*/ 3500 w 7000"/>
                <a:gd name="T18" fmla="*/ 1000 h 1000"/>
              </a:gdLst>
              <a:ahLst/>
              <a:cxnLst>
                <a:cxn ang="T10">
                  <a:pos x="T0" y="T1"/>
                </a:cxn>
                <a:cxn ang="T11">
                  <a:pos x="T2" y="T3"/>
                </a:cxn>
                <a:cxn ang="T12">
                  <a:pos x="T4" y="T5"/>
                </a:cxn>
                <a:cxn ang="T13">
                  <a:pos x="T6" y="T7"/>
                </a:cxn>
                <a:cxn ang="T14">
                  <a:pos x="T8" y="T9"/>
                </a:cxn>
              </a:cxnLst>
              <a:rect l="T15" t="T16" r="T17" b="T18"/>
              <a:pathLst>
                <a:path w="7000" h="1000">
                  <a:moveTo>
                    <a:pt x="0" y="0"/>
                  </a:moveTo>
                  <a:lnTo>
                    <a:pt x="6499" y="0"/>
                  </a:lnTo>
                  <a:cubicBezTo>
                    <a:pt x="6776" y="0"/>
                    <a:pt x="7000" y="223"/>
                    <a:pt x="7000" y="500"/>
                  </a:cubicBezTo>
                  <a:cubicBezTo>
                    <a:pt x="7000" y="776"/>
                    <a:pt x="6776" y="999"/>
                    <a:pt x="6500" y="1000"/>
                  </a:cubicBezTo>
                  <a:lnTo>
                    <a:pt x="0" y="1000"/>
                  </a:lnTo>
                  <a:lnTo>
                    <a:pt x="0" y="0"/>
                  </a:lnTo>
                  <a:close/>
                </a:path>
              </a:pathLst>
            </a:custGeom>
            <a:solidFill>
              <a:schemeClr val="fo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4" name="Line 5">
              <a:extLst>
                <a:ext uri="{FF2B5EF4-FFF2-40B4-BE49-F238E27FC236}">
                  <a16:creationId xmlns:a16="http://schemas.microsoft.com/office/drawing/2014/main" id="{F91AD003-202C-3FE5-64AB-9BB48D7BAEA5}"/>
                </a:ext>
              </a:extLst>
            </p:cNvPr>
            <p:cNvSpPr>
              <a:spLocks noChangeShapeType="1"/>
            </p:cNvSpPr>
            <p:nvPr/>
          </p:nvSpPr>
          <p:spPr bwMode="auto">
            <a:xfrm>
              <a:off x="0" y="768"/>
              <a:ext cx="5088" cy="0"/>
            </a:xfrm>
            <a:prstGeom prst="line">
              <a:avLst/>
            </a:prstGeom>
            <a:noFill/>
            <a:ln w="381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027" name="Rectangle 6">
            <a:extLst>
              <a:ext uri="{FF2B5EF4-FFF2-40B4-BE49-F238E27FC236}">
                <a16:creationId xmlns:a16="http://schemas.microsoft.com/office/drawing/2014/main" id="{DC4D59AF-D130-E52A-6967-0A1E393A4DC4}"/>
              </a:ext>
            </a:extLst>
          </p:cNvPr>
          <p:cNvSpPr>
            <a:spLocks noGrp="1" noChangeArrowheads="1"/>
          </p:cNvSpPr>
          <p:nvPr>
            <p:ph type="title"/>
          </p:nvPr>
        </p:nvSpPr>
        <p:spPr bwMode="auto">
          <a:xfrm>
            <a:off x="195263" y="228600"/>
            <a:ext cx="8015287"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8" name="Rectangle 7">
            <a:extLst>
              <a:ext uri="{FF2B5EF4-FFF2-40B4-BE49-F238E27FC236}">
                <a16:creationId xmlns:a16="http://schemas.microsoft.com/office/drawing/2014/main" id="{FAC506D5-5887-F2E3-A289-AEB66EC5CD76}"/>
              </a:ext>
            </a:extLst>
          </p:cNvPr>
          <p:cNvSpPr>
            <a:spLocks noGrp="1" noChangeArrowheads="1"/>
          </p:cNvSpPr>
          <p:nvPr>
            <p:ph type="body" idx="1"/>
          </p:nvPr>
        </p:nvSpPr>
        <p:spPr bwMode="auto">
          <a:xfrm>
            <a:off x="609600" y="1600200"/>
            <a:ext cx="7924800" cy="441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32" name="Rectangle 8">
            <a:extLst>
              <a:ext uri="{FF2B5EF4-FFF2-40B4-BE49-F238E27FC236}">
                <a16:creationId xmlns:a16="http://schemas.microsoft.com/office/drawing/2014/main" id="{65D83CC7-448B-E094-4CA8-A86E6C7DF187}"/>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mn-lt"/>
              </a:defRPr>
            </a:lvl1pPr>
          </a:lstStyle>
          <a:p>
            <a:pPr>
              <a:defRPr/>
            </a:pPr>
            <a:endParaRPr lang="en-US" altLang="zh-CN"/>
          </a:p>
        </p:txBody>
      </p:sp>
      <p:sp>
        <p:nvSpPr>
          <p:cNvPr id="1033" name="Rectangle 9">
            <a:extLst>
              <a:ext uri="{FF2B5EF4-FFF2-40B4-BE49-F238E27FC236}">
                <a16:creationId xmlns:a16="http://schemas.microsoft.com/office/drawing/2014/main" id="{C305D7C8-2681-B589-6E40-32D371300881}"/>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mn-lt"/>
              </a:defRPr>
            </a:lvl1pPr>
          </a:lstStyle>
          <a:p>
            <a:pPr>
              <a:defRPr/>
            </a:pPr>
            <a:endParaRPr lang="en-US" altLang="zh-CN"/>
          </a:p>
        </p:txBody>
      </p:sp>
      <p:sp>
        <p:nvSpPr>
          <p:cNvPr id="1034" name="Rectangle 10">
            <a:extLst>
              <a:ext uri="{FF2B5EF4-FFF2-40B4-BE49-F238E27FC236}">
                <a16:creationId xmlns:a16="http://schemas.microsoft.com/office/drawing/2014/main" id="{FB5A33B0-A1BE-3F02-46D6-4F6CEE34AED6}"/>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Black" panose="020B0604020202020204" pitchFamily="34" charset="0"/>
              </a:defRPr>
            </a:lvl1pPr>
          </a:lstStyle>
          <a:p>
            <a:fld id="{1DC293C7-1A93-644E-9D75-4D862B06D8FA}"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74" r:id="rId1"/>
    <p:sldLayoutId id="2147484925" r:id="rId2"/>
    <p:sldLayoutId id="2147484926" r:id="rId3"/>
    <p:sldLayoutId id="2147484927" r:id="rId4"/>
    <p:sldLayoutId id="2147484928" r:id="rId5"/>
    <p:sldLayoutId id="2147484929" r:id="rId6"/>
    <p:sldLayoutId id="2147484930" r:id="rId7"/>
    <p:sldLayoutId id="2147484931" r:id="rId8"/>
    <p:sldLayoutId id="2147484932" r:id="rId9"/>
    <p:sldLayoutId id="2147484933" r:id="rId10"/>
    <p:sldLayoutId id="2147484934" r:id="rId11"/>
    <p:sldLayoutId id="2147484935" r:id="rId12"/>
    <p:sldLayoutId id="2147484936" r:id="rId13"/>
    <p:sldLayoutId id="2147484937" r:id="rId14"/>
    <p:sldLayoutId id="2147484938" r:id="rId15"/>
    <p:sldLayoutId id="2147484939" r:id="rId16"/>
    <p:sldLayoutId id="2147484940" r:id="rId17"/>
    <p:sldLayoutId id="2147484975" r:id="rId18"/>
  </p:sldLayoutIdLst>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charset="0"/>
          <a:ea typeface="宋体" pitchFamily="2" charset="-122"/>
        </a:defRPr>
      </a:lvl2pPr>
      <a:lvl3pPr algn="l" rtl="0" eaLnBrk="0" fontAlgn="base" hangingPunct="0">
        <a:spcBef>
          <a:spcPct val="0"/>
        </a:spcBef>
        <a:spcAft>
          <a:spcPct val="0"/>
        </a:spcAft>
        <a:defRPr sz="4200">
          <a:solidFill>
            <a:schemeClr val="tx2"/>
          </a:solidFill>
          <a:latin typeface="Arial" charset="0"/>
          <a:ea typeface="宋体" pitchFamily="2" charset="-122"/>
        </a:defRPr>
      </a:lvl3pPr>
      <a:lvl4pPr algn="l" rtl="0" eaLnBrk="0" fontAlgn="base" hangingPunct="0">
        <a:spcBef>
          <a:spcPct val="0"/>
        </a:spcBef>
        <a:spcAft>
          <a:spcPct val="0"/>
        </a:spcAft>
        <a:defRPr sz="4200">
          <a:solidFill>
            <a:schemeClr val="tx2"/>
          </a:solidFill>
          <a:latin typeface="Arial" charset="0"/>
          <a:ea typeface="宋体" pitchFamily="2" charset="-122"/>
        </a:defRPr>
      </a:lvl4pPr>
      <a:lvl5pPr algn="l" rtl="0" eaLnBrk="0" fontAlgn="base" hangingPunct="0">
        <a:spcBef>
          <a:spcPct val="0"/>
        </a:spcBef>
        <a:spcAft>
          <a:spcPct val="0"/>
        </a:spcAft>
        <a:defRPr sz="4200">
          <a:solidFill>
            <a:schemeClr val="tx2"/>
          </a:solidFill>
          <a:latin typeface="Arial" charset="0"/>
          <a:ea typeface="宋体" pitchFamily="2" charset="-122"/>
        </a:defRPr>
      </a:lvl5pPr>
      <a:lvl6pPr marL="457200" algn="l" rtl="0" fontAlgn="base">
        <a:spcBef>
          <a:spcPct val="0"/>
        </a:spcBef>
        <a:spcAft>
          <a:spcPct val="0"/>
        </a:spcAft>
        <a:defRPr sz="4200">
          <a:solidFill>
            <a:schemeClr val="tx2"/>
          </a:solidFill>
          <a:latin typeface="Arial" charset="0"/>
          <a:ea typeface="宋体" pitchFamily="2" charset="-122"/>
        </a:defRPr>
      </a:lvl6pPr>
      <a:lvl7pPr marL="914400" algn="l" rtl="0" fontAlgn="base">
        <a:spcBef>
          <a:spcPct val="0"/>
        </a:spcBef>
        <a:spcAft>
          <a:spcPct val="0"/>
        </a:spcAft>
        <a:defRPr sz="4200">
          <a:solidFill>
            <a:schemeClr val="tx2"/>
          </a:solidFill>
          <a:latin typeface="Arial" charset="0"/>
          <a:ea typeface="宋体" pitchFamily="2" charset="-122"/>
        </a:defRPr>
      </a:lvl7pPr>
      <a:lvl8pPr marL="1371600" algn="l" rtl="0" fontAlgn="base">
        <a:spcBef>
          <a:spcPct val="0"/>
        </a:spcBef>
        <a:spcAft>
          <a:spcPct val="0"/>
        </a:spcAft>
        <a:defRPr sz="4200">
          <a:solidFill>
            <a:schemeClr val="tx2"/>
          </a:solidFill>
          <a:latin typeface="Arial" charset="0"/>
          <a:ea typeface="宋体" pitchFamily="2" charset="-122"/>
        </a:defRPr>
      </a:lvl8pPr>
      <a:lvl9pPr marL="1828800" algn="l" rtl="0" fontAlgn="base">
        <a:spcBef>
          <a:spcPct val="0"/>
        </a:spcBef>
        <a:spcAft>
          <a:spcPct val="0"/>
        </a:spcAft>
        <a:defRPr sz="42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80000"/>
        <a:buFont typeface="Wingdings" pitchFamily="2" charset="2"/>
        <a:buChar char="l"/>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70000"/>
        <a:buFont typeface="Wingdings" pitchFamily="2" charset="2"/>
        <a:buChar char="l"/>
        <a:defRPr sz="2800">
          <a:solidFill>
            <a:schemeClr val="tx1"/>
          </a:solidFill>
          <a:latin typeface="+mn-lt"/>
          <a:ea typeface="+mn-ea"/>
        </a:defRPr>
      </a:lvl2pPr>
      <a:lvl3pPr marL="1143000" indent="-228600" algn="l" rtl="0" eaLnBrk="0" fontAlgn="base" hangingPunct="0">
        <a:spcBef>
          <a:spcPct val="20000"/>
        </a:spcBef>
        <a:spcAft>
          <a:spcPct val="0"/>
        </a:spcAft>
        <a:buClr>
          <a:schemeClr val="bg2"/>
        </a:buClr>
        <a:buSzPct val="65000"/>
        <a:buFont typeface="Wingdings" pitchFamily="2" charset="2"/>
        <a:buChar char="l"/>
        <a:defRPr sz="2400">
          <a:solidFill>
            <a:schemeClr val="tx1"/>
          </a:solidFill>
          <a:latin typeface="+mn-lt"/>
          <a:ea typeface="+mn-ea"/>
        </a:defRPr>
      </a:lvl3pPr>
      <a:lvl4pPr marL="1600200" indent="-228600" algn="l" rtl="0" eaLnBrk="0" fontAlgn="base" hangingPunct="0">
        <a:spcBef>
          <a:spcPct val="20000"/>
        </a:spcBef>
        <a:spcAft>
          <a:spcPct val="0"/>
        </a:spcAft>
        <a:buClr>
          <a:schemeClr val="hlink"/>
        </a:buClr>
        <a:buSzPct val="60000"/>
        <a:buFont typeface="Wingdings" pitchFamily="2" charset="2"/>
        <a:buChar char="l"/>
        <a:defRPr sz="2000">
          <a:solidFill>
            <a:schemeClr val="tx1"/>
          </a:solidFill>
          <a:latin typeface="+mn-lt"/>
          <a:ea typeface="+mn-ea"/>
        </a:defRPr>
      </a:lvl4pPr>
      <a:lvl5pPr marL="2057400" indent="-228600" algn="l" rtl="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mn-lt"/>
          <a:ea typeface="+mn-ea"/>
        </a:defRPr>
      </a:lvl5pPr>
      <a:lvl6pPr marL="25146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ea typeface="+mn-ea"/>
        </a:defRPr>
      </a:lvl6pPr>
      <a:lvl7pPr marL="29718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ea typeface="+mn-ea"/>
        </a:defRPr>
      </a:lvl7pPr>
      <a:lvl8pPr marL="34290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ea typeface="+mn-ea"/>
        </a:defRPr>
      </a:lvl8pPr>
      <a:lvl9pPr marL="3886200" indent="-228600" algn="l" rtl="0" fontAlgn="base">
        <a:spcBef>
          <a:spcPct val="20000"/>
        </a:spcBef>
        <a:spcAft>
          <a:spcPct val="0"/>
        </a:spcAft>
        <a:buClr>
          <a:schemeClr val="bg2"/>
        </a:buClr>
        <a:buSzPct val="40000"/>
        <a:buFont typeface="Wingdings" pitchFamily="2" charset="2"/>
        <a:buChar char="l"/>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050" name="Group 2">
            <a:extLst>
              <a:ext uri="{FF2B5EF4-FFF2-40B4-BE49-F238E27FC236}">
                <a16:creationId xmlns:a16="http://schemas.microsoft.com/office/drawing/2014/main" id="{40DD2585-C6E8-A54B-96C6-AE7B45EB2B8D}"/>
              </a:ext>
            </a:extLst>
          </p:cNvPr>
          <p:cNvGrpSpPr>
            <a:grpSpLocks/>
          </p:cNvGrpSpPr>
          <p:nvPr/>
        </p:nvGrpSpPr>
        <p:grpSpPr bwMode="auto">
          <a:xfrm>
            <a:off x="-3238500" y="0"/>
            <a:ext cx="11925300" cy="3810000"/>
            <a:chOff x="-2040" y="0"/>
            <a:chExt cx="7512" cy="2400"/>
          </a:xfrm>
        </p:grpSpPr>
        <p:sp>
          <p:nvSpPr>
            <p:cNvPr id="2056" name="AutoShape 3">
              <a:extLst>
                <a:ext uri="{FF2B5EF4-FFF2-40B4-BE49-F238E27FC236}">
                  <a16:creationId xmlns:a16="http://schemas.microsoft.com/office/drawing/2014/main" id="{E55790D9-6B9A-D872-F344-F05D9902B934}"/>
                </a:ext>
              </a:extLst>
            </p:cNvPr>
            <p:cNvSpPr>
              <a:spLocks noChangeArrowheads="1"/>
            </p:cNvSpPr>
            <p:nvPr/>
          </p:nvSpPr>
          <p:spPr bwMode="auto">
            <a:xfrm>
              <a:off x="-2040" y="432"/>
              <a:ext cx="2592" cy="1968"/>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296 w 64000"/>
                <a:gd name="T28" fmla="*/ -26244 h 64000"/>
                <a:gd name="T29" fmla="*/ 50296 w 64000"/>
                <a:gd name="T30" fmla="*/ 26244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296" y="5746"/>
                  </a:moveTo>
                  <a:cubicBezTo>
                    <a:pt x="58882" y="11730"/>
                    <a:pt x="64000" y="21534"/>
                    <a:pt x="64000" y="32000"/>
                  </a:cubicBezTo>
                  <a:cubicBezTo>
                    <a:pt x="64000" y="42465"/>
                    <a:pt x="58882" y="52269"/>
                    <a:pt x="50296" y="58253"/>
                  </a:cubicBezTo>
                  <a:cubicBezTo>
                    <a:pt x="50296" y="58253"/>
                    <a:pt x="50296" y="58253"/>
                    <a:pt x="50295" y="58253"/>
                  </a:cubicBezTo>
                  <a:lnTo>
                    <a:pt x="50296" y="58254"/>
                  </a:lnTo>
                  <a:lnTo>
                    <a:pt x="50296" y="5746"/>
                  </a:lnTo>
                  <a:lnTo>
                    <a:pt x="50295" y="5746"/>
                  </a:lnTo>
                  <a:cubicBezTo>
                    <a:pt x="50296" y="5746"/>
                    <a:pt x="50296" y="5746"/>
                    <a:pt x="50296" y="5746"/>
                  </a:cubicBezTo>
                  <a:close/>
                </a:path>
              </a:pathLst>
            </a:cu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057" name="AutoShape 4">
              <a:extLst>
                <a:ext uri="{FF2B5EF4-FFF2-40B4-BE49-F238E27FC236}">
                  <a16:creationId xmlns:a16="http://schemas.microsoft.com/office/drawing/2014/main" id="{02CEB5A9-F482-8035-EA9E-06560DADBF2D}"/>
                </a:ext>
              </a:extLst>
            </p:cNvPr>
            <p:cNvSpPr>
              <a:spLocks noChangeArrowheads="1"/>
            </p:cNvSpPr>
            <p:nvPr/>
          </p:nvSpPr>
          <p:spPr bwMode="auto">
            <a:xfrm>
              <a:off x="-1528" y="0"/>
              <a:ext cx="1949" cy="1987"/>
            </a:xfrm>
            <a:custGeom>
              <a:avLst/>
              <a:gdLst>
                <a:gd name="T0" fmla="*/ 0 w 64000"/>
                <a:gd name="T1" fmla="*/ 0 h 64000"/>
                <a:gd name="T2" fmla="*/ 0 w 64000"/>
                <a:gd name="T3" fmla="*/ 0 h 64000"/>
                <a:gd name="T4" fmla="*/ 0 w 64000"/>
                <a:gd name="T5" fmla="*/ 0 h 64000"/>
                <a:gd name="T6" fmla="*/ 0 w 64000"/>
                <a:gd name="T7" fmla="*/ 0 h 64000"/>
                <a:gd name="T8" fmla="*/ 0 w 64000"/>
                <a:gd name="T9" fmla="*/ 0 h 64000"/>
                <a:gd name="T10" fmla="*/ 0 w 64000"/>
                <a:gd name="T11" fmla="*/ 0 h 64000"/>
                <a:gd name="T12" fmla="*/ 0 w 64000"/>
                <a:gd name="T13" fmla="*/ 0 h 64000"/>
                <a:gd name="T14" fmla="*/ 0 w 64000"/>
                <a:gd name="T15" fmla="*/ 0 h 64000"/>
                <a:gd name="T16" fmla="*/ 0 w 64000"/>
                <a:gd name="T17" fmla="*/ 0 h 6400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50077 w 64000"/>
                <a:gd name="T28" fmla="*/ -26412 h 64000"/>
                <a:gd name="T29" fmla="*/ 50077 w 64000"/>
                <a:gd name="T30" fmla="*/ 26412 h 6400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64000" h="64000">
                  <a:moveTo>
                    <a:pt x="50077" y="5595"/>
                  </a:moveTo>
                  <a:cubicBezTo>
                    <a:pt x="58790" y="11560"/>
                    <a:pt x="64000" y="21440"/>
                    <a:pt x="64000" y="32000"/>
                  </a:cubicBezTo>
                  <a:cubicBezTo>
                    <a:pt x="64000" y="42559"/>
                    <a:pt x="58790" y="52439"/>
                    <a:pt x="50077" y="58404"/>
                  </a:cubicBezTo>
                  <a:cubicBezTo>
                    <a:pt x="50077" y="58404"/>
                    <a:pt x="50077" y="58404"/>
                    <a:pt x="50076" y="58404"/>
                  </a:cubicBezTo>
                  <a:lnTo>
                    <a:pt x="50077" y="58405"/>
                  </a:lnTo>
                  <a:lnTo>
                    <a:pt x="50077" y="5595"/>
                  </a:lnTo>
                  <a:lnTo>
                    <a:pt x="50076" y="5595"/>
                  </a:lnTo>
                  <a:cubicBezTo>
                    <a:pt x="50077" y="5595"/>
                    <a:pt x="50077" y="5595"/>
                    <a:pt x="50077" y="5595"/>
                  </a:cubicBezTo>
                  <a:close/>
                </a:path>
              </a:pathLst>
            </a:custGeom>
            <a:solidFill>
              <a:schemeClr val="hlink"/>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2058" name="Line 5">
              <a:extLst>
                <a:ext uri="{FF2B5EF4-FFF2-40B4-BE49-F238E27FC236}">
                  <a16:creationId xmlns:a16="http://schemas.microsoft.com/office/drawing/2014/main" id="{4DFFB09A-DB4F-9441-D430-1077B6904D18}"/>
                </a:ext>
              </a:extLst>
            </p:cNvPr>
            <p:cNvSpPr>
              <a:spLocks noChangeShapeType="1"/>
            </p:cNvSpPr>
            <p:nvPr/>
          </p:nvSpPr>
          <p:spPr bwMode="auto">
            <a:xfrm>
              <a:off x="864" y="960"/>
              <a:ext cx="4608"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2051" name="Rectangle 6">
            <a:extLst>
              <a:ext uri="{FF2B5EF4-FFF2-40B4-BE49-F238E27FC236}">
                <a16:creationId xmlns:a16="http://schemas.microsoft.com/office/drawing/2014/main" id="{F79D3025-DE0A-B650-F641-78BB1562B3A5}"/>
              </a:ext>
            </a:extLst>
          </p:cNvPr>
          <p:cNvSpPr>
            <a:spLocks noGrp="1" noChangeArrowheads="1"/>
          </p:cNvSpPr>
          <p:nvPr>
            <p:ph type="title"/>
          </p:nvPr>
        </p:nvSpPr>
        <p:spPr bwMode="auto">
          <a:xfrm>
            <a:off x="1370013" y="301625"/>
            <a:ext cx="7313612"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2052" name="Rectangle 7">
            <a:extLst>
              <a:ext uri="{FF2B5EF4-FFF2-40B4-BE49-F238E27FC236}">
                <a16:creationId xmlns:a16="http://schemas.microsoft.com/office/drawing/2014/main" id="{57540A64-6141-3116-572D-E77A1A66896A}"/>
              </a:ext>
            </a:extLst>
          </p:cNvPr>
          <p:cNvSpPr>
            <a:spLocks noGrp="1" noChangeArrowheads="1"/>
          </p:cNvSpPr>
          <p:nvPr>
            <p:ph type="body" idx="1"/>
          </p:nvPr>
        </p:nvSpPr>
        <p:spPr bwMode="auto">
          <a:xfrm>
            <a:off x="1370013" y="1827213"/>
            <a:ext cx="7313612"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080" name="Rectangle 8">
            <a:extLst>
              <a:ext uri="{FF2B5EF4-FFF2-40B4-BE49-F238E27FC236}">
                <a16:creationId xmlns:a16="http://schemas.microsoft.com/office/drawing/2014/main" id="{39DE29C8-9B14-5B04-68C3-26C985E3F973}"/>
              </a:ext>
            </a:extLst>
          </p:cNvPr>
          <p:cNvSpPr>
            <a:spLocks noGrp="1" noChangeArrowheads="1"/>
          </p:cNvSpPr>
          <p:nvPr>
            <p:ph type="dt" sz="half" idx="2"/>
          </p:nvPr>
        </p:nvSpPr>
        <p:spPr bwMode="auto">
          <a:xfrm>
            <a:off x="457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mn-lt"/>
              </a:defRPr>
            </a:lvl1pPr>
          </a:lstStyle>
          <a:p>
            <a:pPr>
              <a:defRPr/>
            </a:pPr>
            <a:endParaRPr lang="en-US" altLang="zh-CN"/>
          </a:p>
        </p:txBody>
      </p:sp>
      <p:sp>
        <p:nvSpPr>
          <p:cNvPr id="3081" name="Rectangle 9">
            <a:extLst>
              <a:ext uri="{FF2B5EF4-FFF2-40B4-BE49-F238E27FC236}">
                <a16:creationId xmlns:a16="http://schemas.microsoft.com/office/drawing/2014/main" id="{FAA123BA-5E4E-7A22-161F-7E7B15D24F74}"/>
              </a:ext>
            </a:extLst>
          </p:cNvPr>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200">
                <a:latin typeface="+mn-lt"/>
              </a:defRPr>
            </a:lvl1pPr>
          </a:lstStyle>
          <a:p>
            <a:pPr>
              <a:defRPr/>
            </a:pPr>
            <a:endParaRPr lang="en-US" altLang="zh-CN"/>
          </a:p>
        </p:txBody>
      </p:sp>
      <p:sp>
        <p:nvSpPr>
          <p:cNvPr id="3082" name="Rectangle 10">
            <a:extLst>
              <a:ext uri="{FF2B5EF4-FFF2-40B4-BE49-F238E27FC236}">
                <a16:creationId xmlns:a16="http://schemas.microsoft.com/office/drawing/2014/main" id="{01F935D0-4DC1-35C2-F9CB-2970192F2219}"/>
              </a:ext>
            </a:extLst>
          </p:cNvPr>
          <p:cNvSpPr>
            <a:spLocks noGrp="1" noChangeArrowheads="1"/>
          </p:cNvSpPr>
          <p:nvPr>
            <p:ph type="sldNum" sz="quarter" idx="4"/>
          </p:nvPr>
        </p:nvSpPr>
        <p:spPr bwMode="auto">
          <a:xfrm>
            <a:off x="6553200" y="6248400"/>
            <a:ext cx="21336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Verdana" panose="020B0604030504040204" pitchFamily="34" charset="0"/>
              </a:defRPr>
            </a:lvl1pPr>
          </a:lstStyle>
          <a:p>
            <a:fld id="{C2A63CC4-4849-5B42-8716-C8AB1FC53FD7}" type="slidenum">
              <a:rPr lang="en-US" altLang="zh-CN"/>
              <a:pPr/>
              <a:t>‹#›</a:t>
            </a:fld>
            <a:endParaRPr lang="en-US" altLang="zh-CN"/>
          </a:p>
        </p:txBody>
      </p:sp>
    </p:spTree>
  </p:cSld>
  <p:clrMap bg1="lt1" tx1="dk1" bg2="lt2" tx2="dk2" accent1="accent1" accent2="accent2" accent3="accent3" accent4="accent4" accent5="accent5" accent6="accent6" hlink="hlink" folHlink="folHlink"/>
  <p:sldLayoutIdLst>
    <p:sldLayoutId id="2147484976" r:id="rId1"/>
    <p:sldLayoutId id="2147484941" r:id="rId2"/>
    <p:sldLayoutId id="2147484942" r:id="rId3"/>
    <p:sldLayoutId id="2147484943" r:id="rId4"/>
    <p:sldLayoutId id="2147484944" r:id="rId5"/>
    <p:sldLayoutId id="2147484945" r:id="rId6"/>
    <p:sldLayoutId id="2147484946" r:id="rId7"/>
    <p:sldLayoutId id="2147484947" r:id="rId8"/>
    <p:sldLayoutId id="2147484948" r:id="rId9"/>
    <p:sldLayoutId id="2147484949" r:id="rId10"/>
    <p:sldLayoutId id="2147484950" r:id="rId11"/>
  </p:sldLayoutIdLst>
  <p:txStyles>
    <p:titleStyle>
      <a:lvl1pPr algn="l" rtl="0" eaLnBrk="0" fontAlgn="base" hangingPunct="0">
        <a:spcBef>
          <a:spcPct val="0"/>
        </a:spcBef>
        <a:spcAft>
          <a:spcPct val="0"/>
        </a:spcAft>
        <a:defRPr sz="36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ea typeface="宋体" pitchFamily="2" charset="-122"/>
        </a:defRPr>
      </a:lvl2pPr>
      <a:lvl3pPr algn="l" rtl="0" eaLnBrk="0" fontAlgn="base" hangingPunct="0">
        <a:spcBef>
          <a:spcPct val="0"/>
        </a:spcBef>
        <a:spcAft>
          <a:spcPct val="0"/>
        </a:spcAft>
        <a:defRPr sz="3600">
          <a:solidFill>
            <a:schemeClr val="tx2"/>
          </a:solidFill>
          <a:latin typeface="Arial" charset="0"/>
          <a:ea typeface="宋体" pitchFamily="2" charset="-122"/>
        </a:defRPr>
      </a:lvl3pPr>
      <a:lvl4pPr algn="l" rtl="0" eaLnBrk="0" fontAlgn="base" hangingPunct="0">
        <a:spcBef>
          <a:spcPct val="0"/>
        </a:spcBef>
        <a:spcAft>
          <a:spcPct val="0"/>
        </a:spcAft>
        <a:defRPr sz="3600">
          <a:solidFill>
            <a:schemeClr val="tx2"/>
          </a:solidFill>
          <a:latin typeface="Arial" charset="0"/>
          <a:ea typeface="宋体" pitchFamily="2" charset="-122"/>
        </a:defRPr>
      </a:lvl4pPr>
      <a:lvl5pPr algn="l" rtl="0" eaLnBrk="0" fontAlgn="base" hangingPunct="0">
        <a:spcBef>
          <a:spcPct val="0"/>
        </a:spcBef>
        <a:spcAft>
          <a:spcPct val="0"/>
        </a:spcAft>
        <a:defRPr sz="3600">
          <a:solidFill>
            <a:schemeClr val="tx2"/>
          </a:solidFill>
          <a:latin typeface="Arial" charset="0"/>
          <a:ea typeface="宋体" pitchFamily="2" charset="-122"/>
        </a:defRPr>
      </a:lvl5pPr>
      <a:lvl6pPr marL="457200" algn="l" rtl="0" fontAlgn="base">
        <a:spcBef>
          <a:spcPct val="0"/>
        </a:spcBef>
        <a:spcAft>
          <a:spcPct val="0"/>
        </a:spcAft>
        <a:defRPr sz="3600">
          <a:solidFill>
            <a:schemeClr val="tx2"/>
          </a:solidFill>
          <a:latin typeface="Arial" charset="0"/>
          <a:ea typeface="宋体" pitchFamily="2" charset="-122"/>
        </a:defRPr>
      </a:lvl6pPr>
      <a:lvl7pPr marL="914400" algn="l" rtl="0" fontAlgn="base">
        <a:spcBef>
          <a:spcPct val="0"/>
        </a:spcBef>
        <a:spcAft>
          <a:spcPct val="0"/>
        </a:spcAft>
        <a:defRPr sz="3600">
          <a:solidFill>
            <a:schemeClr val="tx2"/>
          </a:solidFill>
          <a:latin typeface="Arial" charset="0"/>
          <a:ea typeface="宋体" pitchFamily="2" charset="-122"/>
        </a:defRPr>
      </a:lvl7pPr>
      <a:lvl8pPr marL="1371600" algn="l" rtl="0" fontAlgn="base">
        <a:spcBef>
          <a:spcPct val="0"/>
        </a:spcBef>
        <a:spcAft>
          <a:spcPct val="0"/>
        </a:spcAft>
        <a:defRPr sz="3600">
          <a:solidFill>
            <a:schemeClr val="tx2"/>
          </a:solidFill>
          <a:latin typeface="Arial" charset="0"/>
          <a:ea typeface="宋体" pitchFamily="2" charset="-122"/>
        </a:defRPr>
      </a:lvl8pPr>
      <a:lvl9pPr marL="1828800" algn="l" rtl="0" fontAlgn="base">
        <a:spcBef>
          <a:spcPct val="0"/>
        </a:spcBef>
        <a:spcAft>
          <a:spcPct val="0"/>
        </a:spcAft>
        <a:defRPr sz="36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tx2"/>
        </a:buClr>
        <a:buSzPct val="70000"/>
        <a:buFont typeface="Wingdings" pitchFamily="2" charset="2"/>
        <a:buChar char="¡"/>
        <a:defRPr sz="29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2"/>
        </a:buClr>
        <a:buSzPct val="70000"/>
        <a:buFont typeface="Wingdings" pitchFamily="2" charset="2"/>
        <a:buChar char="l"/>
        <a:defRPr sz="2500">
          <a:solidFill>
            <a:schemeClr val="tx1"/>
          </a:solidFill>
          <a:latin typeface="+mn-lt"/>
          <a:ea typeface="+mn-ea"/>
        </a:defRPr>
      </a:lvl2pPr>
      <a:lvl3pPr marL="1143000" indent="-228600" algn="l" rtl="0" eaLnBrk="0" fontAlgn="base" hangingPunct="0">
        <a:spcBef>
          <a:spcPct val="20000"/>
        </a:spcBef>
        <a:spcAft>
          <a:spcPct val="0"/>
        </a:spcAft>
        <a:buClr>
          <a:schemeClr val="tx2"/>
        </a:buClr>
        <a:buSzPct val="65000"/>
        <a:buFont typeface="Wingdings" pitchFamily="2" charset="2"/>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accent2"/>
        </a:buClr>
        <a:buSzPct val="70000"/>
        <a:buFont typeface="Wingdings" pitchFamily="2" charset="2"/>
        <a:buChar char="l"/>
        <a:defRPr sz="19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60000"/>
        <a:buFont typeface="Wingdings" pitchFamily="2" charset="2"/>
        <a:buChar char="¡"/>
        <a:defRPr sz="1900">
          <a:solidFill>
            <a:schemeClr val="tx1"/>
          </a:solidFill>
          <a:latin typeface="+mn-lt"/>
          <a:ea typeface="+mn-ea"/>
        </a:defRPr>
      </a:lvl5pPr>
      <a:lvl6pPr marL="25146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6pPr>
      <a:lvl7pPr marL="29718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7pPr>
      <a:lvl8pPr marL="34290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8pPr>
      <a:lvl9pPr marL="3886200" indent="-228600" algn="l" rtl="0" fontAlgn="base">
        <a:spcBef>
          <a:spcPct val="20000"/>
        </a:spcBef>
        <a:spcAft>
          <a:spcPct val="0"/>
        </a:spcAft>
        <a:buClr>
          <a:schemeClr val="tx2"/>
        </a:buClr>
        <a:buSzPct val="60000"/>
        <a:buFont typeface="Wingdings" pitchFamily="2" charset="2"/>
        <a:buChar char="¡"/>
        <a:defRPr sz="19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A36D9DD-0C49-1151-A969-2DD344850D20}"/>
              </a:ext>
            </a:extLst>
          </p:cNvPr>
          <p:cNvSpPr>
            <a:spLocks noGrp="1" noChangeArrowheads="1"/>
          </p:cNvSpPr>
          <p:nvPr>
            <p:ph type="title"/>
          </p:nvPr>
        </p:nvSpPr>
        <p:spPr bwMode="auto">
          <a:xfrm>
            <a:off x="1524000" y="190500"/>
            <a:ext cx="7010400"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3075" name="Rectangle 3">
            <a:extLst>
              <a:ext uri="{FF2B5EF4-FFF2-40B4-BE49-F238E27FC236}">
                <a16:creationId xmlns:a16="http://schemas.microsoft.com/office/drawing/2014/main" id="{22CC1233-8DE4-EDE0-7206-C9C09F219B7F}"/>
              </a:ext>
            </a:extLst>
          </p:cNvPr>
          <p:cNvSpPr>
            <a:spLocks noGrp="1" noChangeArrowheads="1"/>
          </p:cNvSpPr>
          <p:nvPr>
            <p:ph type="body" idx="1"/>
          </p:nvPr>
        </p:nvSpPr>
        <p:spPr bwMode="auto">
          <a:xfrm>
            <a:off x="1524000" y="1905000"/>
            <a:ext cx="7010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124" name="Rectangle 4">
            <a:extLst>
              <a:ext uri="{FF2B5EF4-FFF2-40B4-BE49-F238E27FC236}">
                <a16:creationId xmlns:a16="http://schemas.microsoft.com/office/drawing/2014/main" id="{4D74B5D4-C862-AEEA-314B-7B6E3DC244F6}"/>
              </a:ext>
            </a:extLst>
          </p:cNvPr>
          <p:cNvSpPr>
            <a:spLocks noGrp="1" noChangeArrowheads="1"/>
          </p:cNvSpPr>
          <p:nvPr>
            <p:ph type="dt" sz="half" idx="2"/>
          </p:nvPr>
        </p:nvSpPr>
        <p:spPr bwMode="auto">
          <a:xfrm>
            <a:off x="66294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a:latin typeface="+mn-lt"/>
              </a:defRPr>
            </a:lvl1pPr>
          </a:lstStyle>
          <a:p>
            <a:pPr>
              <a:defRPr/>
            </a:pPr>
            <a:endParaRPr lang="en-US" altLang="zh-CN"/>
          </a:p>
        </p:txBody>
      </p:sp>
      <p:sp>
        <p:nvSpPr>
          <p:cNvPr id="5125" name="Rectangle 5">
            <a:extLst>
              <a:ext uri="{FF2B5EF4-FFF2-40B4-BE49-F238E27FC236}">
                <a16:creationId xmlns:a16="http://schemas.microsoft.com/office/drawing/2014/main" id="{EEA773BA-AAFF-59BE-6785-6B176154BC7B}"/>
              </a:ext>
            </a:extLst>
          </p:cNvPr>
          <p:cNvSpPr>
            <a:spLocks noGrp="1" noChangeArrowheads="1"/>
          </p:cNvSpPr>
          <p:nvPr>
            <p:ph type="ftr" sz="quarter" idx="3"/>
          </p:nvPr>
        </p:nvSpPr>
        <p:spPr bwMode="auto">
          <a:xfrm>
            <a:off x="32766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a:latin typeface="+mn-lt"/>
              </a:defRPr>
            </a:lvl1pPr>
          </a:lstStyle>
          <a:p>
            <a:pPr>
              <a:defRPr/>
            </a:pPr>
            <a:endParaRPr lang="en-US" altLang="zh-CN"/>
          </a:p>
        </p:txBody>
      </p:sp>
      <p:sp>
        <p:nvSpPr>
          <p:cNvPr id="5126" name="Rectangle 6">
            <a:extLst>
              <a:ext uri="{FF2B5EF4-FFF2-40B4-BE49-F238E27FC236}">
                <a16:creationId xmlns:a16="http://schemas.microsoft.com/office/drawing/2014/main" id="{F223348C-ACF5-7AD1-AFC5-C6EEF0AB2589}"/>
              </a:ext>
            </a:extLst>
          </p:cNvPr>
          <p:cNvSpPr>
            <a:spLocks noGrp="1" noChangeArrowheads="1"/>
          </p:cNvSpPr>
          <p:nvPr>
            <p:ph type="sldNum" sz="quarter" idx="4"/>
          </p:nvPr>
        </p:nvSpPr>
        <p:spPr bwMode="auto">
          <a:xfrm>
            <a:off x="1524000" y="6248400"/>
            <a:ext cx="1295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panose="020B0604020202020204" pitchFamily="34" charset="0"/>
              </a:defRPr>
            </a:lvl1pPr>
          </a:lstStyle>
          <a:p>
            <a:fld id="{E5249CEF-7D05-3D4C-8B50-5A485F3398BF}" type="slidenum">
              <a:rPr lang="en-US" altLang="zh-CN"/>
              <a:pPr/>
              <a:t>‹#›</a:t>
            </a:fld>
            <a:endParaRPr lang="en-US" altLang="zh-CN"/>
          </a:p>
        </p:txBody>
      </p:sp>
      <p:sp>
        <p:nvSpPr>
          <p:cNvPr id="3079" name="Line 7">
            <a:extLst>
              <a:ext uri="{FF2B5EF4-FFF2-40B4-BE49-F238E27FC236}">
                <a16:creationId xmlns:a16="http://schemas.microsoft.com/office/drawing/2014/main" id="{6F1E3DE4-7486-EB41-03CC-395C4DCA4315}"/>
              </a:ext>
            </a:extLst>
          </p:cNvPr>
          <p:cNvSpPr>
            <a:spLocks noChangeShapeType="1"/>
          </p:cNvSpPr>
          <p:nvPr/>
        </p:nvSpPr>
        <p:spPr bwMode="auto">
          <a:xfrm flipV="1">
            <a:off x="1371600" y="304800"/>
            <a:ext cx="0" cy="1295400"/>
          </a:xfrm>
          <a:prstGeom prst="line">
            <a:avLst/>
          </a:prstGeom>
          <a:noFill/>
          <a:ln w="38100">
            <a:solidFill>
              <a:schemeClr val="tx2"/>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080" name="Oval 8">
            <a:extLst>
              <a:ext uri="{FF2B5EF4-FFF2-40B4-BE49-F238E27FC236}">
                <a16:creationId xmlns:a16="http://schemas.microsoft.com/office/drawing/2014/main" id="{70F84F38-5370-F311-58C7-67F1CD8FA3EA}"/>
              </a:ext>
            </a:extLst>
          </p:cNvPr>
          <p:cNvSpPr>
            <a:spLocks noChangeArrowheads="1"/>
          </p:cNvSpPr>
          <p:nvPr/>
        </p:nvSpPr>
        <p:spPr bwMode="auto">
          <a:xfrm>
            <a:off x="152400" y="838200"/>
            <a:ext cx="228600" cy="228600"/>
          </a:xfrm>
          <a:prstGeom prst="ellipse">
            <a:avLst/>
          </a:pr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sz="2400">
              <a:latin typeface="Times New Roman" pitchFamily="18" charset="0"/>
            </a:endParaRPr>
          </a:p>
        </p:txBody>
      </p:sp>
      <p:sp>
        <p:nvSpPr>
          <p:cNvPr id="3081" name="Oval 9">
            <a:extLst>
              <a:ext uri="{FF2B5EF4-FFF2-40B4-BE49-F238E27FC236}">
                <a16:creationId xmlns:a16="http://schemas.microsoft.com/office/drawing/2014/main" id="{7BFF4859-D95A-F754-F6EA-506F63C40490}"/>
              </a:ext>
            </a:extLst>
          </p:cNvPr>
          <p:cNvSpPr>
            <a:spLocks noChangeArrowheads="1"/>
          </p:cNvSpPr>
          <p:nvPr/>
        </p:nvSpPr>
        <p:spPr bwMode="auto">
          <a:xfrm>
            <a:off x="539750" y="838200"/>
            <a:ext cx="228600" cy="228600"/>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sz="2400">
              <a:latin typeface="Times New Roman" pitchFamily="18" charset="0"/>
            </a:endParaRPr>
          </a:p>
        </p:txBody>
      </p:sp>
      <p:sp>
        <p:nvSpPr>
          <p:cNvPr id="3082" name="Oval 10">
            <a:extLst>
              <a:ext uri="{FF2B5EF4-FFF2-40B4-BE49-F238E27FC236}">
                <a16:creationId xmlns:a16="http://schemas.microsoft.com/office/drawing/2014/main" id="{1C29D5CD-8865-72B4-F393-2EAB0126F833}"/>
              </a:ext>
            </a:extLst>
          </p:cNvPr>
          <p:cNvSpPr>
            <a:spLocks noChangeArrowheads="1"/>
          </p:cNvSpPr>
          <p:nvPr/>
        </p:nvSpPr>
        <p:spPr bwMode="auto">
          <a:xfrm>
            <a:off x="927100" y="838200"/>
            <a:ext cx="228600" cy="228600"/>
          </a:xfrm>
          <a:prstGeom prst="ellipse">
            <a:avLst/>
          </a:pr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sz="2400">
              <a:latin typeface="Times New Roman" pitchFamily="18" charset="0"/>
            </a:endParaRPr>
          </a:p>
        </p:txBody>
      </p:sp>
    </p:spTree>
  </p:cSld>
  <p:clrMap bg1="lt1" tx1="dk1" bg2="lt2" tx2="dk2" accent1="accent1" accent2="accent2" accent3="accent3" accent4="accent4" accent5="accent5" accent6="accent6" hlink="hlink" folHlink="folHlink"/>
  <p:sldLayoutIdLst>
    <p:sldLayoutId id="2147484977" r:id="rId1"/>
    <p:sldLayoutId id="2147484951" r:id="rId2"/>
    <p:sldLayoutId id="2147484952" r:id="rId3"/>
    <p:sldLayoutId id="2147484953" r:id="rId4"/>
    <p:sldLayoutId id="2147484954" r:id="rId5"/>
    <p:sldLayoutId id="2147484955" r:id="rId6"/>
    <p:sldLayoutId id="2147484956" r:id="rId7"/>
    <p:sldLayoutId id="2147484957" r:id="rId8"/>
    <p:sldLayoutId id="2147484958" r:id="rId9"/>
    <p:sldLayoutId id="2147484959" r:id="rId10"/>
    <p:sldLayoutId id="2147484960" r:id="rId11"/>
    <p:sldLayoutId id="2147484961" r:id="rId12"/>
  </p:sldLayoutIdLst>
  <p:txStyles>
    <p:titleStyle>
      <a:lvl1pPr algn="l" rtl="0" eaLnBrk="0" fontAlgn="base" hangingPunct="0">
        <a:spcBef>
          <a:spcPct val="0"/>
        </a:spcBef>
        <a:spcAft>
          <a:spcPct val="0"/>
        </a:spcAft>
        <a:defRPr sz="4200">
          <a:solidFill>
            <a:schemeClr val="tx2"/>
          </a:solidFill>
          <a:latin typeface="+mj-lt"/>
          <a:ea typeface="+mj-ea"/>
          <a:cs typeface="+mj-cs"/>
        </a:defRPr>
      </a:lvl1pPr>
      <a:lvl2pPr algn="l" rtl="0" eaLnBrk="0" fontAlgn="base" hangingPunct="0">
        <a:spcBef>
          <a:spcPct val="0"/>
        </a:spcBef>
        <a:spcAft>
          <a:spcPct val="0"/>
        </a:spcAft>
        <a:defRPr sz="4200">
          <a:solidFill>
            <a:schemeClr val="tx2"/>
          </a:solidFill>
          <a:latin typeface="Arial" charset="0"/>
          <a:ea typeface="宋体" pitchFamily="2" charset="-122"/>
        </a:defRPr>
      </a:lvl2pPr>
      <a:lvl3pPr algn="l" rtl="0" eaLnBrk="0" fontAlgn="base" hangingPunct="0">
        <a:spcBef>
          <a:spcPct val="0"/>
        </a:spcBef>
        <a:spcAft>
          <a:spcPct val="0"/>
        </a:spcAft>
        <a:defRPr sz="4200">
          <a:solidFill>
            <a:schemeClr val="tx2"/>
          </a:solidFill>
          <a:latin typeface="Arial" charset="0"/>
          <a:ea typeface="宋体" pitchFamily="2" charset="-122"/>
        </a:defRPr>
      </a:lvl3pPr>
      <a:lvl4pPr algn="l" rtl="0" eaLnBrk="0" fontAlgn="base" hangingPunct="0">
        <a:spcBef>
          <a:spcPct val="0"/>
        </a:spcBef>
        <a:spcAft>
          <a:spcPct val="0"/>
        </a:spcAft>
        <a:defRPr sz="4200">
          <a:solidFill>
            <a:schemeClr val="tx2"/>
          </a:solidFill>
          <a:latin typeface="Arial" charset="0"/>
          <a:ea typeface="宋体" pitchFamily="2" charset="-122"/>
        </a:defRPr>
      </a:lvl4pPr>
      <a:lvl5pPr algn="l" rtl="0" eaLnBrk="0" fontAlgn="base" hangingPunct="0">
        <a:spcBef>
          <a:spcPct val="0"/>
        </a:spcBef>
        <a:spcAft>
          <a:spcPct val="0"/>
        </a:spcAft>
        <a:defRPr sz="4200">
          <a:solidFill>
            <a:schemeClr val="tx2"/>
          </a:solidFill>
          <a:latin typeface="Arial" charset="0"/>
          <a:ea typeface="宋体" pitchFamily="2" charset="-122"/>
        </a:defRPr>
      </a:lvl5pPr>
      <a:lvl6pPr marL="457200" algn="l" rtl="0" fontAlgn="base">
        <a:spcBef>
          <a:spcPct val="0"/>
        </a:spcBef>
        <a:spcAft>
          <a:spcPct val="0"/>
        </a:spcAft>
        <a:defRPr sz="4200">
          <a:solidFill>
            <a:schemeClr val="tx2"/>
          </a:solidFill>
          <a:latin typeface="Arial" charset="0"/>
          <a:ea typeface="宋体" pitchFamily="2" charset="-122"/>
        </a:defRPr>
      </a:lvl6pPr>
      <a:lvl7pPr marL="914400" algn="l" rtl="0" fontAlgn="base">
        <a:spcBef>
          <a:spcPct val="0"/>
        </a:spcBef>
        <a:spcAft>
          <a:spcPct val="0"/>
        </a:spcAft>
        <a:defRPr sz="4200">
          <a:solidFill>
            <a:schemeClr val="tx2"/>
          </a:solidFill>
          <a:latin typeface="Arial" charset="0"/>
          <a:ea typeface="宋体" pitchFamily="2" charset="-122"/>
        </a:defRPr>
      </a:lvl7pPr>
      <a:lvl8pPr marL="1371600" algn="l" rtl="0" fontAlgn="base">
        <a:spcBef>
          <a:spcPct val="0"/>
        </a:spcBef>
        <a:spcAft>
          <a:spcPct val="0"/>
        </a:spcAft>
        <a:defRPr sz="4200">
          <a:solidFill>
            <a:schemeClr val="tx2"/>
          </a:solidFill>
          <a:latin typeface="Arial" charset="0"/>
          <a:ea typeface="宋体" pitchFamily="2" charset="-122"/>
        </a:defRPr>
      </a:lvl8pPr>
      <a:lvl9pPr marL="1828800" algn="l" rtl="0" fontAlgn="base">
        <a:spcBef>
          <a:spcPct val="0"/>
        </a:spcBef>
        <a:spcAft>
          <a:spcPct val="0"/>
        </a:spcAft>
        <a:defRPr sz="42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tx1"/>
        </a:buClr>
        <a:buSzPct val="70000"/>
        <a:buFont typeface="Wingdings" pitchFamily="2" charset="2"/>
        <a:buChar char="¢"/>
        <a:defRPr sz="3000">
          <a:solidFill>
            <a:schemeClr val="tx2"/>
          </a:solidFill>
          <a:latin typeface="+mn-lt"/>
          <a:ea typeface="+mn-ea"/>
          <a:cs typeface="+mn-cs"/>
        </a:defRPr>
      </a:lvl1pPr>
      <a:lvl2pPr marL="742950" indent="-285750" algn="l" rtl="0" eaLnBrk="0" fontAlgn="base" hangingPunct="0">
        <a:spcBef>
          <a:spcPct val="20000"/>
        </a:spcBef>
        <a:spcAft>
          <a:spcPct val="0"/>
        </a:spcAft>
        <a:buClr>
          <a:schemeClr val="accent1"/>
        </a:buClr>
        <a:buSzPct val="75000"/>
        <a:buFont typeface="Wingdings" pitchFamily="2" charset="2"/>
        <a:buChar char="l"/>
        <a:defRPr sz="2800">
          <a:solidFill>
            <a:schemeClr val="tx2"/>
          </a:solidFill>
          <a:latin typeface="+mn-lt"/>
          <a:ea typeface="+mn-ea"/>
        </a:defRPr>
      </a:lvl2pPr>
      <a:lvl3pPr marL="1143000" indent="-228600" algn="l" rtl="0" eaLnBrk="0" fontAlgn="base" hangingPunct="0">
        <a:spcBef>
          <a:spcPct val="20000"/>
        </a:spcBef>
        <a:spcAft>
          <a:spcPct val="0"/>
        </a:spcAft>
        <a:buClr>
          <a:schemeClr val="accent2"/>
        </a:buClr>
        <a:buChar char="•"/>
        <a:defRPr sz="2400">
          <a:solidFill>
            <a:schemeClr val="tx2"/>
          </a:solidFill>
          <a:latin typeface="+mn-lt"/>
          <a:ea typeface="+mn-ea"/>
        </a:defRPr>
      </a:lvl3pPr>
      <a:lvl4pPr marL="1600200" indent="-228600" algn="l" rtl="0" eaLnBrk="0" fontAlgn="base" hangingPunct="0">
        <a:spcBef>
          <a:spcPct val="20000"/>
        </a:spcBef>
        <a:spcAft>
          <a:spcPct val="0"/>
        </a:spcAft>
        <a:buClr>
          <a:schemeClr val="tx1"/>
        </a:buClr>
        <a:buChar char="•"/>
        <a:defRPr sz="2000">
          <a:solidFill>
            <a:schemeClr val="tx2"/>
          </a:solidFill>
          <a:latin typeface="+mn-lt"/>
          <a:ea typeface="+mn-ea"/>
        </a:defRPr>
      </a:lvl4pPr>
      <a:lvl5pPr marL="2057400" indent="-228600" algn="l" rtl="0" eaLnBrk="0" fontAlgn="base" hangingPunct="0">
        <a:spcBef>
          <a:spcPct val="20000"/>
        </a:spcBef>
        <a:spcAft>
          <a:spcPct val="0"/>
        </a:spcAft>
        <a:buChar char="•"/>
        <a:defRPr sz="2000">
          <a:solidFill>
            <a:schemeClr val="tx2"/>
          </a:solidFill>
          <a:latin typeface="+mn-lt"/>
          <a:ea typeface="+mn-ea"/>
        </a:defRPr>
      </a:lvl5pPr>
      <a:lvl6pPr marL="2514600" indent="-228600" algn="l" rtl="0" fontAlgn="base">
        <a:spcBef>
          <a:spcPct val="20000"/>
        </a:spcBef>
        <a:spcAft>
          <a:spcPct val="0"/>
        </a:spcAft>
        <a:buChar char="•"/>
        <a:defRPr sz="2000">
          <a:solidFill>
            <a:schemeClr val="tx2"/>
          </a:solidFill>
          <a:latin typeface="+mn-lt"/>
          <a:ea typeface="+mn-ea"/>
        </a:defRPr>
      </a:lvl6pPr>
      <a:lvl7pPr marL="2971800" indent="-228600" algn="l" rtl="0" fontAlgn="base">
        <a:spcBef>
          <a:spcPct val="20000"/>
        </a:spcBef>
        <a:spcAft>
          <a:spcPct val="0"/>
        </a:spcAft>
        <a:buChar char="•"/>
        <a:defRPr sz="2000">
          <a:solidFill>
            <a:schemeClr val="tx2"/>
          </a:solidFill>
          <a:latin typeface="+mn-lt"/>
          <a:ea typeface="+mn-ea"/>
        </a:defRPr>
      </a:lvl7pPr>
      <a:lvl8pPr marL="3429000" indent="-228600" algn="l" rtl="0" fontAlgn="base">
        <a:spcBef>
          <a:spcPct val="20000"/>
        </a:spcBef>
        <a:spcAft>
          <a:spcPct val="0"/>
        </a:spcAft>
        <a:buChar char="•"/>
        <a:defRPr sz="2000">
          <a:solidFill>
            <a:schemeClr val="tx2"/>
          </a:solidFill>
          <a:latin typeface="+mn-lt"/>
          <a:ea typeface="+mn-ea"/>
        </a:defRPr>
      </a:lvl8pPr>
      <a:lvl9pPr marL="3886200" indent="-228600" algn="l" rtl="0" fontAlgn="base">
        <a:spcBef>
          <a:spcPct val="20000"/>
        </a:spcBef>
        <a:spcAft>
          <a:spcPct val="0"/>
        </a:spcAft>
        <a:buChar char="•"/>
        <a:defRPr sz="2000">
          <a:solidFill>
            <a:schemeClr val="tx2"/>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7FFD6FE-901F-C715-43C2-01300690D8BB}"/>
              </a:ext>
            </a:extLst>
          </p:cNvPr>
          <p:cNvSpPr>
            <a:spLocks noGrp="1" noChangeArrowheads="1"/>
          </p:cNvSpPr>
          <p:nvPr>
            <p:ph type="title"/>
          </p:nvPr>
        </p:nvSpPr>
        <p:spPr bwMode="auto">
          <a:xfrm>
            <a:off x="762000" y="533400"/>
            <a:ext cx="7696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4099" name="Rectangle 3">
            <a:extLst>
              <a:ext uri="{FF2B5EF4-FFF2-40B4-BE49-F238E27FC236}">
                <a16:creationId xmlns:a16="http://schemas.microsoft.com/office/drawing/2014/main" id="{5FDEEF93-9A0E-621B-6A6D-376FCE9277B1}"/>
              </a:ext>
            </a:extLst>
          </p:cNvPr>
          <p:cNvSpPr>
            <a:spLocks noGrp="1" noChangeArrowheads="1"/>
          </p:cNvSpPr>
          <p:nvPr>
            <p:ph type="body" idx="1"/>
          </p:nvPr>
        </p:nvSpPr>
        <p:spPr bwMode="auto">
          <a:xfrm>
            <a:off x="762000" y="1905000"/>
            <a:ext cx="7696200" cy="403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172" name="Rectangle 4">
            <a:extLst>
              <a:ext uri="{FF2B5EF4-FFF2-40B4-BE49-F238E27FC236}">
                <a16:creationId xmlns:a16="http://schemas.microsoft.com/office/drawing/2014/main" id="{67FB8A88-5B54-6CDA-FD5E-B3F54BB7BA28}"/>
              </a:ext>
            </a:extLst>
          </p:cNvPr>
          <p:cNvSpPr>
            <a:spLocks noGrp="1" noChangeArrowheads="1"/>
          </p:cNvSpPr>
          <p:nvPr>
            <p:ph type="dt" sz="half" idx="2"/>
          </p:nvPr>
        </p:nvSpPr>
        <p:spPr bwMode="auto">
          <a:xfrm>
            <a:off x="762000" y="6391275"/>
            <a:ext cx="20574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ltLang="zh-CN"/>
          </a:p>
        </p:txBody>
      </p:sp>
      <p:sp>
        <p:nvSpPr>
          <p:cNvPr id="7173" name="Rectangle 5">
            <a:extLst>
              <a:ext uri="{FF2B5EF4-FFF2-40B4-BE49-F238E27FC236}">
                <a16:creationId xmlns:a16="http://schemas.microsoft.com/office/drawing/2014/main" id="{EF690049-6712-3AB6-B4CB-8AEA5D1BAD2A}"/>
              </a:ext>
            </a:extLst>
          </p:cNvPr>
          <p:cNvSpPr>
            <a:spLocks noGrp="1" noChangeArrowheads="1"/>
          </p:cNvSpPr>
          <p:nvPr>
            <p:ph type="ftr" sz="quarter" idx="3"/>
          </p:nvPr>
        </p:nvSpPr>
        <p:spPr bwMode="auto">
          <a:xfrm>
            <a:off x="3352800" y="6403975"/>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mn-lt"/>
              </a:defRPr>
            </a:lvl1pPr>
          </a:lstStyle>
          <a:p>
            <a:pPr>
              <a:defRPr/>
            </a:pPr>
            <a:endParaRPr lang="en-US" altLang="zh-CN"/>
          </a:p>
        </p:txBody>
      </p:sp>
      <p:sp>
        <p:nvSpPr>
          <p:cNvPr id="7174" name="Rectangle 6">
            <a:extLst>
              <a:ext uri="{FF2B5EF4-FFF2-40B4-BE49-F238E27FC236}">
                <a16:creationId xmlns:a16="http://schemas.microsoft.com/office/drawing/2014/main" id="{6F7A6D38-9A68-1D0D-B1A2-641B6979108F}"/>
              </a:ext>
            </a:extLst>
          </p:cNvPr>
          <p:cNvSpPr>
            <a:spLocks noGrp="1" noChangeArrowheads="1"/>
          </p:cNvSpPr>
          <p:nvPr>
            <p:ph type="sldNum" sz="quarter" idx="4"/>
          </p:nvPr>
        </p:nvSpPr>
        <p:spPr bwMode="auto">
          <a:xfrm>
            <a:off x="6858000" y="6400800"/>
            <a:ext cx="16002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panose="020B0604020202020204" pitchFamily="34" charset="0"/>
              </a:defRPr>
            </a:lvl1pPr>
          </a:lstStyle>
          <a:p>
            <a:fld id="{9E93152F-E13D-794A-85CA-30D5D5C155BD}" type="slidenum">
              <a:rPr lang="en-US" altLang="zh-CN"/>
              <a:pPr/>
              <a:t>‹#›</a:t>
            </a:fld>
            <a:endParaRPr lang="en-US" altLang="zh-CN"/>
          </a:p>
        </p:txBody>
      </p:sp>
      <p:grpSp>
        <p:nvGrpSpPr>
          <p:cNvPr id="4103" name="Group 7">
            <a:extLst>
              <a:ext uri="{FF2B5EF4-FFF2-40B4-BE49-F238E27FC236}">
                <a16:creationId xmlns:a16="http://schemas.microsoft.com/office/drawing/2014/main" id="{12EF8862-67B2-F41B-6C77-105FE603A003}"/>
              </a:ext>
            </a:extLst>
          </p:cNvPr>
          <p:cNvGrpSpPr>
            <a:grpSpLocks/>
          </p:cNvGrpSpPr>
          <p:nvPr/>
        </p:nvGrpSpPr>
        <p:grpSpPr bwMode="auto">
          <a:xfrm>
            <a:off x="168275" y="228600"/>
            <a:ext cx="8823325" cy="6096000"/>
            <a:chOff x="106" y="144"/>
            <a:chExt cx="5558" cy="3840"/>
          </a:xfrm>
        </p:grpSpPr>
        <p:sp>
          <p:nvSpPr>
            <p:cNvPr id="4104" name="AutoShape 8">
              <a:extLst>
                <a:ext uri="{FF2B5EF4-FFF2-40B4-BE49-F238E27FC236}">
                  <a16:creationId xmlns:a16="http://schemas.microsoft.com/office/drawing/2014/main" id="{772346F7-6EF0-912B-1727-079D5D67F2D7}"/>
                </a:ext>
              </a:extLst>
            </p:cNvPr>
            <p:cNvSpPr>
              <a:spLocks noChangeArrowheads="1"/>
            </p:cNvSpPr>
            <p:nvPr/>
          </p:nvSpPr>
          <p:spPr bwMode="auto">
            <a:xfrm>
              <a:off x="106" y="144"/>
              <a:ext cx="5558" cy="3840"/>
            </a:xfrm>
            <a:prstGeom prst="roundRect">
              <a:avLst>
                <a:gd name="adj" fmla="val 11046"/>
              </a:avLst>
            </a:prstGeom>
            <a:noFill/>
            <a:ln w="28575">
              <a:solidFill>
                <a:schemeClr val="fo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algn="ctr" eaLnBrk="1" hangingPunct="1">
                <a:defRPr/>
              </a:pPr>
              <a:endParaRPr lang="en-US" altLang="en-US" sz="2400">
                <a:latin typeface="Times New Roman" pitchFamily="18" charset="0"/>
              </a:endParaRPr>
            </a:p>
          </p:txBody>
        </p:sp>
        <p:sp>
          <p:nvSpPr>
            <p:cNvPr id="4105" name="Line 9">
              <a:extLst>
                <a:ext uri="{FF2B5EF4-FFF2-40B4-BE49-F238E27FC236}">
                  <a16:creationId xmlns:a16="http://schemas.microsoft.com/office/drawing/2014/main" id="{26D00BD9-BB44-99FC-186F-2375A81C3DE3}"/>
                </a:ext>
              </a:extLst>
            </p:cNvPr>
            <p:cNvSpPr>
              <a:spLocks noChangeShapeType="1"/>
            </p:cNvSpPr>
            <p:nvPr/>
          </p:nvSpPr>
          <p:spPr bwMode="auto">
            <a:xfrm>
              <a:off x="480" y="1077"/>
              <a:ext cx="4848" cy="0"/>
            </a:xfrm>
            <a:prstGeom prst="line">
              <a:avLst/>
            </a:prstGeom>
            <a:noFill/>
            <a:ln w="38100">
              <a:solidFill>
                <a:schemeClr val="folHlink"/>
              </a:solidFill>
              <a:round/>
              <a:headEnd/>
              <a:tailEnd/>
            </a:ln>
            <a:extLst>
              <a:ext uri="{909E8E84-426E-40DD-AFC4-6F175D3DCCD1}">
                <a14:hiddenFill xmlns:a14="http://schemas.microsoft.com/office/drawing/2010/main">
                  <a:noFill/>
                </a14:hiddenFill>
              </a:ext>
            </a:extLst>
          </p:spPr>
          <p:txBody>
            <a:bodyPr/>
            <a:lstStyle/>
            <a:p>
              <a:endParaRPr lang="en-US"/>
            </a:p>
          </p:txBody>
        </p:sp>
      </p:grpSp>
    </p:spTree>
  </p:cSld>
  <p:clrMap bg1="lt1" tx1="dk1" bg2="lt2" tx2="dk2" accent1="accent1" accent2="accent2" accent3="accent3" accent4="accent4" accent5="accent5" accent6="accent6" hlink="hlink" folHlink="folHlink"/>
  <p:sldLayoutIdLst>
    <p:sldLayoutId id="2147484978" r:id="rId1"/>
    <p:sldLayoutId id="2147484962" r:id="rId2"/>
    <p:sldLayoutId id="2147484963" r:id="rId3"/>
    <p:sldLayoutId id="2147484964" r:id="rId4"/>
    <p:sldLayoutId id="2147484965" r:id="rId5"/>
    <p:sldLayoutId id="2147484966" r:id="rId6"/>
    <p:sldLayoutId id="2147484967" r:id="rId7"/>
    <p:sldLayoutId id="2147484968" r:id="rId8"/>
    <p:sldLayoutId id="2147484969" r:id="rId9"/>
    <p:sldLayoutId id="2147484970" r:id="rId10"/>
    <p:sldLayoutId id="2147484971" r:id="rId11"/>
    <p:sldLayoutId id="2147484972" r:id="rId12"/>
    <p:sldLayoutId id="2147484973" r:id="rId13"/>
  </p:sldLayoutIdLst>
  <p:txStyles>
    <p:titleStyle>
      <a:lvl1pPr algn="l" rtl="0" eaLnBrk="0" fontAlgn="base" hangingPunct="0">
        <a:spcBef>
          <a:spcPct val="0"/>
        </a:spcBef>
        <a:spcAft>
          <a:spcPct val="0"/>
        </a:spcAft>
        <a:defRPr sz="3300">
          <a:solidFill>
            <a:schemeClr val="tx2"/>
          </a:solidFill>
          <a:latin typeface="+mj-lt"/>
          <a:ea typeface="+mj-ea"/>
          <a:cs typeface="+mj-cs"/>
        </a:defRPr>
      </a:lvl1pPr>
      <a:lvl2pPr algn="l" rtl="0" eaLnBrk="0" fontAlgn="base" hangingPunct="0">
        <a:spcBef>
          <a:spcPct val="0"/>
        </a:spcBef>
        <a:spcAft>
          <a:spcPct val="0"/>
        </a:spcAft>
        <a:defRPr sz="3300">
          <a:solidFill>
            <a:schemeClr val="tx2"/>
          </a:solidFill>
          <a:latin typeface="Arial Black" pitchFamily="34" charset="0"/>
          <a:ea typeface="宋体" pitchFamily="2" charset="-122"/>
        </a:defRPr>
      </a:lvl2pPr>
      <a:lvl3pPr algn="l" rtl="0" eaLnBrk="0" fontAlgn="base" hangingPunct="0">
        <a:spcBef>
          <a:spcPct val="0"/>
        </a:spcBef>
        <a:spcAft>
          <a:spcPct val="0"/>
        </a:spcAft>
        <a:defRPr sz="3300">
          <a:solidFill>
            <a:schemeClr val="tx2"/>
          </a:solidFill>
          <a:latin typeface="Arial Black" pitchFamily="34" charset="0"/>
          <a:ea typeface="宋体" pitchFamily="2" charset="-122"/>
        </a:defRPr>
      </a:lvl3pPr>
      <a:lvl4pPr algn="l" rtl="0" eaLnBrk="0" fontAlgn="base" hangingPunct="0">
        <a:spcBef>
          <a:spcPct val="0"/>
        </a:spcBef>
        <a:spcAft>
          <a:spcPct val="0"/>
        </a:spcAft>
        <a:defRPr sz="3300">
          <a:solidFill>
            <a:schemeClr val="tx2"/>
          </a:solidFill>
          <a:latin typeface="Arial Black" pitchFamily="34" charset="0"/>
          <a:ea typeface="宋体" pitchFamily="2" charset="-122"/>
        </a:defRPr>
      </a:lvl4pPr>
      <a:lvl5pPr algn="l" rtl="0" eaLnBrk="0" fontAlgn="base" hangingPunct="0">
        <a:spcBef>
          <a:spcPct val="0"/>
        </a:spcBef>
        <a:spcAft>
          <a:spcPct val="0"/>
        </a:spcAft>
        <a:defRPr sz="3300">
          <a:solidFill>
            <a:schemeClr val="tx2"/>
          </a:solidFill>
          <a:latin typeface="Arial Black" pitchFamily="34" charset="0"/>
          <a:ea typeface="宋体" pitchFamily="2" charset="-122"/>
        </a:defRPr>
      </a:lvl5pPr>
      <a:lvl6pPr marL="457200" algn="l" rtl="0" fontAlgn="base">
        <a:spcBef>
          <a:spcPct val="0"/>
        </a:spcBef>
        <a:spcAft>
          <a:spcPct val="0"/>
        </a:spcAft>
        <a:defRPr sz="3300">
          <a:solidFill>
            <a:schemeClr val="tx2"/>
          </a:solidFill>
          <a:latin typeface="Arial Black" pitchFamily="34" charset="0"/>
          <a:ea typeface="宋体" pitchFamily="2" charset="-122"/>
        </a:defRPr>
      </a:lvl6pPr>
      <a:lvl7pPr marL="914400" algn="l" rtl="0" fontAlgn="base">
        <a:spcBef>
          <a:spcPct val="0"/>
        </a:spcBef>
        <a:spcAft>
          <a:spcPct val="0"/>
        </a:spcAft>
        <a:defRPr sz="3300">
          <a:solidFill>
            <a:schemeClr val="tx2"/>
          </a:solidFill>
          <a:latin typeface="Arial Black" pitchFamily="34" charset="0"/>
          <a:ea typeface="宋体" pitchFamily="2" charset="-122"/>
        </a:defRPr>
      </a:lvl7pPr>
      <a:lvl8pPr marL="1371600" algn="l" rtl="0" fontAlgn="base">
        <a:spcBef>
          <a:spcPct val="0"/>
        </a:spcBef>
        <a:spcAft>
          <a:spcPct val="0"/>
        </a:spcAft>
        <a:defRPr sz="3300">
          <a:solidFill>
            <a:schemeClr val="tx2"/>
          </a:solidFill>
          <a:latin typeface="Arial Black" pitchFamily="34" charset="0"/>
          <a:ea typeface="宋体" pitchFamily="2" charset="-122"/>
        </a:defRPr>
      </a:lvl8pPr>
      <a:lvl9pPr marL="1828800" algn="l" rtl="0" fontAlgn="base">
        <a:spcBef>
          <a:spcPct val="0"/>
        </a:spcBef>
        <a:spcAft>
          <a:spcPct val="0"/>
        </a:spcAft>
        <a:defRPr sz="3300">
          <a:solidFill>
            <a:schemeClr val="tx2"/>
          </a:solidFill>
          <a:latin typeface="Arial Black" pitchFamily="34" charset="0"/>
          <a:ea typeface="宋体" pitchFamily="2" charset="-122"/>
        </a:defRPr>
      </a:lvl9pPr>
    </p:titleStyle>
    <p:bodyStyle>
      <a:lvl1pPr marL="342900" indent="-342900" algn="l" rtl="0" eaLnBrk="0" fontAlgn="base" hangingPunct="0">
        <a:spcBef>
          <a:spcPct val="20000"/>
        </a:spcBef>
        <a:spcAft>
          <a:spcPct val="0"/>
        </a:spcAft>
        <a:buClr>
          <a:schemeClr val="bg2"/>
        </a:buClr>
        <a:buSzPct val="70000"/>
        <a:buFont typeface="Wingdings"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ea typeface="+mn-ea"/>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5122" name="Rectangle 8">
            <a:extLst>
              <a:ext uri="{FF2B5EF4-FFF2-40B4-BE49-F238E27FC236}">
                <a16:creationId xmlns:a16="http://schemas.microsoft.com/office/drawing/2014/main" id="{99EA7FE9-EFD8-EABD-3B1B-04BF91782709}"/>
              </a:ext>
            </a:extLst>
          </p:cNvPr>
          <p:cNvSpPr>
            <a:spLocks noGrp="1" noChangeArrowheads="1"/>
          </p:cNvSpPr>
          <p:nvPr>
            <p:ph type="body" idx="1"/>
          </p:nvPr>
        </p:nvSpPr>
        <p:spPr bwMode="auto">
          <a:xfrm>
            <a:off x="152400" y="1273175"/>
            <a:ext cx="88392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137160" bIns="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3" name="Rectangle 7">
            <a:extLst>
              <a:ext uri="{FF2B5EF4-FFF2-40B4-BE49-F238E27FC236}">
                <a16:creationId xmlns:a16="http://schemas.microsoft.com/office/drawing/2014/main" id="{73FB7BC8-50B5-4195-1D23-3A54149C73AF}"/>
              </a:ext>
            </a:extLst>
          </p:cNvPr>
          <p:cNvSpPr>
            <a:spLocks noGrp="1" noChangeArrowheads="1"/>
          </p:cNvSpPr>
          <p:nvPr>
            <p:ph type="title"/>
          </p:nvPr>
        </p:nvSpPr>
        <p:spPr bwMode="auto">
          <a:xfrm>
            <a:off x="0" y="0"/>
            <a:ext cx="914400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82880" tIns="91440" rIns="228600" bIns="91440" numCol="1" anchor="t" anchorCtr="0" compatLnSpc="1">
            <a:prstTxWarp prst="textNoShape">
              <a:avLst/>
            </a:prstTxWarp>
            <a:spAutoFit/>
          </a:bodyPr>
          <a:lstStyle/>
          <a:p>
            <a:pPr lvl="0"/>
            <a:r>
              <a:rPr lang="en-US" altLang="en-US"/>
              <a:t>Click to edit Master title style</a:t>
            </a:r>
          </a:p>
        </p:txBody>
      </p:sp>
      <p:sp>
        <p:nvSpPr>
          <p:cNvPr id="3" name="Footer Placeholder 2">
            <a:extLst>
              <a:ext uri="{FF2B5EF4-FFF2-40B4-BE49-F238E27FC236}">
                <a16:creationId xmlns:a16="http://schemas.microsoft.com/office/drawing/2014/main" id="{6406E41C-54C2-C00F-E158-19B6DB915CF7}"/>
              </a:ext>
            </a:extLst>
          </p:cNvPr>
          <p:cNvSpPr>
            <a:spLocks noGrp="1"/>
          </p:cNvSpPr>
          <p:nvPr>
            <p:ph type="ftr" sz="quarter" idx="3"/>
          </p:nvPr>
        </p:nvSpPr>
        <p:spPr>
          <a:xfrm>
            <a:off x="66675" y="6586538"/>
            <a:ext cx="3086100" cy="233362"/>
          </a:xfrm>
          <a:prstGeom prst="rect">
            <a:avLst/>
          </a:prstGeom>
        </p:spPr>
        <p:txBody>
          <a:bodyPr vert="horz" lIns="91440" tIns="45720" rIns="91440" bIns="45720" rtlCol="0" anchor="ctr"/>
          <a:lstStyle>
            <a:lvl1pPr algn="l" eaLnBrk="0" hangingPunct="0">
              <a:defRPr sz="900">
                <a:solidFill>
                  <a:srgbClr val="000000"/>
                </a:solidFill>
                <a:latin typeface="Arial" panose="020B0604020202020204" pitchFamily="34" charset="0"/>
                <a:ea typeface="ヒラギノ角ゴ Pro W3" charset="-128"/>
              </a:defRPr>
            </a:lvl1pPr>
          </a:lstStyle>
          <a:p>
            <a:pPr>
              <a:defRPr/>
            </a:pPr>
            <a:r>
              <a:rPr lang="en-US"/>
              <a:t>© 2018 Pearson Education Ltd.</a:t>
            </a:r>
          </a:p>
        </p:txBody>
      </p:sp>
    </p:spTree>
  </p:cSld>
  <p:clrMap bg1="lt1" tx1="dk1" bg2="lt2" tx2="dk2" accent1="accent1" accent2="accent2" accent3="accent3" accent4="accent4" accent5="accent5" accent6="accent6" hlink="hlink" folHlink="folHlink"/>
  <p:sldLayoutIdLst>
    <p:sldLayoutId id="2147484979" r:id="rId1"/>
    <p:sldLayoutId id="2147484980" r:id="rId2"/>
    <p:sldLayoutId id="2147484981" r:id="rId3"/>
    <p:sldLayoutId id="2147484982" r:id="rId4"/>
    <p:sldLayoutId id="2147484983" r:id="rId5"/>
    <p:sldLayoutId id="2147484984" r:id="rId6"/>
    <p:sldLayoutId id="2147484985" r:id="rId7"/>
  </p:sldLayoutIdLst>
  <p:hf sldNum="0" hdr="0" dt="0"/>
  <p:txStyles>
    <p:titleStyle>
      <a:lvl1pPr indent="-450850" algn="l" rtl="0" eaLnBrk="0" fontAlgn="base" hangingPunct="0">
        <a:lnSpc>
          <a:spcPct val="90000"/>
        </a:lnSpc>
        <a:spcBef>
          <a:spcPct val="0"/>
        </a:spcBef>
        <a:spcAft>
          <a:spcPct val="0"/>
        </a:spcAft>
        <a:defRPr sz="3000" b="1">
          <a:solidFill>
            <a:schemeClr val="tx1"/>
          </a:solidFill>
          <a:latin typeface="Arial"/>
          <a:ea typeface="Arial" panose="020B0604020202020204" pitchFamily="34" charset="0"/>
          <a:cs typeface="Arial"/>
        </a:defRPr>
      </a:lvl1pPr>
      <a:lvl2pPr indent="-450850" algn="l" rtl="0" eaLnBrk="0" fontAlgn="base" hangingPunct="0">
        <a:lnSpc>
          <a:spcPct val="90000"/>
        </a:lnSpc>
        <a:spcBef>
          <a:spcPct val="0"/>
        </a:spcBef>
        <a:spcAft>
          <a:spcPct val="0"/>
        </a:spcAft>
        <a:defRPr sz="3000" b="1">
          <a:solidFill>
            <a:schemeClr val="tx1"/>
          </a:solidFill>
          <a:latin typeface="Arial" pitchFamily="34" charset="0"/>
          <a:ea typeface="Geneva" charset="0"/>
          <a:cs typeface="Arial" charset="0"/>
        </a:defRPr>
      </a:lvl2pPr>
      <a:lvl3pPr indent="-450850" algn="l" rtl="0" eaLnBrk="0" fontAlgn="base" hangingPunct="0">
        <a:lnSpc>
          <a:spcPct val="90000"/>
        </a:lnSpc>
        <a:spcBef>
          <a:spcPct val="0"/>
        </a:spcBef>
        <a:spcAft>
          <a:spcPct val="0"/>
        </a:spcAft>
        <a:defRPr sz="3000" b="1">
          <a:solidFill>
            <a:schemeClr val="tx1"/>
          </a:solidFill>
          <a:latin typeface="Arial" pitchFamily="34" charset="0"/>
          <a:ea typeface="Geneva" charset="0"/>
          <a:cs typeface="Arial" charset="0"/>
        </a:defRPr>
      </a:lvl3pPr>
      <a:lvl4pPr indent="-450850" algn="l" rtl="0" eaLnBrk="0" fontAlgn="base" hangingPunct="0">
        <a:lnSpc>
          <a:spcPct val="90000"/>
        </a:lnSpc>
        <a:spcBef>
          <a:spcPct val="0"/>
        </a:spcBef>
        <a:spcAft>
          <a:spcPct val="0"/>
        </a:spcAft>
        <a:defRPr sz="3000" b="1">
          <a:solidFill>
            <a:schemeClr val="tx1"/>
          </a:solidFill>
          <a:latin typeface="Arial" pitchFamily="34" charset="0"/>
          <a:ea typeface="Geneva" charset="0"/>
          <a:cs typeface="Arial" charset="0"/>
        </a:defRPr>
      </a:lvl4pPr>
      <a:lvl5pPr indent="-450850" algn="l" rtl="0" eaLnBrk="0" fontAlgn="base" hangingPunct="0">
        <a:lnSpc>
          <a:spcPct val="90000"/>
        </a:lnSpc>
        <a:spcBef>
          <a:spcPct val="0"/>
        </a:spcBef>
        <a:spcAft>
          <a:spcPct val="0"/>
        </a:spcAft>
        <a:defRPr sz="3000" b="1">
          <a:solidFill>
            <a:schemeClr val="tx1"/>
          </a:solidFill>
          <a:latin typeface="Arial" pitchFamily="34" charset="0"/>
          <a:ea typeface="Geneva" charset="0"/>
          <a:cs typeface="Arial" charset="0"/>
        </a:defRPr>
      </a:lvl5pPr>
      <a:lvl6pPr marL="9080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6pPr>
      <a:lvl7pPr marL="13652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7pPr>
      <a:lvl8pPr marL="18224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8pPr>
      <a:lvl9pPr marL="2279650" indent="-450850" algn="l" rtl="0" eaLnBrk="1" fontAlgn="base" hangingPunct="1">
        <a:lnSpc>
          <a:spcPct val="90000"/>
        </a:lnSpc>
        <a:spcBef>
          <a:spcPct val="0"/>
        </a:spcBef>
        <a:spcAft>
          <a:spcPct val="0"/>
        </a:spcAft>
        <a:defRPr sz="3000" b="1">
          <a:solidFill>
            <a:schemeClr val="tx2"/>
          </a:solidFill>
          <a:latin typeface="Times New Roman" charset="0"/>
          <a:ea typeface="Arial" charset="0"/>
          <a:cs typeface="Arial" charset="0"/>
        </a:defRPr>
      </a:lvl9pPr>
    </p:titleStyle>
    <p:bodyStyle>
      <a:lvl1pPr marL="346075" indent="-346075" algn="l" rtl="0" eaLnBrk="0" fontAlgn="base" hangingPunct="0">
        <a:spcBef>
          <a:spcPts val="600"/>
        </a:spcBef>
        <a:spcAft>
          <a:spcPts val="600"/>
        </a:spcAft>
        <a:buClr>
          <a:srgbClr val="DF4A20"/>
        </a:buClr>
        <a:buFont typeface="Wingdings" pitchFamily="2" charset="2"/>
        <a:buChar char="§"/>
        <a:defRPr sz="2800">
          <a:solidFill>
            <a:schemeClr val="tx1"/>
          </a:solidFill>
          <a:latin typeface="Arial" charset="0"/>
          <a:ea typeface="Arial" panose="020B0604020202020204" pitchFamily="34" charset="0"/>
          <a:cs typeface="+mn-cs"/>
        </a:defRPr>
      </a:lvl1pPr>
      <a:lvl2pPr marL="739775" indent="-282575" algn="l" rtl="0" eaLnBrk="0" fontAlgn="base" hangingPunct="0">
        <a:spcBef>
          <a:spcPts val="600"/>
        </a:spcBef>
        <a:spcAft>
          <a:spcPts val="600"/>
        </a:spcAft>
        <a:buClr>
          <a:srgbClr val="DF4A20"/>
        </a:buClr>
        <a:buFont typeface="Wingdings" pitchFamily="2" charset="2"/>
        <a:buChar char="§"/>
        <a:defRPr sz="2600">
          <a:solidFill>
            <a:schemeClr val="tx1"/>
          </a:solidFill>
          <a:latin typeface="Arial" charset="0"/>
          <a:ea typeface="+mn-ea"/>
          <a:cs typeface="+mn-cs"/>
        </a:defRPr>
      </a:lvl2pPr>
      <a:lvl3pPr marL="1143000" indent="-228600" algn="l" rtl="0" eaLnBrk="0" fontAlgn="base" hangingPunct="0">
        <a:spcBef>
          <a:spcPts val="600"/>
        </a:spcBef>
        <a:spcAft>
          <a:spcPts val="600"/>
        </a:spcAft>
        <a:buClr>
          <a:srgbClr val="DF4A20"/>
        </a:buClr>
        <a:buFont typeface="Wingdings" pitchFamily="2" charset="2"/>
        <a:buChar char="§"/>
        <a:defRPr sz="2400">
          <a:solidFill>
            <a:schemeClr val="tx1"/>
          </a:solidFill>
          <a:latin typeface="Arial" charset="0"/>
          <a:ea typeface="+mn-ea"/>
          <a:cs typeface="+mn-cs"/>
        </a:defRPr>
      </a:lvl3pPr>
      <a:lvl4pPr marL="1600200" indent="-228600" algn="l" rtl="0" eaLnBrk="0" fontAlgn="base" hangingPunct="0">
        <a:spcBef>
          <a:spcPts val="600"/>
        </a:spcBef>
        <a:spcAft>
          <a:spcPts val="600"/>
        </a:spcAft>
        <a:buClr>
          <a:srgbClr val="DF4A20"/>
        </a:buClr>
        <a:buFont typeface="Wingdings" pitchFamily="2" charset="2"/>
        <a:buChar char="§"/>
        <a:defRPr sz="2200">
          <a:solidFill>
            <a:schemeClr val="tx1"/>
          </a:solidFill>
          <a:latin typeface="Arial" charset="0"/>
          <a:ea typeface="+mn-ea"/>
          <a:cs typeface="+mn-cs"/>
        </a:defRPr>
      </a:lvl4pPr>
      <a:lvl5pPr marL="2057400" indent="-228600" algn="l" rtl="0" eaLnBrk="0" fontAlgn="base" hangingPunct="0">
        <a:spcBef>
          <a:spcPts val="600"/>
        </a:spcBef>
        <a:spcAft>
          <a:spcPts val="600"/>
        </a:spcAft>
        <a:buClr>
          <a:srgbClr val="DF4A20"/>
        </a:buClr>
        <a:buFont typeface="Wingdings" pitchFamily="2" charset="2"/>
        <a:buChar char="§"/>
        <a:defRPr sz="2200">
          <a:solidFill>
            <a:schemeClr val="tx1"/>
          </a:solidFill>
          <a:latin typeface="Arial" charset="0"/>
          <a:ea typeface="+mn-ea"/>
          <a:cs typeface="+mn-cs"/>
        </a:defRPr>
      </a:lvl5pPr>
      <a:lvl6pPr marL="33162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6pPr>
      <a:lvl7pPr marL="37734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7pPr>
      <a:lvl8pPr marL="42306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8pPr>
      <a:lvl9pPr marL="4687888" indent="-347663" algn="l" rtl="0" eaLnBrk="1" fontAlgn="base" hangingPunct="1">
        <a:spcBef>
          <a:spcPct val="45000"/>
        </a:spcBef>
        <a:spcAft>
          <a:spcPct val="20000"/>
        </a:spcAft>
        <a:buClr>
          <a:schemeClr val="tx2"/>
        </a:buClr>
        <a:buFont typeface="Wingdings" charset="2"/>
        <a:buChar char="§"/>
        <a:defRPr sz="20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file:///D:\Manjubharkavi\Production\October\17-Oct\Chapter%2020\Unlabeled\20_05aRecombinantDNA-U.jpg"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file:///D:\Manjubharkavi\Production\October\17-Oct\Chapter%2020\Unlabeled\20_05bRecombinantDNA-U.jp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file:///D:\Manjubharkavi\Production\October\17-Oct\Chapter%2020\Unlabeled\20_05cRecombinantDNA-U.jpg"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file:///D:\Manjubharkavi\Production\October\17-Oct\Chapter%2020\Unlabeled\20_06_GelElectrophoresis-U.jpg"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image" Target="file:///D:\Manjubharkavi\Production\October\17-Oct\Chapter%2020\Unlabeled\20_06aGelElectrophoresis-U.jpg" TargetMode="External"/></Relationships>
</file>

<file path=ppt/slides/_rels/slide1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file:///D:\Manjubharkavi\Production\October\17-Oct\Chapter%2020\Unlabeled\20_06bGelElectrophoresis-U.jpg" TargetMode="External"/></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35.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file:///D:\Manjubharkavi\Production\October\17-Oct\Chapter%2020\Unlabeled\20_03_NextGenSequencing-U.jpg" TargetMode="External"/></Relationships>
</file>

<file path=ppt/slides/_rels/slide36.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file:///D:\Manjubharkavi\Production\October\17-Oct\Chapter%2020\Unlabeled\20_03aNextGenSequencing-U.jpg" TargetMode="External"/></Relationships>
</file>

<file path=ppt/slides/_rels/slide37.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file:///D:\Manjubharkavi\Production\October\17-Oct\Chapter%2020\Unlabeled\20_03bNextGenSequencing-U.jpg" TargetMode="External"/></Relationships>
</file>

<file path=ppt/slides/_rels/slide3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file:///D:\Manjubharkavi\Production\October\17-Oct\Chapter%2020\Unlabeled\20_03cNextGenSequencing-U.jpg" TargetMode="External"/></Relationships>
</file>

<file path=ppt/slides/_rels/slide39.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notesSlide" Target="../notesSlides/notesSlide15.xml"/><Relationship Id="rId1" Type="http://schemas.openxmlformats.org/officeDocument/2006/relationships/slideLayout" Target="../slideLayouts/slideLayout6.xml"/><Relationship Id="rId4" Type="http://schemas.openxmlformats.org/officeDocument/2006/relationships/image" Target="file:///D:\Manjubharkavi\Production\October\17-Oct\Chapter%2020\Unlabeled\20_03dNextGenSequencing-U.jpg" TargetMode="Externa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41.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53.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image" Target="../media/image34.jpeg"/><Relationship Id="rId1" Type="http://schemas.openxmlformats.org/officeDocument/2006/relationships/slideLayout" Target="../slideLayouts/slideLayout45.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5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7.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8.xml"/><Relationship Id="rId1" Type="http://schemas.openxmlformats.org/officeDocument/2006/relationships/slideLayout" Target="../slideLayouts/slideLayout54.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6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8.xml"/></Relationships>
</file>

<file path=ppt/slides/_rels/slide6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43.xml"/><Relationship Id="rId4" Type="http://schemas.openxmlformats.org/officeDocument/2006/relationships/image" Target="../media/image41.jpeg"/></Relationships>
</file>

<file path=ppt/slides/_rels/slide65.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43.xml"/></Relationships>
</file>

<file path=ppt/slides/_rels/slide6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48.xml"/></Relationships>
</file>

<file path=ppt/slides/_rels/slide67.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8.xml"/></Relationships>
</file>

<file path=ppt/slides/_rels/slide6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8.xml"/></Relationships>
</file>

<file path=ppt/slides/_rels/slide69.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5.xml"/><Relationship Id="rId4" Type="http://schemas.openxmlformats.org/officeDocument/2006/relationships/image" Target="../media/image48.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2.xml.rels><?xml version="1.0" encoding="UTF-8" standalone="yes"?>
<Relationships xmlns="http://schemas.openxmlformats.org/package/2006/relationships"><Relationship Id="rId2" Type="http://schemas.openxmlformats.org/officeDocument/2006/relationships/image" Target="../media/image49.jpeg"/><Relationship Id="rId1" Type="http://schemas.openxmlformats.org/officeDocument/2006/relationships/slideLayout" Target="../slideLayouts/slideLayout43.xml"/></Relationships>
</file>

<file path=ppt/slides/_rels/slide73.xml.rels><?xml version="1.0" encoding="UTF-8" standalone="yes"?>
<Relationships xmlns="http://schemas.openxmlformats.org/package/2006/relationships"><Relationship Id="rId2" Type="http://schemas.openxmlformats.org/officeDocument/2006/relationships/image" Target="../media/image50.jpeg"/><Relationship Id="rId1" Type="http://schemas.openxmlformats.org/officeDocument/2006/relationships/slideLayout" Target="../slideLayouts/slideLayout43.xml"/></Relationships>
</file>

<file path=ppt/slides/_rels/slide74.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image" Target="../media/image51.jpeg"/><Relationship Id="rId1" Type="http://schemas.openxmlformats.org/officeDocument/2006/relationships/slideLayout" Target="../slideLayouts/slideLayout4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7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43.xml"/></Relationships>
</file>

<file path=ppt/slides/_rels/slide80.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48.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4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9EE004B4-E81F-3CEE-BC61-293C0010C31E}"/>
              </a:ext>
            </a:extLst>
          </p:cNvPr>
          <p:cNvSpPr>
            <a:spLocks noGrp="1" noChangeArrowheads="1"/>
          </p:cNvSpPr>
          <p:nvPr>
            <p:ph type="ctrTitle"/>
          </p:nvPr>
        </p:nvSpPr>
        <p:spPr>
          <a:xfrm>
            <a:off x="1403350" y="692150"/>
            <a:ext cx="7345363" cy="1685925"/>
          </a:xfrm>
        </p:spPr>
        <p:txBody>
          <a:bodyPr/>
          <a:lstStyle/>
          <a:p>
            <a:pPr algn="ctr" eaLnBrk="1" hangingPunct="1"/>
            <a:r>
              <a:rPr lang="en-US" altLang="zh-CN" sz="5400" b="1">
                <a:solidFill>
                  <a:srgbClr val="002060"/>
                </a:solidFill>
              </a:rPr>
              <a:t>Techniques of Molecular Biology</a:t>
            </a:r>
          </a:p>
        </p:txBody>
      </p:sp>
      <p:sp>
        <p:nvSpPr>
          <p:cNvPr id="19459" name="Rectangle 3">
            <a:extLst>
              <a:ext uri="{FF2B5EF4-FFF2-40B4-BE49-F238E27FC236}">
                <a16:creationId xmlns:a16="http://schemas.microsoft.com/office/drawing/2014/main" id="{50BCDA98-61F6-F30C-B1BC-BA3C3BC074F8}"/>
              </a:ext>
            </a:extLst>
          </p:cNvPr>
          <p:cNvSpPr>
            <a:spLocks noGrp="1" noChangeArrowheads="1"/>
          </p:cNvSpPr>
          <p:nvPr>
            <p:ph type="subTitle" idx="1"/>
          </p:nvPr>
        </p:nvSpPr>
        <p:spPr/>
        <p:txBody>
          <a:bodyPr/>
          <a:lstStyle/>
          <a:p>
            <a:pPr algn="ctr" eaLnBrk="1" hangingPunct="1"/>
            <a:r>
              <a:rPr lang="en-US" altLang="zh-CN" sz="3200" b="1">
                <a:solidFill>
                  <a:srgbClr val="C00000"/>
                </a:solidFill>
              </a:rPr>
              <a:t>BT 451</a:t>
            </a:r>
          </a:p>
          <a:p>
            <a:pPr algn="ctr" eaLnBrk="1" hangingPunct="1"/>
            <a:r>
              <a:rPr lang="en-US" altLang="zh-CN" sz="3200" b="1">
                <a:solidFill>
                  <a:srgbClr val="C00000"/>
                </a:solidFill>
              </a:rPr>
              <a:t>Chapter 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5DFA3E8E-226A-86C5-6171-44E0FBD7665D}"/>
              </a:ext>
            </a:extLst>
          </p:cNvPr>
          <p:cNvSpPr>
            <a:spLocks noGrp="1" noChangeArrowheads="1"/>
          </p:cNvSpPr>
          <p:nvPr>
            <p:ph type="title"/>
          </p:nvPr>
        </p:nvSpPr>
        <p:spPr/>
        <p:txBody>
          <a:bodyPr/>
          <a:lstStyle/>
          <a:p>
            <a:pPr eaLnBrk="1" hangingPunct="1"/>
            <a:r>
              <a:rPr lang="en-US" altLang="zh-CN" sz="7200">
                <a:solidFill>
                  <a:srgbClr val="002060"/>
                </a:solidFill>
                <a:latin typeface="Berlin Sans FB" panose="020F0502020204030204" pitchFamily="34" charset="0"/>
              </a:rPr>
              <a:t>Techniques</a:t>
            </a:r>
          </a:p>
        </p:txBody>
      </p:sp>
      <p:sp>
        <p:nvSpPr>
          <p:cNvPr id="20483" name="Rectangle 3">
            <a:extLst>
              <a:ext uri="{FF2B5EF4-FFF2-40B4-BE49-F238E27FC236}">
                <a16:creationId xmlns:a16="http://schemas.microsoft.com/office/drawing/2014/main" id="{801B9849-D193-F7CF-D172-E4C7E1C1A2E5}"/>
              </a:ext>
            </a:extLst>
          </p:cNvPr>
          <p:cNvSpPr>
            <a:spLocks noGrp="1" noChangeArrowheads="1"/>
          </p:cNvSpPr>
          <p:nvPr>
            <p:ph type="body" idx="1"/>
          </p:nvPr>
        </p:nvSpPr>
        <p:spPr>
          <a:xfrm>
            <a:off x="827088" y="1844675"/>
            <a:ext cx="7010400" cy="3035300"/>
          </a:xfrm>
          <a:noFill/>
        </p:spPr>
        <p:txBody>
          <a:bodyPr/>
          <a:lstStyle/>
          <a:p>
            <a:pPr eaLnBrk="1" hangingPunct="1">
              <a:buFont typeface="Wingdings" pitchFamily="2" charset="2"/>
              <a:buNone/>
            </a:pPr>
            <a:endParaRPr lang="en-US" altLang="zh-CN" sz="4800">
              <a:latin typeface="Berlin Sans FB" panose="020F0502020204030204" pitchFamily="34" charset="0"/>
            </a:endParaRPr>
          </a:p>
          <a:p>
            <a:pPr eaLnBrk="1" hangingPunct="1"/>
            <a:r>
              <a:rPr lang="en-US" altLang="zh-CN" sz="4800">
                <a:solidFill>
                  <a:srgbClr val="FF0000"/>
                </a:solidFill>
                <a:latin typeface="Berlin Sans FB" panose="020F0502020204030204" pitchFamily="34" charset="0"/>
              </a:rPr>
              <a:t>Nucleic Acids</a:t>
            </a:r>
          </a:p>
          <a:p>
            <a:pPr eaLnBrk="1" hangingPunct="1"/>
            <a:r>
              <a:rPr lang="en-US" altLang="zh-CN" sz="4800">
                <a:solidFill>
                  <a:srgbClr val="7030A0"/>
                </a:solidFill>
                <a:latin typeface="Berlin Sans FB" panose="020F0502020204030204" pitchFamily="34" charset="0"/>
              </a:rPr>
              <a:t>Proteins</a:t>
            </a:r>
            <a:r>
              <a:rPr lang="en-US" altLang="zh-CN" sz="4800">
                <a:latin typeface="Berlin Sans FB" panose="020F0502020204030204" pitchFamily="34" charset="0"/>
              </a:rPr>
              <a:t>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17231FB-591F-16F9-429D-E535707A4ED7}"/>
              </a:ext>
            </a:extLst>
          </p:cNvPr>
          <p:cNvSpPr/>
          <p:nvPr/>
        </p:nvSpPr>
        <p:spPr>
          <a:xfrm>
            <a:off x="1419225" y="404813"/>
            <a:ext cx="5311775" cy="1016000"/>
          </a:xfrm>
          <a:prstGeom prst="rect">
            <a:avLst/>
          </a:prstGeom>
          <a:noFill/>
        </p:spPr>
        <p:txBody>
          <a:bodyPr wrap="none">
            <a:spAutoFit/>
          </a:bodyPr>
          <a:lstStyle/>
          <a:p>
            <a:pPr algn="ctr" eaLnBrk="1" hangingPunct="1">
              <a:defRPr/>
            </a:pPr>
            <a:r>
              <a:rPr lang="en-US" sz="6000" b="1" dirty="0">
                <a:ln w="0"/>
                <a:solidFill>
                  <a:srgbClr val="FF0000"/>
                </a:solidFill>
                <a:effectLst>
                  <a:outerShdw blurRad="38100" dist="19050" dir="2700000" algn="tl" rotWithShape="0">
                    <a:schemeClr val="dk1">
                      <a:alpha val="40000"/>
                    </a:schemeClr>
                  </a:outerShdw>
                </a:effectLst>
                <a:latin typeface="Arial Rounded MT Bold" panose="020F0704030504030204" pitchFamily="34" charset="0"/>
              </a:rPr>
              <a:t>Nucleic Acids</a:t>
            </a:r>
          </a:p>
        </p:txBody>
      </p:sp>
      <p:pic>
        <p:nvPicPr>
          <p:cNvPr id="21507" name="Picture 2">
            <a:extLst>
              <a:ext uri="{FF2B5EF4-FFF2-40B4-BE49-F238E27FC236}">
                <a16:creationId xmlns:a16="http://schemas.microsoft.com/office/drawing/2014/main" id="{C29510C2-D6BB-DE4A-1903-81C43FC6CDC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04975" y="1700213"/>
            <a:ext cx="6378575" cy="458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010EF76F-779D-380D-2A5F-4CF84AA3319A}"/>
              </a:ext>
            </a:extLst>
          </p:cNvPr>
          <p:cNvSpPr>
            <a:spLocks noGrp="1" noChangeArrowheads="1"/>
          </p:cNvSpPr>
          <p:nvPr>
            <p:ph type="title"/>
          </p:nvPr>
        </p:nvSpPr>
        <p:spPr/>
        <p:txBody>
          <a:bodyPr/>
          <a:lstStyle/>
          <a:p>
            <a:pPr eaLnBrk="1" hangingPunct="1"/>
            <a:r>
              <a:rPr lang="en-US" altLang="zh-CN" sz="3200">
                <a:latin typeface="Cooper Black" panose="0208090404030B020404" pitchFamily="18" charset="77"/>
              </a:rPr>
              <a:t>DNA Hybridization Can Be Used to </a:t>
            </a:r>
            <a:r>
              <a:rPr lang="en-US" altLang="zh-CN" sz="3200">
                <a:solidFill>
                  <a:srgbClr val="FF0000"/>
                </a:solidFill>
                <a:latin typeface="Cooper Black" panose="0208090404030B020404" pitchFamily="18" charset="77"/>
              </a:rPr>
              <a:t>Identify</a:t>
            </a:r>
            <a:r>
              <a:rPr lang="en-US" altLang="zh-CN" sz="3200">
                <a:latin typeface="Cooper Black" panose="0208090404030B020404" pitchFamily="18" charset="77"/>
              </a:rPr>
              <a:t> Specific DNA Molecules</a:t>
            </a:r>
          </a:p>
        </p:txBody>
      </p:sp>
      <p:sp>
        <p:nvSpPr>
          <p:cNvPr id="22531" name="Rectangle 3">
            <a:extLst>
              <a:ext uri="{FF2B5EF4-FFF2-40B4-BE49-F238E27FC236}">
                <a16:creationId xmlns:a16="http://schemas.microsoft.com/office/drawing/2014/main" id="{C218C40B-3A7B-D51B-8D10-6C3763A9958D}"/>
              </a:ext>
            </a:extLst>
          </p:cNvPr>
          <p:cNvSpPr>
            <a:spLocks noGrp="1" noChangeArrowheads="1"/>
          </p:cNvSpPr>
          <p:nvPr>
            <p:ph type="body" idx="1"/>
          </p:nvPr>
        </p:nvSpPr>
        <p:spPr/>
        <p:txBody>
          <a:bodyPr/>
          <a:lstStyle/>
          <a:p>
            <a:pPr eaLnBrk="1" hangingPunct="1"/>
            <a:r>
              <a:rPr lang="en-US" altLang="zh-CN" b="1">
                <a:latin typeface="Berlin Sans FB" panose="020F0502020204030204" pitchFamily="34" charset="0"/>
                <a:ea typeface="Arial Unicode MS" panose="020B0604020202020204" pitchFamily="34" charset="-128"/>
                <a:cs typeface="Arial Unicode MS" panose="020B0604020202020204" pitchFamily="34" charset="-128"/>
              </a:rPr>
              <a:t>Hybridization</a:t>
            </a:r>
            <a:r>
              <a:rPr lang="en-US" altLang="zh-CN">
                <a:latin typeface="Berlin Sans FB" panose="020F0502020204030204" pitchFamily="34" charset="0"/>
                <a:ea typeface="Arial Unicode MS" panose="020B0604020202020204" pitchFamily="34" charset="-128"/>
                <a:cs typeface="Arial Unicode MS" panose="020B0604020202020204" pitchFamily="34" charset="-128"/>
              </a:rPr>
              <a:t> </a:t>
            </a:r>
          </a:p>
          <a:p>
            <a:pPr eaLnBrk="1" hangingPunct="1">
              <a:buFont typeface="Wingdings" pitchFamily="2" charset="2"/>
              <a:buNone/>
            </a:pPr>
            <a:r>
              <a:rPr lang="en-US" altLang="zh-CN">
                <a:latin typeface="Berlin Sans FB" panose="020F0502020204030204" pitchFamily="34" charset="0"/>
                <a:ea typeface="Arial Unicode MS" panose="020B0604020202020204" pitchFamily="34" charset="-128"/>
                <a:cs typeface="Arial Unicode MS" panose="020B0604020202020204" pitchFamily="34" charset="-128"/>
              </a:rPr>
              <a:t>   the process of base-pairing between complementary single-stranded polynucleotides from two different sources under the appropriate conditions of ionic strength and temperature.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6EAEE69F-F467-663C-A535-1174BCA51521}"/>
              </a:ext>
            </a:extLst>
          </p:cNvPr>
          <p:cNvSpPr>
            <a:spLocks noGrp="1" noChangeArrowheads="1"/>
          </p:cNvSpPr>
          <p:nvPr>
            <p:ph type="title"/>
          </p:nvPr>
        </p:nvSpPr>
        <p:spPr/>
        <p:txBody>
          <a:bodyPr/>
          <a:lstStyle/>
          <a:p>
            <a:pPr eaLnBrk="1" hangingPunct="1"/>
            <a:r>
              <a:rPr lang="en-US" altLang="zh-CN" sz="2400">
                <a:latin typeface="Cooper Black" panose="0208090404030B020404" pitchFamily="18" charset="77"/>
              </a:rPr>
              <a:t>Hybridization Probes Can Identify Electrophoretically-separated DNAs and RNAs</a:t>
            </a:r>
          </a:p>
        </p:txBody>
      </p:sp>
      <p:sp>
        <p:nvSpPr>
          <p:cNvPr id="23555" name="Rectangle 3">
            <a:extLst>
              <a:ext uri="{FF2B5EF4-FFF2-40B4-BE49-F238E27FC236}">
                <a16:creationId xmlns:a16="http://schemas.microsoft.com/office/drawing/2014/main" id="{0C92DFE9-43AD-6A45-BE5E-19DB2E492D5D}"/>
              </a:ext>
            </a:extLst>
          </p:cNvPr>
          <p:cNvSpPr>
            <a:spLocks noGrp="1" noChangeArrowheads="1"/>
          </p:cNvSpPr>
          <p:nvPr>
            <p:ph type="body" idx="1"/>
          </p:nvPr>
        </p:nvSpPr>
        <p:spPr>
          <a:xfrm>
            <a:off x="609600" y="1962150"/>
            <a:ext cx="7924800" cy="4419600"/>
          </a:xfrm>
        </p:spPr>
        <p:txBody>
          <a:bodyPr/>
          <a:lstStyle/>
          <a:p>
            <a:pPr eaLnBrk="1" hangingPunct="1"/>
            <a:r>
              <a:rPr lang="en-US" altLang="zh-CN" b="1">
                <a:latin typeface="Berlin Sans FB" panose="020F0502020204030204" pitchFamily="34" charset="0"/>
              </a:rPr>
              <a:t>Probe</a:t>
            </a:r>
            <a:r>
              <a:rPr lang="en-US" altLang="zh-CN">
                <a:latin typeface="Berlin Sans FB" panose="020F0502020204030204" pitchFamily="34" charset="0"/>
              </a:rPr>
              <a:t> with defined sequence – either a purified fragment or a chemically synthesized DNA molecule is used to search mixtures of nucleic acids for molecules containing a complementary sequence.</a:t>
            </a:r>
          </a:p>
          <a:p>
            <a:pPr eaLnBrk="1" hangingPunct="1"/>
            <a:r>
              <a:rPr lang="en-US" altLang="zh-CN">
                <a:latin typeface="Berlin Sans FB" panose="020F0502020204030204" pitchFamily="34" charset="0"/>
              </a:rPr>
              <a:t>Probe must be </a:t>
            </a:r>
            <a:r>
              <a:rPr lang="en-US" altLang="zh-CN" b="1">
                <a:latin typeface="Berlin Sans FB" panose="020F0502020204030204" pitchFamily="34" charset="0"/>
              </a:rPr>
              <a:t>labeled</a:t>
            </a:r>
            <a:r>
              <a:rPr lang="en-US" altLang="zh-CN">
                <a:latin typeface="Berlin Sans FB" panose="020F0502020204030204" pitchFamily="34" charset="0"/>
              </a:rPr>
              <a:t> in the first place.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BD74BD57-3F7F-79E7-875F-1A0502CB37FB}"/>
              </a:ext>
            </a:extLst>
          </p:cNvPr>
          <p:cNvSpPr>
            <a:spLocks noGrp="1" noChangeArrowheads="1"/>
          </p:cNvSpPr>
          <p:nvPr>
            <p:ph type="title"/>
          </p:nvPr>
        </p:nvSpPr>
        <p:spPr/>
        <p:txBody>
          <a:bodyPr/>
          <a:lstStyle/>
          <a:p>
            <a:pPr eaLnBrk="1" hangingPunct="1"/>
            <a:r>
              <a:rPr lang="en-US" altLang="zh-CN" sz="3200">
                <a:latin typeface="Cooper Black" panose="0208090404030B020404" pitchFamily="18" charset="77"/>
              </a:rPr>
              <a:t> </a:t>
            </a:r>
            <a:r>
              <a:rPr lang="en-US" altLang="zh-CN" sz="3600">
                <a:latin typeface="Cooper Black" panose="0208090404030B020404" pitchFamily="18" charset="77"/>
              </a:rPr>
              <a:t>Methods for labeling DNA</a:t>
            </a:r>
          </a:p>
        </p:txBody>
      </p:sp>
      <p:sp>
        <p:nvSpPr>
          <p:cNvPr id="24579" name="Rectangle 3">
            <a:extLst>
              <a:ext uri="{FF2B5EF4-FFF2-40B4-BE49-F238E27FC236}">
                <a16:creationId xmlns:a16="http://schemas.microsoft.com/office/drawing/2014/main" id="{19DE9E53-7EDF-768D-D8C7-07BEA965B2C5}"/>
              </a:ext>
            </a:extLst>
          </p:cNvPr>
          <p:cNvSpPr>
            <a:spLocks noGrp="1" noChangeArrowheads="1"/>
          </p:cNvSpPr>
          <p:nvPr>
            <p:ph type="body" idx="1"/>
          </p:nvPr>
        </p:nvSpPr>
        <p:spPr/>
        <p:txBody>
          <a:bodyPr/>
          <a:lstStyle/>
          <a:p>
            <a:pPr eaLnBrk="1" hangingPunct="1">
              <a:lnSpc>
                <a:spcPct val="90000"/>
              </a:lnSpc>
            </a:pPr>
            <a:r>
              <a:rPr lang="en-US" altLang="zh-CN">
                <a:latin typeface="Berlin Sans FB" panose="020F0502020204030204" pitchFamily="34" charset="0"/>
                <a:ea typeface="Arial Unicode MS" panose="020B0604020202020204" pitchFamily="34" charset="-128"/>
                <a:cs typeface="Arial Unicode MS" panose="020B0604020202020204" pitchFamily="34" charset="-128"/>
              </a:rPr>
              <a:t>Synthesizing new DNA in the presence of a labeled </a:t>
            </a:r>
            <a:r>
              <a:rPr lang="en-US" altLang="zh-CN" b="1">
                <a:latin typeface="Berlin Sans FB" panose="020F0502020204030204" pitchFamily="34" charset="0"/>
                <a:ea typeface="Arial Unicode MS" panose="020B0604020202020204" pitchFamily="34" charset="-128"/>
                <a:cs typeface="Arial Unicode MS" panose="020B0604020202020204" pitchFamily="34" charset="-128"/>
              </a:rPr>
              <a:t>precursor </a:t>
            </a:r>
            <a:r>
              <a:rPr lang="en-US" altLang="zh-CN" i="1">
                <a:latin typeface="Berlin Sans FB" panose="020F0502020204030204" pitchFamily="34" charset="0"/>
                <a:ea typeface="Arial Unicode MS" panose="020B0604020202020204" pitchFamily="34" charset="-128"/>
                <a:cs typeface="Arial Unicode MS" panose="020B0604020202020204" pitchFamily="34" charset="-128"/>
              </a:rPr>
              <a:t>modified with either a fluorescent moiety or radioactive atoms </a:t>
            </a:r>
            <a:r>
              <a:rPr lang="en-US" altLang="zh-CN">
                <a:latin typeface="Berlin Sans FB" panose="020F0502020204030204" pitchFamily="34" charset="0"/>
                <a:ea typeface="Arial Unicode MS" panose="020B0604020202020204" pitchFamily="34" charset="-128"/>
                <a:cs typeface="Arial Unicode MS" panose="020B0604020202020204" pitchFamily="34" charset="-128"/>
              </a:rPr>
              <a:t>by using PCR or hybridizing short random hexameric oligonucleotides to DNA and allowing a DNA polymerase to extend them.</a:t>
            </a:r>
            <a:endParaRPr lang="en-US" altLang="zh-CN" b="1">
              <a:latin typeface="Berlin Sans FB" panose="020F0502020204030204" pitchFamily="34" charset="0"/>
              <a:ea typeface="Arial Unicode MS" panose="020B0604020202020204" pitchFamily="34" charset="-128"/>
              <a:cs typeface="Arial Unicode MS" panose="020B0604020202020204" pitchFamily="34" charset="-128"/>
            </a:endParaRPr>
          </a:p>
          <a:p>
            <a:pPr eaLnBrk="1" hangingPunct="1">
              <a:lnSpc>
                <a:spcPct val="90000"/>
              </a:lnSpc>
            </a:pPr>
            <a:r>
              <a:rPr lang="en-US" altLang="zh-CN">
                <a:latin typeface="Berlin Sans FB" panose="020F0502020204030204" pitchFamily="34" charset="0"/>
                <a:ea typeface="Arial Unicode MS" panose="020B0604020202020204" pitchFamily="34" charset="-128"/>
                <a:cs typeface="Arial Unicode MS" panose="020B0604020202020204" pitchFamily="34" charset="-128"/>
              </a:rPr>
              <a:t>Adding a label to the end of an intact DNA molecule</a:t>
            </a:r>
          </a:p>
          <a:p>
            <a:pPr eaLnBrk="1" hangingPunct="1">
              <a:lnSpc>
                <a:spcPct val="90000"/>
              </a:lnSpc>
            </a:pPr>
            <a:endParaRPr lang="en-US" altLang="zh-CN">
              <a:latin typeface="Berlin Sans FB" panose="020F0502020204030204" pitchFamily="34" charset="0"/>
              <a:ea typeface="Arial Unicode MS" panose="020B0604020202020204" pitchFamily="34" charset="-128"/>
              <a:cs typeface="Arial Unicode MS" panose="020B0604020202020204" pitchFamily="34"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5602" name="Picture 2">
            <a:extLst>
              <a:ext uri="{FF2B5EF4-FFF2-40B4-BE49-F238E27FC236}">
                <a16:creationId xmlns:a16="http://schemas.microsoft.com/office/drawing/2014/main" id="{9F8DBEFF-022E-CB81-AFDE-DA01EDBCC9A3}"/>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34988" y="2852738"/>
            <a:ext cx="7924800" cy="3216275"/>
          </a:xfrm>
          <a:noFill/>
        </p:spPr>
      </p:pic>
      <p:sp>
        <p:nvSpPr>
          <p:cNvPr id="25603" name="Freeform 3">
            <a:extLst>
              <a:ext uri="{FF2B5EF4-FFF2-40B4-BE49-F238E27FC236}">
                <a16:creationId xmlns:a16="http://schemas.microsoft.com/office/drawing/2014/main" id="{5F6D2DB0-FFF2-2AF7-CBEB-AE03EA320C74}"/>
              </a:ext>
            </a:extLst>
          </p:cNvPr>
          <p:cNvSpPr>
            <a:spLocks/>
          </p:cNvSpPr>
          <p:nvPr/>
        </p:nvSpPr>
        <p:spPr bwMode="auto">
          <a:xfrm>
            <a:off x="7597775" y="1423988"/>
            <a:ext cx="1062038" cy="1047750"/>
          </a:xfrm>
          <a:custGeom>
            <a:avLst/>
            <a:gdLst>
              <a:gd name="T0" fmla="*/ 2147483646 w 669"/>
              <a:gd name="T1" fmla="*/ 2147483646 h 660"/>
              <a:gd name="T2" fmla="*/ 2147483646 w 669"/>
              <a:gd name="T3" fmla="*/ 2147483646 h 660"/>
              <a:gd name="T4" fmla="*/ 2147483646 w 669"/>
              <a:gd name="T5" fmla="*/ 2147483646 h 660"/>
              <a:gd name="T6" fmla="*/ 2147483646 w 669"/>
              <a:gd name="T7" fmla="*/ 2147483646 h 660"/>
              <a:gd name="T8" fmla="*/ 2147483646 w 669"/>
              <a:gd name="T9" fmla="*/ 2147483646 h 660"/>
              <a:gd name="T10" fmla="*/ 2147483646 w 669"/>
              <a:gd name="T11" fmla="*/ 2147483646 h 660"/>
              <a:gd name="T12" fmla="*/ 2147483646 w 669"/>
              <a:gd name="T13" fmla="*/ 2147483646 h 660"/>
              <a:gd name="T14" fmla="*/ 2147483646 w 669"/>
              <a:gd name="T15" fmla="*/ 2147483646 h 660"/>
              <a:gd name="T16" fmla="*/ 0 w 669"/>
              <a:gd name="T17" fmla="*/ 2147483646 h 660"/>
              <a:gd name="T18" fmla="*/ 2147483646 w 669"/>
              <a:gd name="T19" fmla="*/ 2147483646 h 660"/>
              <a:gd name="T20" fmla="*/ 2147483646 w 669"/>
              <a:gd name="T21" fmla="*/ 2147483646 h 660"/>
              <a:gd name="T22" fmla="*/ 2147483646 w 669"/>
              <a:gd name="T23" fmla="*/ 2147483646 h 660"/>
              <a:gd name="T24" fmla="*/ 2147483646 w 669"/>
              <a:gd name="T25" fmla="*/ 2147483646 h 660"/>
              <a:gd name="T26" fmla="*/ 2147483646 w 669"/>
              <a:gd name="T27" fmla="*/ 2147483646 h 660"/>
              <a:gd name="T28" fmla="*/ 2147483646 w 669"/>
              <a:gd name="T29" fmla="*/ 2147483646 h 660"/>
              <a:gd name="T30" fmla="*/ 2147483646 w 669"/>
              <a:gd name="T31" fmla="*/ 2147483646 h 660"/>
              <a:gd name="T32" fmla="*/ 2147483646 w 669"/>
              <a:gd name="T33" fmla="*/ 2147483646 h 660"/>
              <a:gd name="T34" fmla="*/ 2147483646 w 669"/>
              <a:gd name="T35" fmla="*/ 2147483646 h 660"/>
              <a:gd name="T36" fmla="*/ 2147483646 w 669"/>
              <a:gd name="T37" fmla="*/ 2147483646 h 660"/>
              <a:gd name="T38" fmla="*/ 2147483646 w 669"/>
              <a:gd name="T39" fmla="*/ 2147483646 h 660"/>
              <a:gd name="T40" fmla="*/ 2147483646 w 669"/>
              <a:gd name="T41" fmla="*/ 2147483646 h 660"/>
              <a:gd name="T42" fmla="*/ 2147483646 w 669"/>
              <a:gd name="T43" fmla="*/ 2147483646 h 660"/>
              <a:gd name="T44" fmla="*/ 2147483646 w 669"/>
              <a:gd name="T45" fmla="*/ 2147483646 h 660"/>
              <a:gd name="T46" fmla="*/ 2147483646 w 669"/>
              <a:gd name="T47" fmla="*/ 2147483646 h 660"/>
              <a:gd name="T48" fmla="*/ 2147483646 w 669"/>
              <a:gd name="T49" fmla="*/ 2147483646 h 660"/>
              <a:gd name="T50" fmla="*/ 2147483646 w 669"/>
              <a:gd name="T51" fmla="*/ 2147483646 h 660"/>
              <a:gd name="T52" fmla="*/ 2147483646 w 669"/>
              <a:gd name="T53" fmla="*/ 2147483646 h 660"/>
              <a:gd name="T54" fmla="*/ 2147483646 w 669"/>
              <a:gd name="T55" fmla="*/ 2147483646 h 660"/>
              <a:gd name="T56" fmla="*/ 2147483646 w 669"/>
              <a:gd name="T57" fmla="*/ 2147483646 h 660"/>
              <a:gd name="T58" fmla="*/ 2147483646 w 669"/>
              <a:gd name="T59" fmla="*/ 2147483646 h 660"/>
              <a:gd name="T60" fmla="*/ 2147483646 w 669"/>
              <a:gd name="T61" fmla="*/ 2147483646 h 660"/>
              <a:gd name="T62" fmla="*/ 2147483646 w 669"/>
              <a:gd name="T63" fmla="*/ 2147483646 h 6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69"/>
              <a:gd name="T97" fmla="*/ 0 h 660"/>
              <a:gd name="T98" fmla="*/ 669 w 669"/>
              <a:gd name="T99" fmla="*/ 660 h 6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69" h="660">
                <a:moveTo>
                  <a:pt x="301" y="222"/>
                </a:moveTo>
                <a:cubicBezTo>
                  <a:pt x="238" y="212"/>
                  <a:pt x="240" y="214"/>
                  <a:pt x="169" y="192"/>
                </a:cubicBezTo>
                <a:cubicBezTo>
                  <a:pt x="148" y="185"/>
                  <a:pt x="110" y="170"/>
                  <a:pt x="110" y="170"/>
                </a:cubicBezTo>
                <a:cubicBezTo>
                  <a:pt x="88" y="153"/>
                  <a:pt x="64" y="137"/>
                  <a:pt x="44" y="119"/>
                </a:cubicBezTo>
                <a:cubicBezTo>
                  <a:pt x="37" y="113"/>
                  <a:pt x="35" y="90"/>
                  <a:pt x="29" y="97"/>
                </a:cubicBezTo>
                <a:cubicBezTo>
                  <a:pt x="21" y="104"/>
                  <a:pt x="31" y="117"/>
                  <a:pt x="37" y="126"/>
                </a:cubicBezTo>
                <a:cubicBezTo>
                  <a:pt x="88" y="200"/>
                  <a:pt x="97" y="203"/>
                  <a:pt x="154" y="251"/>
                </a:cubicBezTo>
                <a:cubicBezTo>
                  <a:pt x="183" y="332"/>
                  <a:pt x="130" y="436"/>
                  <a:pt x="66" y="486"/>
                </a:cubicBezTo>
                <a:cubicBezTo>
                  <a:pt x="47" y="500"/>
                  <a:pt x="22" y="500"/>
                  <a:pt x="0" y="508"/>
                </a:cubicBezTo>
                <a:cubicBezTo>
                  <a:pt x="43" y="521"/>
                  <a:pt x="51" y="527"/>
                  <a:pt x="117" y="508"/>
                </a:cubicBezTo>
                <a:cubicBezTo>
                  <a:pt x="155" y="496"/>
                  <a:pt x="140" y="470"/>
                  <a:pt x="162" y="449"/>
                </a:cubicBezTo>
                <a:cubicBezTo>
                  <a:pt x="176" y="435"/>
                  <a:pt x="200" y="438"/>
                  <a:pt x="220" y="434"/>
                </a:cubicBezTo>
                <a:cubicBezTo>
                  <a:pt x="255" y="446"/>
                  <a:pt x="270" y="467"/>
                  <a:pt x="286" y="500"/>
                </a:cubicBezTo>
                <a:cubicBezTo>
                  <a:pt x="283" y="527"/>
                  <a:pt x="271" y="555"/>
                  <a:pt x="279" y="581"/>
                </a:cubicBezTo>
                <a:cubicBezTo>
                  <a:pt x="287" y="610"/>
                  <a:pt x="314" y="565"/>
                  <a:pt x="323" y="552"/>
                </a:cubicBezTo>
                <a:cubicBezTo>
                  <a:pt x="407" y="560"/>
                  <a:pt x="459" y="594"/>
                  <a:pt x="536" y="633"/>
                </a:cubicBezTo>
                <a:cubicBezTo>
                  <a:pt x="545" y="637"/>
                  <a:pt x="554" y="643"/>
                  <a:pt x="565" y="647"/>
                </a:cubicBezTo>
                <a:cubicBezTo>
                  <a:pt x="572" y="649"/>
                  <a:pt x="592" y="660"/>
                  <a:pt x="587" y="655"/>
                </a:cubicBezTo>
                <a:cubicBezTo>
                  <a:pt x="561" y="633"/>
                  <a:pt x="506" y="596"/>
                  <a:pt x="506" y="596"/>
                </a:cubicBezTo>
                <a:cubicBezTo>
                  <a:pt x="444" y="499"/>
                  <a:pt x="435" y="487"/>
                  <a:pt x="404" y="405"/>
                </a:cubicBezTo>
                <a:cubicBezTo>
                  <a:pt x="419" y="356"/>
                  <a:pt x="456" y="361"/>
                  <a:pt x="499" y="368"/>
                </a:cubicBezTo>
                <a:cubicBezTo>
                  <a:pt x="513" y="375"/>
                  <a:pt x="531" y="401"/>
                  <a:pt x="543" y="390"/>
                </a:cubicBezTo>
                <a:cubicBezTo>
                  <a:pt x="553" y="379"/>
                  <a:pt x="519" y="289"/>
                  <a:pt x="551" y="273"/>
                </a:cubicBezTo>
                <a:cubicBezTo>
                  <a:pt x="578" y="258"/>
                  <a:pt x="669" y="236"/>
                  <a:pt x="639" y="244"/>
                </a:cubicBezTo>
                <a:cubicBezTo>
                  <a:pt x="590" y="255"/>
                  <a:pt x="619" y="249"/>
                  <a:pt x="551" y="258"/>
                </a:cubicBezTo>
                <a:cubicBezTo>
                  <a:pt x="433" y="230"/>
                  <a:pt x="442" y="177"/>
                  <a:pt x="411" y="67"/>
                </a:cubicBezTo>
                <a:cubicBezTo>
                  <a:pt x="408" y="47"/>
                  <a:pt x="415" y="24"/>
                  <a:pt x="404" y="9"/>
                </a:cubicBezTo>
                <a:cubicBezTo>
                  <a:pt x="397" y="0"/>
                  <a:pt x="393" y="28"/>
                  <a:pt x="389" y="38"/>
                </a:cubicBezTo>
                <a:cubicBezTo>
                  <a:pt x="373" y="73"/>
                  <a:pt x="382" y="77"/>
                  <a:pt x="345" y="97"/>
                </a:cubicBezTo>
                <a:cubicBezTo>
                  <a:pt x="325" y="94"/>
                  <a:pt x="304" y="96"/>
                  <a:pt x="286" y="89"/>
                </a:cubicBezTo>
                <a:cubicBezTo>
                  <a:pt x="273" y="83"/>
                  <a:pt x="258" y="46"/>
                  <a:pt x="257" y="60"/>
                </a:cubicBezTo>
                <a:cubicBezTo>
                  <a:pt x="252" y="93"/>
                  <a:pt x="291" y="181"/>
                  <a:pt x="301" y="222"/>
                </a:cubicBezTo>
                <a:close/>
              </a:path>
            </a:pathLst>
          </a:custGeom>
          <a:solidFill>
            <a:schemeClr val="accent1"/>
          </a:solidFill>
          <a:ln w="9525">
            <a:solidFill>
              <a:schemeClr val="tx1"/>
            </a:solidFill>
            <a:round/>
            <a:headEnd/>
            <a:tailEnd/>
          </a:ln>
        </p:spPr>
        <p:txBody>
          <a:bodyPr wrap="none" anchor="ctr"/>
          <a:lstStyle/>
          <a:p>
            <a:endParaRPr lang="en-US"/>
          </a:p>
        </p:txBody>
      </p:sp>
      <p:sp>
        <p:nvSpPr>
          <p:cNvPr id="25604" name="Rectangle 4">
            <a:extLst>
              <a:ext uri="{FF2B5EF4-FFF2-40B4-BE49-F238E27FC236}">
                <a16:creationId xmlns:a16="http://schemas.microsoft.com/office/drawing/2014/main" id="{9DA02C39-816C-9F36-86B6-40C1051AE7DC}"/>
              </a:ext>
            </a:extLst>
          </p:cNvPr>
          <p:cNvSpPr>
            <a:spLocks noGrp="1" noChangeArrowheads="1"/>
          </p:cNvSpPr>
          <p:nvPr>
            <p:ph type="title"/>
          </p:nvPr>
        </p:nvSpPr>
        <p:spPr/>
        <p:txBody>
          <a:bodyPr/>
          <a:lstStyle/>
          <a:p>
            <a:pPr eaLnBrk="1" hangingPunct="1"/>
            <a:r>
              <a:rPr lang="en-US" altLang="zh-CN">
                <a:solidFill>
                  <a:srgbClr val="FF0000"/>
                </a:solidFill>
                <a:latin typeface="Cooper Black" panose="0208090404030B020404" pitchFamily="18" charset="77"/>
              </a:rPr>
              <a:t>Southern</a:t>
            </a:r>
            <a:r>
              <a:rPr lang="en-US" altLang="zh-CN">
                <a:solidFill>
                  <a:schemeClr val="bg1"/>
                </a:solidFill>
                <a:latin typeface="Cooper Black" panose="0208090404030B020404" pitchFamily="18" charset="77"/>
              </a:rPr>
              <a:t> blot hybridization</a:t>
            </a:r>
          </a:p>
        </p:txBody>
      </p:sp>
      <p:sp>
        <p:nvSpPr>
          <p:cNvPr id="25605" name="Line 5">
            <a:extLst>
              <a:ext uri="{FF2B5EF4-FFF2-40B4-BE49-F238E27FC236}">
                <a16:creationId xmlns:a16="http://schemas.microsoft.com/office/drawing/2014/main" id="{DC610E3B-3707-7F27-5B40-E89FC1C7C0D8}"/>
              </a:ext>
            </a:extLst>
          </p:cNvPr>
          <p:cNvSpPr>
            <a:spLocks noChangeShapeType="1"/>
          </p:cNvSpPr>
          <p:nvPr/>
        </p:nvSpPr>
        <p:spPr bwMode="auto">
          <a:xfrm>
            <a:off x="2133600" y="4800600"/>
            <a:ext cx="167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06" name="Line 6">
            <a:extLst>
              <a:ext uri="{FF2B5EF4-FFF2-40B4-BE49-F238E27FC236}">
                <a16:creationId xmlns:a16="http://schemas.microsoft.com/office/drawing/2014/main" id="{B400ACB9-BFB2-869B-FE2D-F67480FE0699}"/>
              </a:ext>
            </a:extLst>
          </p:cNvPr>
          <p:cNvSpPr>
            <a:spLocks noChangeShapeType="1"/>
          </p:cNvSpPr>
          <p:nvPr/>
        </p:nvSpPr>
        <p:spPr bwMode="auto">
          <a:xfrm>
            <a:off x="2133600" y="4724400"/>
            <a:ext cx="167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07" name="Line 7">
            <a:extLst>
              <a:ext uri="{FF2B5EF4-FFF2-40B4-BE49-F238E27FC236}">
                <a16:creationId xmlns:a16="http://schemas.microsoft.com/office/drawing/2014/main" id="{5C2A5639-4D07-12CF-F19F-A9B116C4BA49}"/>
              </a:ext>
            </a:extLst>
          </p:cNvPr>
          <p:cNvSpPr>
            <a:spLocks noChangeShapeType="1"/>
          </p:cNvSpPr>
          <p:nvPr/>
        </p:nvSpPr>
        <p:spPr bwMode="auto">
          <a:xfrm>
            <a:off x="2133600" y="4648200"/>
            <a:ext cx="167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08" name="Line 8">
            <a:extLst>
              <a:ext uri="{FF2B5EF4-FFF2-40B4-BE49-F238E27FC236}">
                <a16:creationId xmlns:a16="http://schemas.microsoft.com/office/drawing/2014/main" id="{F33171CB-FE30-50C4-D555-011990BE583A}"/>
              </a:ext>
            </a:extLst>
          </p:cNvPr>
          <p:cNvSpPr>
            <a:spLocks noChangeShapeType="1"/>
          </p:cNvSpPr>
          <p:nvPr/>
        </p:nvSpPr>
        <p:spPr bwMode="auto">
          <a:xfrm>
            <a:off x="2133600" y="4572000"/>
            <a:ext cx="167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09" name="Line 9">
            <a:extLst>
              <a:ext uri="{FF2B5EF4-FFF2-40B4-BE49-F238E27FC236}">
                <a16:creationId xmlns:a16="http://schemas.microsoft.com/office/drawing/2014/main" id="{40206544-AD9F-AD9D-3C4B-73DD1BE6D18C}"/>
              </a:ext>
            </a:extLst>
          </p:cNvPr>
          <p:cNvSpPr>
            <a:spLocks noChangeShapeType="1"/>
          </p:cNvSpPr>
          <p:nvPr/>
        </p:nvSpPr>
        <p:spPr bwMode="auto">
          <a:xfrm>
            <a:off x="2133600" y="4495800"/>
            <a:ext cx="167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0" name="Line 10">
            <a:extLst>
              <a:ext uri="{FF2B5EF4-FFF2-40B4-BE49-F238E27FC236}">
                <a16:creationId xmlns:a16="http://schemas.microsoft.com/office/drawing/2014/main" id="{0E658714-E44F-7C84-C0A3-09580E545927}"/>
              </a:ext>
            </a:extLst>
          </p:cNvPr>
          <p:cNvSpPr>
            <a:spLocks noChangeShapeType="1"/>
          </p:cNvSpPr>
          <p:nvPr/>
        </p:nvSpPr>
        <p:spPr bwMode="auto">
          <a:xfrm>
            <a:off x="2133600" y="4419600"/>
            <a:ext cx="167640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5611" name="Text Box 11">
            <a:extLst>
              <a:ext uri="{FF2B5EF4-FFF2-40B4-BE49-F238E27FC236}">
                <a16:creationId xmlns:a16="http://schemas.microsoft.com/office/drawing/2014/main" id="{01BB5AEF-9222-E10C-6ADC-3C8FCFD9ADED}"/>
              </a:ext>
            </a:extLst>
          </p:cNvPr>
          <p:cNvSpPr txBox="1">
            <a:spLocks noChangeArrowheads="1"/>
          </p:cNvSpPr>
          <p:nvPr/>
        </p:nvSpPr>
        <p:spPr bwMode="auto">
          <a:xfrm>
            <a:off x="2270125" y="4083050"/>
            <a:ext cx="12969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600">
                <a:latin typeface="Times" charset="0"/>
              </a:rPr>
              <a:t>Paper Towels</a:t>
            </a:r>
          </a:p>
        </p:txBody>
      </p:sp>
      <p:sp>
        <p:nvSpPr>
          <p:cNvPr id="25612" name="Oval 12">
            <a:extLst>
              <a:ext uri="{FF2B5EF4-FFF2-40B4-BE49-F238E27FC236}">
                <a16:creationId xmlns:a16="http://schemas.microsoft.com/office/drawing/2014/main" id="{34992C73-6718-D760-7D88-785CD94C5BF8}"/>
              </a:ext>
            </a:extLst>
          </p:cNvPr>
          <p:cNvSpPr>
            <a:spLocks noChangeArrowheads="1"/>
          </p:cNvSpPr>
          <p:nvPr/>
        </p:nvSpPr>
        <p:spPr bwMode="auto">
          <a:xfrm>
            <a:off x="7950200" y="1819275"/>
            <a:ext cx="228600" cy="228600"/>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
        <p:nvSpPr>
          <p:cNvPr id="25613" name="Freeform 13">
            <a:extLst>
              <a:ext uri="{FF2B5EF4-FFF2-40B4-BE49-F238E27FC236}">
                <a16:creationId xmlns:a16="http://schemas.microsoft.com/office/drawing/2014/main" id="{D2BD1620-8CCF-E6F5-26DC-880690A0FE86}"/>
              </a:ext>
            </a:extLst>
          </p:cNvPr>
          <p:cNvSpPr>
            <a:spLocks/>
          </p:cNvSpPr>
          <p:nvPr/>
        </p:nvSpPr>
        <p:spPr bwMode="auto">
          <a:xfrm rot="-5400000">
            <a:off x="6852444" y="2229644"/>
            <a:ext cx="1062038" cy="1047750"/>
          </a:xfrm>
          <a:custGeom>
            <a:avLst/>
            <a:gdLst>
              <a:gd name="T0" fmla="*/ 2147483646 w 669"/>
              <a:gd name="T1" fmla="*/ 2147483646 h 660"/>
              <a:gd name="T2" fmla="*/ 2147483646 w 669"/>
              <a:gd name="T3" fmla="*/ 2147483646 h 660"/>
              <a:gd name="T4" fmla="*/ 2147483646 w 669"/>
              <a:gd name="T5" fmla="*/ 2147483646 h 660"/>
              <a:gd name="T6" fmla="*/ 2147483646 w 669"/>
              <a:gd name="T7" fmla="*/ 2147483646 h 660"/>
              <a:gd name="T8" fmla="*/ 2147483646 w 669"/>
              <a:gd name="T9" fmla="*/ 2147483646 h 660"/>
              <a:gd name="T10" fmla="*/ 2147483646 w 669"/>
              <a:gd name="T11" fmla="*/ 2147483646 h 660"/>
              <a:gd name="T12" fmla="*/ 2147483646 w 669"/>
              <a:gd name="T13" fmla="*/ 2147483646 h 660"/>
              <a:gd name="T14" fmla="*/ 2147483646 w 669"/>
              <a:gd name="T15" fmla="*/ 2147483646 h 660"/>
              <a:gd name="T16" fmla="*/ 0 w 669"/>
              <a:gd name="T17" fmla="*/ 2147483646 h 660"/>
              <a:gd name="T18" fmla="*/ 2147483646 w 669"/>
              <a:gd name="T19" fmla="*/ 2147483646 h 660"/>
              <a:gd name="T20" fmla="*/ 2147483646 w 669"/>
              <a:gd name="T21" fmla="*/ 2147483646 h 660"/>
              <a:gd name="T22" fmla="*/ 2147483646 w 669"/>
              <a:gd name="T23" fmla="*/ 2147483646 h 660"/>
              <a:gd name="T24" fmla="*/ 2147483646 w 669"/>
              <a:gd name="T25" fmla="*/ 2147483646 h 660"/>
              <a:gd name="T26" fmla="*/ 2147483646 w 669"/>
              <a:gd name="T27" fmla="*/ 2147483646 h 660"/>
              <a:gd name="T28" fmla="*/ 2147483646 w 669"/>
              <a:gd name="T29" fmla="*/ 2147483646 h 660"/>
              <a:gd name="T30" fmla="*/ 2147483646 w 669"/>
              <a:gd name="T31" fmla="*/ 2147483646 h 660"/>
              <a:gd name="T32" fmla="*/ 2147483646 w 669"/>
              <a:gd name="T33" fmla="*/ 2147483646 h 660"/>
              <a:gd name="T34" fmla="*/ 2147483646 w 669"/>
              <a:gd name="T35" fmla="*/ 2147483646 h 660"/>
              <a:gd name="T36" fmla="*/ 2147483646 w 669"/>
              <a:gd name="T37" fmla="*/ 2147483646 h 660"/>
              <a:gd name="T38" fmla="*/ 2147483646 w 669"/>
              <a:gd name="T39" fmla="*/ 2147483646 h 660"/>
              <a:gd name="T40" fmla="*/ 2147483646 w 669"/>
              <a:gd name="T41" fmla="*/ 2147483646 h 660"/>
              <a:gd name="T42" fmla="*/ 2147483646 w 669"/>
              <a:gd name="T43" fmla="*/ 2147483646 h 660"/>
              <a:gd name="T44" fmla="*/ 2147483646 w 669"/>
              <a:gd name="T45" fmla="*/ 2147483646 h 660"/>
              <a:gd name="T46" fmla="*/ 2147483646 w 669"/>
              <a:gd name="T47" fmla="*/ 2147483646 h 660"/>
              <a:gd name="T48" fmla="*/ 2147483646 w 669"/>
              <a:gd name="T49" fmla="*/ 2147483646 h 660"/>
              <a:gd name="T50" fmla="*/ 2147483646 w 669"/>
              <a:gd name="T51" fmla="*/ 2147483646 h 660"/>
              <a:gd name="T52" fmla="*/ 2147483646 w 669"/>
              <a:gd name="T53" fmla="*/ 2147483646 h 660"/>
              <a:gd name="T54" fmla="*/ 2147483646 w 669"/>
              <a:gd name="T55" fmla="*/ 2147483646 h 660"/>
              <a:gd name="T56" fmla="*/ 2147483646 w 669"/>
              <a:gd name="T57" fmla="*/ 2147483646 h 660"/>
              <a:gd name="T58" fmla="*/ 2147483646 w 669"/>
              <a:gd name="T59" fmla="*/ 2147483646 h 660"/>
              <a:gd name="T60" fmla="*/ 2147483646 w 669"/>
              <a:gd name="T61" fmla="*/ 2147483646 h 660"/>
              <a:gd name="T62" fmla="*/ 2147483646 w 669"/>
              <a:gd name="T63" fmla="*/ 2147483646 h 660"/>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669"/>
              <a:gd name="T97" fmla="*/ 0 h 660"/>
              <a:gd name="T98" fmla="*/ 669 w 669"/>
              <a:gd name="T99" fmla="*/ 660 h 660"/>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669" h="660">
                <a:moveTo>
                  <a:pt x="301" y="222"/>
                </a:moveTo>
                <a:cubicBezTo>
                  <a:pt x="238" y="212"/>
                  <a:pt x="240" y="214"/>
                  <a:pt x="169" y="192"/>
                </a:cubicBezTo>
                <a:cubicBezTo>
                  <a:pt x="148" y="185"/>
                  <a:pt x="110" y="170"/>
                  <a:pt x="110" y="170"/>
                </a:cubicBezTo>
                <a:cubicBezTo>
                  <a:pt x="88" y="153"/>
                  <a:pt x="64" y="137"/>
                  <a:pt x="44" y="119"/>
                </a:cubicBezTo>
                <a:cubicBezTo>
                  <a:pt x="37" y="113"/>
                  <a:pt x="35" y="90"/>
                  <a:pt x="29" y="97"/>
                </a:cubicBezTo>
                <a:cubicBezTo>
                  <a:pt x="21" y="104"/>
                  <a:pt x="31" y="117"/>
                  <a:pt x="37" y="126"/>
                </a:cubicBezTo>
                <a:cubicBezTo>
                  <a:pt x="88" y="200"/>
                  <a:pt x="97" y="203"/>
                  <a:pt x="154" y="251"/>
                </a:cubicBezTo>
                <a:cubicBezTo>
                  <a:pt x="183" y="332"/>
                  <a:pt x="130" y="436"/>
                  <a:pt x="66" y="486"/>
                </a:cubicBezTo>
                <a:cubicBezTo>
                  <a:pt x="47" y="500"/>
                  <a:pt x="22" y="500"/>
                  <a:pt x="0" y="508"/>
                </a:cubicBezTo>
                <a:cubicBezTo>
                  <a:pt x="43" y="521"/>
                  <a:pt x="51" y="527"/>
                  <a:pt x="117" y="508"/>
                </a:cubicBezTo>
                <a:cubicBezTo>
                  <a:pt x="155" y="496"/>
                  <a:pt x="140" y="470"/>
                  <a:pt x="162" y="449"/>
                </a:cubicBezTo>
                <a:cubicBezTo>
                  <a:pt x="176" y="435"/>
                  <a:pt x="200" y="438"/>
                  <a:pt x="220" y="434"/>
                </a:cubicBezTo>
                <a:cubicBezTo>
                  <a:pt x="255" y="446"/>
                  <a:pt x="270" y="467"/>
                  <a:pt x="286" y="500"/>
                </a:cubicBezTo>
                <a:cubicBezTo>
                  <a:pt x="283" y="527"/>
                  <a:pt x="271" y="555"/>
                  <a:pt x="279" y="581"/>
                </a:cubicBezTo>
                <a:cubicBezTo>
                  <a:pt x="287" y="610"/>
                  <a:pt x="314" y="565"/>
                  <a:pt x="323" y="552"/>
                </a:cubicBezTo>
                <a:cubicBezTo>
                  <a:pt x="407" y="560"/>
                  <a:pt x="459" y="594"/>
                  <a:pt x="536" y="633"/>
                </a:cubicBezTo>
                <a:cubicBezTo>
                  <a:pt x="545" y="637"/>
                  <a:pt x="554" y="643"/>
                  <a:pt x="565" y="647"/>
                </a:cubicBezTo>
                <a:cubicBezTo>
                  <a:pt x="572" y="649"/>
                  <a:pt x="592" y="660"/>
                  <a:pt x="587" y="655"/>
                </a:cubicBezTo>
                <a:cubicBezTo>
                  <a:pt x="561" y="633"/>
                  <a:pt x="506" y="596"/>
                  <a:pt x="506" y="596"/>
                </a:cubicBezTo>
                <a:cubicBezTo>
                  <a:pt x="444" y="499"/>
                  <a:pt x="435" y="487"/>
                  <a:pt x="404" y="405"/>
                </a:cubicBezTo>
                <a:cubicBezTo>
                  <a:pt x="419" y="356"/>
                  <a:pt x="456" y="361"/>
                  <a:pt x="499" y="368"/>
                </a:cubicBezTo>
                <a:cubicBezTo>
                  <a:pt x="513" y="375"/>
                  <a:pt x="531" y="401"/>
                  <a:pt x="543" y="390"/>
                </a:cubicBezTo>
                <a:cubicBezTo>
                  <a:pt x="553" y="379"/>
                  <a:pt x="519" y="289"/>
                  <a:pt x="551" y="273"/>
                </a:cubicBezTo>
                <a:cubicBezTo>
                  <a:pt x="578" y="258"/>
                  <a:pt x="669" y="236"/>
                  <a:pt x="639" y="244"/>
                </a:cubicBezTo>
                <a:cubicBezTo>
                  <a:pt x="590" y="255"/>
                  <a:pt x="619" y="249"/>
                  <a:pt x="551" y="258"/>
                </a:cubicBezTo>
                <a:cubicBezTo>
                  <a:pt x="433" y="230"/>
                  <a:pt x="442" y="177"/>
                  <a:pt x="411" y="67"/>
                </a:cubicBezTo>
                <a:cubicBezTo>
                  <a:pt x="408" y="47"/>
                  <a:pt x="415" y="24"/>
                  <a:pt x="404" y="9"/>
                </a:cubicBezTo>
                <a:cubicBezTo>
                  <a:pt x="397" y="0"/>
                  <a:pt x="393" y="28"/>
                  <a:pt x="389" y="38"/>
                </a:cubicBezTo>
                <a:cubicBezTo>
                  <a:pt x="373" y="73"/>
                  <a:pt x="382" y="77"/>
                  <a:pt x="345" y="97"/>
                </a:cubicBezTo>
                <a:cubicBezTo>
                  <a:pt x="325" y="94"/>
                  <a:pt x="304" y="96"/>
                  <a:pt x="286" y="89"/>
                </a:cubicBezTo>
                <a:cubicBezTo>
                  <a:pt x="273" y="83"/>
                  <a:pt x="258" y="46"/>
                  <a:pt x="257" y="60"/>
                </a:cubicBezTo>
                <a:cubicBezTo>
                  <a:pt x="252" y="93"/>
                  <a:pt x="291" y="181"/>
                  <a:pt x="301" y="222"/>
                </a:cubicBezTo>
                <a:close/>
              </a:path>
            </a:pathLst>
          </a:custGeom>
          <a:solidFill>
            <a:schemeClr val="accent1"/>
          </a:solidFill>
          <a:ln w="9525">
            <a:solidFill>
              <a:schemeClr val="tx1"/>
            </a:solidFill>
            <a:round/>
            <a:headEnd/>
            <a:tailEnd/>
          </a:ln>
        </p:spPr>
        <p:txBody>
          <a:bodyPr wrap="none" anchor="ctr"/>
          <a:lstStyle/>
          <a:p>
            <a:endParaRPr lang="en-US"/>
          </a:p>
        </p:txBody>
      </p:sp>
      <p:sp>
        <p:nvSpPr>
          <p:cNvPr id="25614" name="Oval 14">
            <a:extLst>
              <a:ext uri="{FF2B5EF4-FFF2-40B4-BE49-F238E27FC236}">
                <a16:creationId xmlns:a16="http://schemas.microsoft.com/office/drawing/2014/main" id="{E41589D1-D41B-8AB8-88E2-46C3A2E336E8}"/>
              </a:ext>
            </a:extLst>
          </p:cNvPr>
          <p:cNvSpPr>
            <a:spLocks noChangeArrowheads="1"/>
          </p:cNvSpPr>
          <p:nvPr/>
        </p:nvSpPr>
        <p:spPr bwMode="auto">
          <a:xfrm rot="-5400000">
            <a:off x="7180263" y="2647950"/>
            <a:ext cx="228600" cy="228600"/>
          </a:xfrm>
          <a:prstGeom prst="ellipse">
            <a:avLst/>
          </a:prstGeom>
          <a:solidFill>
            <a:schemeClr val="accent2"/>
          </a:solidFill>
          <a:ln w="9525">
            <a:solidFill>
              <a:schemeClr val="tx1"/>
            </a:solidFill>
            <a:round/>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
        <p:nvSpPr>
          <p:cNvPr id="25615" name="Line 15">
            <a:extLst>
              <a:ext uri="{FF2B5EF4-FFF2-40B4-BE49-F238E27FC236}">
                <a16:creationId xmlns:a16="http://schemas.microsoft.com/office/drawing/2014/main" id="{48D9FBD5-AA11-820C-5568-A3EF5F9A333E}"/>
              </a:ext>
            </a:extLst>
          </p:cNvPr>
          <p:cNvSpPr>
            <a:spLocks noChangeShapeType="1"/>
          </p:cNvSpPr>
          <p:nvPr/>
        </p:nvSpPr>
        <p:spPr bwMode="auto">
          <a:xfrm flipH="1">
            <a:off x="6249988" y="2146300"/>
            <a:ext cx="9144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16" name="Text Box 16">
            <a:extLst>
              <a:ext uri="{FF2B5EF4-FFF2-40B4-BE49-F238E27FC236}">
                <a16:creationId xmlns:a16="http://schemas.microsoft.com/office/drawing/2014/main" id="{613CF4E1-AE10-3950-ADED-6A6C83BB80B9}"/>
              </a:ext>
            </a:extLst>
          </p:cNvPr>
          <p:cNvSpPr txBox="1">
            <a:spLocks noChangeArrowheads="1"/>
          </p:cNvSpPr>
          <p:nvPr/>
        </p:nvSpPr>
        <p:spPr bwMode="auto">
          <a:xfrm>
            <a:off x="7910513" y="2511425"/>
            <a:ext cx="8778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2400">
                <a:latin typeface="Times" charset="0"/>
              </a:rPr>
              <a:t>tissue</a:t>
            </a:r>
          </a:p>
        </p:txBody>
      </p:sp>
      <p:sp>
        <p:nvSpPr>
          <p:cNvPr id="25617" name="AutoShape 17" descr="Wide downward diagonal">
            <a:extLst>
              <a:ext uri="{FF2B5EF4-FFF2-40B4-BE49-F238E27FC236}">
                <a16:creationId xmlns:a16="http://schemas.microsoft.com/office/drawing/2014/main" id="{3EB1CE40-8C9E-CC74-A0DF-EA21AB852AC8}"/>
              </a:ext>
            </a:extLst>
          </p:cNvPr>
          <p:cNvSpPr>
            <a:spLocks noChangeArrowheads="1"/>
          </p:cNvSpPr>
          <p:nvPr/>
        </p:nvSpPr>
        <p:spPr bwMode="auto">
          <a:xfrm>
            <a:off x="5716588" y="2374900"/>
            <a:ext cx="381000" cy="381000"/>
          </a:xfrm>
          <a:prstGeom prst="flowChartOffpageConnector">
            <a:avLst/>
          </a:prstGeom>
          <a:blipFill dpi="0" rotWithShape="0">
            <a:blip r:embed="rId3"/>
            <a:srcRect/>
            <a:tile tx="0" ty="0" sx="100000" sy="100000" flip="none" algn="tl"/>
          </a:blipFill>
          <a:ln w="9525">
            <a:solidFill>
              <a:schemeClr val="tx1"/>
            </a:solidFill>
            <a:miter lim="800000"/>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
        <p:nvSpPr>
          <p:cNvPr id="25618" name="Text Box 18">
            <a:extLst>
              <a:ext uri="{FF2B5EF4-FFF2-40B4-BE49-F238E27FC236}">
                <a16:creationId xmlns:a16="http://schemas.microsoft.com/office/drawing/2014/main" id="{B9BADDEE-1D59-2376-87AC-77FBF1AD9380}"/>
              </a:ext>
            </a:extLst>
          </p:cNvPr>
          <p:cNvSpPr txBox="1">
            <a:spLocks noChangeArrowheads="1"/>
          </p:cNvSpPr>
          <p:nvPr/>
        </p:nvSpPr>
        <p:spPr bwMode="auto">
          <a:xfrm>
            <a:off x="6343650" y="1833563"/>
            <a:ext cx="603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latin typeface="Times" charset="0"/>
              </a:rPr>
              <a:t>SDS</a:t>
            </a:r>
          </a:p>
        </p:txBody>
      </p:sp>
      <p:sp>
        <p:nvSpPr>
          <p:cNvPr id="25619" name="Line 19">
            <a:extLst>
              <a:ext uri="{FF2B5EF4-FFF2-40B4-BE49-F238E27FC236}">
                <a16:creationId xmlns:a16="http://schemas.microsoft.com/office/drawing/2014/main" id="{3847A099-1DCC-6563-EB5D-A5034C7056E7}"/>
              </a:ext>
            </a:extLst>
          </p:cNvPr>
          <p:cNvSpPr>
            <a:spLocks noChangeShapeType="1"/>
          </p:cNvSpPr>
          <p:nvPr/>
        </p:nvSpPr>
        <p:spPr bwMode="auto">
          <a:xfrm flipH="1">
            <a:off x="4710113" y="2146300"/>
            <a:ext cx="8382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20" name="Text Box 20">
            <a:extLst>
              <a:ext uri="{FF2B5EF4-FFF2-40B4-BE49-F238E27FC236}">
                <a16:creationId xmlns:a16="http://schemas.microsoft.com/office/drawing/2014/main" id="{55AA549A-0DD1-A334-3B7B-9593E8AD8091}"/>
              </a:ext>
            </a:extLst>
          </p:cNvPr>
          <p:cNvSpPr txBox="1">
            <a:spLocks noChangeArrowheads="1"/>
          </p:cNvSpPr>
          <p:nvPr/>
        </p:nvSpPr>
        <p:spPr bwMode="auto">
          <a:xfrm>
            <a:off x="4727575" y="1833563"/>
            <a:ext cx="730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latin typeface="Times" charset="0"/>
              </a:rPr>
              <a:t>ProtK</a:t>
            </a:r>
          </a:p>
        </p:txBody>
      </p:sp>
      <p:sp>
        <p:nvSpPr>
          <p:cNvPr id="25621" name="Line 21">
            <a:extLst>
              <a:ext uri="{FF2B5EF4-FFF2-40B4-BE49-F238E27FC236}">
                <a16:creationId xmlns:a16="http://schemas.microsoft.com/office/drawing/2014/main" id="{32DF3790-83DC-D632-EAC8-0A65E4FD99CB}"/>
              </a:ext>
            </a:extLst>
          </p:cNvPr>
          <p:cNvSpPr>
            <a:spLocks noChangeShapeType="1"/>
          </p:cNvSpPr>
          <p:nvPr/>
        </p:nvSpPr>
        <p:spPr bwMode="auto">
          <a:xfrm flipH="1">
            <a:off x="2992438" y="2146300"/>
            <a:ext cx="990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22" name="Text Box 22">
            <a:extLst>
              <a:ext uri="{FF2B5EF4-FFF2-40B4-BE49-F238E27FC236}">
                <a16:creationId xmlns:a16="http://schemas.microsoft.com/office/drawing/2014/main" id="{E313446B-E9C9-4C8B-BAB1-AC44FDDDFB7A}"/>
              </a:ext>
            </a:extLst>
          </p:cNvPr>
          <p:cNvSpPr txBox="1">
            <a:spLocks noChangeArrowheads="1"/>
          </p:cNvSpPr>
          <p:nvPr/>
        </p:nvSpPr>
        <p:spPr bwMode="auto">
          <a:xfrm>
            <a:off x="3009900" y="1833563"/>
            <a:ext cx="819150"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zh-CN" sz="1800">
                <a:latin typeface="Times" charset="0"/>
              </a:rPr>
              <a:t>Phenol</a:t>
            </a:r>
          </a:p>
          <a:p>
            <a:pPr>
              <a:spcBef>
                <a:spcPct val="0"/>
              </a:spcBef>
              <a:buClrTx/>
              <a:buSzTx/>
              <a:buFontTx/>
              <a:buNone/>
            </a:pPr>
            <a:r>
              <a:rPr lang="en-US" altLang="zh-CN" sz="1800">
                <a:latin typeface="Times" charset="0"/>
              </a:rPr>
              <a:t>Chloro</a:t>
            </a:r>
          </a:p>
        </p:txBody>
      </p:sp>
      <p:sp>
        <p:nvSpPr>
          <p:cNvPr id="25623" name="Rectangle 23">
            <a:extLst>
              <a:ext uri="{FF2B5EF4-FFF2-40B4-BE49-F238E27FC236}">
                <a16:creationId xmlns:a16="http://schemas.microsoft.com/office/drawing/2014/main" id="{F33775E1-2B56-7B35-7ABC-024C4AEC9B37}"/>
              </a:ext>
            </a:extLst>
          </p:cNvPr>
          <p:cNvSpPr>
            <a:spLocks noChangeArrowheads="1"/>
          </p:cNvSpPr>
          <p:nvPr/>
        </p:nvSpPr>
        <p:spPr bwMode="auto">
          <a:xfrm>
            <a:off x="5716588" y="1689100"/>
            <a:ext cx="381000" cy="6858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
        <p:nvSpPr>
          <p:cNvPr id="25624" name="AutoShape 24">
            <a:extLst>
              <a:ext uri="{FF2B5EF4-FFF2-40B4-BE49-F238E27FC236}">
                <a16:creationId xmlns:a16="http://schemas.microsoft.com/office/drawing/2014/main" id="{458BF1D8-A9E2-CEAE-99C6-FC3E54921E90}"/>
              </a:ext>
            </a:extLst>
          </p:cNvPr>
          <p:cNvSpPr>
            <a:spLocks noChangeArrowheads="1"/>
          </p:cNvSpPr>
          <p:nvPr/>
        </p:nvSpPr>
        <p:spPr bwMode="auto">
          <a:xfrm>
            <a:off x="4192588" y="2374900"/>
            <a:ext cx="381000" cy="381000"/>
          </a:xfrm>
          <a:prstGeom prst="flowChartOffpageConnector">
            <a:avLst/>
          </a:prstGeom>
          <a:solidFill>
            <a:schemeClr val="accent2"/>
          </a:solidFill>
          <a:ln w="9525">
            <a:solidFill>
              <a:schemeClr val="tx1"/>
            </a:solidFill>
            <a:miter lim="800000"/>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
        <p:nvSpPr>
          <p:cNvPr id="25625" name="Rectangle 25">
            <a:extLst>
              <a:ext uri="{FF2B5EF4-FFF2-40B4-BE49-F238E27FC236}">
                <a16:creationId xmlns:a16="http://schemas.microsoft.com/office/drawing/2014/main" id="{267F8241-5593-7221-94CC-FF1F8280BFE4}"/>
              </a:ext>
            </a:extLst>
          </p:cNvPr>
          <p:cNvSpPr>
            <a:spLocks noChangeArrowheads="1"/>
          </p:cNvSpPr>
          <p:nvPr/>
        </p:nvSpPr>
        <p:spPr bwMode="auto">
          <a:xfrm>
            <a:off x="4192588" y="1689100"/>
            <a:ext cx="381000" cy="6858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
        <p:nvSpPr>
          <p:cNvPr id="25626" name="AutoShape 26">
            <a:extLst>
              <a:ext uri="{FF2B5EF4-FFF2-40B4-BE49-F238E27FC236}">
                <a16:creationId xmlns:a16="http://schemas.microsoft.com/office/drawing/2014/main" id="{3682802D-E74B-B74A-F37D-88A225A94C1D}"/>
              </a:ext>
            </a:extLst>
          </p:cNvPr>
          <p:cNvSpPr>
            <a:spLocks noChangeArrowheads="1"/>
          </p:cNvSpPr>
          <p:nvPr/>
        </p:nvSpPr>
        <p:spPr bwMode="auto">
          <a:xfrm>
            <a:off x="2439988" y="2451100"/>
            <a:ext cx="381000" cy="304800"/>
          </a:xfrm>
          <a:prstGeom prst="flowChartOffpageConnector">
            <a:avLst/>
          </a:prstGeom>
          <a:solidFill>
            <a:schemeClr val="bg1"/>
          </a:solidFill>
          <a:ln w="9525">
            <a:solidFill>
              <a:schemeClr val="tx1"/>
            </a:solidFill>
            <a:miter lim="800000"/>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
        <p:nvSpPr>
          <p:cNvPr id="25627" name="Rectangle 27">
            <a:extLst>
              <a:ext uri="{FF2B5EF4-FFF2-40B4-BE49-F238E27FC236}">
                <a16:creationId xmlns:a16="http://schemas.microsoft.com/office/drawing/2014/main" id="{D39657D0-D618-F076-DBB8-236DBEC255DD}"/>
              </a:ext>
            </a:extLst>
          </p:cNvPr>
          <p:cNvSpPr>
            <a:spLocks noChangeArrowheads="1"/>
          </p:cNvSpPr>
          <p:nvPr/>
        </p:nvSpPr>
        <p:spPr bwMode="auto">
          <a:xfrm>
            <a:off x="2439988" y="1993900"/>
            <a:ext cx="381000" cy="381000"/>
          </a:xfrm>
          <a:prstGeom prst="rect">
            <a:avLst/>
          </a:prstGeom>
          <a:solidFill>
            <a:schemeClr val="accent2"/>
          </a:solidFill>
          <a:ln w="9525">
            <a:solidFill>
              <a:schemeClr val="tx1"/>
            </a:solidFill>
            <a:miter lim="800000"/>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
        <p:nvSpPr>
          <p:cNvPr id="25628" name="Rectangle 28">
            <a:extLst>
              <a:ext uri="{FF2B5EF4-FFF2-40B4-BE49-F238E27FC236}">
                <a16:creationId xmlns:a16="http://schemas.microsoft.com/office/drawing/2014/main" id="{4DCDDFC0-7252-6FD5-25C8-88E9DD8134BC}"/>
              </a:ext>
            </a:extLst>
          </p:cNvPr>
          <p:cNvSpPr>
            <a:spLocks noChangeArrowheads="1"/>
          </p:cNvSpPr>
          <p:nvPr/>
        </p:nvSpPr>
        <p:spPr bwMode="auto">
          <a:xfrm>
            <a:off x="2439988" y="1689100"/>
            <a:ext cx="381000" cy="304800"/>
          </a:xfrm>
          <a:prstGeom prst="rect">
            <a:avLst/>
          </a:prstGeom>
          <a:solidFill>
            <a:schemeClr val="bg1"/>
          </a:solidFill>
          <a:ln w="9525">
            <a:solidFill>
              <a:schemeClr val="tx1"/>
            </a:solidFill>
            <a:miter lim="800000"/>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
        <p:nvSpPr>
          <p:cNvPr id="25629" name="Line 29">
            <a:extLst>
              <a:ext uri="{FF2B5EF4-FFF2-40B4-BE49-F238E27FC236}">
                <a16:creationId xmlns:a16="http://schemas.microsoft.com/office/drawing/2014/main" id="{8AE48B6E-2283-A120-FCF3-BA4E7F3C9E95}"/>
              </a:ext>
            </a:extLst>
          </p:cNvPr>
          <p:cNvSpPr>
            <a:spLocks noChangeShapeType="1"/>
          </p:cNvSpPr>
          <p:nvPr/>
        </p:nvSpPr>
        <p:spPr bwMode="auto">
          <a:xfrm flipH="1">
            <a:off x="1220788" y="2146300"/>
            <a:ext cx="99060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25630" name="Text Box 30">
            <a:extLst>
              <a:ext uri="{FF2B5EF4-FFF2-40B4-BE49-F238E27FC236}">
                <a16:creationId xmlns:a16="http://schemas.microsoft.com/office/drawing/2014/main" id="{3126D2E8-1A0F-2098-3B49-8EA3FAC99012}"/>
              </a:ext>
            </a:extLst>
          </p:cNvPr>
          <p:cNvSpPr txBox="1">
            <a:spLocks noChangeArrowheads="1"/>
          </p:cNvSpPr>
          <p:nvPr/>
        </p:nvSpPr>
        <p:spPr bwMode="auto">
          <a:xfrm>
            <a:off x="1220788" y="1687513"/>
            <a:ext cx="1143000" cy="915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spcBef>
                <a:spcPct val="0"/>
              </a:spcBef>
              <a:buClrTx/>
              <a:buSzTx/>
              <a:buFontTx/>
              <a:buNone/>
            </a:pPr>
            <a:r>
              <a:rPr lang="en-US" altLang="zh-CN" sz="1800">
                <a:latin typeface="Times" charset="0"/>
              </a:rPr>
              <a:t>ETOH ppt</a:t>
            </a:r>
          </a:p>
          <a:p>
            <a:pPr algn="ctr">
              <a:spcBef>
                <a:spcPct val="0"/>
              </a:spcBef>
              <a:buClrTx/>
              <a:buSzTx/>
              <a:buFontTx/>
              <a:buNone/>
            </a:pPr>
            <a:endParaRPr lang="en-US" altLang="zh-CN" sz="1800">
              <a:latin typeface="Times" charset="0"/>
            </a:endParaRPr>
          </a:p>
          <a:p>
            <a:pPr algn="ctr">
              <a:spcBef>
                <a:spcPct val="0"/>
              </a:spcBef>
              <a:buClrTx/>
              <a:buSzTx/>
              <a:buFontTx/>
              <a:buNone/>
            </a:pPr>
            <a:r>
              <a:rPr lang="en-US" altLang="zh-CN" sz="1800">
                <a:latin typeface="Times" charset="0"/>
              </a:rPr>
              <a:t>Spin</a:t>
            </a:r>
          </a:p>
        </p:txBody>
      </p:sp>
      <p:sp>
        <p:nvSpPr>
          <p:cNvPr id="25631" name="AutoShape 31">
            <a:extLst>
              <a:ext uri="{FF2B5EF4-FFF2-40B4-BE49-F238E27FC236}">
                <a16:creationId xmlns:a16="http://schemas.microsoft.com/office/drawing/2014/main" id="{F7821B96-02C0-8926-8BF8-DE0301267AEB}"/>
              </a:ext>
            </a:extLst>
          </p:cNvPr>
          <p:cNvSpPr>
            <a:spLocks noChangeArrowheads="1"/>
          </p:cNvSpPr>
          <p:nvPr/>
        </p:nvSpPr>
        <p:spPr bwMode="auto">
          <a:xfrm>
            <a:off x="611188" y="1689100"/>
            <a:ext cx="381000" cy="1066800"/>
          </a:xfrm>
          <a:prstGeom prst="flowChartOffpageConnector">
            <a:avLst/>
          </a:prstGeom>
          <a:solidFill>
            <a:schemeClr val="bg1"/>
          </a:solidFill>
          <a:ln w="9525">
            <a:solidFill>
              <a:schemeClr val="tx1"/>
            </a:solidFill>
            <a:miter lim="800000"/>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
        <p:nvSpPr>
          <p:cNvPr id="25632" name="AutoShape 32">
            <a:extLst>
              <a:ext uri="{FF2B5EF4-FFF2-40B4-BE49-F238E27FC236}">
                <a16:creationId xmlns:a16="http://schemas.microsoft.com/office/drawing/2014/main" id="{07D46275-D659-95B0-E63D-9FE77300FD34}"/>
              </a:ext>
            </a:extLst>
          </p:cNvPr>
          <p:cNvSpPr>
            <a:spLocks noChangeArrowheads="1"/>
          </p:cNvSpPr>
          <p:nvPr/>
        </p:nvSpPr>
        <p:spPr bwMode="auto">
          <a:xfrm>
            <a:off x="611188" y="2374900"/>
            <a:ext cx="76200" cy="152400"/>
          </a:xfrm>
          <a:prstGeom prst="rtTriangle">
            <a:avLst/>
          </a:prstGeom>
          <a:solidFill>
            <a:schemeClr val="accent2"/>
          </a:solidFill>
          <a:ln w="9525">
            <a:solidFill>
              <a:schemeClr val="tx1"/>
            </a:solidFill>
            <a:miter lim="800000"/>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
        <p:nvSpPr>
          <p:cNvPr id="25633" name="AutoShape 33">
            <a:extLst>
              <a:ext uri="{FF2B5EF4-FFF2-40B4-BE49-F238E27FC236}">
                <a16:creationId xmlns:a16="http://schemas.microsoft.com/office/drawing/2014/main" id="{D38A1978-1015-5CE0-393E-109DA0FA8AD8}"/>
              </a:ext>
            </a:extLst>
          </p:cNvPr>
          <p:cNvSpPr>
            <a:spLocks noChangeArrowheads="1"/>
          </p:cNvSpPr>
          <p:nvPr/>
        </p:nvSpPr>
        <p:spPr bwMode="auto">
          <a:xfrm flipH="1" flipV="1">
            <a:off x="611188" y="2527300"/>
            <a:ext cx="76200" cy="152400"/>
          </a:xfrm>
          <a:prstGeom prst="rtTriangle">
            <a:avLst/>
          </a:prstGeom>
          <a:solidFill>
            <a:schemeClr val="accent2"/>
          </a:solidFill>
          <a:ln w="9525">
            <a:solidFill>
              <a:schemeClr val="tx1"/>
            </a:solidFill>
            <a:miter lim="800000"/>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
        <p:nvSpPr>
          <p:cNvPr id="25634" name="Rectangle 34">
            <a:extLst>
              <a:ext uri="{FF2B5EF4-FFF2-40B4-BE49-F238E27FC236}">
                <a16:creationId xmlns:a16="http://schemas.microsoft.com/office/drawing/2014/main" id="{ABF8B795-44DD-C936-67B7-A081EB979907}"/>
              </a:ext>
            </a:extLst>
          </p:cNvPr>
          <p:cNvSpPr>
            <a:spLocks noChangeArrowheads="1"/>
          </p:cNvSpPr>
          <p:nvPr/>
        </p:nvSpPr>
        <p:spPr bwMode="auto">
          <a:xfrm>
            <a:off x="2439988" y="2374900"/>
            <a:ext cx="381000" cy="762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latin typeface="Arial Rounded MT Bold" panose="020F0704030504030204" pitchFamily="34" charset="77"/>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D0F250D4-CA9D-5932-55A2-502FD2A1C2BD}"/>
              </a:ext>
            </a:extLst>
          </p:cNvPr>
          <p:cNvSpPr>
            <a:spLocks noGrp="1" noChangeArrowheads="1"/>
          </p:cNvSpPr>
          <p:nvPr>
            <p:ph type="title"/>
          </p:nvPr>
        </p:nvSpPr>
        <p:spPr/>
        <p:txBody>
          <a:bodyPr/>
          <a:lstStyle/>
          <a:p>
            <a:pPr eaLnBrk="1" hangingPunct="1"/>
            <a:r>
              <a:rPr lang="en-US" altLang="zh-CN">
                <a:solidFill>
                  <a:srgbClr val="FF0000"/>
                </a:solidFill>
                <a:latin typeface="Cooper Black" panose="0208090404030B020404" pitchFamily="18" charset="77"/>
              </a:rPr>
              <a:t>Northern</a:t>
            </a:r>
            <a:r>
              <a:rPr lang="en-US" altLang="zh-CN">
                <a:latin typeface="Cooper Black" panose="0208090404030B020404" pitchFamily="18" charset="77"/>
              </a:rPr>
              <a:t> blot hybridization</a:t>
            </a:r>
          </a:p>
        </p:txBody>
      </p:sp>
      <p:sp>
        <p:nvSpPr>
          <p:cNvPr id="26627" name="Rectangle 3">
            <a:extLst>
              <a:ext uri="{FF2B5EF4-FFF2-40B4-BE49-F238E27FC236}">
                <a16:creationId xmlns:a16="http://schemas.microsoft.com/office/drawing/2014/main" id="{D26110C8-A69D-DDA3-F7E9-5FDCE2EF6FA5}"/>
              </a:ext>
            </a:extLst>
          </p:cNvPr>
          <p:cNvSpPr>
            <a:spLocks noGrp="1" noChangeArrowheads="1"/>
          </p:cNvSpPr>
          <p:nvPr>
            <p:ph type="body" idx="1"/>
          </p:nvPr>
        </p:nvSpPr>
        <p:spPr/>
        <p:txBody>
          <a:bodyPr/>
          <a:lstStyle/>
          <a:p>
            <a:pPr eaLnBrk="1" hangingPunct="1"/>
            <a:r>
              <a:rPr lang="en-US" altLang="zh-CN">
                <a:latin typeface="Berlin Sans FB" panose="020F0502020204030204" pitchFamily="34" charset="0"/>
              </a:rPr>
              <a:t>Hybridizing between complementary strands of </a:t>
            </a:r>
            <a:r>
              <a:rPr lang="en-US" altLang="zh-CN" b="1">
                <a:latin typeface="Berlin Sans FB" panose="020F0502020204030204" pitchFamily="34" charset="0"/>
              </a:rPr>
              <a:t>DNA and RNA</a:t>
            </a:r>
            <a:r>
              <a:rPr lang="en-US" altLang="zh-CN">
                <a:latin typeface="Berlin Sans FB" panose="020F0502020204030204" pitchFamily="34" charset="0"/>
              </a:rPr>
              <a:t> </a:t>
            </a:r>
          </a:p>
          <a:p>
            <a:pPr eaLnBrk="1" hangingPunct="1"/>
            <a:r>
              <a:rPr lang="en-US" altLang="zh-CN">
                <a:latin typeface="Berlin Sans FB" panose="020F0502020204030204" pitchFamily="34" charset="0"/>
              </a:rPr>
              <a:t>Identify a particular mRNA in a population of RNAs</a:t>
            </a:r>
          </a:p>
          <a:p>
            <a:pPr eaLnBrk="1" hangingPunct="1"/>
            <a:r>
              <a:rPr lang="en-US" altLang="zh-CN">
                <a:latin typeface="Berlin Sans FB" panose="020F0502020204030204" pitchFamily="34" charset="0"/>
              </a:rPr>
              <a:t>The protocol is basically the same as southern blotting</a:t>
            </a:r>
          </a:p>
          <a:p>
            <a:pPr eaLnBrk="1" hangingPunct="1"/>
            <a:r>
              <a:rPr lang="en-US" altLang="zh-CN" b="1">
                <a:latin typeface="Berlin Sans FB" panose="020F0502020204030204" pitchFamily="34" charset="0"/>
              </a:rPr>
              <a:t>Difference </a:t>
            </a:r>
            <a:r>
              <a:rPr lang="en-US" altLang="zh-CN">
                <a:latin typeface="Berlin Sans FB" panose="020F0502020204030204" pitchFamily="34" charset="0"/>
              </a:rPr>
              <a:t>is that relatively short RNAs need not be digested with any enzymes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2A05CC23-A77C-C1FD-FB26-0573F038E5B2}"/>
              </a:ext>
            </a:extLst>
          </p:cNvPr>
          <p:cNvSpPr>
            <a:spLocks noGrp="1" noChangeArrowheads="1"/>
          </p:cNvSpPr>
          <p:nvPr>
            <p:ph type="title"/>
          </p:nvPr>
        </p:nvSpPr>
        <p:spPr/>
        <p:txBody>
          <a:bodyPr/>
          <a:lstStyle/>
          <a:p>
            <a:pPr eaLnBrk="1" hangingPunct="1"/>
            <a:r>
              <a:rPr lang="en-US" altLang="zh-CN">
                <a:latin typeface="Cooper Black" panose="0208090404030B020404" pitchFamily="18" charset="77"/>
              </a:rPr>
              <a:t>Libraries of DNA Molecules</a:t>
            </a:r>
          </a:p>
        </p:txBody>
      </p:sp>
      <p:sp>
        <p:nvSpPr>
          <p:cNvPr id="27651" name="Rectangle 3">
            <a:extLst>
              <a:ext uri="{FF2B5EF4-FFF2-40B4-BE49-F238E27FC236}">
                <a16:creationId xmlns:a16="http://schemas.microsoft.com/office/drawing/2014/main" id="{BB32A7D5-A65C-61B0-6752-0A3A8F6DD2E1}"/>
              </a:ext>
            </a:extLst>
          </p:cNvPr>
          <p:cNvSpPr>
            <a:spLocks noGrp="1" noChangeArrowheads="1"/>
          </p:cNvSpPr>
          <p:nvPr>
            <p:ph type="body" idx="1"/>
          </p:nvPr>
        </p:nvSpPr>
        <p:spPr/>
        <p:txBody>
          <a:bodyPr/>
          <a:lstStyle/>
          <a:p>
            <a:pPr eaLnBrk="1" hangingPunct="1">
              <a:buFont typeface="Wingdings" pitchFamily="2" charset="2"/>
              <a:buNone/>
            </a:pPr>
            <a:r>
              <a:rPr lang="en-US" altLang="zh-CN">
                <a:latin typeface="Eras Medium ITC" panose="020F0502020204030204" pitchFamily="34" charset="0"/>
              </a:rPr>
              <a:t> </a:t>
            </a:r>
          </a:p>
          <a:p>
            <a:pPr eaLnBrk="1" hangingPunct="1"/>
            <a:r>
              <a:rPr lang="en-US" altLang="zh-CN" b="1">
                <a:latin typeface="Eras Medium ITC" panose="020F0502020204030204" pitchFamily="34" charset="0"/>
              </a:rPr>
              <a:t>DNA</a:t>
            </a:r>
            <a:r>
              <a:rPr lang="en-US" altLang="zh-CN">
                <a:latin typeface="Eras Medium ITC" panose="020F0502020204030204" pitchFamily="34" charset="0"/>
              </a:rPr>
              <a:t> </a:t>
            </a:r>
            <a:r>
              <a:rPr lang="en-US" altLang="zh-CN" b="1">
                <a:latin typeface="Eras Medium ITC" panose="020F0502020204030204" pitchFamily="34" charset="0"/>
              </a:rPr>
              <a:t>library</a:t>
            </a:r>
            <a:r>
              <a:rPr lang="en-US" altLang="zh-CN">
                <a:latin typeface="Eras Medium ITC" panose="020F0502020204030204" pitchFamily="34" charset="0"/>
              </a:rPr>
              <a:t> </a:t>
            </a:r>
          </a:p>
          <a:p>
            <a:pPr eaLnBrk="1" hangingPunct="1">
              <a:buFont typeface="Wingdings" pitchFamily="2" charset="2"/>
              <a:buNone/>
            </a:pPr>
            <a:r>
              <a:rPr lang="en-US" altLang="zh-CN">
                <a:latin typeface="Eras Medium ITC" panose="020F0502020204030204" pitchFamily="34" charset="0"/>
              </a:rPr>
              <a:t> a population of </a:t>
            </a:r>
            <a:r>
              <a:rPr lang="en-US" altLang="zh-CN">
                <a:solidFill>
                  <a:srgbClr val="FF0000"/>
                </a:solidFill>
                <a:latin typeface="Eras Medium ITC" panose="020F0502020204030204" pitchFamily="34" charset="0"/>
              </a:rPr>
              <a:t>identical vectors </a:t>
            </a:r>
            <a:r>
              <a:rPr lang="en-US" altLang="zh-CN">
                <a:latin typeface="Eras Medium ITC" panose="020F0502020204030204" pitchFamily="34" charset="0"/>
              </a:rPr>
              <a:t>that each contains a different DNA insert</a:t>
            </a:r>
          </a:p>
          <a:p>
            <a:pPr eaLnBrk="1" hangingPunct="1"/>
            <a:endParaRPr lang="en-US" altLang="zh-CN">
              <a:latin typeface="Eras Medium ITC" panose="020F050202020403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DD314F4C-F0CE-9A35-C1B7-C72A1E875D11}"/>
              </a:ext>
            </a:extLst>
          </p:cNvPr>
          <p:cNvSpPr>
            <a:spLocks noGrp="1" noChangeArrowheads="1"/>
          </p:cNvSpPr>
          <p:nvPr>
            <p:ph type="title"/>
          </p:nvPr>
        </p:nvSpPr>
        <p:spPr>
          <a:xfrm>
            <a:off x="179388" y="115888"/>
            <a:ext cx="9144000" cy="1108075"/>
          </a:xfrm>
        </p:spPr>
        <p:txBody>
          <a:bodyPr/>
          <a:lstStyle/>
          <a:p>
            <a:r>
              <a:rPr lang="en-US" altLang="en-US" sz="3200" b="1">
                <a:cs typeface="Arial" panose="020B0604020202020204" pitchFamily="34" charset="0"/>
              </a:rPr>
              <a:t>Using </a:t>
            </a:r>
            <a:r>
              <a:rPr lang="en-US" altLang="en-US" sz="3200" b="1">
                <a:solidFill>
                  <a:srgbClr val="FF0000"/>
                </a:solidFill>
                <a:cs typeface="Arial" panose="020B0604020202020204" pitchFamily="34" charset="0"/>
              </a:rPr>
              <a:t>Restriction Enzymes </a:t>
            </a:r>
            <a:r>
              <a:rPr lang="en-US" altLang="en-US" sz="3200" b="1">
                <a:cs typeface="Arial" panose="020B0604020202020204" pitchFamily="34" charset="0"/>
              </a:rPr>
              <a:t>to Make a Recombinant DNA Plasmid</a:t>
            </a:r>
          </a:p>
        </p:txBody>
      </p:sp>
      <p:sp>
        <p:nvSpPr>
          <p:cNvPr id="28675" name="Rectangle 3">
            <a:extLst>
              <a:ext uri="{FF2B5EF4-FFF2-40B4-BE49-F238E27FC236}">
                <a16:creationId xmlns:a16="http://schemas.microsoft.com/office/drawing/2014/main" id="{A96BFDC4-5B15-69C8-DF2A-16DF24CAA82D}"/>
              </a:ext>
            </a:extLst>
          </p:cNvPr>
          <p:cNvSpPr>
            <a:spLocks noGrp="1" noChangeArrowheads="1"/>
          </p:cNvSpPr>
          <p:nvPr>
            <p:ph idx="1"/>
          </p:nvPr>
        </p:nvSpPr>
        <p:spPr/>
        <p:txBody>
          <a:bodyPr/>
          <a:lstStyle/>
          <a:p>
            <a:pPr marL="346075" indent="-346075"/>
            <a:r>
              <a:rPr lang="en-US" altLang="en-US" sz="2800"/>
              <a:t>Bacterial </a:t>
            </a:r>
            <a:r>
              <a:rPr lang="en-US" altLang="en-US" sz="2800" b="1"/>
              <a:t>restriction enzymes </a:t>
            </a:r>
            <a:r>
              <a:rPr lang="en-US" altLang="en-US" sz="2800"/>
              <a:t>cut DNA molecules at specific DNA sequences called </a:t>
            </a:r>
            <a:r>
              <a:rPr lang="en-US" altLang="en-US" sz="2800" b="1"/>
              <a:t>restriction sites</a:t>
            </a:r>
          </a:p>
          <a:p>
            <a:pPr marL="346075" indent="-346075"/>
            <a:r>
              <a:rPr lang="en-US" altLang="en-US" sz="2800"/>
              <a:t>A restriction enzyme usually makes many cuts, yielding </a:t>
            </a:r>
            <a:r>
              <a:rPr lang="en-US" altLang="en-US" sz="2800" b="1"/>
              <a:t>restriction fragments</a:t>
            </a:r>
          </a:p>
          <a:p>
            <a:pPr marL="346075" indent="-346075"/>
            <a:r>
              <a:rPr lang="en-US" altLang="en-US" sz="2800"/>
              <a:t>The most useful restriction enzymes cut DNA</a:t>
            </a:r>
            <a:br>
              <a:rPr lang="en-US" altLang="en-US" sz="2800"/>
            </a:br>
            <a:r>
              <a:rPr lang="en-US" altLang="en-US" sz="2800"/>
              <a:t>in a staggered way, producing fragments with at least one single-stranded end called a </a:t>
            </a:r>
            <a:r>
              <a:rPr lang="en-US" altLang="ja-JP" sz="2800" b="1">
                <a:ea typeface="ＭＳ Ｐゴシック" panose="020B0600070205080204" pitchFamily="34" charset="-128"/>
              </a:rPr>
              <a:t>sticky end</a:t>
            </a:r>
            <a:endParaRPr lang="en-US" altLang="en-US" sz="2800" b="1"/>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3">
            <a:extLst>
              <a:ext uri="{FF2B5EF4-FFF2-40B4-BE49-F238E27FC236}">
                <a16:creationId xmlns:a16="http://schemas.microsoft.com/office/drawing/2014/main" id="{1A943C9A-668E-6708-DE20-382C22F07D9C}"/>
              </a:ext>
            </a:extLst>
          </p:cNvPr>
          <p:cNvSpPr>
            <a:spLocks noGrp="1" noChangeArrowheads="1"/>
          </p:cNvSpPr>
          <p:nvPr>
            <p:ph idx="1"/>
          </p:nvPr>
        </p:nvSpPr>
        <p:spPr/>
        <p:txBody>
          <a:bodyPr/>
          <a:lstStyle/>
          <a:p>
            <a:pPr marL="346075" indent="-346075"/>
            <a:r>
              <a:rPr lang="en-US" altLang="en-US"/>
              <a:t>Sticky ends can bond with complementary sticky ends of other fragments</a:t>
            </a:r>
          </a:p>
          <a:p>
            <a:pPr marL="346075" indent="-346075"/>
            <a:r>
              <a:rPr lang="en-US" altLang="en-US" b="1"/>
              <a:t>DNA ligase </a:t>
            </a:r>
            <a:r>
              <a:rPr lang="en-US" altLang="en-US"/>
              <a:t>is an enzyme that seals the bonds between restriction fragments</a:t>
            </a:r>
          </a:p>
          <a:p>
            <a:pPr marL="346075" indent="-346075"/>
            <a:r>
              <a:rPr lang="en-US" altLang="en-US"/>
              <a:t>This allows researchers to join two DNA fragments from different sources</a:t>
            </a:r>
          </a:p>
          <a:p>
            <a:pPr marL="346075" indent="-346075"/>
            <a:endParaRPr lang="en-US" altLang="en-US"/>
          </a:p>
        </p:txBody>
      </p:sp>
      <p:sp>
        <p:nvSpPr>
          <p:cNvPr id="30723" name="Text Box 4">
            <a:extLst>
              <a:ext uri="{FF2B5EF4-FFF2-40B4-BE49-F238E27FC236}">
                <a16:creationId xmlns:a16="http://schemas.microsoft.com/office/drawing/2014/main" id="{AFA0A568-F5B5-A4FD-671E-39A485BB53BE}"/>
              </a:ext>
            </a:extLst>
          </p:cNvPr>
          <p:cNvSpPr txBox="1">
            <a:spLocks noChangeArrowheads="1"/>
          </p:cNvSpPr>
          <p:nvPr/>
        </p:nvSpPr>
        <p:spPr bwMode="auto">
          <a:xfrm>
            <a:off x="6362700" y="5183188"/>
            <a:ext cx="16287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r">
              <a:spcBef>
                <a:spcPct val="0"/>
              </a:spcBef>
              <a:buClrTx/>
              <a:buSzTx/>
              <a:buFontTx/>
              <a:buNone/>
            </a:pPr>
            <a:endParaRPr lang="en-US" altLang="en-US" sz="1800">
              <a:solidFill>
                <a:srgbClr val="000000"/>
              </a:solidFill>
              <a:ea typeface="Geneva" panose="020B0503030404040204" pitchFamily="34" charset="0"/>
              <a:cs typeface="Geneva" panose="020B0503030404040204" pitchFamily="34" charset="0"/>
            </a:endParaRPr>
          </a:p>
        </p:txBody>
      </p:sp>
      <p:sp>
        <p:nvSpPr>
          <p:cNvPr id="30724" name="Footer Placeholder 1">
            <a:extLst>
              <a:ext uri="{FF2B5EF4-FFF2-40B4-BE49-F238E27FC236}">
                <a16:creationId xmlns:a16="http://schemas.microsoft.com/office/drawing/2014/main" id="{4E9D706C-FE83-46AF-4E86-ED5B7502F06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900">
                <a:solidFill>
                  <a:srgbClr val="000000"/>
                </a:solidFill>
                <a:latin typeface="Arial Rounded MT Bold" panose="020F0704030504030204" pitchFamily="34" charset="77"/>
              </a:rPr>
              <a:t>© 2018 Pearson Education Ltd.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0" name="Picture 1" descr="D:\Manjubharkavi\Production\October\17-Oct\Chapter 20\Unlabeled\20_05aRecombinantDNA-U.jpg">
            <a:extLst>
              <a:ext uri="{FF2B5EF4-FFF2-40B4-BE49-F238E27FC236}">
                <a16:creationId xmlns:a16="http://schemas.microsoft.com/office/drawing/2014/main" id="{0C63B2F2-BDBE-BB92-39AF-AFC6630B31E1}"/>
              </a:ext>
            </a:extLst>
          </p:cNvPr>
          <p:cNvPicPr>
            <a:picLocks noChangeAspect="1"/>
          </p:cNvPicPr>
          <p:nvPr/>
        </p:nvPicPr>
        <p:blipFill>
          <a:blip r:embed="rId3" r:link="rId4">
            <a:extLst>
              <a:ext uri="{28A0092B-C50C-407E-A947-70E740481C1C}">
                <a14:useLocalDpi xmlns:a14="http://schemas.microsoft.com/office/drawing/2010/main" val="0"/>
              </a:ext>
            </a:extLst>
          </a:blip>
          <a:srcRect b="2315"/>
          <a:stretch>
            <a:fillRect/>
          </a:stretch>
        </p:blipFill>
        <p:spPr bwMode="auto">
          <a:xfrm>
            <a:off x="630238" y="217488"/>
            <a:ext cx="7931150" cy="643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Box 2">
            <a:extLst>
              <a:ext uri="{FF2B5EF4-FFF2-40B4-BE49-F238E27FC236}">
                <a16:creationId xmlns:a16="http://schemas.microsoft.com/office/drawing/2014/main" id="{ACBE3C57-4F90-3EAE-C095-C8691A1530E1}"/>
              </a:ext>
            </a:extLst>
          </p:cNvPr>
          <p:cNvSpPr txBox="1">
            <a:spLocks noChangeArrowheads="1"/>
          </p:cNvSpPr>
          <p:nvPr/>
        </p:nvSpPr>
        <p:spPr bwMode="auto">
          <a:xfrm>
            <a:off x="3641725" y="619125"/>
            <a:ext cx="13017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Bacterial</a:t>
            </a:r>
          </a:p>
          <a:p>
            <a:pPr>
              <a:lnSpc>
                <a:spcPts val="2600"/>
              </a:lnSpc>
              <a:spcBef>
                <a:spcPct val="0"/>
              </a:spcBef>
              <a:buClrTx/>
              <a:buSzTx/>
              <a:buFontTx/>
              <a:buNone/>
            </a:pPr>
            <a:r>
              <a:rPr lang="en-US" altLang="en-US" sz="2400" b="1">
                <a:solidFill>
                  <a:srgbClr val="000000"/>
                </a:solidFill>
                <a:ea typeface="ヒラギノ角ゴ Pro W3"/>
                <a:cs typeface="ヒラギノ角ゴ Pro W3"/>
              </a:rPr>
              <a:t>plasmid</a:t>
            </a:r>
          </a:p>
        </p:txBody>
      </p:sp>
      <p:sp>
        <p:nvSpPr>
          <p:cNvPr id="32772" name="TextBox 4">
            <a:extLst>
              <a:ext uri="{FF2B5EF4-FFF2-40B4-BE49-F238E27FC236}">
                <a16:creationId xmlns:a16="http://schemas.microsoft.com/office/drawing/2014/main" id="{3D1BED52-2237-9194-201F-BC301B3016D0}"/>
              </a:ext>
            </a:extLst>
          </p:cNvPr>
          <p:cNvSpPr txBox="1">
            <a:spLocks noChangeArrowheads="1"/>
          </p:cNvSpPr>
          <p:nvPr/>
        </p:nvSpPr>
        <p:spPr bwMode="auto">
          <a:xfrm>
            <a:off x="4775200" y="2136775"/>
            <a:ext cx="222408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Restriction site</a:t>
            </a:r>
          </a:p>
        </p:txBody>
      </p:sp>
      <p:sp>
        <p:nvSpPr>
          <p:cNvPr id="32773" name="TextBox 6">
            <a:extLst>
              <a:ext uri="{FF2B5EF4-FFF2-40B4-BE49-F238E27FC236}">
                <a16:creationId xmlns:a16="http://schemas.microsoft.com/office/drawing/2014/main" id="{A05F4D5A-4AB7-1CEC-19CD-8DE66AB8C711}"/>
              </a:ext>
            </a:extLst>
          </p:cNvPr>
          <p:cNvSpPr txBox="1">
            <a:spLocks noChangeArrowheads="1"/>
          </p:cNvSpPr>
          <p:nvPr/>
        </p:nvSpPr>
        <p:spPr bwMode="auto">
          <a:xfrm>
            <a:off x="3028950" y="2992438"/>
            <a:ext cx="6683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DNA</a:t>
            </a:r>
          </a:p>
        </p:txBody>
      </p:sp>
      <p:sp>
        <p:nvSpPr>
          <p:cNvPr id="32774" name="TextBox 8">
            <a:extLst>
              <a:ext uri="{FF2B5EF4-FFF2-40B4-BE49-F238E27FC236}">
                <a16:creationId xmlns:a16="http://schemas.microsoft.com/office/drawing/2014/main" id="{64A1514D-0648-9BBE-5668-2824A5A71911}"/>
              </a:ext>
            </a:extLst>
          </p:cNvPr>
          <p:cNvSpPr txBox="1">
            <a:spLocks noChangeArrowheads="1"/>
          </p:cNvSpPr>
          <p:nvPr/>
        </p:nvSpPr>
        <p:spPr bwMode="auto">
          <a:xfrm>
            <a:off x="1208088" y="3794125"/>
            <a:ext cx="3751262"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Restriction enzyme cuts</a:t>
            </a:r>
          </a:p>
          <a:p>
            <a:pPr>
              <a:lnSpc>
                <a:spcPts val="2600"/>
              </a:lnSpc>
              <a:spcBef>
                <a:spcPct val="0"/>
              </a:spcBef>
              <a:buClrTx/>
              <a:buSzTx/>
              <a:buFontTx/>
              <a:buNone/>
            </a:pPr>
            <a:r>
              <a:rPr lang="en-US" altLang="en-US" sz="2400" b="1">
                <a:solidFill>
                  <a:srgbClr val="000000"/>
                </a:solidFill>
                <a:ea typeface="ヒラギノ角ゴ Pro W3"/>
                <a:cs typeface="ヒラギノ角ゴ Pro W3"/>
              </a:rPr>
              <a:t>the sugar-phosphate</a:t>
            </a:r>
          </a:p>
          <a:p>
            <a:pPr>
              <a:lnSpc>
                <a:spcPts val="2600"/>
              </a:lnSpc>
              <a:spcBef>
                <a:spcPct val="0"/>
              </a:spcBef>
              <a:buClrTx/>
              <a:buSzTx/>
              <a:buFontTx/>
              <a:buNone/>
            </a:pPr>
            <a:r>
              <a:rPr lang="en-US" altLang="en-US" sz="2400" b="1">
                <a:solidFill>
                  <a:srgbClr val="000000"/>
                </a:solidFill>
                <a:ea typeface="ヒラギノ角ゴ Pro W3"/>
                <a:cs typeface="ヒラギノ角ゴ Pro W3"/>
              </a:rPr>
              <a:t>backbones at each arrow.</a:t>
            </a:r>
          </a:p>
        </p:txBody>
      </p:sp>
      <p:sp>
        <p:nvSpPr>
          <p:cNvPr id="32775" name="TextBox 23">
            <a:extLst>
              <a:ext uri="{FF2B5EF4-FFF2-40B4-BE49-F238E27FC236}">
                <a16:creationId xmlns:a16="http://schemas.microsoft.com/office/drawing/2014/main" id="{14691CF9-49CA-04B1-D5F3-594D4954F870}"/>
              </a:ext>
            </a:extLst>
          </p:cNvPr>
          <p:cNvSpPr txBox="1">
            <a:spLocks noChangeArrowheads="1"/>
          </p:cNvSpPr>
          <p:nvPr/>
        </p:nvSpPr>
        <p:spPr bwMode="auto">
          <a:xfrm>
            <a:off x="6005513" y="6008688"/>
            <a:ext cx="9080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Sticky</a:t>
            </a:r>
          </a:p>
          <a:p>
            <a:pPr>
              <a:lnSpc>
                <a:spcPts val="2600"/>
              </a:lnSpc>
              <a:spcBef>
                <a:spcPct val="0"/>
              </a:spcBef>
              <a:buClrTx/>
              <a:buSzTx/>
              <a:buFontTx/>
              <a:buNone/>
            </a:pPr>
            <a:r>
              <a:rPr lang="en-US" altLang="en-US" sz="2400" b="1">
                <a:solidFill>
                  <a:srgbClr val="000000"/>
                </a:solidFill>
                <a:ea typeface="ヒラギノ角ゴ Pro W3"/>
                <a:cs typeface="ヒラギノ角ゴ Pro W3"/>
              </a:rPr>
              <a:t>end</a:t>
            </a:r>
          </a:p>
        </p:txBody>
      </p:sp>
      <p:sp>
        <p:nvSpPr>
          <p:cNvPr id="32776" name="TextBox 5">
            <a:extLst>
              <a:ext uri="{FF2B5EF4-FFF2-40B4-BE49-F238E27FC236}">
                <a16:creationId xmlns:a16="http://schemas.microsoft.com/office/drawing/2014/main" id="{BC4A85A4-8AA8-9D60-C58E-25819BD7C5DD}"/>
              </a:ext>
            </a:extLst>
          </p:cNvPr>
          <p:cNvSpPr txBox="1">
            <a:spLocks noChangeArrowheads="1"/>
          </p:cNvSpPr>
          <p:nvPr/>
        </p:nvSpPr>
        <p:spPr bwMode="auto">
          <a:xfrm>
            <a:off x="3959225" y="2574925"/>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2777" name="TextBox 7">
            <a:extLst>
              <a:ext uri="{FF2B5EF4-FFF2-40B4-BE49-F238E27FC236}">
                <a16:creationId xmlns:a16="http://schemas.microsoft.com/office/drawing/2014/main" id="{C9DE8181-B41D-A1D5-180A-C91A09195330}"/>
              </a:ext>
            </a:extLst>
          </p:cNvPr>
          <p:cNvSpPr txBox="1">
            <a:spLocks noChangeArrowheads="1"/>
          </p:cNvSpPr>
          <p:nvPr/>
        </p:nvSpPr>
        <p:spPr bwMode="auto">
          <a:xfrm>
            <a:off x="3987800" y="3505200"/>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2778" name="TextBox 11">
            <a:extLst>
              <a:ext uri="{FF2B5EF4-FFF2-40B4-BE49-F238E27FC236}">
                <a16:creationId xmlns:a16="http://schemas.microsoft.com/office/drawing/2014/main" id="{B9A08835-7674-CD16-CAD3-88D34D3D3F8D}"/>
              </a:ext>
            </a:extLst>
          </p:cNvPr>
          <p:cNvSpPr txBox="1">
            <a:spLocks noChangeArrowheads="1"/>
          </p:cNvSpPr>
          <p:nvPr/>
        </p:nvSpPr>
        <p:spPr bwMode="auto">
          <a:xfrm>
            <a:off x="4648200" y="4873625"/>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2779" name="TextBox 12">
            <a:extLst>
              <a:ext uri="{FF2B5EF4-FFF2-40B4-BE49-F238E27FC236}">
                <a16:creationId xmlns:a16="http://schemas.microsoft.com/office/drawing/2014/main" id="{2AF0639C-DE2B-7432-B0C0-80A6BBBF4499}"/>
              </a:ext>
            </a:extLst>
          </p:cNvPr>
          <p:cNvSpPr txBox="1">
            <a:spLocks noChangeArrowheads="1"/>
          </p:cNvSpPr>
          <p:nvPr/>
        </p:nvSpPr>
        <p:spPr bwMode="auto">
          <a:xfrm>
            <a:off x="3355975" y="5035550"/>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2780" name="TextBox 14">
            <a:extLst>
              <a:ext uri="{FF2B5EF4-FFF2-40B4-BE49-F238E27FC236}">
                <a16:creationId xmlns:a16="http://schemas.microsoft.com/office/drawing/2014/main" id="{3DE09782-F4D1-417C-D6F1-C2E26C22E3D7}"/>
              </a:ext>
            </a:extLst>
          </p:cNvPr>
          <p:cNvSpPr txBox="1">
            <a:spLocks noChangeArrowheads="1"/>
          </p:cNvSpPr>
          <p:nvPr/>
        </p:nvSpPr>
        <p:spPr bwMode="auto">
          <a:xfrm>
            <a:off x="3400425" y="5891213"/>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2781" name="TextBox 18">
            <a:extLst>
              <a:ext uri="{FF2B5EF4-FFF2-40B4-BE49-F238E27FC236}">
                <a16:creationId xmlns:a16="http://schemas.microsoft.com/office/drawing/2014/main" id="{ECBFC873-0DC3-FEE7-4FA5-952CEBFFC0D9}"/>
              </a:ext>
            </a:extLst>
          </p:cNvPr>
          <p:cNvSpPr txBox="1">
            <a:spLocks noChangeArrowheads="1"/>
          </p:cNvSpPr>
          <p:nvPr/>
        </p:nvSpPr>
        <p:spPr bwMode="auto">
          <a:xfrm>
            <a:off x="7581900" y="2576513"/>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2782" name="TextBox 19">
            <a:extLst>
              <a:ext uri="{FF2B5EF4-FFF2-40B4-BE49-F238E27FC236}">
                <a16:creationId xmlns:a16="http://schemas.microsoft.com/office/drawing/2014/main" id="{8FCAFE92-5C2E-38FB-44A7-F3BDD81150BA}"/>
              </a:ext>
            </a:extLst>
          </p:cNvPr>
          <p:cNvSpPr txBox="1">
            <a:spLocks noChangeArrowheads="1"/>
          </p:cNvSpPr>
          <p:nvPr/>
        </p:nvSpPr>
        <p:spPr bwMode="auto">
          <a:xfrm>
            <a:off x="7678738" y="3441700"/>
            <a:ext cx="2460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2783" name="TextBox 21">
            <a:extLst>
              <a:ext uri="{FF2B5EF4-FFF2-40B4-BE49-F238E27FC236}">
                <a16:creationId xmlns:a16="http://schemas.microsoft.com/office/drawing/2014/main" id="{93FD187C-4888-F503-EDBF-06026E3AA3E5}"/>
              </a:ext>
            </a:extLst>
          </p:cNvPr>
          <p:cNvSpPr txBox="1">
            <a:spLocks noChangeArrowheads="1"/>
          </p:cNvSpPr>
          <p:nvPr/>
        </p:nvSpPr>
        <p:spPr bwMode="auto">
          <a:xfrm>
            <a:off x="5478463" y="5659438"/>
            <a:ext cx="2460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2784" name="TextBox 22">
            <a:extLst>
              <a:ext uri="{FF2B5EF4-FFF2-40B4-BE49-F238E27FC236}">
                <a16:creationId xmlns:a16="http://schemas.microsoft.com/office/drawing/2014/main" id="{382AFE92-90D8-4C49-200F-0A222A243533}"/>
              </a:ext>
            </a:extLst>
          </p:cNvPr>
          <p:cNvSpPr txBox="1">
            <a:spLocks noChangeArrowheads="1"/>
          </p:cNvSpPr>
          <p:nvPr/>
        </p:nvSpPr>
        <p:spPr bwMode="auto">
          <a:xfrm>
            <a:off x="6872288" y="5762625"/>
            <a:ext cx="2460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2785" name="TextBox 27">
            <a:extLst>
              <a:ext uri="{FF2B5EF4-FFF2-40B4-BE49-F238E27FC236}">
                <a16:creationId xmlns:a16="http://schemas.microsoft.com/office/drawing/2014/main" id="{9E7888DC-D651-9DD9-4E91-193B88A4DF5C}"/>
              </a:ext>
            </a:extLst>
          </p:cNvPr>
          <p:cNvSpPr txBox="1">
            <a:spLocks noChangeArrowheads="1"/>
          </p:cNvSpPr>
          <p:nvPr/>
        </p:nvSpPr>
        <p:spPr bwMode="auto">
          <a:xfrm>
            <a:off x="6203950" y="4795838"/>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2786" name="TextBox 28">
            <a:extLst>
              <a:ext uri="{FF2B5EF4-FFF2-40B4-BE49-F238E27FC236}">
                <a16:creationId xmlns:a16="http://schemas.microsoft.com/office/drawing/2014/main" id="{5ECFB6F6-C794-5A74-D95D-B0EC4462AAB7}"/>
              </a:ext>
            </a:extLst>
          </p:cNvPr>
          <p:cNvSpPr txBox="1">
            <a:spLocks noChangeArrowheads="1"/>
          </p:cNvSpPr>
          <p:nvPr/>
        </p:nvSpPr>
        <p:spPr bwMode="auto">
          <a:xfrm>
            <a:off x="8258175" y="5022850"/>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2787" name="TextBox 29">
            <a:extLst>
              <a:ext uri="{FF2B5EF4-FFF2-40B4-BE49-F238E27FC236}">
                <a16:creationId xmlns:a16="http://schemas.microsoft.com/office/drawing/2014/main" id="{19A72537-3F3D-85F0-D3D6-40FB7B9BCF8A}"/>
              </a:ext>
            </a:extLst>
          </p:cNvPr>
          <p:cNvSpPr txBox="1">
            <a:spLocks noChangeArrowheads="1"/>
          </p:cNvSpPr>
          <p:nvPr/>
        </p:nvSpPr>
        <p:spPr bwMode="auto">
          <a:xfrm>
            <a:off x="8183563" y="5910263"/>
            <a:ext cx="2460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23" name="TextBox 22">
            <a:extLst>
              <a:ext uri="{FF2B5EF4-FFF2-40B4-BE49-F238E27FC236}">
                <a16:creationId xmlns:a16="http://schemas.microsoft.com/office/drawing/2014/main" id="{FA7193D6-CE7D-8C2C-2BD5-54D6D8515C94}"/>
              </a:ext>
            </a:extLst>
          </p:cNvPr>
          <p:cNvSpPr txBox="1"/>
          <p:nvPr/>
        </p:nvSpPr>
        <p:spPr>
          <a:xfrm rot="21398071">
            <a:off x="4564063" y="5213350"/>
            <a:ext cx="196850"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G</a:t>
            </a:r>
          </a:p>
        </p:txBody>
      </p:sp>
      <p:sp>
        <p:nvSpPr>
          <p:cNvPr id="24" name="TextBox 23">
            <a:extLst>
              <a:ext uri="{FF2B5EF4-FFF2-40B4-BE49-F238E27FC236}">
                <a16:creationId xmlns:a16="http://schemas.microsoft.com/office/drawing/2014/main" id="{99A9B5F7-FDED-67B0-43A0-29B8CA95E10F}"/>
              </a:ext>
            </a:extLst>
          </p:cNvPr>
          <p:cNvSpPr txBox="1"/>
          <p:nvPr/>
        </p:nvSpPr>
        <p:spPr>
          <a:xfrm>
            <a:off x="5267325" y="2933700"/>
            <a:ext cx="1265238"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0" dirty="0">
                <a:solidFill>
                  <a:srgbClr val="000000"/>
                </a:solidFill>
                <a:latin typeface="Arial"/>
                <a:ea typeface="ヒラギノ角ゴ Pro W3" charset="-128"/>
              </a:rPr>
              <a:t>GAATTC</a:t>
            </a:r>
          </a:p>
        </p:txBody>
      </p:sp>
      <p:sp>
        <p:nvSpPr>
          <p:cNvPr id="25" name="TextBox 24">
            <a:extLst>
              <a:ext uri="{FF2B5EF4-FFF2-40B4-BE49-F238E27FC236}">
                <a16:creationId xmlns:a16="http://schemas.microsoft.com/office/drawing/2014/main" id="{8A3C01D4-926A-9583-5346-226E8ABED08A}"/>
              </a:ext>
            </a:extLst>
          </p:cNvPr>
          <p:cNvSpPr txBox="1"/>
          <p:nvPr/>
        </p:nvSpPr>
        <p:spPr>
          <a:xfrm>
            <a:off x="5273675" y="3240088"/>
            <a:ext cx="1265238"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0" dirty="0">
                <a:solidFill>
                  <a:srgbClr val="000000"/>
                </a:solidFill>
                <a:latin typeface="Arial"/>
                <a:ea typeface="ヒラギノ角ゴ Pro W3" charset="-128"/>
              </a:rPr>
              <a:t>CTTAAG</a:t>
            </a:r>
          </a:p>
        </p:txBody>
      </p:sp>
      <p:sp>
        <p:nvSpPr>
          <p:cNvPr id="26" name="TextBox 25">
            <a:extLst>
              <a:ext uri="{FF2B5EF4-FFF2-40B4-BE49-F238E27FC236}">
                <a16:creationId xmlns:a16="http://schemas.microsoft.com/office/drawing/2014/main" id="{ACB34410-421B-716D-1A38-9FC17FD222AD}"/>
              </a:ext>
            </a:extLst>
          </p:cNvPr>
          <p:cNvSpPr txBox="1"/>
          <p:nvPr/>
        </p:nvSpPr>
        <p:spPr>
          <a:xfrm rot="21213750">
            <a:off x="4587875" y="5457825"/>
            <a:ext cx="965200"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200" dirty="0">
                <a:solidFill>
                  <a:srgbClr val="000000"/>
                </a:solidFill>
                <a:latin typeface="Arial"/>
                <a:ea typeface="ヒラギノ角ゴ Pro W3" charset="-128"/>
              </a:rPr>
              <a:t>CTTAA</a:t>
            </a:r>
          </a:p>
        </p:txBody>
      </p:sp>
      <p:sp>
        <p:nvSpPr>
          <p:cNvPr id="27" name="TextBox 26">
            <a:extLst>
              <a:ext uri="{FF2B5EF4-FFF2-40B4-BE49-F238E27FC236}">
                <a16:creationId xmlns:a16="http://schemas.microsoft.com/office/drawing/2014/main" id="{8A1F2363-80E1-31EA-B6EA-9B9133393D9E}"/>
              </a:ext>
            </a:extLst>
          </p:cNvPr>
          <p:cNvSpPr txBox="1"/>
          <p:nvPr/>
        </p:nvSpPr>
        <p:spPr>
          <a:xfrm rot="313384">
            <a:off x="6194425" y="5199063"/>
            <a:ext cx="998538"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250" dirty="0">
                <a:solidFill>
                  <a:srgbClr val="000000"/>
                </a:solidFill>
                <a:latin typeface="Arial"/>
                <a:ea typeface="ヒラギノ角ゴ Pro W3" charset="-128"/>
              </a:rPr>
              <a:t>AATTC</a:t>
            </a:r>
          </a:p>
        </p:txBody>
      </p:sp>
      <p:sp>
        <p:nvSpPr>
          <p:cNvPr id="28" name="TextBox 27">
            <a:extLst>
              <a:ext uri="{FF2B5EF4-FFF2-40B4-BE49-F238E27FC236}">
                <a16:creationId xmlns:a16="http://schemas.microsoft.com/office/drawing/2014/main" id="{A3704155-3A65-00EB-6E84-CCE6BB212636}"/>
              </a:ext>
            </a:extLst>
          </p:cNvPr>
          <p:cNvSpPr txBox="1"/>
          <p:nvPr/>
        </p:nvSpPr>
        <p:spPr>
          <a:xfrm>
            <a:off x="6907213" y="5507038"/>
            <a:ext cx="196850"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a:solidFill>
                  <a:srgbClr val="000000"/>
                </a:solidFill>
                <a:latin typeface="Arial"/>
                <a:ea typeface="ヒラギノ角ゴ Pro W3" charset="-128"/>
              </a:rPr>
              <a:t>G</a:t>
            </a:r>
          </a:p>
        </p:txBody>
      </p:sp>
      <p:grpSp>
        <p:nvGrpSpPr>
          <p:cNvPr id="32794" name="Group 28">
            <a:extLst>
              <a:ext uri="{FF2B5EF4-FFF2-40B4-BE49-F238E27FC236}">
                <a16:creationId xmlns:a16="http://schemas.microsoft.com/office/drawing/2014/main" id="{13B0670D-C5B8-55FE-6EFC-75297EAA8795}"/>
              </a:ext>
            </a:extLst>
          </p:cNvPr>
          <p:cNvGrpSpPr>
            <a:grpSpLocks/>
          </p:cNvGrpSpPr>
          <p:nvPr/>
        </p:nvGrpSpPr>
        <p:grpSpPr bwMode="auto">
          <a:xfrm>
            <a:off x="652463" y="3733800"/>
            <a:ext cx="403225" cy="403225"/>
            <a:chOff x="648017" y="1626503"/>
            <a:chExt cx="402336" cy="402336"/>
          </a:xfrm>
        </p:grpSpPr>
        <p:sp>
          <p:nvSpPr>
            <p:cNvPr id="32796" name="Oval 29">
              <a:extLst>
                <a:ext uri="{FF2B5EF4-FFF2-40B4-BE49-F238E27FC236}">
                  <a16:creationId xmlns:a16="http://schemas.microsoft.com/office/drawing/2014/main" id="{B0F1BCC2-965F-CDB6-1775-A17E860F6AA4}"/>
                </a:ext>
              </a:extLst>
            </p:cNvPr>
            <p:cNvSpPr>
              <a:spLocks noChangeArrowheads="1"/>
            </p:cNvSpPr>
            <p:nvPr/>
          </p:nvSpPr>
          <p:spPr bwMode="auto">
            <a:xfrm>
              <a:off x="648017" y="1626503"/>
              <a:ext cx="402336" cy="402336"/>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32797" name="TextBox 4">
              <a:extLst>
                <a:ext uri="{FF2B5EF4-FFF2-40B4-BE49-F238E27FC236}">
                  <a16:creationId xmlns:a16="http://schemas.microsoft.com/office/drawing/2014/main" id="{EB0F523A-36DD-301F-0ACD-250807AD03C4}"/>
                </a:ext>
              </a:extLst>
            </p:cNvPr>
            <p:cNvSpPr txBox="1">
              <a:spLocks noChangeArrowheads="1"/>
            </p:cNvSpPr>
            <p:nvPr/>
          </p:nvSpPr>
          <p:spPr bwMode="auto">
            <a:xfrm>
              <a:off x="763424" y="1660959"/>
              <a:ext cx="171522" cy="3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2600"/>
                </a:lnSpc>
                <a:spcBef>
                  <a:spcPct val="0"/>
                </a:spcBef>
                <a:buClrTx/>
                <a:buSzTx/>
                <a:buFontTx/>
                <a:buNone/>
              </a:pPr>
              <a:r>
                <a:rPr lang="en-US" altLang="en-US" sz="2400" b="1">
                  <a:solidFill>
                    <a:srgbClr val="FFFFFF"/>
                  </a:solidFill>
                  <a:ea typeface="ヒラギノ角ゴ Pro W3"/>
                  <a:cs typeface="ヒラギノ角ゴ Pro W3"/>
                </a:rPr>
                <a:t>1</a:t>
              </a:r>
            </a:p>
          </p:txBody>
        </p:sp>
      </p:grpSp>
      <p:sp>
        <p:nvSpPr>
          <p:cNvPr id="32795" name="Footer Placeholder 1">
            <a:extLst>
              <a:ext uri="{FF2B5EF4-FFF2-40B4-BE49-F238E27FC236}">
                <a16:creationId xmlns:a16="http://schemas.microsoft.com/office/drawing/2014/main" id="{91BA1056-B764-8CA3-A263-C2C3C62381DA}"/>
              </a:ext>
            </a:extLst>
          </p:cNvPr>
          <p:cNvSpPr txBox="1">
            <a:spLocks/>
          </p:cNvSpPr>
          <p:nvPr/>
        </p:nvSpPr>
        <p:spPr bwMode="auto">
          <a:xfrm>
            <a:off x="66675" y="6586538"/>
            <a:ext cx="3086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900">
                <a:solidFill>
                  <a:srgbClr val="000000"/>
                </a:solidFill>
                <a:ea typeface="ヒラギノ角ゴ Pro W3"/>
                <a:cs typeface="ヒラギノ角ゴ Pro W3"/>
              </a:rPr>
              <a:t>© 2018 Pearson Education Ltd.</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818" name="Picture 1" descr="D:\Manjubharkavi\Production\October\17-Oct\Chapter 20\Unlabeled\20_05bRecombinantDNA-U.jpg">
            <a:extLst>
              <a:ext uri="{FF2B5EF4-FFF2-40B4-BE49-F238E27FC236}">
                <a16:creationId xmlns:a16="http://schemas.microsoft.com/office/drawing/2014/main" id="{A88E9B3D-650A-0E64-2205-5801E826D1EA}"/>
              </a:ext>
            </a:extLst>
          </p:cNvPr>
          <p:cNvPicPr>
            <a:picLocks noChangeAspect="1"/>
          </p:cNvPicPr>
          <p:nvPr/>
        </p:nvPicPr>
        <p:blipFill>
          <a:blip r:embed="rId3" r:link="rId4">
            <a:extLst>
              <a:ext uri="{28A0092B-C50C-407E-A947-70E740481C1C}">
                <a14:useLocalDpi xmlns:a14="http://schemas.microsoft.com/office/drawing/2010/main" val="0"/>
              </a:ext>
            </a:extLst>
          </a:blip>
          <a:srcRect b="2315"/>
          <a:stretch>
            <a:fillRect/>
          </a:stretch>
        </p:blipFill>
        <p:spPr bwMode="auto">
          <a:xfrm>
            <a:off x="298450" y="212725"/>
            <a:ext cx="8547100" cy="643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19" name="TextBox 8">
            <a:extLst>
              <a:ext uri="{FF2B5EF4-FFF2-40B4-BE49-F238E27FC236}">
                <a16:creationId xmlns:a16="http://schemas.microsoft.com/office/drawing/2014/main" id="{952D2EFE-C672-FA43-DBC1-C12D7BA2F27D}"/>
              </a:ext>
            </a:extLst>
          </p:cNvPr>
          <p:cNvSpPr txBox="1">
            <a:spLocks noChangeArrowheads="1"/>
          </p:cNvSpPr>
          <p:nvPr/>
        </p:nvSpPr>
        <p:spPr bwMode="auto">
          <a:xfrm>
            <a:off x="900113" y="2435225"/>
            <a:ext cx="3368675"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Base pairing of sticky</a:t>
            </a:r>
          </a:p>
          <a:p>
            <a:pPr>
              <a:lnSpc>
                <a:spcPts val="2600"/>
              </a:lnSpc>
              <a:spcBef>
                <a:spcPct val="0"/>
              </a:spcBef>
              <a:buClrTx/>
              <a:buSzTx/>
              <a:buFontTx/>
              <a:buNone/>
            </a:pPr>
            <a:r>
              <a:rPr lang="en-US" altLang="en-US" sz="2400" b="1">
                <a:solidFill>
                  <a:srgbClr val="000000"/>
                </a:solidFill>
                <a:ea typeface="ヒラギノ角ゴ Pro W3"/>
                <a:cs typeface="ヒラギノ角ゴ Pro W3"/>
              </a:rPr>
              <a:t>ends produces various</a:t>
            </a:r>
          </a:p>
          <a:p>
            <a:pPr>
              <a:lnSpc>
                <a:spcPts val="2600"/>
              </a:lnSpc>
              <a:spcBef>
                <a:spcPct val="0"/>
              </a:spcBef>
              <a:buClrTx/>
              <a:buSzTx/>
              <a:buFontTx/>
              <a:buNone/>
            </a:pPr>
            <a:r>
              <a:rPr lang="en-US" altLang="en-US" sz="2400" b="1">
                <a:solidFill>
                  <a:srgbClr val="000000"/>
                </a:solidFill>
                <a:ea typeface="ヒラギノ角ゴ Pro W3"/>
                <a:cs typeface="ヒラギノ角ゴ Pro W3"/>
              </a:rPr>
              <a:t>combinations.</a:t>
            </a:r>
          </a:p>
        </p:txBody>
      </p:sp>
      <p:sp>
        <p:nvSpPr>
          <p:cNvPr id="34820" name="TextBox 24">
            <a:extLst>
              <a:ext uri="{FF2B5EF4-FFF2-40B4-BE49-F238E27FC236}">
                <a16:creationId xmlns:a16="http://schemas.microsoft.com/office/drawing/2014/main" id="{EA1A7B5E-2683-427C-C8DC-CD67622A0D9E}"/>
              </a:ext>
            </a:extLst>
          </p:cNvPr>
          <p:cNvSpPr txBox="1">
            <a:spLocks noChangeArrowheads="1"/>
          </p:cNvSpPr>
          <p:nvPr/>
        </p:nvSpPr>
        <p:spPr bwMode="auto">
          <a:xfrm>
            <a:off x="5232400" y="3629025"/>
            <a:ext cx="361315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Fragment from different</a:t>
            </a:r>
          </a:p>
          <a:p>
            <a:pPr>
              <a:lnSpc>
                <a:spcPts val="2600"/>
              </a:lnSpc>
              <a:spcBef>
                <a:spcPct val="0"/>
              </a:spcBef>
              <a:buClrTx/>
              <a:buSzTx/>
              <a:buFontTx/>
              <a:buNone/>
            </a:pPr>
            <a:r>
              <a:rPr lang="en-US" altLang="en-US" sz="2400" b="1">
                <a:solidFill>
                  <a:srgbClr val="000000"/>
                </a:solidFill>
                <a:ea typeface="ヒラギノ角ゴ Pro W3"/>
                <a:cs typeface="ヒラギノ角ゴ Pro W3"/>
              </a:rPr>
              <a:t>DNA molecule cut by the</a:t>
            </a:r>
          </a:p>
          <a:p>
            <a:pPr>
              <a:lnSpc>
                <a:spcPts val="2600"/>
              </a:lnSpc>
              <a:spcBef>
                <a:spcPct val="0"/>
              </a:spcBef>
              <a:buClrTx/>
              <a:buSzTx/>
              <a:buFontTx/>
              <a:buNone/>
            </a:pPr>
            <a:r>
              <a:rPr lang="en-US" altLang="en-US" sz="2400" b="1">
                <a:solidFill>
                  <a:srgbClr val="000000"/>
                </a:solidFill>
                <a:ea typeface="ヒラギノ角ゴ Pro W3"/>
                <a:cs typeface="ヒラギノ角ゴ Pro W3"/>
              </a:rPr>
              <a:t>same restriction enzyme</a:t>
            </a:r>
          </a:p>
        </p:txBody>
      </p:sp>
      <p:sp>
        <p:nvSpPr>
          <p:cNvPr id="34821" name="TextBox 37">
            <a:extLst>
              <a:ext uri="{FF2B5EF4-FFF2-40B4-BE49-F238E27FC236}">
                <a16:creationId xmlns:a16="http://schemas.microsoft.com/office/drawing/2014/main" id="{8DEB6105-5298-503F-A787-E8399E9C0886}"/>
              </a:ext>
            </a:extLst>
          </p:cNvPr>
          <p:cNvSpPr txBox="1">
            <a:spLocks noChangeArrowheads="1"/>
          </p:cNvSpPr>
          <p:nvPr/>
        </p:nvSpPr>
        <p:spPr bwMode="auto">
          <a:xfrm>
            <a:off x="2962275" y="6269038"/>
            <a:ext cx="3841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One possible combination</a:t>
            </a:r>
          </a:p>
        </p:txBody>
      </p:sp>
      <p:sp>
        <p:nvSpPr>
          <p:cNvPr id="34822" name="TextBox 12">
            <a:extLst>
              <a:ext uri="{FF2B5EF4-FFF2-40B4-BE49-F238E27FC236}">
                <a16:creationId xmlns:a16="http://schemas.microsoft.com/office/drawing/2014/main" id="{41991244-4E4D-0D51-5DF5-04418F5D1656}"/>
              </a:ext>
            </a:extLst>
          </p:cNvPr>
          <p:cNvSpPr txBox="1">
            <a:spLocks noChangeArrowheads="1"/>
          </p:cNvSpPr>
          <p:nvPr/>
        </p:nvSpPr>
        <p:spPr bwMode="auto">
          <a:xfrm>
            <a:off x="4999038" y="1433513"/>
            <a:ext cx="9080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Sticky</a:t>
            </a:r>
          </a:p>
          <a:p>
            <a:pPr>
              <a:lnSpc>
                <a:spcPts val="2600"/>
              </a:lnSpc>
              <a:spcBef>
                <a:spcPct val="0"/>
              </a:spcBef>
              <a:buClrTx/>
              <a:buSzTx/>
              <a:buFontTx/>
              <a:buNone/>
            </a:pPr>
            <a:r>
              <a:rPr lang="en-US" altLang="en-US" sz="2400" b="1">
                <a:solidFill>
                  <a:srgbClr val="000000"/>
                </a:solidFill>
                <a:ea typeface="ヒラギノ角ゴ Pro W3"/>
                <a:cs typeface="ヒラギノ角ゴ Pro W3"/>
              </a:rPr>
              <a:t>end</a:t>
            </a:r>
          </a:p>
        </p:txBody>
      </p:sp>
      <p:sp>
        <p:nvSpPr>
          <p:cNvPr id="34823" name="TextBox 2">
            <a:extLst>
              <a:ext uri="{FF2B5EF4-FFF2-40B4-BE49-F238E27FC236}">
                <a16:creationId xmlns:a16="http://schemas.microsoft.com/office/drawing/2014/main" id="{B51C3275-1ACB-5024-8768-26C2163EF5E7}"/>
              </a:ext>
            </a:extLst>
          </p:cNvPr>
          <p:cNvSpPr txBox="1">
            <a:spLocks noChangeArrowheads="1"/>
          </p:cNvSpPr>
          <p:nvPr/>
        </p:nvSpPr>
        <p:spPr bwMode="auto">
          <a:xfrm>
            <a:off x="2370138" y="468313"/>
            <a:ext cx="2444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4824" name="TextBox 3">
            <a:extLst>
              <a:ext uri="{FF2B5EF4-FFF2-40B4-BE49-F238E27FC236}">
                <a16:creationId xmlns:a16="http://schemas.microsoft.com/office/drawing/2014/main" id="{E6073A16-7805-2C9B-9F5F-B3B90C8A4C8B}"/>
              </a:ext>
            </a:extLst>
          </p:cNvPr>
          <p:cNvSpPr txBox="1">
            <a:spLocks noChangeArrowheads="1"/>
          </p:cNvSpPr>
          <p:nvPr/>
        </p:nvSpPr>
        <p:spPr bwMode="auto">
          <a:xfrm>
            <a:off x="2413000" y="1317625"/>
            <a:ext cx="2444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4825" name="TextBox 6">
            <a:extLst>
              <a:ext uri="{FF2B5EF4-FFF2-40B4-BE49-F238E27FC236}">
                <a16:creationId xmlns:a16="http://schemas.microsoft.com/office/drawing/2014/main" id="{47CC53C9-6F06-AA66-818D-3B035902AE82}"/>
              </a:ext>
            </a:extLst>
          </p:cNvPr>
          <p:cNvSpPr txBox="1">
            <a:spLocks noChangeArrowheads="1"/>
          </p:cNvSpPr>
          <p:nvPr/>
        </p:nvSpPr>
        <p:spPr bwMode="auto">
          <a:xfrm>
            <a:off x="3652838" y="312738"/>
            <a:ext cx="2444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4826" name="TextBox 7">
            <a:extLst>
              <a:ext uri="{FF2B5EF4-FFF2-40B4-BE49-F238E27FC236}">
                <a16:creationId xmlns:a16="http://schemas.microsoft.com/office/drawing/2014/main" id="{1CF64E73-D2FC-997D-AB7A-57513C8EF567}"/>
              </a:ext>
            </a:extLst>
          </p:cNvPr>
          <p:cNvSpPr txBox="1">
            <a:spLocks noChangeArrowheads="1"/>
          </p:cNvSpPr>
          <p:nvPr/>
        </p:nvSpPr>
        <p:spPr bwMode="auto">
          <a:xfrm>
            <a:off x="4476750" y="1092200"/>
            <a:ext cx="2444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4827" name="TextBox 11">
            <a:extLst>
              <a:ext uri="{FF2B5EF4-FFF2-40B4-BE49-F238E27FC236}">
                <a16:creationId xmlns:a16="http://schemas.microsoft.com/office/drawing/2014/main" id="{BEFA1147-6F52-43B0-153E-EA2D7D4D06FC}"/>
              </a:ext>
            </a:extLst>
          </p:cNvPr>
          <p:cNvSpPr txBox="1">
            <a:spLocks noChangeArrowheads="1"/>
          </p:cNvSpPr>
          <p:nvPr/>
        </p:nvSpPr>
        <p:spPr bwMode="auto">
          <a:xfrm>
            <a:off x="5862638" y="1200150"/>
            <a:ext cx="2444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4828" name="TextBox 14">
            <a:extLst>
              <a:ext uri="{FF2B5EF4-FFF2-40B4-BE49-F238E27FC236}">
                <a16:creationId xmlns:a16="http://schemas.microsoft.com/office/drawing/2014/main" id="{062BA635-92DB-837C-AAB9-3902AEB1C883}"/>
              </a:ext>
            </a:extLst>
          </p:cNvPr>
          <p:cNvSpPr txBox="1">
            <a:spLocks noChangeArrowheads="1"/>
          </p:cNvSpPr>
          <p:nvPr/>
        </p:nvSpPr>
        <p:spPr bwMode="auto">
          <a:xfrm>
            <a:off x="5480050" y="2128838"/>
            <a:ext cx="2444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4829" name="TextBox 17">
            <a:extLst>
              <a:ext uri="{FF2B5EF4-FFF2-40B4-BE49-F238E27FC236}">
                <a16:creationId xmlns:a16="http://schemas.microsoft.com/office/drawing/2014/main" id="{EA143CFB-5C8F-3F9D-6365-779758922AE9}"/>
              </a:ext>
            </a:extLst>
          </p:cNvPr>
          <p:cNvSpPr txBox="1">
            <a:spLocks noChangeArrowheads="1"/>
          </p:cNvSpPr>
          <p:nvPr/>
        </p:nvSpPr>
        <p:spPr bwMode="auto">
          <a:xfrm>
            <a:off x="5199063" y="239713"/>
            <a:ext cx="2444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4830" name="TextBox 18">
            <a:extLst>
              <a:ext uri="{FF2B5EF4-FFF2-40B4-BE49-F238E27FC236}">
                <a16:creationId xmlns:a16="http://schemas.microsoft.com/office/drawing/2014/main" id="{61B84E48-A669-338C-4DB7-8E4ED38177F6}"/>
              </a:ext>
            </a:extLst>
          </p:cNvPr>
          <p:cNvSpPr txBox="1">
            <a:spLocks noChangeArrowheads="1"/>
          </p:cNvSpPr>
          <p:nvPr/>
        </p:nvSpPr>
        <p:spPr bwMode="auto">
          <a:xfrm>
            <a:off x="7235825" y="465138"/>
            <a:ext cx="2444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4831" name="TextBox 19">
            <a:extLst>
              <a:ext uri="{FF2B5EF4-FFF2-40B4-BE49-F238E27FC236}">
                <a16:creationId xmlns:a16="http://schemas.microsoft.com/office/drawing/2014/main" id="{07B93BE8-F621-6325-ADD8-6FC699D22739}"/>
              </a:ext>
            </a:extLst>
          </p:cNvPr>
          <p:cNvSpPr txBox="1">
            <a:spLocks noChangeArrowheads="1"/>
          </p:cNvSpPr>
          <p:nvPr/>
        </p:nvSpPr>
        <p:spPr bwMode="auto">
          <a:xfrm>
            <a:off x="7162800" y="1344613"/>
            <a:ext cx="2444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4832" name="TextBox 20">
            <a:extLst>
              <a:ext uri="{FF2B5EF4-FFF2-40B4-BE49-F238E27FC236}">
                <a16:creationId xmlns:a16="http://schemas.microsoft.com/office/drawing/2014/main" id="{024724E4-E76A-745A-7A16-C1DE46AF7A9C}"/>
              </a:ext>
            </a:extLst>
          </p:cNvPr>
          <p:cNvSpPr txBox="1">
            <a:spLocks noChangeArrowheads="1"/>
          </p:cNvSpPr>
          <p:nvPr/>
        </p:nvSpPr>
        <p:spPr bwMode="auto">
          <a:xfrm>
            <a:off x="7770813" y="2373313"/>
            <a:ext cx="2444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4833" name="TextBox 23">
            <a:extLst>
              <a:ext uri="{FF2B5EF4-FFF2-40B4-BE49-F238E27FC236}">
                <a16:creationId xmlns:a16="http://schemas.microsoft.com/office/drawing/2014/main" id="{E2C15983-5A8E-91B1-BB6A-B8B56649CB83}"/>
              </a:ext>
            </a:extLst>
          </p:cNvPr>
          <p:cNvSpPr txBox="1">
            <a:spLocks noChangeArrowheads="1"/>
          </p:cNvSpPr>
          <p:nvPr/>
        </p:nvSpPr>
        <p:spPr bwMode="auto">
          <a:xfrm>
            <a:off x="8496300" y="3305175"/>
            <a:ext cx="2444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4834" name="TextBox 29">
            <a:extLst>
              <a:ext uri="{FF2B5EF4-FFF2-40B4-BE49-F238E27FC236}">
                <a16:creationId xmlns:a16="http://schemas.microsoft.com/office/drawing/2014/main" id="{DE5C6058-D6DE-26F9-7EF8-49706413BCDB}"/>
              </a:ext>
            </a:extLst>
          </p:cNvPr>
          <p:cNvSpPr txBox="1">
            <a:spLocks noChangeArrowheads="1"/>
          </p:cNvSpPr>
          <p:nvPr/>
        </p:nvSpPr>
        <p:spPr bwMode="auto">
          <a:xfrm>
            <a:off x="6054725" y="3052763"/>
            <a:ext cx="24447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4835" name="TextBox 32">
            <a:extLst>
              <a:ext uri="{FF2B5EF4-FFF2-40B4-BE49-F238E27FC236}">
                <a16:creationId xmlns:a16="http://schemas.microsoft.com/office/drawing/2014/main" id="{6B379F16-A912-2222-AC01-AA3B07AB0147}"/>
              </a:ext>
            </a:extLst>
          </p:cNvPr>
          <p:cNvSpPr txBox="1">
            <a:spLocks noChangeArrowheads="1"/>
          </p:cNvSpPr>
          <p:nvPr/>
        </p:nvSpPr>
        <p:spPr bwMode="auto">
          <a:xfrm>
            <a:off x="2066925" y="5014913"/>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4836" name="TextBox 33">
            <a:extLst>
              <a:ext uri="{FF2B5EF4-FFF2-40B4-BE49-F238E27FC236}">
                <a16:creationId xmlns:a16="http://schemas.microsoft.com/office/drawing/2014/main" id="{6E69B75B-D375-AB01-A28A-A87EE49E56EA}"/>
              </a:ext>
            </a:extLst>
          </p:cNvPr>
          <p:cNvSpPr txBox="1">
            <a:spLocks noChangeArrowheads="1"/>
          </p:cNvSpPr>
          <p:nvPr/>
        </p:nvSpPr>
        <p:spPr bwMode="auto">
          <a:xfrm>
            <a:off x="2062163" y="5907088"/>
            <a:ext cx="2460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4837" name="TextBox 35">
            <a:extLst>
              <a:ext uri="{FF2B5EF4-FFF2-40B4-BE49-F238E27FC236}">
                <a16:creationId xmlns:a16="http://schemas.microsoft.com/office/drawing/2014/main" id="{B7C111BC-F313-522B-00A1-6598C1BCA490}"/>
              </a:ext>
            </a:extLst>
          </p:cNvPr>
          <p:cNvSpPr txBox="1">
            <a:spLocks noChangeArrowheads="1"/>
          </p:cNvSpPr>
          <p:nvPr/>
        </p:nvSpPr>
        <p:spPr bwMode="auto">
          <a:xfrm>
            <a:off x="4148138" y="5907088"/>
            <a:ext cx="4905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5′3′</a:t>
            </a:r>
          </a:p>
        </p:txBody>
      </p:sp>
      <p:sp>
        <p:nvSpPr>
          <p:cNvPr id="34838" name="TextBox 36">
            <a:extLst>
              <a:ext uri="{FF2B5EF4-FFF2-40B4-BE49-F238E27FC236}">
                <a16:creationId xmlns:a16="http://schemas.microsoft.com/office/drawing/2014/main" id="{36E0C23D-5734-4407-0D93-98769CFD1A2C}"/>
              </a:ext>
            </a:extLst>
          </p:cNvPr>
          <p:cNvSpPr txBox="1">
            <a:spLocks noChangeArrowheads="1"/>
          </p:cNvSpPr>
          <p:nvPr/>
        </p:nvSpPr>
        <p:spPr bwMode="auto">
          <a:xfrm>
            <a:off x="6440488" y="5907088"/>
            <a:ext cx="4905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5′3′</a:t>
            </a:r>
          </a:p>
        </p:txBody>
      </p:sp>
      <p:sp>
        <p:nvSpPr>
          <p:cNvPr id="34839" name="TextBox 40">
            <a:extLst>
              <a:ext uri="{FF2B5EF4-FFF2-40B4-BE49-F238E27FC236}">
                <a16:creationId xmlns:a16="http://schemas.microsoft.com/office/drawing/2014/main" id="{12E14E5C-5B9E-6012-B0C8-FE40188799F1}"/>
              </a:ext>
            </a:extLst>
          </p:cNvPr>
          <p:cNvSpPr txBox="1">
            <a:spLocks noChangeArrowheads="1"/>
          </p:cNvSpPr>
          <p:nvPr/>
        </p:nvSpPr>
        <p:spPr bwMode="auto">
          <a:xfrm>
            <a:off x="3290888" y="5014913"/>
            <a:ext cx="4905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3′5′</a:t>
            </a:r>
          </a:p>
        </p:txBody>
      </p:sp>
      <p:sp>
        <p:nvSpPr>
          <p:cNvPr id="34840" name="TextBox 41">
            <a:extLst>
              <a:ext uri="{FF2B5EF4-FFF2-40B4-BE49-F238E27FC236}">
                <a16:creationId xmlns:a16="http://schemas.microsoft.com/office/drawing/2014/main" id="{ACCA93B1-F72F-D3F1-11B1-E4AECAC48A8B}"/>
              </a:ext>
            </a:extLst>
          </p:cNvPr>
          <p:cNvSpPr txBox="1">
            <a:spLocks noChangeArrowheads="1"/>
          </p:cNvSpPr>
          <p:nvPr/>
        </p:nvSpPr>
        <p:spPr bwMode="auto">
          <a:xfrm>
            <a:off x="5613400" y="5014913"/>
            <a:ext cx="4905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3′5′</a:t>
            </a:r>
          </a:p>
        </p:txBody>
      </p:sp>
      <p:sp>
        <p:nvSpPr>
          <p:cNvPr id="34841" name="TextBox 42">
            <a:extLst>
              <a:ext uri="{FF2B5EF4-FFF2-40B4-BE49-F238E27FC236}">
                <a16:creationId xmlns:a16="http://schemas.microsoft.com/office/drawing/2014/main" id="{F0C4768E-735B-F4C7-635C-5A4FFADB6F74}"/>
              </a:ext>
            </a:extLst>
          </p:cNvPr>
          <p:cNvSpPr txBox="1">
            <a:spLocks noChangeArrowheads="1"/>
          </p:cNvSpPr>
          <p:nvPr/>
        </p:nvSpPr>
        <p:spPr bwMode="auto">
          <a:xfrm>
            <a:off x="7924800" y="5014913"/>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4842" name="TextBox 43">
            <a:extLst>
              <a:ext uri="{FF2B5EF4-FFF2-40B4-BE49-F238E27FC236}">
                <a16:creationId xmlns:a16="http://schemas.microsoft.com/office/drawing/2014/main" id="{84370591-E400-C4C7-4F61-C0878DB3D335}"/>
              </a:ext>
            </a:extLst>
          </p:cNvPr>
          <p:cNvSpPr txBox="1">
            <a:spLocks noChangeArrowheads="1"/>
          </p:cNvSpPr>
          <p:nvPr/>
        </p:nvSpPr>
        <p:spPr bwMode="auto">
          <a:xfrm>
            <a:off x="7920038" y="5907088"/>
            <a:ext cx="2460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0" name="TextBox 29">
            <a:extLst>
              <a:ext uri="{FF2B5EF4-FFF2-40B4-BE49-F238E27FC236}">
                <a16:creationId xmlns:a16="http://schemas.microsoft.com/office/drawing/2014/main" id="{915DE14B-600D-E7D9-9C38-9CBC98615F78}"/>
              </a:ext>
            </a:extLst>
          </p:cNvPr>
          <p:cNvSpPr txBox="1"/>
          <p:nvPr/>
        </p:nvSpPr>
        <p:spPr>
          <a:xfrm>
            <a:off x="5568950" y="5354638"/>
            <a:ext cx="196850" cy="268287"/>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G</a:t>
            </a:r>
          </a:p>
        </p:txBody>
      </p:sp>
      <p:sp>
        <p:nvSpPr>
          <p:cNvPr id="31" name="TextBox 30">
            <a:extLst>
              <a:ext uri="{FF2B5EF4-FFF2-40B4-BE49-F238E27FC236}">
                <a16:creationId xmlns:a16="http://schemas.microsoft.com/office/drawing/2014/main" id="{3E0443B8-FA22-8938-F9A0-86E04C303087}"/>
              </a:ext>
            </a:extLst>
          </p:cNvPr>
          <p:cNvSpPr txBox="1"/>
          <p:nvPr/>
        </p:nvSpPr>
        <p:spPr>
          <a:xfrm>
            <a:off x="5576888" y="5656263"/>
            <a:ext cx="182562" cy="268287"/>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C</a:t>
            </a:r>
          </a:p>
        </p:txBody>
      </p:sp>
      <p:sp>
        <p:nvSpPr>
          <p:cNvPr id="32" name="TextBox 31">
            <a:extLst>
              <a:ext uri="{FF2B5EF4-FFF2-40B4-BE49-F238E27FC236}">
                <a16:creationId xmlns:a16="http://schemas.microsoft.com/office/drawing/2014/main" id="{B4E3366B-E010-1E85-B132-BAB63B3588B4}"/>
              </a:ext>
            </a:extLst>
          </p:cNvPr>
          <p:cNvSpPr txBox="1"/>
          <p:nvPr/>
        </p:nvSpPr>
        <p:spPr>
          <a:xfrm>
            <a:off x="3241675" y="5359400"/>
            <a:ext cx="196850" cy="268288"/>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G</a:t>
            </a:r>
          </a:p>
        </p:txBody>
      </p:sp>
      <p:sp>
        <p:nvSpPr>
          <p:cNvPr id="33" name="TextBox 32">
            <a:extLst>
              <a:ext uri="{FF2B5EF4-FFF2-40B4-BE49-F238E27FC236}">
                <a16:creationId xmlns:a16="http://schemas.microsoft.com/office/drawing/2014/main" id="{C4B9031D-3BD1-D233-65EE-406BACBC035F}"/>
              </a:ext>
            </a:extLst>
          </p:cNvPr>
          <p:cNvSpPr txBox="1"/>
          <p:nvPr/>
        </p:nvSpPr>
        <p:spPr>
          <a:xfrm>
            <a:off x="3249613" y="5649913"/>
            <a:ext cx="182562" cy="268287"/>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C</a:t>
            </a:r>
          </a:p>
        </p:txBody>
      </p:sp>
      <p:sp>
        <p:nvSpPr>
          <p:cNvPr id="34" name="TextBox 33">
            <a:extLst>
              <a:ext uri="{FF2B5EF4-FFF2-40B4-BE49-F238E27FC236}">
                <a16:creationId xmlns:a16="http://schemas.microsoft.com/office/drawing/2014/main" id="{6076BE6E-92D1-9201-192F-54A5D0746EE0}"/>
              </a:ext>
            </a:extLst>
          </p:cNvPr>
          <p:cNvSpPr txBox="1"/>
          <p:nvPr/>
        </p:nvSpPr>
        <p:spPr>
          <a:xfrm>
            <a:off x="3551238" y="5651500"/>
            <a:ext cx="735012"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T</a:t>
            </a:r>
            <a:r>
              <a:rPr lang="en-US" sz="800" b="1" dirty="0">
                <a:solidFill>
                  <a:srgbClr val="000000"/>
                </a:solidFill>
                <a:latin typeface="Arial"/>
                <a:ea typeface="ヒラギノ角ゴ Pro W3" charset="-128"/>
              </a:rPr>
              <a:t> </a:t>
            </a:r>
            <a:r>
              <a:rPr lang="en-US" sz="1970" b="1" dirty="0">
                <a:solidFill>
                  <a:srgbClr val="000000"/>
                </a:solidFill>
                <a:latin typeface="Arial"/>
                <a:ea typeface="ヒラギノ角ゴ Pro W3" charset="-128"/>
              </a:rPr>
              <a:t>TA A</a:t>
            </a:r>
          </a:p>
        </p:txBody>
      </p:sp>
      <p:sp>
        <p:nvSpPr>
          <p:cNvPr id="35" name="TextBox 34">
            <a:extLst>
              <a:ext uri="{FF2B5EF4-FFF2-40B4-BE49-F238E27FC236}">
                <a16:creationId xmlns:a16="http://schemas.microsoft.com/office/drawing/2014/main" id="{673D0189-3341-5073-E511-3B1CF8D11604}"/>
              </a:ext>
            </a:extLst>
          </p:cNvPr>
          <p:cNvSpPr txBox="1"/>
          <p:nvPr/>
        </p:nvSpPr>
        <p:spPr>
          <a:xfrm>
            <a:off x="4408488" y="5641975"/>
            <a:ext cx="196850"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G</a:t>
            </a:r>
          </a:p>
        </p:txBody>
      </p:sp>
      <p:sp>
        <p:nvSpPr>
          <p:cNvPr id="36" name="TextBox 35">
            <a:extLst>
              <a:ext uri="{FF2B5EF4-FFF2-40B4-BE49-F238E27FC236}">
                <a16:creationId xmlns:a16="http://schemas.microsoft.com/office/drawing/2014/main" id="{F8E08372-4912-E814-95BD-1587761D16D2}"/>
              </a:ext>
            </a:extLst>
          </p:cNvPr>
          <p:cNvSpPr txBox="1"/>
          <p:nvPr/>
        </p:nvSpPr>
        <p:spPr>
          <a:xfrm>
            <a:off x="3546475" y="5360988"/>
            <a:ext cx="1047750"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AAT T  C</a:t>
            </a:r>
          </a:p>
        </p:txBody>
      </p:sp>
      <p:sp>
        <p:nvSpPr>
          <p:cNvPr id="37" name="TextBox 36">
            <a:extLst>
              <a:ext uri="{FF2B5EF4-FFF2-40B4-BE49-F238E27FC236}">
                <a16:creationId xmlns:a16="http://schemas.microsoft.com/office/drawing/2014/main" id="{C8AE79EB-E5FF-EFC7-7A25-A14C40455ADB}"/>
              </a:ext>
            </a:extLst>
          </p:cNvPr>
          <p:cNvSpPr txBox="1"/>
          <p:nvPr/>
        </p:nvSpPr>
        <p:spPr>
          <a:xfrm>
            <a:off x="5883275" y="5360988"/>
            <a:ext cx="1049338"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AAT T  C</a:t>
            </a:r>
          </a:p>
        </p:txBody>
      </p:sp>
      <p:sp>
        <p:nvSpPr>
          <p:cNvPr id="38" name="TextBox 37">
            <a:extLst>
              <a:ext uri="{FF2B5EF4-FFF2-40B4-BE49-F238E27FC236}">
                <a16:creationId xmlns:a16="http://schemas.microsoft.com/office/drawing/2014/main" id="{F314F2CD-5388-77A0-8936-9C12AFA358F0}"/>
              </a:ext>
            </a:extLst>
          </p:cNvPr>
          <p:cNvSpPr txBox="1"/>
          <p:nvPr/>
        </p:nvSpPr>
        <p:spPr>
          <a:xfrm>
            <a:off x="5891213" y="5649913"/>
            <a:ext cx="727075"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T</a:t>
            </a:r>
            <a:r>
              <a:rPr lang="en-US" sz="600" b="1" dirty="0">
                <a:solidFill>
                  <a:srgbClr val="000000"/>
                </a:solidFill>
                <a:latin typeface="Arial"/>
                <a:ea typeface="ヒラギノ角ゴ Pro W3" charset="-128"/>
              </a:rPr>
              <a:t> </a:t>
            </a:r>
            <a:r>
              <a:rPr lang="en-US" sz="1970" b="1" dirty="0">
                <a:solidFill>
                  <a:srgbClr val="000000"/>
                </a:solidFill>
                <a:latin typeface="Arial"/>
                <a:ea typeface="ヒラギノ角ゴ Pro W3" charset="-128"/>
              </a:rPr>
              <a:t>TA</a:t>
            </a:r>
            <a:r>
              <a:rPr lang="en-US" sz="1300" b="1" dirty="0">
                <a:solidFill>
                  <a:srgbClr val="000000"/>
                </a:solidFill>
                <a:latin typeface="Arial"/>
                <a:ea typeface="ヒラギノ角ゴ Pro W3" charset="-128"/>
              </a:rPr>
              <a:t> </a:t>
            </a:r>
            <a:r>
              <a:rPr lang="en-US" sz="1970" b="1" dirty="0">
                <a:solidFill>
                  <a:srgbClr val="000000"/>
                </a:solidFill>
                <a:latin typeface="Arial"/>
                <a:ea typeface="ヒラギノ角ゴ Pro W3" charset="-128"/>
              </a:rPr>
              <a:t>A</a:t>
            </a:r>
          </a:p>
        </p:txBody>
      </p:sp>
      <p:sp>
        <p:nvSpPr>
          <p:cNvPr id="39" name="TextBox 38">
            <a:extLst>
              <a:ext uri="{FF2B5EF4-FFF2-40B4-BE49-F238E27FC236}">
                <a16:creationId xmlns:a16="http://schemas.microsoft.com/office/drawing/2014/main" id="{43E9C5B9-CD40-291D-6700-A32417DB1E48}"/>
              </a:ext>
            </a:extLst>
          </p:cNvPr>
          <p:cNvSpPr txBox="1"/>
          <p:nvPr/>
        </p:nvSpPr>
        <p:spPr>
          <a:xfrm>
            <a:off x="6713538" y="5646738"/>
            <a:ext cx="198437"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G</a:t>
            </a:r>
          </a:p>
        </p:txBody>
      </p:sp>
      <p:sp>
        <p:nvSpPr>
          <p:cNvPr id="40" name="TextBox 39">
            <a:extLst>
              <a:ext uri="{FF2B5EF4-FFF2-40B4-BE49-F238E27FC236}">
                <a16:creationId xmlns:a16="http://schemas.microsoft.com/office/drawing/2014/main" id="{BF0ED16F-26AE-BC2F-49D6-7914334832E3}"/>
              </a:ext>
            </a:extLst>
          </p:cNvPr>
          <p:cNvSpPr txBox="1"/>
          <p:nvPr/>
        </p:nvSpPr>
        <p:spPr>
          <a:xfrm rot="367951">
            <a:off x="5181600" y="582613"/>
            <a:ext cx="179388"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A</a:t>
            </a:r>
          </a:p>
        </p:txBody>
      </p:sp>
      <p:sp>
        <p:nvSpPr>
          <p:cNvPr id="41" name="TextBox 40">
            <a:extLst>
              <a:ext uri="{FF2B5EF4-FFF2-40B4-BE49-F238E27FC236}">
                <a16:creationId xmlns:a16="http://schemas.microsoft.com/office/drawing/2014/main" id="{93D8C22A-53A6-E8B2-217A-566C03678DCD}"/>
              </a:ext>
            </a:extLst>
          </p:cNvPr>
          <p:cNvSpPr txBox="1"/>
          <p:nvPr/>
        </p:nvSpPr>
        <p:spPr>
          <a:xfrm rot="367951">
            <a:off x="5397500" y="608013"/>
            <a:ext cx="179388"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A</a:t>
            </a:r>
          </a:p>
        </p:txBody>
      </p:sp>
      <p:sp>
        <p:nvSpPr>
          <p:cNvPr id="42" name="TextBox 41">
            <a:extLst>
              <a:ext uri="{FF2B5EF4-FFF2-40B4-BE49-F238E27FC236}">
                <a16:creationId xmlns:a16="http://schemas.microsoft.com/office/drawing/2014/main" id="{7B317776-C86C-9995-DF69-DF83F2C7064D}"/>
              </a:ext>
            </a:extLst>
          </p:cNvPr>
          <p:cNvSpPr txBox="1"/>
          <p:nvPr/>
        </p:nvSpPr>
        <p:spPr>
          <a:xfrm rot="367951">
            <a:off x="5600700" y="625475"/>
            <a:ext cx="150813"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T</a:t>
            </a:r>
          </a:p>
        </p:txBody>
      </p:sp>
      <p:sp>
        <p:nvSpPr>
          <p:cNvPr id="43" name="TextBox 42">
            <a:extLst>
              <a:ext uri="{FF2B5EF4-FFF2-40B4-BE49-F238E27FC236}">
                <a16:creationId xmlns:a16="http://schemas.microsoft.com/office/drawing/2014/main" id="{1AA9CFAB-BBED-C1BA-EC09-8CAD351C6456}"/>
              </a:ext>
            </a:extLst>
          </p:cNvPr>
          <p:cNvSpPr txBox="1"/>
          <p:nvPr/>
        </p:nvSpPr>
        <p:spPr>
          <a:xfrm rot="367951">
            <a:off x="5789613" y="649288"/>
            <a:ext cx="149225"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T</a:t>
            </a:r>
          </a:p>
        </p:txBody>
      </p:sp>
      <p:sp>
        <p:nvSpPr>
          <p:cNvPr id="44" name="TextBox 43">
            <a:extLst>
              <a:ext uri="{FF2B5EF4-FFF2-40B4-BE49-F238E27FC236}">
                <a16:creationId xmlns:a16="http://schemas.microsoft.com/office/drawing/2014/main" id="{117D9B7B-17E2-73B1-C2F2-84585BA3B56B}"/>
              </a:ext>
            </a:extLst>
          </p:cNvPr>
          <p:cNvSpPr txBox="1"/>
          <p:nvPr/>
        </p:nvSpPr>
        <p:spPr>
          <a:xfrm rot="367951">
            <a:off x="5962650" y="668338"/>
            <a:ext cx="179388"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C</a:t>
            </a:r>
          </a:p>
        </p:txBody>
      </p:sp>
      <p:sp>
        <p:nvSpPr>
          <p:cNvPr id="45" name="TextBox 44">
            <a:extLst>
              <a:ext uri="{FF2B5EF4-FFF2-40B4-BE49-F238E27FC236}">
                <a16:creationId xmlns:a16="http://schemas.microsoft.com/office/drawing/2014/main" id="{85DC37C4-D34A-73C4-E556-307D425DA5BC}"/>
              </a:ext>
            </a:extLst>
          </p:cNvPr>
          <p:cNvSpPr txBox="1"/>
          <p:nvPr/>
        </p:nvSpPr>
        <p:spPr>
          <a:xfrm rot="367951">
            <a:off x="5897563" y="950913"/>
            <a:ext cx="193675"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G</a:t>
            </a:r>
          </a:p>
        </p:txBody>
      </p:sp>
      <p:sp>
        <p:nvSpPr>
          <p:cNvPr id="46" name="TextBox 45">
            <a:extLst>
              <a:ext uri="{FF2B5EF4-FFF2-40B4-BE49-F238E27FC236}">
                <a16:creationId xmlns:a16="http://schemas.microsoft.com/office/drawing/2014/main" id="{77862705-95A8-BA2B-E92C-962A887975C5}"/>
              </a:ext>
            </a:extLst>
          </p:cNvPr>
          <p:cNvSpPr txBox="1"/>
          <p:nvPr/>
        </p:nvSpPr>
        <p:spPr>
          <a:xfrm rot="21165564">
            <a:off x="3576638" y="647700"/>
            <a:ext cx="192087" cy="268288"/>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G</a:t>
            </a:r>
          </a:p>
        </p:txBody>
      </p:sp>
      <p:sp>
        <p:nvSpPr>
          <p:cNvPr id="47" name="TextBox 46">
            <a:extLst>
              <a:ext uri="{FF2B5EF4-FFF2-40B4-BE49-F238E27FC236}">
                <a16:creationId xmlns:a16="http://schemas.microsoft.com/office/drawing/2014/main" id="{FEC23A13-CC9B-624F-5B54-D1BE11206672}"/>
              </a:ext>
            </a:extLst>
          </p:cNvPr>
          <p:cNvSpPr txBox="1"/>
          <p:nvPr/>
        </p:nvSpPr>
        <p:spPr>
          <a:xfrm rot="21165564">
            <a:off x="3603625" y="936625"/>
            <a:ext cx="179388"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C</a:t>
            </a:r>
          </a:p>
        </p:txBody>
      </p:sp>
      <p:sp>
        <p:nvSpPr>
          <p:cNvPr id="48" name="TextBox 47">
            <a:extLst>
              <a:ext uri="{FF2B5EF4-FFF2-40B4-BE49-F238E27FC236}">
                <a16:creationId xmlns:a16="http://schemas.microsoft.com/office/drawing/2014/main" id="{195E3F12-DCDF-77F9-E53A-3C110F5955E7}"/>
              </a:ext>
            </a:extLst>
          </p:cNvPr>
          <p:cNvSpPr txBox="1"/>
          <p:nvPr/>
        </p:nvSpPr>
        <p:spPr>
          <a:xfrm rot="21165564">
            <a:off x="3805238" y="914400"/>
            <a:ext cx="150812" cy="268288"/>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T</a:t>
            </a:r>
          </a:p>
        </p:txBody>
      </p:sp>
      <p:sp>
        <p:nvSpPr>
          <p:cNvPr id="49" name="TextBox 48">
            <a:extLst>
              <a:ext uri="{FF2B5EF4-FFF2-40B4-BE49-F238E27FC236}">
                <a16:creationId xmlns:a16="http://schemas.microsoft.com/office/drawing/2014/main" id="{E4D9D2B6-4094-50E9-8722-97B8DF9A336E}"/>
              </a:ext>
            </a:extLst>
          </p:cNvPr>
          <p:cNvSpPr txBox="1"/>
          <p:nvPr/>
        </p:nvSpPr>
        <p:spPr>
          <a:xfrm rot="21165564">
            <a:off x="3976688" y="890588"/>
            <a:ext cx="150812"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T</a:t>
            </a:r>
          </a:p>
        </p:txBody>
      </p:sp>
      <p:sp>
        <p:nvSpPr>
          <p:cNvPr id="50" name="TextBox 49">
            <a:extLst>
              <a:ext uri="{FF2B5EF4-FFF2-40B4-BE49-F238E27FC236}">
                <a16:creationId xmlns:a16="http://schemas.microsoft.com/office/drawing/2014/main" id="{B3C962A2-C142-CFB6-B8B6-9819DC8B724F}"/>
              </a:ext>
            </a:extLst>
          </p:cNvPr>
          <p:cNvSpPr txBox="1"/>
          <p:nvPr/>
        </p:nvSpPr>
        <p:spPr>
          <a:xfrm rot="21165564">
            <a:off x="4149725" y="871538"/>
            <a:ext cx="179388"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A</a:t>
            </a:r>
          </a:p>
        </p:txBody>
      </p:sp>
      <p:sp>
        <p:nvSpPr>
          <p:cNvPr id="51" name="TextBox 50">
            <a:extLst>
              <a:ext uri="{FF2B5EF4-FFF2-40B4-BE49-F238E27FC236}">
                <a16:creationId xmlns:a16="http://schemas.microsoft.com/office/drawing/2014/main" id="{AF6F6B90-0E34-A713-3D9E-E24FACF695D6}"/>
              </a:ext>
            </a:extLst>
          </p:cNvPr>
          <p:cNvSpPr txBox="1"/>
          <p:nvPr/>
        </p:nvSpPr>
        <p:spPr>
          <a:xfrm rot="21165564">
            <a:off x="4348163" y="846138"/>
            <a:ext cx="177800"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A</a:t>
            </a:r>
          </a:p>
        </p:txBody>
      </p:sp>
      <p:sp>
        <p:nvSpPr>
          <p:cNvPr id="52" name="TextBox 51">
            <a:extLst>
              <a:ext uri="{FF2B5EF4-FFF2-40B4-BE49-F238E27FC236}">
                <a16:creationId xmlns:a16="http://schemas.microsoft.com/office/drawing/2014/main" id="{01957285-7FF0-1DF9-63E7-C01B4D8F20EB}"/>
              </a:ext>
            </a:extLst>
          </p:cNvPr>
          <p:cNvSpPr txBox="1"/>
          <p:nvPr/>
        </p:nvSpPr>
        <p:spPr>
          <a:xfrm rot="367951">
            <a:off x="5489575" y="2473325"/>
            <a:ext cx="177800"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A</a:t>
            </a:r>
          </a:p>
        </p:txBody>
      </p:sp>
      <p:sp>
        <p:nvSpPr>
          <p:cNvPr id="53" name="TextBox 52">
            <a:extLst>
              <a:ext uri="{FF2B5EF4-FFF2-40B4-BE49-F238E27FC236}">
                <a16:creationId xmlns:a16="http://schemas.microsoft.com/office/drawing/2014/main" id="{24744621-36AB-9FEE-367F-979165DC8D6D}"/>
              </a:ext>
            </a:extLst>
          </p:cNvPr>
          <p:cNvSpPr txBox="1"/>
          <p:nvPr/>
        </p:nvSpPr>
        <p:spPr>
          <a:xfrm rot="367951">
            <a:off x="5691188" y="2493963"/>
            <a:ext cx="179387"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A</a:t>
            </a:r>
          </a:p>
        </p:txBody>
      </p:sp>
      <p:sp>
        <p:nvSpPr>
          <p:cNvPr id="54" name="TextBox 53">
            <a:extLst>
              <a:ext uri="{FF2B5EF4-FFF2-40B4-BE49-F238E27FC236}">
                <a16:creationId xmlns:a16="http://schemas.microsoft.com/office/drawing/2014/main" id="{604D30E8-99FB-2CE1-4814-0A5CADF436A0}"/>
              </a:ext>
            </a:extLst>
          </p:cNvPr>
          <p:cNvSpPr txBox="1"/>
          <p:nvPr/>
        </p:nvSpPr>
        <p:spPr>
          <a:xfrm rot="367951">
            <a:off x="5894388" y="2511425"/>
            <a:ext cx="149225"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T</a:t>
            </a:r>
          </a:p>
        </p:txBody>
      </p:sp>
      <p:sp>
        <p:nvSpPr>
          <p:cNvPr id="55" name="TextBox 54">
            <a:extLst>
              <a:ext uri="{FF2B5EF4-FFF2-40B4-BE49-F238E27FC236}">
                <a16:creationId xmlns:a16="http://schemas.microsoft.com/office/drawing/2014/main" id="{290C2EDB-4780-7B1B-028C-99BD0668ABC3}"/>
              </a:ext>
            </a:extLst>
          </p:cNvPr>
          <p:cNvSpPr txBox="1"/>
          <p:nvPr/>
        </p:nvSpPr>
        <p:spPr>
          <a:xfrm rot="367951">
            <a:off x="6065838" y="2535238"/>
            <a:ext cx="149225"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T</a:t>
            </a:r>
          </a:p>
        </p:txBody>
      </p:sp>
      <p:sp>
        <p:nvSpPr>
          <p:cNvPr id="56" name="TextBox 55">
            <a:extLst>
              <a:ext uri="{FF2B5EF4-FFF2-40B4-BE49-F238E27FC236}">
                <a16:creationId xmlns:a16="http://schemas.microsoft.com/office/drawing/2014/main" id="{353121D7-B2B1-CCB8-2D84-E631C995214C}"/>
              </a:ext>
            </a:extLst>
          </p:cNvPr>
          <p:cNvSpPr txBox="1"/>
          <p:nvPr/>
        </p:nvSpPr>
        <p:spPr>
          <a:xfrm rot="367951">
            <a:off x="6238875" y="2554288"/>
            <a:ext cx="179388"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C</a:t>
            </a:r>
          </a:p>
        </p:txBody>
      </p:sp>
      <p:sp>
        <p:nvSpPr>
          <p:cNvPr id="57" name="TextBox 56">
            <a:extLst>
              <a:ext uri="{FF2B5EF4-FFF2-40B4-BE49-F238E27FC236}">
                <a16:creationId xmlns:a16="http://schemas.microsoft.com/office/drawing/2014/main" id="{05E422AF-A2F0-5181-7084-37058DAA5BBB}"/>
              </a:ext>
            </a:extLst>
          </p:cNvPr>
          <p:cNvSpPr txBox="1"/>
          <p:nvPr/>
        </p:nvSpPr>
        <p:spPr>
          <a:xfrm rot="367951">
            <a:off x="6192838" y="2832100"/>
            <a:ext cx="193675" cy="268288"/>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G</a:t>
            </a:r>
          </a:p>
        </p:txBody>
      </p:sp>
      <p:sp>
        <p:nvSpPr>
          <p:cNvPr id="58" name="TextBox 57">
            <a:extLst>
              <a:ext uri="{FF2B5EF4-FFF2-40B4-BE49-F238E27FC236}">
                <a16:creationId xmlns:a16="http://schemas.microsoft.com/office/drawing/2014/main" id="{C9E1A8EE-F864-B85B-8EE2-7C71BC5475A6}"/>
              </a:ext>
            </a:extLst>
          </p:cNvPr>
          <p:cNvSpPr txBox="1"/>
          <p:nvPr/>
        </p:nvSpPr>
        <p:spPr>
          <a:xfrm rot="367951">
            <a:off x="7602538" y="2698750"/>
            <a:ext cx="193675"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G</a:t>
            </a:r>
          </a:p>
        </p:txBody>
      </p:sp>
      <p:sp>
        <p:nvSpPr>
          <p:cNvPr id="59" name="TextBox 58">
            <a:extLst>
              <a:ext uri="{FF2B5EF4-FFF2-40B4-BE49-F238E27FC236}">
                <a16:creationId xmlns:a16="http://schemas.microsoft.com/office/drawing/2014/main" id="{818C7705-1D7E-E3D2-E1E1-F1DD61792F2B}"/>
              </a:ext>
            </a:extLst>
          </p:cNvPr>
          <p:cNvSpPr txBox="1"/>
          <p:nvPr/>
        </p:nvSpPr>
        <p:spPr>
          <a:xfrm rot="367951">
            <a:off x="7551738" y="2979738"/>
            <a:ext cx="179387"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C</a:t>
            </a:r>
          </a:p>
        </p:txBody>
      </p:sp>
      <p:sp>
        <p:nvSpPr>
          <p:cNvPr id="60" name="TextBox 59">
            <a:extLst>
              <a:ext uri="{FF2B5EF4-FFF2-40B4-BE49-F238E27FC236}">
                <a16:creationId xmlns:a16="http://schemas.microsoft.com/office/drawing/2014/main" id="{57838DB6-D70F-87D2-C26D-9935539ABE35}"/>
              </a:ext>
            </a:extLst>
          </p:cNvPr>
          <p:cNvSpPr txBox="1"/>
          <p:nvPr/>
        </p:nvSpPr>
        <p:spPr>
          <a:xfrm rot="367951">
            <a:off x="7758113" y="2998788"/>
            <a:ext cx="150812"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T</a:t>
            </a:r>
          </a:p>
        </p:txBody>
      </p:sp>
      <p:sp>
        <p:nvSpPr>
          <p:cNvPr id="61" name="TextBox 60">
            <a:extLst>
              <a:ext uri="{FF2B5EF4-FFF2-40B4-BE49-F238E27FC236}">
                <a16:creationId xmlns:a16="http://schemas.microsoft.com/office/drawing/2014/main" id="{BBEA206B-0210-BB71-E3D9-FB9BF6C01BFE}"/>
              </a:ext>
            </a:extLst>
          </p:cNvPr>
          <p:cNvSpPr txBox="1"/>
          <p:nvPr/>
        </p:nvSpPr>
        <p:spPr>
          <a:xfrm rot="367951">
            <a:off x="7945438" y="3021013"/>
            <a:ext cx="149225"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T</a:t>
            </a:r>
          </a:p>
        </p:txBody>
      </p:sp>
      <p:sp>
        <p:nvSpPr>
          <p:cNvPr id="62" name="TextBox 61">
            <a:extLst>
              <a:ext uri="{FF2B5EF4-FFF2-40B4-BE49-F238E27FC236}">
                <a16:creationId xmlns:a16="http://schemas.microsoft.com/office/drawing/2014/main" id="{35278749-F7D2-4A9C-D2A5-EA8BFBA417FD}"/>
              </a:ext>
            </a:extLst>
          </p:cNvPr>
          <p:cNvSpPr txBox="1"/>
          <p:nvPr/>
        </p:nvSpPr>
        <p:spPr>
          <a:xfrm rot="367951">
            <a:off x="8121650" y="3044825"/>
            <a:ext cx="177800"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A</a:t>
            </a:r>
          </a:p>
        </p:txBody>
      </p:sp>
      <p:sp>
        <p:nvSpPr>
          <p:cNvPr id="63" name="TextBox 62">
            <a:extLst>
              <a:ext uri="{FF2B5EF4-FFF2-40B4-BE49-F238E27FC236}">
                <a16:creationId xmlns:a16="http://schemas.microsoft.com/office/drawing/2014/main" id="{7D7C337F-6CB5-99C6-362E-64AA2E8F4165}"/>
              </a:ext>
            </a:extLst>
          </p:cNvPr>
          <p:cNvSpPr txBox="1"/>
          <p:nvPr/>
        </p:nvSpPr>
        <p:spPr>
          <a:xfrm rot="367951">
            <a:off x="8332788" y="3062288"/>
            <a:ext cx="179387"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A</a:t>
            </a:r>
          </a:p>
        </p:txBody>
      </p:sp>
      <p:grpSp>
        <p:nvGrpSpPr>
          <p:cNvPr id="34877" name="Group 63">
            <a:extLst>
              <a:ext uri="{FF2B5EF4-FFF2-40B4-BE49-F238E27FC236}">
                <a16:creationId xmlns:a16="http://schemas.microsoft.com/office/drawing/2014/main" id="{C2FEBE8E-D78E-23B0-1021-E0E5C6F850EC}"/>
              </a:ext>
            </a:extLst>
          </p:cNvPr>
          <p:cNvGrpSpPr>
            <a:grpSpLocks/>
          </p:cNvGrpSpPr>
          <p:nvPr/>
        </p:nvGrpSpPr>
        <p:grpSpPr bwMode="auto">
          <a:xfrm>
            <a:off x="352425" y="2381250"/>
            <a:ext cx="403225" cy="401638"/>
            <a:chOff x="648017" y="1626503"/>
            <a:chExt cx="402336" cy="402336"/>
          </a:xfrm>
        </p:grpSpPr>
        <p:sp>
          <p:nvSpPr>
            <p:cNvPr id="34879" name="Oval 64">
              <a:extLst>
                <a:ext uri="{FF2B5EF4-FFF2-40B4-BE49-F238E27FC236}">
                  <a16:creationId xmlns:a16="http://schemas.microsoft.com/office/drawing/2014/main" id="{B39BDBCF-D4FD-87C5-39A1-C21117E9D175}"/>
                </a:ext>
              </a:extLst>
            </p:cNvPr>
            <p:cNvSpPr>
              <a:spLocks noChangeArrowheads="1"/>
            </p:cNvSpPr>
            <p:nvPr/>
          </p:nvSpPr>
          <p:spPr bwMode="auto">
            <a:xfrm>
              <a:off x="648017" y="1626503"/>
              <a:ext cx="402336" cy="402336"/>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34880" name="TextBox 4">
              <a:extLst>
                <a:ext uri="{FF2B5EF4-FFF2-40B4-BE49-F238E27FC236}">
                  <a16:creationId xmlns:a16="http://schemas.microsoft.com/office/drawing/2014/main" id="{AAC76307-EC4A-2266-3C65-94441709D9AD}"/>
                </a:ext>
              </a:extLst>
            </p:cNvPr>
            <p:cNvSpPr txBox="1">
              <a:spLocks noChangeArrowheads="1"/>
            </p:cNvSpPr>
            <p:nvPr/>
          </p:nvSpPr>
          <p:spPr bwMode="auto">
            <a:xfrm>
              <a:off x="763424" y="1660959"/>
              <a:ext cx="171522" cy="3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2600"/>
                </a:lnSpc>
                <a:spcBef>
                  <a:spcPct val="0"/>
                </a:spcBef>
                <a:buClrTx/>
                <a:buSzTx/>
                <a:buFontTx/>
                <a:buNone/>
              </a:pPr>
              <a:r>
                <a:rPr lang="en-US" altLang="en-US" sz="2400" b="1">
                  <a:solidFill>
                    <a:srgbClr val="FFFFFF"/>
                  </a:solidFill>
                  <a:ea typeface="ヒラギノ角ゴ Pro W3"/>
                  <a:cs typeface="ヒラギノ角ゴ Pro W3"/>
                </a:rPr>
                <a:t>2</a:t>
              </a:r>
            </a:p>
          </p:txBody>
        </p:sp>
      </p:grpSp>
      <p:sp>
        <p:nvSpPr>
          <p:cNvPr id="34878" name="Footer Placeholder 1">
            <a:extLst>
              <a:ext uri="{FF2B5EF4-FFF2-40B4-BE49-F238E27FC236}">
                <a16:creationId xmlns:a16="http://schemas.microsoft.com/office/drawing/2014/main" id="{3C6DE3E0-AFCA-819A-17C3-9E4B8F48F4B2}"/>
              </a:ext>
            </a:extLst>
          </p:cNvPr>
          <p:cNvSpPr txBox="1">
            <a:spLocks/>
          </p:cNvSpPr>
          <p:nvPr/>
        </p:nvSpPr>
        <p:spPr bwMode="auto">
          <a:xfrm>
            <a:off x="66675" y="6586538"/>
            <a:ext cx="3086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900">
                <a:solidFill>
                  <a:srgbClr val="000000"/>
                </a:solidFill>
                <a:ea typeface="ヒラギノ角ゴ Pro W3"/>
                <a:cs typeface="ヒラギノ角ゴ Pro W3"/>
              </a:rPr>
              <a:t>© 2018 Pearson Education Ltd.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descr="D:\Manjubharkavi\Production\October\17-Oct\Chapter 20\Unlabeled\20_05cRecombinantDNA-U.jpg">
            <a:extLst>
              <a:ext uri="{FF2B5EF4-FFF2-40B4-BE49-F238E27FC236}">
                <a16:creationId xmlns:a16="http://schemas.microsoft.com/office/drawing/2014/main" id="{B08DF524-DD23-D369-B768-E73F09B14341}"/>
              </a:ext>
            </a:extLst>
          </p:cNvPr>
          <p:cNvPicPr>
            <a:picLocks noChangeAspect="1"/>
          </p:cNvPicPr>
          <p:nvPr/>
        </p:nvPicPr>
        <p:blipFill>
          <a:blip r:embed="rId3" r:link="rId4">
            <a:extLst>
              <a:ext uri="{28A0092B-C50C-407E-A947-70E740481C1C}">
                <a14:useLocalDpi xmlns:a14="http://schemas.microsoft.com/office/drawing/2010/main" val="0"/>
              </a:ext>
            </a:extLst>
          </a:blip>
          <a:srcRect b="2315"/>
          <a:stretch>
            <a:fillRect/>
          </a:stretch>
        </p:blipFill>
        <p:spPr bwMode="auto">
          <a:xfrm>
            <a:off x="600075" y="212725"/>
            <a:ext cx="7943850" cy="643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7" name="TextBox 4">
            <a:extLst>
              <a:ext uri="{FF2B5EF4-FFF2-40B4-BE49-F238E27FC236}">
                <a16:creationId xmlns:a16="http://schemas.microsoft.com/office/drawing/2014/main" id="{38BD5382-BFD0-F0B9-2291-49B882F5700F}"/>
              </a:ext>
            </a:extLst>
          </p:cNvPr>
          <p:cNvSpPr txBox="1">
            <a:spLocks noChangeArrowheads="1"/>
          </p:cNvSpPr>
          <p:nvPr/>
        </p:nvSpPr>
        <p:spPr bwMode="auto">
          <a:xfrm>
            <a:off x="1198563" y="1666875"/>
            <a:ext cx="2600325"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DNA ligase</a:t>
            </a:r>
          </a:p>
          <a:p>
            <a:pPr>
              <a:lnSpc>
                <a:spcPts val="2600"/>
              </a:lnSpc>
              <a:spcBef>
                <a:spcPct val="0"/>
              </a:spcBef>
              <a:buClrTx/>
              <a:buSzTx/>
              <a:buFontTx/>
              <a:buNone/>
            </a:pPr>
            <a:r>
              <a:rPr lang="en-US" altLang="en-US" sz="2400" b="1">
                <a:solidFill>
                  <a:srgbClr val="000000"/>
                </a:solidFill>
                <a:ea typeface="ヒラギノ角ゴ Pro W3"/>
                <a:cs typeface="ヒラギノ角ゴ Pro W3"/>
              </a:rPr>
              <a:t>seals the strands.</a:t>
            </a:r>
          </a:p>
        </p:txBody>
      </p:sp>
      <p:sp>
        <p:nvSpPr>
          <p:cNvPr id="36868" name="TextBox 10">
            <a:extLst>
              <a:ext uri="{FF2B5EF4-FFF2-40B4-BE49-F238E27FC236}">
                <a16:creationId xmlns:a16="http://schemas.microsoft.com/office/drawing/2014/main" id="{FBE067F2-85B3-D5FE-C80D-9D762F82F598}"/>
              </a:ext>
            </a:extLst>
          </p:cNvPr>
          <p:cNvSpPr txBox="1">
            <a:spLocks noChangeArrowheads="1"/>
          </p:cNvSpPr>
          <p:nvPr/>
        </p:nvSpPr>
        <p:spPr bwMode="auto">
          <a:xfrm>
            <a:off x="3287713" y="1484313"/>
            <a:ext cx="38417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One possible combination</a:t>
            </a:r>
          </a:p>
        </p:txBody>
      </p:sp>
      <p:sp>
        <p:nvSpPr>
          <p:cNvPr id="36869" name="TextBox 20">
            <a:extLst>
              <a:ext uri="{FF2B5EF4-FFF2-40B4-BE49-F238E27FC236}">
                <a16:creationId xmlns:a16="http://schemas.microsoft.com/office/drawing/2014/main" id="{F8601273-28B4-ADA0-8485-48986CA294D3}"/>
              </a:ext>
            </a:extLst>
          </p:cNvPr>
          <p:cNvSpPr txBox="1">
            <a:spLocks noChangeArrowheads="1"/>
          </p:cNvSpPr>
          <p:nvPr/>
        </p:nvSpPr>
        <p:spPr bwMode="auto">
          <a:xfrm>
            <a:off x="3170238" y="3614738"/>
            <a:ext cx="41100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Recombinant DNA molecule</a:t>
            </a:r>
          </a:p>
        </p:txBody>
      </p:sp>
      <p:sp>
        <p:nvSpPr>
          <p:cNvPr id="36870" name="TextBox 22">
            <a:extLst>
              <a:ext uri="{FF2B5EF4-FFF2-40B4-BE49-F238E27FC236}">
                <a16:creationId xmlns:a16="http://schemas.microsoft.com/office/drawing/2014/main" id="{CC5692D7-CE30-FB86-7680-47AD6E452C9F}"/>
              </a:ext>
            </a:extLst>
          </p:cNvPr>
          <p:cNvSpPr txBox="1">
            <a:spLocks noChangeArrowheads="1"/>
          </p:cNvSpPr>
          <p:nvPr/>
        </p:nvSpPr>
        <p:spPr bwMode="auto">
          <a:xfrm>
            <a:off x="2371725" y="5662613"/>
            <a:ext cx="19494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Recombinant</a:t>
            </a:r>
          </a:p>
          <a:p>
            <a:pPr>
              <a:lnSpc>
                <a:spcPts val="2600"/>
              </a:lnSpc>
              <a:spcBef>
                <a:spcPct val="0"/>
              </a:spcBef>
              <a:buClrTx/>
              <a:buSzTx/>
              <a:buFontTx/>
              <a:buNone/>
            </a:pPr>
            <a:r>
              <a:rPr lang="en-US" altLang="en-US" sz="2400" b="1">
                <a:solidFill>
                  <a:srgbClr val="000000"/>
                </a:solidFill>
                <a:ea typeface="ヒラギノ角ゴ Pro W3"/>
                <a:cs typeface="ヒラギノ角ゴ Pro W3"/>
              </a:rPr>
              <a:t>plasmid</a:t>
            </a:r>
          </a:p>
        </p:txBody>
      </p:sp>
      <p:sp>
        <p:nvSpPr>
          <p:cNvPr id="36871" name="TextBox 2">
            <a:extLst>
              <a:ext uri="{FF2B5EF4-FFF2-40B4-BE49-F238E27FC236}">
                <a16:creationId xmlns:a16="http://schemas.microsoft.com/office/drawing/2014/main" id="{D13B2BD7-6261-AFC2-7848-93BE612FA90D}"/>
              </a:ext>
            </a:extLst>
          </p:cNvPr>
          <p:cNvSpPr txBox="1">
            <a:spLocks noChangeArrowheads="1"/>
          </p:cNvSpPr>
          <p:nvPr/>
        </p:nvSpPr>
        <p:spPr bwMode="auto">
          <a:xfrm>
            <a:off x="2363788" y="227013"/>
            <a:ext cx="2460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6872" name="TextBox 3">
            <a:extLst>
              <a:ext uri="{FF2B5EF4-FFF2-40B4-BE49-F238E27FC236}">
                <a16:creationId xmlns:a16="http://schemas.microsoft.com/office/drawing/2014/main" id="{3B946D06-E7B5-79CC-C01E-CBDDEBB3E50B}"/>
              </a:ext>
            </a:extLst>
          </p:cNvPr>
          <p:cNvSpPr txBox="1">
            <a:spLocks noChangeArrowheads="1"/>
          </p:cNvSpPr>
          <p:nvPr/>
        </p:nvSpPr>
        <p:spPr bwMode="auto">
          <a:xfrm>
            <a:off x="2363788" y="1123950"/>
            <a:ext cx="2460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6873" name="TextBox 6">
            <a:extLst>
              <a:ext uri="{FF2B5EF4-FFF2-40B4-BE49-F238E27FC236}">
                <a16:creationId xmlns:a16="http://schemas.microsoft.com/office/drawing/2014/main" id="{D742C76E-C365-EC0F-7D6F-10817C51D409}"/>
              </a:ext>
            </a:extLst>
          </p:cNvPr>
          <p:cNvSpPr txBox="1">
            <a:spLocks noChangeArrowheads="1"/>
          </p:cNvSpPr>
          <p:nvPr/>
        </p:nvSpPr>
        <p:spPr bwMode="auto">
          <a:xfrm>
            <a:off x="2382838" y="2692400"/>
            <a:ext cx="2460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6874" name="TextBox 7">
            <a:extLst>
              <a:ext uri="{FF2B5EF4-FFF2-40B4-BE49-F238E27FC236}">
                <a16:creationId xmlns:a16="http://schemas.microsoft.com/office/drawing/2014/main" id="{229DA6E1-F333-871D-09B0-6D14214B8559}"/>
              </a:ext>
            </a:extLst>
          </p:cNvPr>
          <p:cNvSpPr txBox="1">
            <a:spLocks noChangeArrowheads="1"/>
          </p:cNvSpPr>
          <p:nvPr/>
        </p:nvSpPr>
        <p:spPr bwMode="auto">
          <a:xfrm>
            <a:off x="2382838" y="3524250"/>
            <a:ext cx="24606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6875" name="TextBox 8">
            <a:extLst>
              <a:ext uri="{FF2B5EF4-FFF2-40B4-BE49-F238E27FC236}">
                <a16:creationId xmlns:a16="http://schemas.microsoft.com/office/drawing/2014/main" id="{8FF454F2-4058-36EB-1688-6692D2654BF2}"/>
              </a:ext>
            </a:extLst>
          </p:cNvPr>
          <p:cNvSpPr txBox="1">
            <a:spLocks noChangeArrowheads="1"/>
          </p:cNvSpPr>
          <p:nvPr/>
        </p:nvSpPr>
        <p:spPr bwMode="auto">
          <a:xfrm>
            <a:off x="4462463" y="1123950"/>
            <a:ext cx="4905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5′3′</a:t>
            </a:r>
          </a:p>
        </p:txBody>
      </p:sp>
      <p:sp>
        <p:nvSpPr>
          <p:cNvPr id="36876" name="TextBox 9">
            <a:extLst>
              <a:ext uri="{FF2B5EF4-FFF2-40B4-BE49-F238E27FC236}">
                <a16:creationId xmlns:a16="http://schemas.microsoft.com/office/drawing/2014/main" id="{69A13C2A-F3E0-3DCF-DFA1-7A89A439558A}"/>
              </a:ext>
            </a:extLst>
          </p:cNvPr>
          <p:cNvSpPr txBox="1">
            <a:spLocks noChangeArrowheads="1"/>
          </p:cNvSpPr>
          <p:nvPr/>
        </p:nvSpPr>
        <p:spPr bwMode="auto">
          <a:xfrm>
            <a:off x="6767513" y="1123950"/>
            <a:ext cx="4905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5′3′</a:t>
            </a:r>
          </a:p>
        </p:txBody>
      </p:sp>
      <p:sp>
        <p:nvSpPr>
          <p:cNvPr id="36877" name="TextBox 13">
            <a:extLst>
              <a:ext uri="{FF2B5EF4-FFF2-40B4-BE49-F238E27FC236}">
                <a16:creationId xmlns:a16="http://schemas.microsoft.com/office/drawing/2014/main" id="{CE5C8FFB-2DA2-D03E-8E0C-28433B0A6628}"/>
              </a:ext>
            </a:extLst>
          </p:cNvPr>
          <p:cNvSpPr txBox="1">
            <a:spLocks noChangeArrowheads="1"/>
          </p:cNvSpPr>
          <p:nvPr/>
        </p:nvSpPr>
        <p:spPr bwMode="auto">
          <a:xfrm>
            <a:off x="3595688" y="227013"/>
            <a:ext cx="4905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3′5′</a:t>
            </a:r>
          </a:p>
        </p:txBody>
      </p:sp>
      <p:sp>
        <p:nvSpPr>
          <p:cNvPr id="36878" name="TextBox 16">
            <a:extLst>
              <a:ext uri="{FF2B5EF4-FFF2-40B4-BE49-F238E27FC236}">
                <a16:creationId xmlns:a16="http://schemas.microsoft.com/office/drawing/2014/main" id="{9268DED5-0272-52C1-4EEF-9C9852FAAE9D}"/>
              </a:ext>
            </a:extLst>
          </p:cNvPr>
          <p:cNvSpPr txBox="1">
            <a:spLocks noChangeArrowheads="1"/>
          </p:cNvSpPr>
          <p:nvPr/>
        </p:nvSpPr>
        <p:spPr bwMode="auto">
          <a:xfrm>
            <a:off x="5929313" y="227013"/>
            <a:ext cx="490537"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3′5′</a:t>
            </a:r>
          </a:p>
        </p:txBody>
      </p:sp>
      <p:sp>
        <p:nvSpPr>
          <p:cNvPr id="36879" name="TextBox 17">
            <a:extLst>
              <a:ext uri="{FF2B5EF4-FFF2-40B4-BE49-F238E27FC236}">
                <a16:creationId xmlns:a16="http://schemas.microsoft.com/office/drawing/2014/main" id="{D7D7FEC2-A0AC-F471-8331-58E0505F21C5}"/>
              </a:ext>
            </a:extLst>
          </p:cNvPr>
          <p:cNvSpPr txBox="1">
            <a:spLocks noChangeArrowheads="1"/>
          </p:cNvSpPr>
          <p:nvPr/>
        </p:nvSpPr>
        <p:spPr bwMode="auto">
          <a:xfrm>
            <a:off x="8255000" y="227013"/>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6880" name="TextBox 18">
            <a:extLst>
              <a:ext uri="{FF2B5EF4-FFF2-40B4-BE49-F238E27FC236}">
                <a16:creationId xmlns:a16="http://schemas.microsoft.com/office/drawing/2014/main" id="{0CEE892A-9ED1-E6BF-54FA-0B95F004A00C}"/>
              </a:ext>
            </a:extLst>
          </p:cNvPr>
          <p:cNvSpPr txBox="1">
            <a:spLocks noChangeArrowheads="1"/>
          </p:cNvSpPr>
          <p:nvPr/>
        </p:nvSpPr>
        <p:spPr bwMode="auto">
          <a:xfrm>
            <a:off x="8255000" y="1123950"/>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36881" name="TextBox 19">
            <a:extLst>
              <a:ext uri="{FF2B5EF4-FFF2-40B4-BE49-F238E27FC236}">
                <a16:creationId xmlns:a16="http://schemas.microsoft.com/office/drawing/2014/main" id="{EA7A21DB-1FFF-B75F-31F1-84E2C6F611BB}"/>
              </a:ext>
            </a:extLst>
          </p:cNvPr>
          <p:cNvSpPr txBox="1">
            <a:spLocks noChangeArrowheads="1"/>
          </p:cNvSpPr>
          <p:nvPr/>
        </p:nvSpPr>
        <p:spPr bwMode="auto">
          <a:xfrm>
            <a:off x="8185150" y="2692400"/>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3′</a:t>
            </a:r>
          </a:p>
        </p:txBody>
      </p:sp>
      <p:sp>
        <p:nvSpPr>
          <p:cNvPr id="36882" name="TextBox 21">
            <a:extLst>
              <a:ext uri="{FF2B5EF4-FFF2-40B4-BE49-F238E27FC236}">
                <a16:creationId xmlns:a16="http://schemas.microsoft.com/office/drawing/2014/main" id="{0D6C82F6-320F-04A4-839A-686677697DC3}"/>
              </a:ext>
            </a:extLst>
          </p:cNvPr>
          <p:cNvSpPr txBox="1">
            <a:spLocks noChangeArrowheads="1"/>
          </p:cNvSpPr>
          <p:nvPr/>
        </p:nvSpPr>
        <p:spPr bwMode="auto">
          <a:xfrm>
            <a:off x="8185150" y="3524250"/>
            <a:ext cx="2460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5′</a:t>
            </a:r>
          </a:p>
        </p:txBody>
      </p:sp>
      <p:sp>
        <p:nvSpPr>
          <p:cNvPr id="22" name="TextBox 21">
            <a:extLst>
              <a:ext uri="{FF2B5EF4-FFF2-40B4-BE49-F238E27FC236}">
                <a16:creationId xmlns:a16="http://schemas.microsoft.com/office/drawing/2014/main" id="{C5BED12E-06F2-7992-2A6A-FAEA92E268F5}"/>
              </a:ext>
            </a:extLst>
          </p:cNvPr>
          <p:cNvSpPr txBox="1"/>
          <p:nvPr/>
        </p:nvSpPr>
        <p:spPr>
          <a:xfrm>
            <a:off x="3549650" y="577850"/>
            <a:ext cx="196850"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G</a:t>
            </a:r>
          </a:p>
        </p:txBody>
      </p:sp>
      <p:sp>
        <p:nvSpPr>
          <p:cNvPr id="23" name="TextBox 22">
            <a:extLst>
              <a:ext uri="{FF2B5EF4-FFF2-40B4-BE49-F238E27FC236}">
                <a16:creationId xmlns:a16="http://schemas.microsoft.com/office/drawing/2014/main" id="{AB612F2C-3344-FC93-D9DA-A75B5DCC2701}"/>
              </a:ext>
            </a:extLst>
          </p:cNvPr>
          <p:cNvSpPr txBox="1"/>
          <p:nvPr/>
        </p:nvSpPr>
        <p:spPr>
          <a:xfrm>
            <a:off x="3854450" y="579438"/>
            <a:ext cx="1049338"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AAT T  C</a:t>
            </a:r>
          </a:p>
        </p:txBody>
      </p:sp>
      <p:sp>
        <p:nvSpPr>
          <p:cNvPr id="24" name="TextBox 23">
            <a:extLst>
              <a:ext uri="{FF2B5EF4-FFF2-40B4-BE49-F238E27FC236}">
                <a16:creationId xmlns:a16="http://schemas.microsoft.com/office/drawing/2014/main" id="{AF31A3B7-B17C-2D47-9EBE-4CF3086AB6F4}"/>
              </a:ext>
            </a:extLst>
          </p:cNvPr>
          <p:cNvSpPr txBox="1"/>
          <p:nvPr/>
        </p:nvSpPr>
        <p:spPr>
          <a:xfrm>
            <a:off x="5878513" y="569913"/>
            <a:ext cx="196850"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G</a:t>
            </a:r>
          </a:p>
        </p:txBody>
      </p:sp>
      <p:sp>
        <p:nvSpPr>
          <p:cNvPr id="25" name="TextBox 24">
            <a:extLst>
              <a:ext uri="{FF2B5EF4-FFF2-40B4-BE49-F238E27FC236}">
                <a16:creationId xmlns:a16="http://schemas.microsoft.com/office/drawing/2014/main" id="{D81E9027-0413-A767-6C42-9FC7EE8FF6CC}"/>
              </a:ext>
            </a:extLst>
          </p:cNvPr>
          <p:cNvSpPr txBox="1"/>
          <p:nvPr/>
        </p:nvSpPr>
        <p:spPr>
          <a:xfrm>
            <a:off x="5886450" y="871538"/>
            <a:ext cx="182563"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C</a:t>
            </a:r>
          </a:p>
        </p:txBody>
      </p:sp>
      <p:sp>
        <p:nvSpPr>
          <p:cNvPr id="26" name="TextBox 25">
            <a:extLst>
              <a:ext uri="{FF2B5EF4-FFF2-40B4-BE49-F238E27FC236}">
                <a16:creationId xmlns:a16="http://schemas.microsoft.com/office/drawing/2014/main" id="{A0AD7501-F21E-294C-BF14-07D3C511D558}"/>
              </a:ext>
            </a:extLst>
          </p:cNvPr>
          <p:cNvSpPr txBox="1"/>
          <p:nvPr/>
        </p:nvSpPr>
        <p:spPr>
          <a:xfrm>
            <a:off x="3559175" y="865188"/>
            <a:ext cx="182563"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C</a:t>
            </a:r>
          </a:p>
        </p:txBody>
      </p:sp>
      <p:sp>
        <p:nvSpPr>
          <p:cNvPr id="27" name="TextBox 26">
            <a:extLst>
              <a:ext uri="{FF2B5EF4-FFF2-40B4-BE49-F238E27FC236}">
                <a16:creationId xmlns:a16="http://schemas.microsoft.com/office/drawing/2014/main" id="{EA38FFA2-BF01-C063-B1E0-94587C6E2976}"/>
              </a:ext>
            </a:extLst>
          </p:cNvPr>
          <p:cNvSpPr txBox="1"/>
          <p:nvPr/>
        </p:nvSpPr>
        <p:spPr>
          <a:xfrm>
            <a:off x="3865563" y="868363"/>
            <a:ext cx="769937" cy="268287"/>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100" dirty="0">
                <a:solidFill>
                  <a:srgbClr val="000000"/>
                </a:solidFill>
                <a:latin typeface="Arial"/>
                <a:ea typeface="ヒラギノ角ゴ Pro W3" charset="-128"/>
              </a:rPr>
              <a:t>TTA</a:t>
            </a:r>
            <a:r>
              <a:rPr lang="en-US" sz="800" b="1" spc="100" dirty="0">
                <a:solidFill>
                  <a:srgbClr val="000000"/>
                </a:solidFill>
                <a:latin typeface="Arial"/>
                <a:ea typeface="ヒラギノ角ゴ Pro W3" charset="-128"/>
              </a:rPr>
              <a:t> </a:t>
            </a:r>
            <a:r>
              <a:rPr lang="en-US" sz="1970" b="1" spc="100" dirty="0">
                <a:solidFill>
                  <a:srgbClr val="000000"/>
                </a:solidFill>
                <a:latin typeface="Arial"/>
                <a:ea typeface="ヒラギノ角ゴ Pro W3" charset="-128"/>
              </a:rPr>
              <a:t>A</a:t>
            </a:r>
          </a:p>
        </p:txBody>
      </p:sp>
      <p:sp>
        <p:nvSpPr>
          <p:cNvPr id="28" name="TextBox 27">
            <a:extLst>
              <a:ext uri="{FF2B5EF4-FFF2-40B4-BE49-F238E27FC236}">
                <a16:creationId xmlns:a16="http://schemas.microsoft.com/office/drawing/2014/main" id="{4C835300-6C3F-FDD6-5629-C4E8B2064E13}"/>
              </a:ext>
            </a:extLst>
          </p:cNvPr>
          <p:cNvSpPr txBox="1"/>
          <p:nvPr/>
        </p:nvSpPr>
        <p:spPr>
          <a:xfrm>
            <a:off x="4711700" y="858838"/>
            <a:ext cx="196850" cy="268287"/>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G</a:t>
            </a:r>
          </a:p>
        </p:txBody>
      </p:sp>
      <p:sp>
        <p:nvSpPr>
          <p:cNvPr id="29" name="TextBox 28">
            <a:extLst>
              <a:ext uri="{FF2B5EF4-FFF2-40B4-BE49-F238E27FC236}">
                <a16:creationId xmlns:a16="http://schemas.microsoft.com/office/drawing/2014/main" id="{859E596F-FCB6-2FB3-BA9B-5896FE6082D9}"/>
              </a:ext>
            </a:extLst>
          </p:cNvPr>
          <p:cNvSpPr txBox="1"/>
          <p:nvPr/>
        </p:nvSpPr>
        <p:spPr>
          <a:xfrm>
            <a:off x="6192838" y="577850"/>
            <a:ext cx="1016000" cy="268288"/>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30" dirty="0">
                <a:solidFill>
                  <a:srgbClr val="000000"/>
                </a:solidFill>
                <a:latin typeface="Arial"/>
                <a:ea typeface="ヒラギノ角ゴ Pro W3" charset="-128"/>
              </a:rPr>
              <a:t>AA</a:t>
            </a:r>
            <a:r>
              <a:rPr lang="en-US" sz="200" b="1" spc="-30" dirty="0">
                <a:solidFill>
                  <a:srgbClr val="000000"/>
                </a:solidFill>
                <a:latin typeface="Arial"/>
                <a:ea typeface="ヒラギノ角ゴ Pro W3" charset="-128"/>
              </a:rPr>
              <a:t> </a:t>
            </a:r>
            <a:r>
              <a:rPr lang="en-US" sz="1970" b="1" spc="-30" dirty="0">
                <a:solidFill>
                  <a:srgbClr val="000000"/>
                </a:solidFill>
                <a:latin typeface="Arial"/>
                <a:ea typeface="ヒラギノ角ゴ Pro W3" charset="-128"/>
              </a:rPr>
              <a:t>T</a:t>
            </a:r>
            <a:r>
              <a:rPr lang="en-US" sz="1300" b="1" spc="-30" dirty="0">
                <a:solidFill>
                  <a:srgbClr val="000000"/>
                </a:solidFill>
                <a:latin typeface="Arial"/>
                <a:ea typeface="ヒラギノ角ゴ Pro W3" charset="-128"/>
              </a:rPr>
              <a:t> </a:t>
            </a:r>
            <a:r>
              <a:rPr lang="en-US" sz="1970" b="1" spc="-30" dirty="0">
                <a:solidFill>
                  <a:srgbClr val="000000"/>
                </a:solidFill>
                <a:latin typeface="Arial"/>
                <a:ea typeface="ヒラギノ角ゴ Pro W3" charset="-128"/>
              </a:rPr>
              <a:t>T  C</a:t>
            </a:r>
          </a:p>
        </p:txBody>
      </p:sp>
      <p:sp>
        <p:nvSpPr>
          <p:cNvPr id="30" name="TextBox 29">
            <a:extLst>
              <a:ext uri="{FF2B5EF4-FFF2-40B4-BE49-F238E27FC236}">
                <a16:creationId xmlns:a16="http://schemas.microsoft.com/office/drawing/2014/main" id="{AEDFC8E9-DAFF-4762-D22C-24F634EE8AE6}"/>
              </a:ext>
            </a:extLst>
          </p:cNvPr>
          <p:cNvSpPr txBox="1"/>
          <p:nvPr/>
        </p:nvSpPr>
        <p:spPr>
          <a:xfrm>
            <a:off x="6200775" y="866775"/>
            <a:ext cx="768350" cy="269875"/>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spc="180" dirty="0">
                <a:solidFill>
                  <a:srgbClr val="000000"/>
                </a:solidFill>
                <a:latin typeface="Arial"/>
                <a:ea typeface="ヒラギノ角ゴ Pro W3" charset="-128"/>
              </a:rPr>
              <a:t>TTAA</a:t>
            </a:r>
          </a:p>
        </p:txBody>
      </p:sp>
      <p:sp>
        <p:nvSpPr>
          <p:cNvPr id="31" name="TextBox 30">
            <a:extLst>
              <a:ext uri="{FF2B5EF4-FFF2-40B4-BE49-F238E27FC236}">
                <a16:creationId xmlns:a16="http://schemas.microsoft.com/office/drawing/2014/main" id="{AD167A88-E24F-436F-7F43-D3476995CC2F}"/>
              </a:ext>
            </a:extLst>
          </p:cNvPr>
          <p:cNvSpPr txBox="1"/>
          <p:nvPr/>
        </p:nvSpPr>
        <p:spPr>
          <a:xfrm>
            <a:off x="7026275" y="863600"/>
            <a:ext cx="196850" cy="268288"/>
          </a:xfrm>
          <a:prstGeom prst="rect">
            <a:avLst/>
          </a:prstGeom>
          <a:noFill/>
        </p:spPr>
        <p:txBody>
          <a:bodyPr wrap="none" lIns="0" tIns="0" rIns="0" bIns="0">
            <a:spAutoFit/>
          </a:bodyPr>
          <a:lstStyle/>
          <a:p>
            <a:pPr fontAlgn="auto">
              <a:lnSpc>
                <a:spcPts val="2100"/>
              </a:lnSpc>
              <a:spcBef>
                <a:spcPts val="0"/>
              </a:spcBef>
              <a:spcAft>
                <a:spcPts val="0"/>
              </a:spcAft>
              <a:defRPr/>
            </a:pPr>
            <a:r>
              <a:rPr lang="en-US" sz="1970" b="1" dirty="0">
                <a:solidFill>
                  <a:srgbClr val="000000"/>
                </a:solidFill>
                <a:latin typeface="Arial"/>
                <a:ea typeface="ヒラギノ角ゴ Pro W3" charset="-128"/>
              </a:rPr>
              <a:t>G</a:t>
            </a:r>
          </a:p>
        </p:txBody>
      </p:sp>
      <p:grpSp>
        <p:nvGrpSpPr>
          <p:cNvPr id="36893" name="Group 1">
            <a:extLst>
              <a:ext uri="{FF2B5EF4-FFF2-40B4-BE49-F238E27FC236}">
                <a16:creationId xmlns:a16="http://schemas.microsoft.com/office/drawing/2014/main" id="{692CFE63-A5FE-8A3F-FF37-A73BE216ADA2}"/>
              </a:ext>
            </a:extLst>
          </p:cNvPr>
          <p:cNvGrpSpPr>
            <a:grpSpLocks/>
          </p:cNvGrpSpPr>
          <p:nvPr/>
        </p:nvGrpSpPr>
        <p:grpSpPr bwMode="auto">
          <a:xfrm>
            <a:off x="647700" y="1627188"/>
            <a:ext cx="403225" cy="401637"/>
            <a:chOff x="648017" y="1626503"/>
            <a:chExt cx="402336" cy="402336"/>
          </a:xfrm>
        </p:grpSpPr>
        <p:sp>
          <p:nvSpPr>
            <p:cNvPr id="36895" name="Oval 38">
              <a:extLst>
                <a:ext uri="{FF2B5EF4-FFF2-40B4-BE49-F238E27FC236}">
                  <a16:creationId xmlns:a16="http://schemas.microsoft.com/office/drawing/2014/main" id="{CB7CAB43-19F8-6B45-61EC-20C63A60354B}"/>
                </a:ext>
              </a:extLst>
            </p:cNvPr>
            <p:cNvSpPr>
              <a:spLocks noChangeArrowheads="1"/>
            </p:cNvSpPr>
            <p:nvPr/>
          </p:nvSpPr>
          <p:spPr bwMode="auto">
            <a:xfrm>
              <a:off x="648017" y="1626503"/>
              <a:ext cx="402336" cy="402336"/>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36896" name="TextBox 4">
              <a:extLst>
                <a:ext uri="{FF2B5EF4-FFF2-40B4-BE49-F238E27FC236}">
                  <a16:creationId xmlns:a16="http://schemas.microsoft.com/office/drawing/2014/main" id="{E092987F-321A-BDD7-F1A5-64EB2DDC3F53}"/>
                </a:ext>
              </a:extLst>
            </p:cNvPr>
            <p:cNvSpPr txBox="1">
              <a:spLocks noChangeArrowheads="1"/>
            </p:cNvSpPr>
            <p:nvPr/>
          </p:nvSpPr>
          <p:spPr bwMode="auto">
            <a:xfrm>
              <a:off x="763424" y="1660959"/>
              <a:ext cx="171522" cy="3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2600"/>
                </a:lnSpc>
                <a:spcBef>
                  <a:spcPct val="0"/>
                </a:spcBef>
                <a:buClrTx/>
                <a:buSzTx/>
                <a:buFontTx/>
                <a:buNone/>
              </a:pPr>
              <a:r>
                <a:rPr lang="en-US" altLang="en-US" sz="2400" b="1">
                  <a:solidFill>
                    <a:srgbClr val="FFFFFF"/>
                  </a:solidFill>
                  <a:ea typeface="ヒラギノ角ゴ Pro W3"/>
                  <a:cs typeface="ヒラギノ角ゴ Pro W3"/>
                </a:rPr>
                <a:t>3</a:t>
              </a:r>
            </a:p>
          </p:txBody>
        </p:sp>
      </p:grpSp>
      <p:sp>
        <p:nvSpPr>
          <p:cNvPr id="36894" name="Footer Placeholder 1">
            <a:extLst>
              <a:ext uri="{FF2B5EF4-FFF2-40B4-BE49-F238E27FC236}">
                <a16:creationId xmlns:a16="http://schemas.microsoft.com/office/drawing/2014/main" id="{88B5C7C2-EE89-B9E4-89FF-014890E298BA}"/>
              </a:ext>
            </a:extLst>
          </p:cNvPr>
          <p:cNvSpPr txBox="1">
            <a:spLocks/>
          </p:cNvSpPr>
          <p:nvPr/>
        </p:nvSpPr>
        <p:spPr bwMode="auto">
          <a:xfrm>
            <a:off x="66675" y="6586538"/>
            <a:ext cx="3086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900">
                <a:solidFill>
                  <a:srgbClr val="000000"/>
                </a:solidFill>
                <a:ea typeface="ヒラギノ角ゴ Pro W3"/>
                <a:cs typeface="ヒラギノ角ゴ Pro W3"/>
              </a:rPr>
              <a:t>© 2018 Pearson Education Ltd.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3">
            <a:extLst>
              <a:ext uri="{FF2B5EF4-FFF2-40B4-BE49-F238E27FC236}">
                <a16:creationId xmlns:a16="http://schemas.microsoft.com/office/drawing/2014/main" id="{AB25F669-FD64-80DC-F319-579AAB34D983}"/>
              </a:ext>
            </a:extLst>
          </p:cNvPr>
          <p:cNvSpPr>
            <a:spLocks noGrp="1" noChangeArrowheads="1"/>
          </p:cNvSpPr>
          <p:nvPr>
            <p:ph idx="1"/>
          </p:nvPr>
        </p:nvSpPr>
        <p:spPr>
          <a:xfrm>
            <a:off x="611188" y="1412875"/>
            <a:ext cx="7924800" cy="4419600"/>
          </a:xfrm>
        </p:spPr>
        <p:txBody>
          <a:bodyPr/>
          <a:lstStyle/>
          <a:p>
            <a:pPr marL="346075" indent="-346075"/>
            <a:r>
              <a:rPr lang="en-US" altLang="en-US" sz="2800"/>
              <a:t>To check the recombinant plasmid, researchers might cut the products again using the same restriction enzyme</a:t>
            </a:r>
          </a:p>
          <a:p>
            <a:pPr marL="346075" indent="-346075"/>
            <a:r>
              <a:rPr lang="en-US" altLang="en-US" sz="2800"/>
              <a:t>To separate and visualize the fragments produced, </a:t>
            </a:r>
            <a:r>
              <a:rPr lang="en-US" altLang="en-US" sz="2800" b="1"/>
              <a:t>gel electrophoresis </a:t>
            </a:r>
            <a:r>
              <a:rPr lang="en-US" altLang="en-US" sz="2800"/>
              <a:t>is carried out</a:t>
            </a:r>
          </a:p>
          <a:p>
            <a:pPr marL="346075" indent="-346075"/>
            <a:r>
              <a:rPr lang="en-US" altLang="en-US" sz="2800"/>
              <a:t>This technique uses a gel made of a polymer to separate a mixture of nucleic acids or proteins based on size, charge, or other physical properties</a:t>
            </a:r>
          </a:p>
        </p:txBody>
      </p:sp>
      <p:sp>
        <p:nvSpPr>
          <p:cNvPr id="38915" name="Text Box 4">
            <a:extLst>
              <a:ext uri="{FF2B5EF4-FFF2-40B4-BE49-F238E27FC236}">
                <a16:creationId xmlns:a16="http://schemas.microsoft.com/office/drawing/2014/main" id="{9A4B579A-A153-DC09-22E4-CF53EFFA19A0}"/>
              </a:ext>
            </a:extLst>
          </p:cNvPr>
          <p:cNvSpPr txBox="1">
            <a:spLocks noChangeArrowheads="1"/>
          </p:cNvSpPr>
          <p:nvPr/>
        </p:nvSpPr>
        <p:spPr bwMode="auto">
          <a:xfrm>
            <a:off x="6362700" y="5183188"/>
            <a:ext cx="16287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r">
              <a:spcBef>
                <a:spcPct val="0"/>
              </a:spcBef>
              <a:buClrTx/>
              <a:buSzTx/>
              <a:buFontTx/>
              <a:buNone/>
            </a:pPr>
            <a:endParaRPr lang="en-US" altLang="en-US" sz="1800">
              <a:solidFill>
                <a:srgbClr val="000000"/>
              </a:solidFill>
              <a:ea typeface="Geneva" panose="020B0503030404040204" pitchFamily="34" charset="0"/>
              <a:cs typeface="Geneva" panose="020B050303040404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62" name="Picture 2" descr="D:\Manjubharkavi\Production\October\17-Oct\Chapter 20\Unlabeled\20_06_GelElectrophoresis-U.jpg">
            <a:extLst>
              <a:ext uri="{FF2B5EF4-FFF2-40B4-BE49-F238E27FC236}">
                <a16:creationId xmlns:a16="http://schemas.microsoft.com/office/drawing/2014/main" id="{6568FF2B-D878-0246-01B5-78E47D79B4D3}"/>
              </a:ext>
            </a:extLst>
          </p:cNvPr>
          <p:cNvPicPr>
            <a:picLocks noChangeAspect="1"/>
          </p:cNvPicPr>
          <p:nvPr/>
        </p:nvPicPr>
        <p:blipFill>
          <a:blip r:embed="rId3" r:link="rId4">
            <a:extLst>
              <a:ext uri="{28A0092B-C50C-407E-A947-70E740481C1C}">
                <a14:useLocalDpi xmlns:a14="http://schemas.microsoft.com/office/drawing/2010/main" val="0"/>
              </a:ext>
            </a:extLst>
          </a:blip>
          <a:srcRect b="2315"/>
          <a:stretch>
            <a:fillRect/>
          </a:stretch>
        </p:blipFill>
        <p:spPr bwMode="auto">
          <a:xfrm>
            <a:off x="2298700" y="212725"/>
            <a:ext cx="4546600" cy="643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3" name="TextBox 2">
            <a:extLst>
              <a:ext uri="{FF2B5EF4-FFF2-40B4-BE49-F238E27FC236}">
                <a16:creationId xmlns:a16="http://schemas.microsoft.com/office/drawing/2014/main" id="{8FAB1310-B550-7D65-35F2-99B973E0E926}"/>
              </a:ext>
            </a:extLst>
          </p:cNvPr>
          <p:cNvSpPr txBox="1">
            <a:spLocks noChangeArrowheads="1"/>
          </p:cNvSpPr>
          <p:nvPr/>
        </p:nvSpPr>
        <p:spPr bwMode="auto">
          <a:xfrm>
            <a:off x="2338388" y="323850"/>
            <a:ext cx="854075"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550"/>
              </a:lnSpc>
              <a:spcBef>
                <a:spcPct val="0"/>
              </a:spcBef>
              <a:buClrTx/>
              <a:buSzTx/>
              <a:buFontTx/>
              <a:buNone/>
            </a:pPr>
            <a:r>
              <a:rPr lang="en-US" altLang="en-US" sz="1400" b="1">
                <a:solidFill>
                  <a:srgbClr val="000000"/>
                </a:solidFill>
                <a:ea typeface="ヒラギノ角ゴ Pro W3"/>
                <a:cs typeface="ヒラギノ角ゴ Pro W3"/>
              </a:rPr>
              <a:t>Mixture of</a:t>
            </a:r>
          </a:p>
          <a:p>
            <a:pPr>
              <a:lnSpc>
                <a:spcPts val="1550"/>
              </a:lnSpc>
              <a:spcBef>
                <a:spcPct val="0"/>
              </a:spcBef>
              <a:buClrTx/>
              <a:buSzTx/>
              <a:buFontTx/>
              <a:buNone/>
            </a:pPr>
            <a:r>
              <a:rPr lang="en-US" altLang="en-US" sz="1400" b="1">
                <a:solidFill>
                  <a:srgbClr val="000000"/>
                </a:solidFill>
                <a:ea typeface="ヒラギノ角ゴ Pro W3"/>
                <a:cs typeface="ヒラギノ角ゴ Pro W3"/>
              </a:rPr>
              <a:t>DNA mol-</a:t>
            </a:r>
          </a:p>
          <a:p>
            <a:pPr>
              <a:lnSpc>
                <a:spcPts val="1550"/>
              </a:lnSpc>
              <a:spcBef>
                <a:spcPct val="0"/>
              </a:spcBef>
              <a:buClrTx/>
              <a:buSzTx/>
              <a:buFontTx/>
              <a:buNone/>
            </a:pPr>
            <a:r>
              <a:rPr lang="en-US" altLang="en-US" sz="1400" b="1">
                <a:solidFill>
                  <a:srgbClr val="000000"/>
                </a:solidFill>
                <a:ea typeface="ヒラギノ角ゴ Pro W3"/>
                <a:cs typeface="ヒラギノ角ゴ Pro W3"/>
              </a:rPr>
              <a:t>ecules of</a:t>
            </a:r>
          </a:p>
          <a:p>
            <a:pPr>
              <a:lnSpc>
                <a:spcPts val="1550"/>
              </a:lnSpc>
              <a:spcBef>
                <a:spcPct val="0"/>
              </a:spcBef>
              <a:buClrTx/>
              <a:buSzTx/>
              <a:buFontTx/>
              <a:buNone/>
            </a:pPr>
            <a:r>
              <a:rPr lang="en-US" altLang="en-US" sz="1400" b="1">
                <a:solidFill>
                  <a:srgbClr val="000000"/>
                </a:solidFill>
                <a:ea typeface="ヒラギノ角ゴ Pro W3"/>
                <a:cs typeface="ヒラギノ角ゴ Pro W3"/>
              </a:rPr>
              <a:t>different</a:t>
            </a:r>
          </a:p>
          <a:p>
            <a:pPr>
              <a:lnSpc>
                <a:spcPts val="1550"/>
              </a:lnSpc>
              <a:spcBef>
                <a:spcPct val="0"/>
              </a:spcBef>
              <a:buClrTx/>
              <a:buSzTx/>
              <a:buFontTx/>
              <a:buNone/>
            </a:pPr>
            <a:r>
              <a:rPr lang="en-US" altLang="en-US" sz="1400" b="1">
                <a:solidFill>
                  <a:srgbClr val="000000"/>
                </a:solidFill>
                <a:ea typeface="ヒラギノ角ゴ Pro W3"/>
                <a:cs typeface="ヒラギノ角ゴ Pro W3"/>
              </a:rPr>
              <a:t>sizes</a:t>
            </a:r>
          </a:p>
        </p:txBody>
      </p:sp>
      <p:sp>
        <p:nvSpPr>
          <p:cNvPr id="40964" name="TextBox 7">
            <a:extLst>
              <a:ext uri="{FF2B5EF4-FFF2-40B4-BE49-F238E27FC236}">
                <a16:creationId xmlns:a16="http://schemas.microsoft.com/office/drawing/2014/main" id="{9BF91D60-1CEC-0A0E-0E84-EC61C2A7E9B4}"/>
              </a:ext>
            </a:extLst>
          </p:cNvPr>
          <p:cNvSpPr txBox="1">
            <a:spLocks noChangeArrowheads="1"/>
          </p:cNvSpPr>
          <p:nvPr/>
        </p:nvSpPr>
        <p:spPr bwMode="auto">
          <a:xfrm>
            <a:off x="4418013" y="704850"/>
            <a:ext cx="715962" cy="206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550"/>
              </a:lnSpc>
              <a:spcBef>
                <a:spcPct val="0"/>
              </a:spcBef>
              <a:buClrTx/>
              <a:buSzTx/>
              <a:buFontTx/>
              <a:buNone/>
            </a:pPr>
            <a:r>
              <a:rPr lang="en-US" altLang="en-US" sz="1400" b="1">
                <a:solidFill>
                  <a:srgbClr val="000000"/>
                </a:solidFill>
                <a:ea typeface="ヒラギノ角ゴ Pro W3"/>
                <a:cs typeface="ヒラギノ角ゴ Pro W3"/>
              </a:rPr>
              <a:t>Cathode</a:t>
            </a:r>
          </a:p>
        </p:txBody>
      </p:sp>
      <p:sp>
        <p:nvSpPr>
          <p:cNvPr id="40965" name="TextBox 8">
            <a:extLst>
              <a:ext uri="{FF2B5EF4-FFF2-40B4-BE49-F238E27FC236}">
                <a16:creationId xmlns:a16="http://schemas.microsoft.com/office/drawing/2014/main" id="{F5EA8FF5-14D7-E70E-9FD0-2049BB22AE6C}"/>
              </a:ext>
            </a:extLst>
          </p:cNvPr>
          <p:cNvSpPr txBox="1">
            <a:spLocks noChangeArrowheads="1"/>
          </p:cNvSpPr>
          <p:nvPr/>
        </p:nvSpPr>
        <p:spPr bwMode="auto">
          <a:xfrm>
            <a:off x="4610100" y="1300163"/>
            <a:ext cx="463550"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550"/>
              </a:lnSpc>
              <a:spcBef>
                <a:spcPct val="0"/>
              </a:spcBef>
              <a:buClrTx/>
              <a:buSzTx/>
              <a:buFontTx/>
              <a:buNone/>
            </a:pPr>
            <a:r>
              <a:rPr lang="en-US" altLang="en-US" sz="1400" b="1">
                <a:solidFill>
                  <a:srgbClr val="000000"/>
                </a:solidFill>
                <a:ea typeface="ヒラギノ角ゴ Pro W3"/>
                <a:cs typeface="ヒラギノ角ゴ Pro W3"/>
              </a:rPr>
              <a:t>Wells</a:t>
            </a:r>
          </a:p>
        </p:txBody>
      </p:sp>
      <p:sp>
        <p:nvSpPr>
          <p:cNvPr id="40966" name="TextBox 9">
            <a:extLst>
              <a:ext uri="{FF2B5EF4-FFF2-40B4-BE49-F238E27FC236}">
                <a16:creationId xmlns:a16="http://schemas.microsoft.com/office/drawing/2014/main" id="{2579A474-FFFA-F1BB-004E-5EC1DC4236E7}"/>
              </a:ext>
            </a:extLst>
          </p:cNvPr>
          <p:cNvSpPr txBox="1">
            <a:spLocks noChangeArrowheads="1"/>
          </p:cNvSpPr>
          <p:nvPr/>
        </p:nvSpPr>
        <p:spPr bwMode="auto">
          <a:xfrm>
            <a:off x="5248275" y="269875"/>
            <a:ext cx="5857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550"/>
              </a:lnSpc>
              <a:spcBef>
                <a:spcPct val="0"/>
              </a:spcBef>
              <a:buClrTx/>
              <a:buSzTx/>
              <a:buFontTx/>
              <a:buNone/>
            </a:pPr>
            <a:r>
              <a:rPr lang="en-US" altLang="en-US" sz="1400" b="1">
                <a:solidFill>
                  <a:srgbClr val="000000"/>
                </a:solidFill>
                <a:ea typeface="ヒラギノ角ゴ Pro W3"/>
                <a:cs typeface="ヒラギノ角ゴ Pro W3"/>
              </a:rPr>
              <a:t>Power</a:t>
            </a:r>
          </a:p>
          <a:p>
            <a:pPr>
              <a:lnSpc>
                <a:spcPts val="1550"/>
              </a:lnSpc>
              <a:spcBef>
                <a:spcPct val="0"/>
              </a:spcBef>
              <a:buClrTx/>
              <a:buSzTx/>
              <a:buFontTx/>
              <a:buNone/>
            </a:pPr>
            <a:r>
              <a:rPr lang="en-US" altLang="en-US" sz="1400" b="1">
                <a:solidFill>
                  <a:srgbClr val="000000"/>
                </a:solidFill>
                <a:ea typeface="ヒラギノ角ゴ Pro W3"/>
                <a:cs typeface="ヒラギノ角ゴ Pro W3"/>
              </a:rPr>
              <a:t>source</a:t>
            </a:r>
          </a:p>
        </p:txBody>
      </p:sp>
      <p:sp>
        <p:nvSpPr>
          <p:cNvPr id="40967" name="TextBox 11">
            <a:extLst>
              <a:ext uri="{FF2B5EF4-FFF2-40B4-BE49-F238E27FC236}">
                <a16:creationId xmlns:a16="http://schemas.microsoft.com/office/drawing/2014/main" id="{012FAB96-FBB0-CB8E-7005-70D9DFEAB4D7}"/>
              </a:ext>
            </a:extLst>
          </p:cNvPr>
          <p:cNvSpPr txBox="1">
            <a:spLocks noChangeArrowheads="1"/>
          </p:cNvSpPr>
          <p:nvPr/>
        </p:nvSpPr>
        <p:spPr bwMode="auto">
          <a:xfrm>
            <a:off x="6019800" y="679450"/>
            <a:ext cx="55562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550"/>
              </a:lnSpc>
              <a:spcBef>
                <a:spcPct val="0"/>
              </a:spcBef>
              <a:buClrTx/>
              <a:buSzTx/>
              <a:buFontTx/>
              <a:buNone/>
            </a:pPr>
            <a:r>
              <a:rPr lang="en-US" altLang="en-US" sz="1400" b="1">
                <a:solidFill>
                  <a:srgbClr val="000000"/>
                </a:solidFill>
                <a:ea typeface="ヒラギノ角ゴ Pro W3"/>
                <a:cs typeface="ヒラギノ角ゴ Pro W3"/>
              </a:rPr>
              <a:t>Anode</a:t>
            </a:r>
          </a:p>
        </p:txBody>
      </p:sp>
      <p:sp>
        <p:nvSpPr>
          <p:cNvPr id="40968" name="TextBox 12">
            <a:extLst>
              <a:ext uri="{FF2B5EF4-FFF2-40B4-BE49-F238E27FC236}">
                <a16:creationId xmlns:a16="http://schemas.microsoft.com/office/drawing/2014/main" id="{BB892048-985C-5AC0-02BD-E9F1D56DF88E}"/>
              </a:ext>
            </a:extLst>
          </p:cNvPr>
          <p:cNvSpPr txBox="1">
            <a:spLocks noChangeArrowheads="1"/>
          </p:cNvSpPr>
          <p:nvPr/>
        </p:nvSpPr>
        <p:spPr bwMode="auto">
          <a:xfrm>
            <a:off x="6532563" y="1714500"/>
            <a:ext cx="287337"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550"/>
              </a:lnSpc>
              <a:spcBef>
                <a:spcPct val="0"/>
              </a:spcBef>
              <a:buClrTx/>
              <a:buSzTx/>
              <a:buFontTx/>
              <a:buNone/>
            </a:pPr>
            <a:r>
              <a:rPr lang="en-US" altLang="en-US" sz="1400" b="1">
                <a:solidFill>
                  <a:srgbClr val="000000"/>
                </a:solidFill>
                <a:ea typeface="ヒラギノ角ゴ Pro W3"/>
                <a:cs typeface="ヒラギノ角ゴ Pro W3"/>
              </a:rPr>
              <a:t>Gel</a:t>
            </a:r>
          </a:p>
        </p:txBody>
      </p:sp>
      <p:sp>
        <p:nvSpPr>
          <p:cNvPr id="40969" name="TextBox 13">
            <a:extLst>
              <a:ext uri="{FF2B5EF4-FFF2-40B4-BE49-F238E27FC236}">
                <a16:creationId xmlns:a16="http://schemas.microsoft.com/office/drawing/2014/main" id="{9F53F1BD-FC2A-7C09-9981-37208A1A26DA}"/>
              </a:ext>
            </a:extLst>
          </p:cNvPr>
          <p:cNvSpPr txBox="1">
            <a:spLocks noChangeArrowheads="1"/>
          </p:cNvSpPr>
          <p:nvPr/>
        </p:nvSpPr>
        <p:spPr bwMode="auto">
          <a:xfrm>
            <a:off x="2341563" y="2114550"/>
            <a:ext cx="4119562"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279400" indent="-282575">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550"/>
              </a:lnSpc>
              <a:spcBef>
                <a:spcPct val="0"/>
              </a:spcBef>
              <a:buClrTx/>
              <a:buSzTx/>
              <a:buFontTx/>
              <a:buNone/>
            </a:pPr>
            <a:r>
              <a:rPr lang="en-US" altLang="en-US" sz="1400" b="1">
                <a:solidFill>
                  <a:srgbClr val="000000"/>
                </a:solidFill>
                <a:ea typeface="ヒラギノ角ゴ Pro W3"/>
                <a:cs typeface="ヒラギノ角ゴ Pro W3"/>
              </a:rPr>
              <a:t>(a) Negatively charged DNA molecules will move</a:t>
            </a:r>
            <a:br>
              <a:rPr lang="en-US" altLang="en-US" sz="1400" b="1">
                <a:solidFill>
                  <a:srgbClr val="000000"/>
                </a:solidFill>
                <a:ea typeface="ヒラギノ角ゴ Pro W3"/>
                <a:cs typeface="ヒラギノ角ゴ Pro W3"/>
              </a:rPr>
            </a:br>
            <a:r>
              <a:rPr lang="en-US" altLang="en-US" sz="1400" b="1">
                <a:solidFill>
                  <a:srgbClr val="000000"/>
                </a:solidFill>
                <a:ea typeface="ヒラギノ角ゴ Pro W3"/>
                <a:cs typeface="ヒラギノ角ゴ Pro W3"/>
              </a:rPr>
              <a:t>toward the positive electrode.</a:t>
            </a:r>
          </a:p>
        </p:txBody>
      </p:sp>
      <p:sp>
        <p:nvSpPr>
          <p:cNvPr id="40970" name="TextBox 15">
            <a:extLst>
              <a:ext uri="{FF2B5EF4-FFF2-40B4-BE49-F238E27FC236}">
                <a16:creationId xmlns:a16="http://schemas.microsoft.com/office/drawing/2014/main" id="{5891A66B-3D6F-4563-F2D9-B5B69D2E7261}"/>
              </a:ext>
            </a:extLst>
          </p:cNvPr>
          <p:cNvSpPr txBox="1">
            <a:spLocks noChangeArrowheads="1"/>
          </p:cNvSpPr>
          <p:nvPr/>
        </p:nvSpPr>
        <p:spPr bwMode="auto">
          <a:xfrm>
            <a:off x="2852738" y="5654675"/>
            <a:ext cx="1849437"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550"/>
              </a:lnSpc>
              <a:spcBef>
                <a:spcPct val="0"/>
              </a:spcBef>
              <a:buClrTx/>
              <a:buSzTx/>
              <a:buFontTx/>
              <a:buNone/>
            </a:pPr>
            <a:r>
              <a:rPr lang="en-US" altLang="en-US" sz="1400" b="1">
                <a:solidFill>
                  <a:srgbClr val="FFFFFF"/>
                </a:solidFill>
                <a:ea typeface="ヒラギノ角ゴ Pro W3"/>
                <a:cs typeface="ヒラギノ角ゴ Pro W3"/>
              </a:rPr>
              <a:t>Restriction fragments</a:t>
            </a:r>
          </a:p>
          <a:p>
            <a:pPr>
              <a:lnSpc>
                <a:spcPts val="1550"/>
              </a:lnSpc>
              <a:spcBef>
                <a:spcPct val="0"/>
              </a:spcBef>
              <a:buClrTx/>
              <a:buSzTx/>
              <a:buFontTx/>
              <a:buNone/>
            </a:pPr>
            <a:r>
              <a:rPr lang="en-US" altLang="en-US" sz="1400" b="1">
                <a:solidFill>
                  <a:srgbClr val="FFFFFF"/>
                </a:solidFill>
                <a:ea typeface="ヒラギノ角ゴ Pro W3"/>
                <a:cs typeface="ヒラギノ角ゴ Pro W3"/>
              </a:rPr>
              <a:t>(size standards)</a:t>
            </a:r>
          </a:p>
        </p:txBody>
      </p:sp>
      <p:sp>
        <p:nvSpPr>
          <p:cNvPr id="40971" name="TextBox 17">
            <a:extLst>
              <a:ext uri="{FF2B5EF4-FFF2-40B4-BE49-F238E27FC236}">
                <a16:creationId xmlns:a16="http://schemas.microsoft.com/office/drawing/2014/main" id="{C42BC66B-8EDE-0A11-3E77-9E60DDA557E8}"/>
              </a:ext>
            </a:extLst>
          </p:cNvPr>
          <p:cNvSpPr txBox="1">
            <a:spLocks noChangeArrowheads="1"/>
          </p:cNvSpPr>
          <p:nvPr/>
        </p:nvSpPr>
        <p:spPr bwMode="auto">
          <a:xfrm>
            <a:off x="2341563" y="6197600"/>
            <a:ext cx="447357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279400" indent="-282575">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550"/>
              </a:lnSpc>
              <a:spcBef>
                <a:spcPct val="0"/>
              </a:spcBef>
              <a:buClrTx/>
              <a:buSzTx/>
              <a:buFontTx/>
              <a:buNone/>
            </a:pPr>
            <a:r>
              <a:rPr lang="en-US" altLang="en-US" sz="1400" b="1">
                <a:solidFill>
                  <a:srgbClr val="000000"/>
                </a:solidFill>
                <a:ea typeface="ヒラギノ角ゴ Pro W3"/>
                <a:cs typeface="ヒラギノ角ゴ Pro W3"/>
              </a:rPr>
              <a:t>(b) Shorter molecules are slowed down less than</a:t>
            </a:r>
            <a:br>
              <a:rPr lang="en-US" altLang="en-US" sz="1400" b="1">
                <a:solidFill>
                  <a:srgbClr val="000000"/>
                </a:solidFill>
                <a:ea typeface="ヒラギノ角ゴ Pro W3"/>
                <a:cs typeface="ヒラギノ角ゴ Pro W3"/>
              </a:rPr>
            </a:br>
            <a:r>
              <a:rPr lang="en-US" altLang="en-US" sz="1400" b="1">
                <a:solidFill>
                  <a:srgbClr val="000000"/>
                </a:solidFill>
                <a:ea typeface="ヒラギノ角ゴ Pro W3"/>
                <a:cs typeface="ヒラギノ角ゴ Pro W3"/>
              </a:rPr>
              <a:t>longer ones, so they move faster through the gel.</a:t>
            </a:r>
          </a:p>
        </p:txBody>
      </p:sp>
      <p:sp>
        <p:nvSpPr>
          <p:cNvPr id="15" name="Freeform 14">
            <a:extLst>
              <a:ext uri="{FF2B5EF4-FFF2-40B4-BE49-F238E27FC236}">
                <a16:creationId xmlns:a16="http://schemas.microsoft.com/office/drawing/2014/main" id="{8B39A7F7-1A81-D5F0-809B-6E90588773F9}"/>
              </a:ext>
            </a:extLst>
          </p:cNvPr>
          <p:cNvSpPr/>
          <p:nvPr/>
        </p:nvSpPr>
        <p:spPr>
          <a:xfrm>
            <a:off x="5978525" y="1373188"/>
            <a:ext cx="530225" cy="442912"/>
          </a:xfrm>
          <a:custGeom>
            <a:avLst/>
            <a:gdLst>
              <a:gd name="connsiteX0" fmla="*/ 6350 w 529869"/>
              <a:gd name="connsiteY0" fmla="*/ 6350 h 442048"/>
              <a:gd name="connsiteX1" fmla="*/ 523519 w 529869"/>
              <a:gd name="connsiteY1" fmla="*/ 435698 h 442048"/>
            </a:gdLst>
            <a:ahLst/>
            <a:cxnLst>
              <a:cxn ang="0">
                <a:pos x="connsiteX0" y="connsiteY0"/>
              </a:cxn>
              <a:cxn ang="1">
                <a:pos x="connsiteX1" y="connsiteY1"/>
              </a:cxn>
            </a:cxnLst>
            <a:rect l="l" t="t" r="r" b="b"/>
            <a:pathLst>
              <a:path w="529869" h="442048">
                <a:moveTo>
                  <a:pt x="6350" y="6350"/>
                </a:moveTo>
                <a:lnTo>
                  <a:pt x="523519" y="435698"/>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16" name="Freeform 3">
            <a:extLst>
              <a:ext uri="{FF2B5EF4-FFF2-40B4-BE49-F238E27FC236}">
                <a16:creationId xmlns:a16="http://schemas.microsoft.com/office/drawing/2014/main" id="{239CC5ED-A8FC-629A-5DF9-E2D414FB9174}"/>
              </a:ext>
            </a:extLst>
          </p:cNvPr>
          <p:cNvSpPr/>
          <p:nvPr/>
        </p:nvSpPr>
        <p:spPr>
          <a:xfrm>
            <a:off x="3105150" y="857250"/>
            <a:ext cx="290513" cy="338138"/>
          </a:xfrm>
          <a:custGeom>
            <a:avLst/>
            <a:gdLst>
              <a:gd name="connsiteX0" fmla="*/ 6350 w 290507"/>
              <a:gd name="connsiteY0" fmla="*/ 6350 h 337959"/>
              <a:gd name="connsiteX1" fmla="*/ 284157 w 290507"/>
              <a:gd name="connsiteY1" fmla="*/ 331609 h 337959"/>
            </a:gdLst>
            <a:ahLst/>
            <a:cxnLst>
              <a:cxn ang="0">
                <a:pos x="connsiteX0" y="connsiteY0"/>
              </a:cxn>
              <a:cxn ang="1">
                <a:pos x="connsiteX1" y="connsiteY1"/>
              </a:cxn>
            </a:cxnLst>
            <a:rect l="l" t="t" r="r" b="b"/>
            <a:pathLst>
              <a:path w="290507" h="337959">
                <a:moveTo>
                  <a:pt x="6350" y="6350"/>
                </a:moveTo>
                <a:lnTo>
                  <a:pt x="284157" y="331609"/>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grpSp>
        <p:nvGrpSpPr>
          <p:cNvPr id="40974" name="Group 1">
            <a:extLst>
              <a:ext uri="{FF2B5EF4-FFF2-40B4-BE49-F238E27FC236}">
                <a16:creationId xmlns:a16="http://schemas.microsoft.com/office/drawing/2014/main" id="{FD62912C-9148-3367-B7C9-F20DB7F070EB}"/>
              </a:ext>
            </a:extLst>
          </p:cNvPr>
          <p:cNvGrpSpPr>
            <a:grpSpLocks/>
          </p:cNvGrpSpPr>
          <p:nvPr/>
        </p:nvGrpSpPr>
        <p:grpSpPr bwMode="auto">
          <a:xfrm>
            <a:off x="4081463" y="4933950"/>
            <a:ext cx="725487" cy="750888"/>
            <a:chOff x="4081645" y="4934478"/>
            <a:chExt cx="726034" cy="750240"/>
          </a:xfrm>
        </p:grpSpPr>
        <p:sp>
          <p:nvSpPr>
            <p:cNvPr id="17" name="Freeform 3">
              <a:extLst>
                <a:ext uri="{FF2B5EF4-FFF2-40B4-BE49-F238E27FC236}">
                  <a16:creationId xmlns:a16="http://schemas.microsoft.com/office/drawing/2014/main" id="{8182D7C9-8123-C49D-322B-923AE02E6242}"/>
                </a:ext>
              </a:extLst>
            </p:cNvPr>
            <p:cNvSpPr/>
            <p:nvPr/>
          </p:nvSpPr>
          <p:spPr>
            <a:xfrm>
              <a:off x="4081645" y="4934478"/>
              <a:ext cx="726034" cy="296607"/>
            </a:xfrm>
            <a:custGeom>
              <a:avLst/>
              <a:gdLst>
                <a:gd name="connsiteX0" fmla="*/ 9053 w 725676"/>
                <a:gd name="connsiteY0" fmla="*/ 6350 h 297383"/>
                <a:gd name="connsiteX1" fmla="*/ 39012 w 725676"/>
                <a:gd name="connsiteY1" fmla="*/ 102641 h 297383"/>
                <a:gd name="connsiteX2" fmla="*/ 276756 w 725676"/>
                <a:gd name="connsiteY2" fmla="*/ 178066 h 297383"/>
                <a:gd name="connsiteX3" fmla="*/ 324686 w 725676"/>
                <a:gd name="connsiteY3" fmla="*/ 250507 h 297383"/>
                <a:gd name="connsiteX4" fmla="*/ 404201 w 725676"/>
                <a:gd name="connsiteY4" fmla="*/ 215582 h 297383"/>
                <a:gd name="connsiteX5" fmla="*/ 641970 w 725676"/>
                <a:gd name="connsiteY5" fmla="*/ 291033 h 297383"/>
                <a:gd name="connsiteX6" fmla="*/ 719326 w 725676"/>
                <a:gd name="connsiteY6" fmla="*/ 226314 h 29738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725676" h="297383">
                  <a:moveTo>
                    <a:pt x="9053" y="6350"/>
                  </a:moveTo>
                  <a:cubicBezTo>
                    <a:pt x="9053" y="6350"/>
                    <a:pt x="-8142" y="88772"/>
                    <a:pt x="39012" y="102641"/>
                  </a:cubicBezTo>
                  <a:cubicBezTo>
                    <a:pt x="85952" y="116484"/>
                    <a:pt x="239863" y="167208"/>
                    <a:pt x="276756" y="178066"/>
                  </a:cubicBezTo>
                  <a:cubicBezTo>
                    <a:pt x="313650" y="188912"/>
                    <a:pt x="324686" y="250507"/>
                    <a:pt x="324686" y="250507"/>
                  </a:cubicBezTo>
                  <a:cubicBezTo>
                    <a:pt x="324686" y="250507"/>
                    <a:pt x="367307" y="204711"/>
                    <a:pt x="404201" y="215582"/>
                  </a:cubicBezTo>
                  <a:cubicBezTo>
                    <a:pt x="441094" y="226466"/>
                    <a:pt x="595006" y="277190"/>
                    <a:pt x="641970" y="291033"/>
                  </a:cubicBezTo>
                  <a:cubicBezTo>
                    <a:pt x="688897" y="304825"/>
                    <a:pt x="719326" y="226314"/>
                    <a:pt x="719326" y="226314"/>
                  </a:cubicBezTo>
                </a:path>
              </a:pathLst>
            </a:custGeom>
            <a:ln w="12700">
              <a:solidFill>
                <a:schemeClr val="bg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18" name="Freeform 3">
              <a:extLst>
                <a:ext uri="{FF2B5EF4-FFF2-40B4-BE49-F238E27FC236}">
                  <a16:creationId xmlns:a16="http://schemas.microsoft.com/office/drawing/2014/main" id="{D38027A3-62A2-71F6-BD69-701255CF922B}"/>
                </a:ext>
              </a:extLst>
            </p:cNvPr>
            <p:cNvSpPr/>
            <p:nvPr/>
          </p:nvSpPr>
          <p:spPr>
            <a:xfrm>
              <a:off x="4081645" y="5178742"/>
              <a:ext cx="332037" cy="505976"/>
            </a:xfrm>
            <a:custGeom>
              <a:avLst/>
              <a:gdLst>
                <a:gd name="connsiteX0" fmla="*/ 325043 w 331393"/>
                <a:gd name="connsiteY0" fmla="*/ 6350 h 506082"/>
                <a:gd name="connsiteX1" fmla="*/ 6350 w 331393"/>
                <a:gd name="connsiteY1" fmla="*/ 499731 h 506082"/>
              </a:gdLst>
              <a:ahLst/>
              <a:cxnLst>
                <a:cxn ang="0">
                  <a:pos x="connsiteX0" y="connsiteY0"/>
                </a:cxn>
                <a:cxn ang="1">
                  <a:pos x="connsiteX1" y="connsiteY1"/>
                </a:cxn>
              </a:cxnLst>
              <a:rect l="l" t="t" r="r" b="b"/>
              <a:pathLst>
                <a:path w="331393" h="506082">
                  <a:moveTo>
                    <a:pt x="325043" y="6350"/>
                  </a:moveTo>
                  <a:lnTo>
                    <a:pt x="6350" y="499731"/>
                  </a:lnTo>
                </a:path>
              </a:pathLst>
            </a:custGeom>
            <a:ln w="12700">
              <a:solidFill>
                <a:schemeClr val="bg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3010" name="Picture 1" descr="D:\Manjubharkavi\Production\October\17-Oct\Chapter 20\Unlabeled\20_06aGelElectrophoresis-U.jpg">
            <a:extLst>
              <a:ext uri="{FF2B5EF4-FFF2-40B4-BE49-F238E27FC236}">
                <a16:creationId xmlns:a16="http://schemas.microsoft.com/office/drawing/2014/main" id="{6885FBB4-123A-C373-44B2-79749881F407}"/>
              </a:ext>
            </a:extLst>
          </p:cNvPr>
          <p:cNvPicPr>
            <a:picLocks noChangeAspect="1"/>
          </p:cNvPicPr>
          <p:nvPr/>
        </p:nvPicPr>
        <p:blipFill>
          <a:blip r:embed="rId3" r:link="rId4">
            <a:extLst>
              <a:ext uri="{28A0092B-C50C-407E-A947-70E740481C1C}">
                <a14:useLocalDpi xmlns:a14="http://schemas.microsoft.com/office/drawing/2010/main" val="0"/>
              </a:ext>
            </a:extLst>
          </a:blip>
          <a:srcRect b="3426"/>
          <a:stretch>
            <a:fillRect/>
          </a:stretch>
        </p:blipFill>
        <p:spPr bwMode="auto">
          <a:xfrm>
            <a:off x="298450" y="1279525"/>
            <a:ext cx="8547100" cy="429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1" name="TextBox 9">
            <a:extLst>
              <a:ext uri="{FF2B5EF4-FFF2-40B4-BE49-F238E27FC236}">
                <a16:creationId xmlns:a16="http://schemas.microsoft.com/office/drawing/2014/main" id="{BFEBF269-A847-0EE8-6FA2-B0B5B9D51C6F}"/>
              </a:ext>
            </a:extLst>
          </p:cNvPr>
          <p:cNvSpPr txBox="1">
            <a:spLocks noChangeArrowheads="1"/>
          </p:cNvSpPr>
          <p:nvPr/>
        </p:nvSpPr>
        <p:spPr bwMode="auto">
          <a:xfrm>
            <a:off x="4286250" y="2212975"/>
            <a:ext cx="123031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Cathode</a:t>
            </a:r>
          </a:p>
        </p:txBody>
      </p:sp>
      <p:sp>
        <p:nvSpPr>
          <p:cNvPr id="43012" name="TextBox 10">
            <a:extLst>
              <a:ext uri="{FF2B5EF4-FFF2-40B4-BE49-F238E27FC236}">
                <a16:creationId xmlns:a16="http://schemas.microsoft.com/office/drawing/2014/main" id="{60C05411-DFE2-9A87-5BA7-A1DD93830BD4}"/>
              </a:ext>
            </a:extLst>
          </p:cNvPr>
          <p:cNvSpPr txBox="1">
            <a:spLocks noChangeArrowheads="1"/>
          </p:cNvSpPr>
          <p:nvPr/>
        </p:nvSpPr>
        <p:spPr bwMode="auto">
          <a:xfrm>
            <a:off x="7413625" y="2170113"/>
            <a:ext cx="957263"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Anode</a:t>
            </a:r>
          </a:p>
        </p:txBody>
      </p:sp>
      <p:sp>
        <p:nvSpPr>
          <p:cNvPr id="43013" name="TextBox 2">
            <a:extLst>
              <a:ext uri="{FF2B5EF4-FFF2-40B4-BE49-F238E27FC236}">
                <a16:creationId xmlns:a16="http://schemas.microsoft.com/office/drawing/2014/main" id="{8958EE5D-78E9-FB42-D0B4-7401C589AA47}"/>
              </a:ext>
            </a:extLst>
          </p:cNvPr>
          <p:cNvSpPr txBox="1">
            <a:spLocks noChangeArrowheads="1"/>
          </p:cNvSpPr>
          <p:nvPr/>
        </p:nvSpPr>
        <p:spPr bwMode="auto">
          <a:xfrm>
            <a:off x="333375" y="1497013"/>
            <a:ext cx="1470025"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Mixture of</a:t>
            </a:r>
          </a:p>
          <a:p>
            <a:pPr>
              <a:lnSpc>
                <a:spcPts val="2600"/>
              </a:lnSpc>
              <a:spcBef>
                <a:spcPct val="0"/>
              </a:spcBef>
              <a:buClrTx/>
              <a:buSzTx/>
              <a:buFontTx/>
              <a:buNone/>
            </a:pPr>
            <a:r>
              <a:rPr lang="en-US" altLang="en-US" sz="2400" b="1">
                <a:solidFill>
                  <a:srgbClr val="000000"/>
                </a:solidFill>
                <a:ea typeface="ヒラギノ角ゴ Pro W3"/>
                <a:cs typeface="ヒラギノ角ゴ Pro W3"/>
              </a:rPr>
              <a:t>DNA mol-</a:t>
            </a:r>
          </a:p>
          <a:p>
            <a:pPr>
              <a:lnSpc>
                <a:spcPts val="2600"/>
              </a:lnSpc>
              <a:spcBef>
                <a:spcPct val="0"/>
              </a:spcBef>
              <a:buClrTx/>
              <a:buSzTx/>
              <a:buFontTx/>
              <a:buNone/>
            </a:pPr>
            <a:r>
              <a:rPr lang="en-US" altLang="en-US" sz="2400" b="1">
                <a:solidFill>
                  <a:srgbClr val="000000"/>
                </a:solidFill>
                <a:ea typeface="ヒラギノ角ゴ Pro W3"/>
                <a:cs typeface="ヒラギノ角ゴ Pro W3"/>
              </a:rPr>
              <a:t>ecules of</a:t>
            </a:r>
          </a:p>
          <a:p>
            <a:pPr>
              <a:lnSpc>
                <a:spcPts val="2600"/>
              </a:lnSpc>
              <a:spcBef>
                <a:spcPct val="0"/>
              </a:spcBef>
              <a:buClrTx/>
              <a:buSzTx/>
              <a:buFontTx/>
              <a:buNone/>
            </a:pPr>
            <a:r>
              <a:rPr lang="en-US" altLang="en-US" sz="2400" b="1">
                <a:solidFill>
                  <a:srgbClr val="000000"/>
                </a:solidFill>
                <a:ea typeface="ヒラギノ角ゴ Pro W3"/>
                <a:cs typeface="ヒラギノ角ゴ Pro W3"/>
              </a:rPr>
              <a:t>different</a:t>
            </a:r>
          </a:p>
          <a:p>
            <a:pPr>
              <a:lnSpc>
                <a:spcPts val="2600"/>
              </a:lnSpc>
              <a:spcBef>
                <a:spcPct val="0"/>
              </a:spcBef>
              <a:buClrTx/>
              <a:buSzTx/>
              <a:buFontTx/>
              <a:buNone/>
            </a:pPr>
            <a:r>
              <a:rPr lang="en-US" altLang="en-US" sz="2400" b="1">
                <a:solidFill>
                  <a:srgbClr val="000000"/>
                </a:solidFill>
                <a:ea typeface="ヒラギノ角ゴ Pro W3"/>
                <a:cs typeface="ヒラギノ角ゴ Pro W3"/>
              </a:rPr>
              <a:t>sizes</a:t>
            </a:r>
          </a:p>
        </p:txBody>
      </p:sp>
      <p:sp>
        <p:nvSpPr>
          <p:cNvPr id="43014" name="TextBox 7">
            <a:extLst>
              <a:ext uri="{FF2B5EF4-FFF2-40B4-BE49-F238E27FC236}">
                <a16:creationId xmlns:a16="http://schemas.microsoft.com/office/drawing/2014/main" id="{03611FF3-FCB0-F3EF-D4DC-A35B212C9E9C}"/>
              </a:ext>
            </a:extLst>
          </p:cNvPr>
          <p:cNvSpPr txBox="1">
            <a:spLocks noChangeArrowheads="1"/>
          </p:cNvSpPr>
          <p:nvPr/>
        </p:nvSpPr>
        <p:spPr bwMode="auto">
          <a:xfrm>
            <a:off x="5888038" y="1397000"/>
            <a:ext cx="1009650"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Power</a:t>
            </a:r>
          </a:p>
          <a:p>
            <a:pPr>
              <a:lnSpc>
                <a:spcPts val="2600"/>
              </a:lnSpc>
              <a:spcBef>
                <a:spcPct val="0"/>
              </a:spcBef>
              <a:buClrTx/>
              <a:buSzTx/>
              <a:buFontTx/>
              <a:buNone/>
            </a:pPr>
            <a:r>
              <a:rPr lang="en-US" altLang="en-US" sz="2400" b="1">
                <a:solidFill>
                  <a:srgbClr val="000000"/>
                </a:solidFill>
                <a:ea typeface="ヒラギノ角ゴ Pro W3"/>
                <a:cs typeface="ヒラギノ角ゴ Pro W3"/>
              </a:rPr>
              <a:t>source</a:t>
            </a:r>
          </a:p>
        </p:txBody>
      </p:sp>
      <p:sp>
        <p:nvSpPr>
          <p:cNvPr id="43015" name="TextBox 11">
            <a:extLst>
              <a:ext uri="{FF2B5EF4-FFF2-40B4-BE49-F238E27FC236}">
                <a16:creationId xmlns:a16="http://schemas.microsoft.com/office/drawing/2014/main" id="{C2C8873C-CF61-F8F2-BB1D-11176B9A77CF}"/>
              </a:ext>
            </a:extLst>
          </p:cNvPr>
          <p:cNvSpPr txBox="1">
            <a:spLocks noChangeArrowheads="1"/>
          </p:cNvSpPr>
          <p:nvPr/>
        </p:nvSpPr>
        <p:spPr bwMode="auto">
          <a:xfrm>
            <a:off x="4640263" y="3354388"/>
            <a:ext cx="798512"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Wells</a:t>
            </a:r>
          </a:p>
        </p:txBody>
      </p:sp>
      <p:sp>
        <p:nvSpPr>
          <p:cNvPr id="43016" name="TextBox 12">
            <a:extLst>
              <a:ext uri="{FF2B5EF4-FFF2-40B4-BE49-F238E27FC236}">
                <a16:creationId xmlns:a16="http://schemas.microsoft.com/office/drawing/2014/main" id="{BB163B93-9530-429C-C6A3-828C20DE1401}"/>
              </a:ext>
            </a:extLst>
          </p:cNvPr>
          <p:cNvSpPr txBox="1">
            <a:spLocks noChangeArrowheads="1"/>
          </p:cNvSpPr>
          <p:nvPr/>
        </p:nvSpPr>
        <p:spPr bwMode="auto">
          <a:xfrm>
            <a:off x="8275638" y="4137025"/>
            <a:ext cx="49530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Gel</a:t>
            </a:r>
          </a:p>
        </p:txBody>
      </p:sp>
      <p:sp>
        <p:nvSpPr>
          <p:cNvPr id="43017" name="TextBox 13">
            <a:extLst>
              <a:ext uri="{FF2B5EF4-FFF2-40B4-BE49-F238E27FC236}">
                <a16:creationId xmlns:a16="http://schemas.microsoft.com/office/drawing/2014/main" id="{D55FB5D3-4D1A-D172-C271-2BA330AE5BF5}"/>
              </a:ext>
            </a:extLst>
          </p:cNvPr>
          <p:cNvSpPr txBox="1">
            <a:spLocks noChangeArrowheads="1"/>
          </p:cNvSpPr>
          <p:nvPr/>
        </p:nvSpPr>
        <p:spPr bwMode="auto">
          <a:xfrm>
            <a:off x="344488" y="4878388"/>
            <a:ext cx="8177212" cy="66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465138" indent="-465138">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600"/>
              </a:lnSpc>
              <a:spcBef>
                <a:spcPct val="0"/>
              </a:spcBef>
              <a:buClrTx/>
              <a:buSzTx/>
              <a:buFontTx/>
              <a:buNone/>
            </a:pPr>
            <a:r>
              <a:rPr lang="en-US" altLang="en-US" sz="2400" b="1">
                <a:solidFill>
                  <a:srgbClr val="000000"/>
                </a:solidFill>
                <a:ea typeface="ヒラギノ角ゴ Pro W3"/>
                <a:cs typeface="ヒラギノ角ゴ Pro W3"/>
              </a:rPr>
              <a:t>(a) Negatively charged DNA molecules will move toward</a:t>
            </a:r>
            <a:br>
              <a:rPr lang="en-US" altLang="en-US" sz="2400" b="1">
                <a:solidFill>
                  <a:srgbClr val="000000"/>
                </a:solidFill>
                <a:ea typeface="ヒラギノ角ゴ Pro W3"/>
                <a:cs typeface="ヒラギノ角ゴ Pro W3"/>
              </a:rPr>
            </a:br>
            <a:r>
              <a:rPr lang="en-US" altLang="en-US" sz="2400" b="1">
                <a:solidFill>
                  <a:srgbClr val="000000"/>
                </a:solidFill>
                <a:ea typeface="ヒラギノ角ゴ Pro W3"/>
                <a:cs typeface="ヒラギノ角ゴ Pro W3"/>
              </a:rPr>
              <a:t>the positive electrode.</a:t>
            </a:r>
          </a:p>
        </p:txBody>
      </p:sp>
      <p:sp>
        <p:nvSpPr>
          <p:cNvPr id="13" name="Freeform 12">
            <a:extLst>
              <a:ext uri="{FF2B5EF4-FFF2-40B4-BE49-F238E27FC236}">
                <a16:creationId xmlns:a16="http://schemas.microsoft.com/office/drawing/2014/main" id="{50EF7FFF-4102-50C7-418B-0C3BE5527F3E}"/>
              </a:ext>
            </a:extLst>
          </p:cNvPr>
          <p:cNvSpPr/>
          <p:nvPr/>
        </p:nvSpPr>
        <p:spPr>
          <a:xfrm>
            <a:off x="7258050" y="3444875"/>
            <a:ext cx="990600" cy="823913"/>
          </a:xfrm>
          <a:custGeom>
            <a:avLst/>
            <a:gdLst>
              <a:gd name="connsiteX0" fmla="*/ 6350 w 990422"/>
              <a:gd name="connsiteY0" fmla="*/ 6350 h 824369"/>
              <a:gd name="connsiteX1" fmla="*/ 984072 w 990422"/>
              <a:gd name="connsiteY1" fmla="*/ 818019 h 824369"/>
            </a:gdLst>
            <a:ahLst/>
            <a:cxnLst>
              <a:cxn ang="0">
                <a:pos x="connsiteX0" y="connsiteY0"/>
              </a:cxn>
              <a:cxn ang="1">
                <a:pos x="connsiteX1" y="connsiteY1"/>
              </a:cxn>
            </a:cxnLst>
            <a:rect l="l" t="t" r="r" b="b"/>
            <a:pathLst>
              <a:path w="990422" h="824369">
                <a:moveTo>
                  <a:pt x="6350" y="6350"/>
                </a:moveTo>
                <a:lnTo>
                  <a:pt x="984072" y="818019"/>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14" name="Freeform 3">
            <a:extLst>
              <a:ext uri="{FF2B5EF4-FFF2-40B4-BE49-F238E27FC236}">
                <a16:creationId xmlns:a16="http://schemas.microsoft.com/office/drawing/2014/main" id="{1898072B-5E82-6F5D-284D-A58E0B852885}"/>
              </a:ext>
            </a:extLst>
          </p:cNvPr>
          <p:cNvSpPr/>
          <p:nvPr/>
        </p:nvSpPr>
        <p:spPr>
          <a:xfrm>
            <a:off x="1731963" y="2360613"/>
            <a:ext cx="630237" cy="735012"/>
          </a:xfrm>
          <a:custGeom>
            <a:avLst/>
            <a:gdLst>
              <a:gd name="connsiteX0" fmla="*/ 6350 w 629775"/>
              <a:gd name="connsiteY0" fmla="*/ 6350 h 735342"/>
              <a:gd name="connsiteX1" fmla="*/ 623425 w 629775"/>
              <a:gd name="connsiteY1" fmla="*/ 728992 h 735342"/>
            </a:gdLst>
            <a:ahLst/>
            <a:cxnLst>
              <a:cxn ang="0">
                <a:pos x="connsiteX0" y="connsiteY0"/>
              </a:cxn>
              <a:cxn ang="1">
                <a:pos x="connsiteX1" y="connsiteY1"/>
              </a:cxn>
            </a:cxnLst>
            <a:rect l="l" t="t" r="r" b="b"/>
            <a:pathLst>
              <a:path w="629775" h="735342">
                <a:moveTo>
                  <a:pt x="6350" y="6350"/>
                </a:moveTo>
                <a:lnTo>
                  <a:pt x="623425" y="728992"/>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1" descr="D:\Manjubharkavi\Production\October\17-Oct\Chapter 20\Unlabeled\20_06bGelElectrophoresis-U.jpg">
            <a:extLst>
              <a:ext uri="{FF2B5EF4-FFF2-40B4-BE49-F238E27FC236}">
                <a16:creationId xmlns:a16="http://schemas.microsoft.com/office/drawing/2014/main" id="{DA394CE8-4E52-1B06-38B8-CCDAFAE76BBE}"/>
              </a:ext>
            </a:extLst>
          </p:cNvPr>
          <p:cNvPicPr>
            <a:picLocks noChangeAspect="1"/>
          </p:cNvPicPr>
          <p:nvPr/>
        </p:nvPicPr>
        <p:blipFill>
          <a:blip r:embed="rId3" r:link="rId4">
            <a:extLst>
              <a:ext uri="{28A0092B-C50C-407E-A947-70E740481C1C}">
                <a14:useLocalDpi xmlns:a14="http://schemas.microsoft.com/office/drawing/2010/main" val="0"/>
              </a:ext>
            </a:extLst>
          </a:blip>
          <a:srcRect b="2390"/>
          <a:stretch>
            <a:fillRect/>
          </a:stretch>
        </p:blipFill>
        <p:spPr bwMode="auto">
          <a:xfrm>
            <a:off x="1069975" y="317500"/>
            <a:ext cx="7004050" cy="622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59" name="TextBox 2">
            <a:extLst>
              <a:ext uri="{FF2B5EF4-FFF2-40B4-BE49-F238E27FC236}">
                <a16:creationId xmlns:a16="http://schemas.microsoft.com/office/drawing/2014/main" id="{D98957E2-C771-3543-59CC-225F9238D572}"/>
              </a:ext>
            </a:extLst>
          </p:cNvPr>
          <p:cNvSpPr txBox="1">
            <a:spLocks noChangeArrowheads="1"/>
          </p:cNvSpPr>
          <p:nvPr/>
        </p:nvSpPr>
        <p:spPr bwMode="auto">
          <a:xfrm>
            <a:off x="1906588" y="5054600"/>
            <a:ext cx="29210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400"/>
              </a:lnSpc>
              <a:spcBef>
                <a:spcPct val="0"/>
              </a:spcBef>
              <a:buClrTx/>
              <a:buSzTx/>
              <a:buFontTx/>
              <a:buNone/>
            </a:pPr>
            <a:r>
              <a:rPr lang="en-US" altLang="en-US" sz="2200" b="1">
                <a:solidFill>
                  <a:srgbClr val="FFFFFF"/>
                </a:solidFill>
                <a:ea typeface="ヒラギノ角ゴ Pro W3"/>
                <a:cs typeface="ヒラギノ角ゴ Pro W3"/>
              </a:rPr>
              <a:t>Restriction fragments</a:t>
            </a:r>
          </a:p>
          <a:p>
            <a:pPr>
              <a:lnSpc>
                <a:spcPts val="2400"/>
              </a:lnSpc>
              <a:spcBef>
                <a:spcPct val="0"/>
              </a:spcBef>
              <a:buClrTx/>
              <a:buSzTx/>
              <a:buFontTx/>
              <a:buNone/>
            </a:pPr>
            <a:r>
              <a:rPr lang="en-US" altLang="en-US" sz="2200" b="1">
                <a:solidFill>
                  <a:srgbClr val="FFFFFF"/>
                </a:solidFill>
                <a:ea typeface="ヒラギノ角ゴ Pro W3"/>
                <a:cs typeface="ヒラギノ角ゴ Pro W3"/>
              </a:rPr>
              <a:t>(size standards)</a:t>
            </a:r>
          </a:p>
        </p:txBody>
      </p:sp>
      <p:sp>
        <p:nvSpPr>
          <p:cNvPr id="45060" name="TextBox 4">
            <a:extLst>
              <a:ext uri="{FF2B5EF4-FFF2-40B4-BE49-F238E27FC236}">
                <a16:creationId xmlns:a16="http://schemas.microsoft.com/office/drawing/2014/main" id="{4C306129-4F31-66FC-1E70-C05C95B62397}"/>
              </a:ext>
            </a:extLst>
          </p:cNvPr>
          <p:cNvSpPr txBox="1">
            <a:spLocks noChangeArrowheads="1"/>
          </p:cNvSpPr>
          <p:nvPr/>
        </p:nvSpPr>
        <p:spPr bwMode="auto">
          <a:xfrm>
            <a:off x="1096963" y="5888038"/>
            <a:ext cx="7073900"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marL="438150" indent="-438150">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2400"/>
              </a:lnSpc>
              <a:spcBef>
                <a:spcPct val="0"/>
              </a:spcBef>
              <a:buClrTx/>
              <a:buSzTx/>
              <a:buFontTx/>
              <a:buNone/>
            </a:pPr>
            <a:r>
              <a:rPr lang="en-US" altLang="en-US" sz="2200" b="1">
                <a:solidFill>
                  <a:srgbClr val="000000"/>
                </a:solidFill>
                <a:ea typeface="ヒラギノ角ゴ Pro W3"/>
                <a:cs typeface="ヒラギノ角ゴ Pro W3"/>
              </a:rPr>
              <a:t>(b) Shorter molecules are slowed down less than</a:t>
            </a:r>
            <a:br>
              <a:rPr lang="en-US" altLang="en-US" sz="2200" b="1">
                <a:solidFill>
                  <a:srgbClr val="000000"/>
                </a:solidFill>
                <a:ea typeface="ヒラギノ角ゴ Pro W3"/>
                <a:cs typeface="ヒラギノ角ゴ Pro W3"/>
              </a:rPr>
            </a:br>
            <a:r>
              <a:rPr lang="en-US" altLang="en-US" sz="2200" b="1">
                <a:solidFill>
                  <a:srgbClr val="000000"/>
                </a:solidFill>
                <a:ea typeface="ヒラギノ角ゴ Pro W3"/>
                <a:cs typeface="ヒラギノ角ゴ Pro W3"/>
              </a:rPr>
              <a:t>longer ones, so they move faster through the gel.</a:t>
            </a:r>
          </a:p>
        </p:txBody>
      </p:sp>
      <p:grpSp>
        <p:nvGrpSpPr>
          <p:cNvPr id="45061" name="Group 9">
            <a:extLst>
              <a:ext uri="{FF2B5EF4-FFF2-40B4-BE49-F238E27FC236}">
                <a16:creationId xmlns:a16="http://schemas.microsoft.com/office/drawing/2014/main" id="{D3D3AB91-8AFA-44E8-209F-FD7F50A08126}"/>
              </a:ext>
            </a:extLst>
          </p:cNvPr>
          <p:cNvGrpSpPr>
            <a:grpSpLocks/>
          </p:cNvGrpSpPr>
          <p:nvPr/>
        </p:nvGrpSpPr>
        <p:grpSpPr bwMode="auto">
          <a:xfrm>
            <a:off x="3848100" y="3898900"/>
            <a:ext cx="1141413" cy="1166813"/>
            <a:chOff x="4081645" y="4934478"/>
            <a:chExt cx="726034" cy="750240"/>
          </a:xfrm>
        </p:grpSpPr>
        <p:sp>
          <p:nvSpPr>
            <p:cNvPr id="11" name="Freeform 3">
              <a:extLst>
                <a:ext uri="{FF2B5EF4-FFF2-40B4-BE49-F238E27FC236}">
                  <a16:creationId xmlns:a16="http://schemas.microsoft.com/office/drawing/2014/main" id="{732C6664-8EC0-E61B-46E6-28C3EAB4FE4B}"/>
                </a:ext>
              </a:extLst>
            </p:cNvPr>
            <p:cNvSpPr/>
            <p:nvPr/>
          </p:nvSpPr>
          <p:spPr>
            <a:xfrm>
              <a:off x="4081645" y="4934478"/>
              <a:ext cx="726034" cy="297034"/>
            </a:xfrm>
            <a:custGeom>
              <a:avLst/>
              <a:gdLst>
                <a:gd name="connsiteX0" fmla="*/ 9053 w 725676"/>
                <a:gd name="connsiteY0" fmla="*/ 6350 h 297383"/>
                <a:gd name="connsiteX1" fmla="*/ 39012 w 725676"/>
                <a:gd name="connsiteY1" fmla="*/ 102641 h 297383"/>
                <a:gd name="connsiteX2" fmla="*/ 276756 w 725676"/>
                <a:gd name="connsiteY2" fmla="*/ 178066 h 297383"/>
                <a:gd name="connsiteX3" fmla="*/ 324686 w 725676"/>
                <a:gd name="connsiteY3" fmla="*/ 250507 h 297383"/>
                <a:gd name="connsiteX4" fmla="*/ 404201 w 725676"/>
                <a:gd name="connsiteY4" fmla="*/ 215582 h 297383"/>
                <a:gd name="connsiteX5" fmla="*/ 641970 w 725676"/>
                <a:gd name="connsiteY5" fmla="*/ 291033 h 297383"/>
                <a:gd name="connsiteX6" fmla="*/ 719326 w 725676"/>
                <a:gd name="connsiteY6" fmla="*/ 226314 h 297383"/>
              </a:gdLst>
              <a:ahLst/>
              <a:cxnLst>
                <a:cxn ang="0">
                  <a:pos x="connsiteX0" y="connsiteY0"/>
                </a:cxn>
                <a:cxn ang="1">
                  <a:pos x="connsiteX1" y="connsiteY1"/>
                </a:cxn>
                <a:cxn ang="2">
                  <a:pos x="connsiteX2" y="connsiteY2"/>
                </a:cxn>
                <a:cxn ang="3">
                  <a:pos x="connsiteX3" y="connsiteY3"/>
                </a:cxn>
                <a:cxn ang="4">
                  <a:pos x="connsiteX4" y="connsiteY4"/>
                </a:cxn>
                <a:cxn ang="5">
                  <a:pos x="connsiteX5" y="connsiteY5"/>
                </a:cxn>
                <a:cxn ang="6">
                  <a:pos x="connsiteX6" y="connsiteY6"/>
                </a:cxn>
              </a:cxnLst>
              <a:rect l="l" t="t" r="r" b="b"/>
              <a:pathLst>
                <a:path w="725676" h="297383">
                  <a:moveTo>
                    <a:pt x="9053" y="6350"/>
                  </a:moveTo>
                  <a:cubicBezTo>
                    <a:pt x="9053" y="6350"/>
                    <a:pt x="-8142" y="88772"/>
                    <a:pt x="39012" y="102641"/>
                  </a:cubicBezTo>
                  <a:cubicBezTo>
                    <a:pt x="85952" y="116484"/>
                    <a:pt x="239863" y="167208"/>
                    <a:pt x="276756" y="178066"/>
                  </a:cubicBezTo>
                  <a:cubicBezTo>
                    <a:pt x="313650" y="188912"/>
                    <a:pt x="324686" y="250507"/>
                    <a:pt x="324686" y="250507"/>
                  </a:cubicBezTo>
                  <a:cubicBezTo>
                    <a:pt x="324686" y="250507"/>
                    <a:pt x="367307" y="204711"/>
                    <a:pt x="404201" y="215582"/>
                  </a:cubicBezTo>
                  <a:cubicBezTo>
                    <a:pt x="441094" y="226466"/>
                    <a:pt x="595006" y="277190"/>
                    <a:pt x="641970" y="291033"/>
                  </a:cubicBezTo>
                  <a:cubicBezTo>
                    <a:pt x="688897" y="304825"/>
                    <a:pt x="719326" y="226314"/>
                    <a:pt x="719326" y="226314"/>
                  </a:cubicBezTo>
                </a:path>
              </a:pathLst>
            </a:custGeom>
            <a:ln w="12700">
              <a:solidFill>
                <a:schemeClr val="bg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12" name="Freeform 3">
              <a:extLst>
                <a:ext uri="{FF2B5EF4-FFF2-40B4-BE49-F238E27FC236}">
                  <a16:creationId xmlns:a16="http://schemas.microsoft.com/office/drawing/2014/main" id="{81602418-202D-EDA8-D6C7-8E7635070216}"/>
                </a:ext>
              </a:extLst>
            </p:cNvPr>
            <p:cNvSpPr/>
            <p:nvPr/>
          </p:nvSpPr>
          <p:spPr>
            <a:xfrm>
              <a:off x="4081645" y="5178434"/>
              <a:ext cx="331209" cy="506284"/>
            </a:xfrm>
            <a:custGeom>
              <a:avLst/>
              <a:gdLst>
                <a:gd name="connsiteX0" fmla="*/ 325043 w 331393"/>
                <a:gd name="connsiteY0" fmla="*/ 6350 h 506082"/>
                <a:gd name="connsiteX1" fmla="*/ 6350 w 331393"/>
                <a:gd name="connsiteY1" fmla="*/ 499731 h 506082"/>
              </a:gdLst>
              <a:ahLst/>
              <a:cxnLst>
                <a:cxn ang="0">
                  <a:pos x="connsiteX0" y="connsiteY0"/>
                </a:cxn>
                <a:cxn ang="1">
                  <a:pos x="connsiteX1" y="connsiteY1"/>
                </a:cxn>
              </a:cxnLst>
              <a:rect l="l" t="t" r="r" b="b"/>
              <a:pathLst>
                <a:path w="331393" h="506082">
                  <a:moveTo>
                    <a:pt x="325043" y="6350"/>
                  </a:moveTo>
                  <a:lnTo>
                    <a:pt x="6350" y="499731"/>
                  </a:lnTo>
                </a:path>
              </a:pathLst>
            </a:custGeom>
            <a:ln w="12700">
              <a:solidFill>
                <a:schemeClr val="bg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DC3C921F-7762-3AF0-E155-30DF1BE0051A}"/>
              </a:ext>
            </a:extLst>
          </p:cNvPr>
          <p:cNvSpPr>
            <a:spLocks noGrp="1" noChangeArrowheads="1"/>
          </p:cNvSpPr>
          <p:nvPr>
            <p:ph type="title"/>
          </p:nvPr>
        </p:nvSpPr>
        <p:spPr/>
        <p:txBody>
          <a:bodyPr/>
          <a:lstStyle/>
          <a:p>
            <a:pPr eaLnBrk="1" hangingPunct="1"/>
            <a:r>
              <a:rPr lang="en-US" altLang="zh-CN">
                <a:latin typeface="Cooper Black" panose="0208090404030B020404" pitchFamily="18" charset="77"/>
                <a:ea typeface="华文隶书" panose="02010800040101010101" pitchFamily="2" charset="-122"/>
              </a:rPr>
              <a:t>Genomic Library</a:t>
            </a:r>
          </a:p>
        </p:txBody>
      </p:sp>
      <p:sp>
        <p:nvSpPr>
          <p:cNvPr id="47107" name="Rectangle 3">
            <a:extLst>
              <a:ext uri="{FF2B5EF4-FFF2-40B4-BE49-F238E27FC236}">
                <a16:creationId xmlns:a16="http://schemas.microsoft.com/office/drawing/2014/main" id="{1AD1393A-164C-396E-149A-455177111938}"/>
              </a:ext>
            </a:extLst>
          </p:cNvPr>
          <p:cNvSpPr>
            <a:spLocks noGrp="1" noChangeArrowheads="1"/>
          </p:cNvSpPr>
          <p:nvPr>
            <p:ph type="body" sz="half" idx="1"/>
          </p:nvPr>
        </p:nvSpPr>
        <p:spPr/>
        <p:txBody>
          <a:bodyPr/>
          <a:lstStyle/>
          <a:p>
            <a:pPr eaLnBrk="1" hangingPunct="1"/>
            <a:r>
              <a:rPr lang="en-US" altLang="zh-CN" sz="2800" b="1">
                <a:solidFill>
                  <a:srgbClr val="FF0000"/>
                </a:solidFill>
                <a:latin typeface="Eras Medium ITC" panose="020F0502020204030204" pitchFamily="34" charset="0"/>
              </a:rPr>
              <a:t>Genomic library</a:t>
            </a:r>
            <a:r>
              <a:rPr lang="en-US" altLang="zh-CN" sz="2800">
                <a:solidFill>
                  <a:srgbClr val="FF0000"/>
                </a:solidFill>
                <a:latin typeface="Eras Medium ITC" panose="020F0502020204030204" pitchFamily="34" charset="0"/>
              </a:rPr>
              <a:t> </a:t>
            </a:r>
            <a:r>
              <a:rPr lang="en-US" altLang="zh-CN" sz="2800">
                <a:latin typeface="Eras Medium ITC" panose="020F0502020204030204" pitchFamily="34" charset="0"/>
              </a:rPr>
              <a:t>derived from total genomic DNA cleaved with a restriction enzyme. </a:t>
            </a:r>
          </a:p>
          <a:p>
            <a:pPr eaLnBrk="1" hangingPunct="1"/>
            <a:r>
              <a:rPr lang="en-US" altLang="zh-CN" sz="2800">
                <a:latin typeface="Eras Medium ITC" panose="020F0502020204030204" pitchFamily="34" charset="0"/>
              </a:rPr>
              <a:t>It is useful when generating DNA for sequencing a genome.</a:t>
            </a:r>
          </a:p>
          <a:p>
            <a:pPr eaLnBrk="1" hangingPunct="1"/>
            <a:endParaRPr lang="en-US" altLang="zh-CN" sz="2800"/>
          </a:p>
        </p:txBody>
      </p:sp>
      <p:pic>
        <p:nvPicPr>
          <p:cNvPr id="47108" name="Picture 4" descr="图片1">
            <a:extLst>
              <a:ext uri="{FF2B5EF4-FFF2-40B4-BE49-F238E27FC236}">
                <a16:creationId xmlns:a16="http://schemas.microsoft.com/office/drawing/2014/main" id="{98677962-FEBC-0392-4143-65E1FA21BCDD}"/>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211638" y="1773238"/>
            <a:ext cx="4322762" cy="3311525"/>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1B80DD8C-56A5-3F58-1FF3-61F2448FC0E2}"/>
              </a:ext>
            </a:extLst>
          </p:cNvPr>
          <p:cNvSpPr>
            <a:spLocks noGrp="1" noChangeArrowheads="1"/>
          </p:cNvSpPr>
          <p:nvPr>
            <p:ph type="title"/>
          </p:nvPr>
        </p:nvSpPr>
        <p:spPr/>
        <p:txBody>
          <a:bodyPr/>
          <a:lstStyle/>
          <a:p>
            <a:pPr eaLnBrk="1" hangingPunct="1"/>
            <a:r>
              <a:rPr lang="en-US" altLang="zh-CN"/>
              <a:t> </a:t>
            </a:r>
            <a:r>
              <a:rPr lang="en-US" altLang="zh-CN">
                <a:latin typeface="Cooper Black" panose="0208090404030B020404" pitchFamily="18" charset="77"/>
              </a:rPr>
              <a:t>cDNA library</a:t>
            </a:r>
          </a:p>
        </p:txBody>
      </p:sp>
      <p:sp>
        <p:nvSpPr>
          <p:cNvPr id="48131" name="Rectangle 3">
            <a:extLst>
              <a:ext uri="{FF2B5EF4-FFF2-40B4-BE49-F238E27FC236}">
                <a16:creationId xmlns:a16="http://schemas.microsoft.com/office/drawing/2014/main" id="{763F7D65-2862-D7A2-CF80-9724F66C9F3E}"/>
              </a:ext>
            </a:extLst>
          </p:cNvPr>
          <p:cNvSpPr>
            <a:spLocks noGrp="1" noChangeArrowheads="1"/>
          </p:cNvSpPr>
          <p:nvPr>
            <p:ph type="body" sz="half" idx="1"/>
          </p:nvPr>
        </p:nvSpPr>
        <p:spPr/>
        <p:txBody>
          <a:bodyPr/>
          <a:lstStyle/>
          <a:p>
            <a:pPr eaLnBrk="1" hangingPunct="1">
              <a:lnSpc>
                <a:spcPct val="90000"/>
              </a:lnSpc>
            </a:pPr>
            <a:r>
              <a:rPr lang="en-US" altLang="zh-CN" sz="2800">
                <a:solidFill>
                  <a:srgbClr val="FF0000"/>
                </a:solidFill>
                <a:latin typeface="Eras Medium ITC" panose="020F0502020204030204" pitchFamily="34" charset="0"/>
              </a:rPr>
              <a:t>A </a:t>
            </a:r>
            <a:r>
              <a:rPr lang="en-US" altLang="zh-CN" sz="2800" b="1">
                <a:solidFill>
                  <a:srgbClr val="FF0000"/>
                </a:solidFill>
                <a:latin typeface="Eras Medium ITC" panose="020F0502020204030204" pitchFamily="34" charset="0"/>
              </a:rPr>
              <a:t>cDNA (copy DNAs) library</a:t>
            </a:r>
            <a:r>
              <a:rPr lang="en-US" altLang="zh-CN" sz="2800">
                <a:solidFill>
                  <a:srgbClr val="FF0000"/>
                </a:solidFill>
                <a:latin typeface="Eras Medium ITC" panose="020F0502020204030204" pitchFamily="34" charset="0"/>
              </a:rPr>
              <a:t> </a:t>
            </a:r>
            <a:r>
              <a:rPr lang="en-US" altLang="zh-CN" sz="2800">
                <a:latin typeface="Eras Medium ITC" panose="020F0502020204030204" pitchFamily="34" charset="0"/>
              </a:rPr>
              <a:t>convert </a:t>
            </a:r>
            <a:r>
              <a:rPr lang="en-US" altLang="zh-CN" sz="2800" b="1">
                <a:solidFill>
                  <a:srgbClr val="7030A0"/>
                </a:solidFill>
                <a:latin typeface="Eras Medium ITC" panose="020F0502020204030204" pitchFamily="34" charset="0"/>
              </a:rPr>
              <a:t>mRNA into DNA </a:t>
            </a:r>
            <a:r>
              <a:rPr lang="en-US" altLang="zh-CN" sz="2800">
                <a:latin typeface="Eras Medium ITC" panose="020F0502020204030204" pitchFamily="34" charset="0"/>
              </a:rPr>
              <a:t>sequence using </a:t>
            </a:r>
            <a:r>
              <a:rPr lang="en-US" altLang="zh-CN" sz="2800" b="1">
                <a:solidFill>
                  <a:srgbClr val="7030A0"/>
                </a:solidFill>
                <a:latin typeface="Eras Medium ITC" panose="020F0502020204030204" pitchFamily="34" charset="0"/>
              </a:rPr>
              <a:t>reverse transcriptase</a:t>
            </a:r>
            <a:r>
              <a:rPr lang="en-US" altLang="zh-CN" sz="2800">
                <a:latin typeface="Eras Medium ITC" panose="020F0502020204030204" pitchFamily="34" charset="0"/>
              </a:rPr>
              <a:t>.</a:t>
            </a:r>
          </a:p>
          <a:p>
            <a:pPr eaLnBrk="1" hangingPunct="1">
              <a:lnSpc>
                <a:spcPct val="90000"/>
              </a:lnSpc>
            </a:pPr>
            <a:r>
              <a:rPr lang="en-US" altLang="zh-CN" sz="2800">
                <a:latin typeface="Eras Medium ITC" panose="020F0502020204030204" pitchFamily="34" charset="0"/>
              </a:rPr>
              <a:t>It is useful when the objective is to clone a DNA fragment encoding a particular gene.</a:t>
            </a:r>
          </a:p>
          <a:p>
            <a:pPr eaLnBrk="1" hangingPunct="1">
              <a:lnSpc>
                <a:spcPct val="90000"/>
              </a:lnSpc>
            </a:pPr>
            <a:endParaRPr lang="en-US" altLang="zh-CN" sz="2800">
              <a:latin typeface="Eras Medium ITC" panose="020F0502020204030204" pitchFamily="34" charset="0"/>
            </a:endParaRPr>
          </a:p>
          <a:p>
            <a:pPr eaLnBrk="1" hangingPunct="1">
              <a:lnSpc>
                <a:spcPct val="90000"/>
              </a:lnSpc>
            </a:pPr>
            <a:endParaRPr lang="en-US" altLang="zh-CN" sz="2800"/>
          </a:p>
        </p:txBody>
      </p:sp>
      <p:pic>
        <p:nvPicPr>
          <p:cNvPr id="48132" name="Picture 4" descr="fg20-09">
            <a:extLst>
              <a:ext uri="{FF2B5EF4-FFF2-40B4-BE49-F238E27FC236}">
                <a16:creationId xmlns:a16="http://schemas.microsoft.com/office/drawing/2014/main" id="{A3C60D95-6B4C-8785-0B71-09BAACAEE548}"/>
              </a:ext>
            </a:extLst>
          </p:cNvPr>
          <p:cNvPicPr>
            <a:picLocks noChangeAspect="1" noChangeArrowheads="1"/>
          </p:cNvPicPr>
          <p:nvPr>
            <p:ph sz="half" idx="2"/>
          </p:nvPr>
        </p:nvPicPr>
        <p:blipFill>
          <a:blip r:embed="rId2">
            <a:lum contrast="-12000"/>
            <a:extLst>
              <a:ext uri="{28A0092B-C50C-407E-A947-70E740481C1C}">
                <a14:useLocalDpi xmlns:a14="http://schemas.microsoft.com/office/drawing/2010/main" val="0"/>
              </a:ext>
            </a:extLst>
          </a:blip>
          <a:srcRect/>
          <a:stretch>
            <a:fillRect/>
          </a:stretch>
        </p:blipFill>
        <p:spPr>
          <a:xfrm>
            <a:off x="4648200" y="1771650"/>
            <a:ext cx="3886200" cy="4076700"/>
          </a:xfrm>
          <a:noFill/>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7749CEA6-9FF7-83F2-4A2A-945F8CE020E9}"/>
              </a:ext>
            </a:extLst>
          </p:cNvPr>
          <p:cNvSpPr>
            <a:spLocks noGrp="1" noChangeArrowheads="1"/>
          </p:cNvSpPr>
          <p:nvPr>
            <p:ph type="title"/>
          </p:nvPr>
        </p:nvSpPr>
        <p:spPr/>
        <p:txBody>
          <a:bodyPr/>
          <a:lstStyle/>
          <a:p>
            <a:pPr eaLnBrk="1" hangingPunct="1"/>
            <a:r>
              <a:rPr lang="en-US" altLang="zh-CN" sz="3200">
                <a:latin typeface="Cooper Black" panose="0208090404030B020404" pitchFamily="18" charset="77"/>
                <a:ea typeface="楷体_GB2312" pitchFamily="49" charset="-122"/>
              </a:rPr>
              <a:t>Hybridization Can Be Used to Identify a specific Clone in a DNA Library</a:t>
            </a:r>
          </a:p>
        </p:txBody>
      </p:sp>
      <p:sp>
        <p:nvSpPr>
          <p:cNvPr id="49155" name="Rectangle 3">
            <a:extLst>
              <a:ext uri="{FF2B5EF4-FFF2-40B4-BE49-F238E27FC236}">
                <a16:creationId xmlns:a16="http://schemas.microsoft.com/office/drawing/2014/main" id="{E89C893E-EE54-51CA-FE80-9DAB45A08324}"/>
              </a:ext>
            </a:extLst>
          </p:cNvPr>
          <p:cNvSpPr>
            <a:spLocks noGrp="1" noChangeArrowheads="1"/>
          </p:cNvSpPr>
          <p:nvPr>
            <p:ph type="body" sz="half" idx="1"/>
          </p:nvPr>
        </p:nvSpPr>
        <p:spPr>
          <a:xfrm>
            <a:off x="609600" y="1600200"/>
            <a:ext cx="3746500" cy="4419600"/>
          </a:xfrm>
        </p:spPr>
        <p:txBody>
          <a:bodyPr/>
          <a:lstStyle/>
          <a:p>
            <a:pPr eaLnBrk="1" hangingPunct="1">
              <a:lnSpc>
                <a:spcPct val="90000"/>
              </a:lnSpc>
            </a:pPr>
            <a:r>
              <a:rPr lang="en-US" altLang="zh-CN" sz="2400" b="1">
                <a:solidFill>
                  <a:srgbClr val="FF0000"/>
                </a:solidFill>
                <a:latin typeface="Eras Medium ITC" panose="020F0502020204030204" pitchFamily="34" charset="0"/>
              </a:rPr>
              <a:t>colony hybridization </a:t>
            </a:r>
          </a:p>
          <a:p>
            <a:pPr eaLnBrk="1" hangingPunct="1">
              <a:lnSpc>
                <a:spcPct val="90000"/>
              </a:lnSpc>
              <a:buFont typeface="Wingdings" pitchFamily="2" charset="2"/>
              <a:buNone/>
            </a:pPr>
            <a:r>
              <a:rPr lang="en-US" altLang="zh-CN" sz="2400">
                <a:latin typeface="Eras Medium ITC" panose="020F0502020204030204" pitchFamily="34" charset="0"/>
              </a:rPr>
              <a:t>    The process by which a labeled DNA probe is used to screen a library.</a:t>
            </a:r>
            <a:r>
              <a:rPr lang="en-US" altLang="zh-CN" sz="2400"/>
              <a:t> </a:t>
            </a:r>
          </a:p>
          <a:p>
            <a:pPr eaLnBrk="1" hangingPunct="1">
              <a:lnSpc>
                <a:spcPct val="90000"/>
              </a:lnSpc>
              <a:buFont typeface="Wingdings" pitchFamily="2" charset="2"/>
              <a:buNone/>
            </a:pPr>
            <a:r>
              <a:rPr lang="en-US" altLang="zh-CN" sz="2400">
                <a:solidFill>
                  <a:srgbClr val="C00000"/>
                </a:solidFill>
              </a:rPr>
              <a:t>Note: If the library is made using a </a:t>
            </a:r>
            <a:r>
              <a:rPr lang="en-US" altLang="zh-CN" sz="2400" b="1">
                <a:solidFill>
                  <a:srgbClr val="C00000"/>
                </a:solidFill>
              </a:rPr>
              <a:t>phage vector</a:t>
            </a:r>
            <a:r>
              <a:rPr lang="en-US" altLang="zh-CN" sz="2400">
                <a:solidFill>
                  <a:srgbClr val="C00000"/>
                </a:solidFill>
              </a:rPr>
              <a:t>, they can be screened in much the same way as plasmid library. The difference is the plaques rather than colonies are screened.</a:t>
            </a:r>
          </a:p>
        </p:txBody>
      </p:sp>
      <p:pic>
        <p:nvPicPr>
          <p:cNvPr id="49156" name="Picture 4" descr="fg20-08">
            <a:extLst>
              <a:ext uri="{FF2B5EF4-FFF2-40B4-BE49-F238E27FC236}">
                <a16:creationId xmlns:a16="http://schemas.microsoft.com/office/drawing/2014/main" id="{DDFE53F2-2630-A430-8A36-2B71E2BCBA91}"/>
              </a:ext>
            </a:extLst>
          </p:cNvPr>
          <p:cNvPicPr>
            <a:picLocks noChangeAspect="1" noChangeArrowheads="1"/>
          </p:cNvPicPr>
          <p:nvPr>
            <p:ph sz="half" idx="2"/>
          </p:nvPr>
        </p:nvPicPr>
        <p:blipFill>
          <a:blip r:embed="rId2">
            <a:lum contrast="-18000"/>
            <a:extLst>
              <a:ext uri="{28A0092B-C50C-407E-A947-70E740481C1C}">
                <a14:useLocalDpi xmlns:a14="http://schemas.microsoft.com/office/drawing/2010/main" val="0"/>
              </a:ext>
            </a:extLst>
          </a:blip>
          <a:srcRect/>
          <a:stretch>
            <a:fillRect/>
          </a:stretch>
        </p:blipFill>
        <p:spPr>
          <a:xfrm>
            <a:off x="4356100" y="1484313"/>
            <a:ext cx="4129088" cy="4392612"/>
          </a:xfrm>
          <a:noFill/>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a:extLst>
              <a:ext uri="{FF2B5EF4-FFF2-40B4-BE49-F238E27FC236}">
                <a16:creationId xmlns:a16="http://schemas.microsoft.com/office/drawing/2014/main" id="{18FCE825-461C-30D7-63A4-957FEAD59CA1}"/>
              </a:ext>
            </a:extLst>
          </p:cNvPr>
          <p:cNvSpPr>
            <a:spLocks noGrp="1" noChangeArrowheads="1"/>
          </p:cNvSpPr>
          <p:nvPr>
            <p:ph type="title"/>
          </p:nvPr>
        </p:nvSpPr>
        <p:spPr/>
        <p:txBody>
          <a:bodyPr/>
          <a:lstStyle/>
          <a:p>
            <a:pPr eaLnBrk="1" hangingPunct="1"/>
            <a:r>
              <a:rPr lang="en-US" altLang="zh-CN" sz="3600">
                <a:latin typeface="Cooper Black" panose="0208090404030B020404" pitchFamily="18" charset="77"/>
              </a:rPr>
              <a:t>Chemically Synthesized Oligonucleotides</a:t>
            </a:r>
          </a:p>
        </p:txBody>
      </p:sp>
      <p:sp>
        <p:nvSpPr>
          <p:cNvPr id="50179" name="Rectangle 3">
            <a:extLst>
              <a:ext uri="{FF2B5EF4-FFF2-40B4-BE49-F238E27FC236}">
                <a16:creationId xmlns:a16="http://schemas.microsoft.com/office/drawing/2014/main" id="{51B4B8DB-411E-A1EB-4632-D1BFD1527B36}"/>
              </a:ext>
            </a:extLst>
          </p:cNvPr>
          <p:cNvSpPr>
            <a:spLocks noGrp="1" noChangeArrowheads="1"/>
          </p:cNvSpPr>
          <p:nvPr>
            <p:ph type="body" sz="half" idx="2"/>
          </p:nvPr>
        </p:nvSpPr>
        <p:spPr/>
        <p:txBody>
          <a:bodyPr/>
          <a:lstStyle/>
          <a:p>
            <a:pPr eaLnBrk="1" hangingPunct="1"/>
            <a:r>
              <a:rPr lang="en-US" altLang="zh-CN" sz="2800">
                <a:latin typeface="Arial Narrow" panose="020B0604020202020204" pitchFamily="34" charset="0"/>
              </a:rPr>
              <a:t>The 5’-hydroxyl group is blocked by the addition of a dimethoxyltrityl protecting group. </a:t>
            </a:r>
          </a:p>
          <a:p>
            <a:pPr eaLnBrk="1" hangingPunct="1"/>
            <a:r>
              <a:rPr lang="en-US" altLang="zh-CN" sz="2800" b="1">
                <a:latin typeface="Arial Narrow" panose="020B0604020202020204" pitchFamily="34" charset="0"/>
              </a:rPr>
              <a:t>The growth of the DNA chain is by addition to the 5’ end of the molecule</a:t>
            </a:r>
            <a:r>
              <a:rPr lang="en-US" altLang="zh-CN" sz="2800">
                <a:latin typeface="Arial Narrow" panose="020B0604020202020204" pitchFamily="34" charset="0"/>
              </a:rPr>
              <a:t>.</a:t>
            </a:r>
          </a:p>
        </p:txBody>
      </p:sp>
      <p:pic>
        <p:nvPicPr>
          <p:cNvPr id="50180" name="Picture 4" descr="fg20-10">
            <a:extLst>
              <a:ext uri="{FF2B5EF4-FFF2-40B4-BE49-F238E27FC236}">
                <a16:creationId xmlns:a16="http://schemas.microsoft.com/office/drawing/2014/main" id="{0F4D2C15-B9D7-E8B6-559F-C0700F8E9A20}"/>
              </a:ext>
            </a:extLst>
          </p:cNvPr>
          <p:cNvPicPr>
            <a:picLocks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609600" y="1885950"/>
            <a:ext cx="3886200" cy="3848100"/>
          </a:xfrm>
          <a:noFill/>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F82B0EEE-A9C4-921D-28C6-D6C410100F66}"/>
              </a:ext>
            </a:extLst>
          </p:cNvPr>
          <p:cNvSpPr>
            <a:spLocks noGrp="1" noChangeArrowheads="1"/>
          </p:cNvSpPr>
          <p:nvPr>
            <p:ph type="title"/>
          </p:nvPr>
        </p:nvSpPr>
        <p:spPr/>
        <p:txBody>
          <a:bodyPr/>
          <a:lstStyle/>
          <a:p>
            <a:pPr eaLnBrk="1" hangingPunct="1"/>
            <a:r>
              <a:rPr lang="en-US" altLang="zh-CN">
                <a:latin typeface="Cooper Black" panose="0208090404030B020404" pitchFamily="18" charset="77"/>
              </a:rPr>
              <a:t>site-directed mutagenesis</a:t>
            </a:r>
          </a:p>
        </p:txBody>
      </p:sp>
      <p:sp>
        <p:nvSpPr>
          <p:cNvPr id="51203" name="Rectangle 3">
            <a:extLst>
              <a:ext uri="{FF2B5EF4-FFF2-40B4-BE49-F238E27FC236}">
                <a16:creationId xmlns:a16="http://schemas.microsoft.com/office/drawing/2014/main" id="{C13C6A3B-C213-645D-D1A6-E6D3372DF800}"/>
              </a:ext>
            </a:extLst>
          </p:cNvPr>
          <p:cNvSpPr>
            <a:spLocks noGrp="1" noChangeArrowheads="1"/>
          </p:cNvSpPr>
          <p:nvPr>
            <p:ph type="body" idx="1"/>
          </p:nvPr>
        </p:nvSpPr>
        <p:spPr/>
        <p:txBody>
          <a:bodyPr/>
          <a:lstStyle/>
          <a:p>
            <a:pPr eaLnBrk="1" hangingPunct="1"/>
            <a:endParaRPr lang="en-US" altLang="zh-CN">
              <a:latin typeface="Arial Narrow" panose="020B0604020202020204" pitchFamily="34" charset="0"/>
            </a:endParaRPr>
          </a:p>
          <a:p>
            <a:pPr eaLnBrk="1" hangingPunct="1"/>
            <a:r>
              <a:rPr lang="en-US" altLang="zh-CN">
                <a:latin typeface="Arial Narrow" panose="020B0604020202020204" pitchFamily="34" charset="0"/>
              </a:rPr>
              <a:t>Short DNA molecules up to 30 bases can be </a:t>
            </a:r>
            <a:r>
              <a:rPr lang="en-US" altLang="zh-CN" b="1">
                <a:latin typeface="Arial Narrow" panose="020B0604020202020204" pitchFamily="34" charset="0"/>
              </a:rPr>
              <a:t>chemically </a:t>
            </a:r>
            <a:r>
              <a:rPr lang="en-US" altLang="zh-CN">
                <a:latin typeface="Arial Narrow" panose="020B0604020202020204" pitchFamily="34" charset="0"/>
              </a:rPr>
              <a:t>synthesized efficiently and accurately.</a:t>
            </a:r>
          </a:p>
          <a:p>
            <a:pPr eaLnBrk="1" hangingPunct="1"/>
            <a:endParaRPr lang="en-US" altLang="zh-CN">
              <a:latin typeface="Arial Narrow" panose="020B0604020202020204" pitchFamily="34" charset="0"/>
            </a:endParaRPr>
          </a:p>
          <a:p>
            <a:pPr eaLnBrk="1" hangingPunct="1"/>
            <a:r>
              <a:rPr lang="en-US" altLang="zh-CN">
                <a:latin typeface="Arial Narrow" panose="020B0604020202020204" pitchFamily="34" charset="0"/>
              </a:rPr>
              <a:t>A custom-designed oligonucleotide can harbor a </a:t>
            </a:r>
            <a:r>
              <a:rPr lang="en-US" altLang="zh-CN" b="1">
                <a:latin typeface="Arial Narrow" panose="020B0604020202020204" pitchFamily="34" charset="0"/>
              </a:rPr>
              <a:t>mismatch</a:t>
            </a:r>
            <a:r>
              <a:rPr lang="en-US" altLang="zh-CN">
                <a:latin typeface="Arial Narrow" panose="020B0604020202020204" pitchFamily="34" charset="0"/>
              </a:rPr>
              <a:t> to a segment of cloned DNA.</a:t>
            </a:r>
          </a:p>
          <a:p>
            <a:pPr eaLnBrk="1" hangingPunct="1"/>
            <a:endParaRPr lang="en-US" altLang="zh-CN">
              <a:latin typeface="Arial Narrow" panose="020B0604020202020204" pitchFamily="34" charset="0"/>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a:extLst>
              <a:ext uri="{FF2B5EF4-FFF2-40B4-BE49-F238E27FC236}">
                <a16:creationId xmlns:a16="http://schemas.microsoft.com/office/drawing/2014/main" id="{32A3DB8A-A26B-39F5-C6B9-2CA2061F6DCE}"/>
              </a:ext>
            </a:extLst>
          </p:cNvPr>
          <p:cNvSpPr>
            <a:spLocks noGrp="1" noChangeArrowheads="1"/>
          </p:cNvSpPr>
          <p:nvPr>
            <p:ph type="title"/>
          </p:nvPr>
        </p:nvSpPr>
        <p:spPr/>
        <p:txBody>
          <a:bodyPr/>
          <a:lstStyle/>
          <a:p>
            <a:pPr eaLnBrk="1" hangingPunct="1"/>
            <a:r>
              <a:rPr lang="en-US" altLang="zh-CN" sz="3200">
                <a:latin typeface="Cooper Black" panose="0208090404030B020404" pitchFamily="18" charset="77"/>
              </a:rPr>
              <a:t>Nested Sets of DNA Fragments Reveal Nucleotide Sequencing</a:t>
            </a:r>
          </a:p>
        </p:txBody>
      </p:sp>
      <p:sp>
        <p:nvSpPr>
          <p:cNvPr id="52227" name="Rectangle 3">
            <a:extLst>
              <a:ext uri="{FF2B5EF4-FFF2-40B4-BE49-F238E27FC236}">
                <a16:creationId xmlns:a16="http://schemas.microsoft.com/office/drawing/2014/main" id="{A5D9F562-0F13-5B55-FC02-159403066ADE}"/>
              </a:ext>
            </a:extLst>
          </p:cNvPr>
          <p:cNvSpPr>
            <a:spLocks noGrp="1" noChangeArrowheads="1"/>
          </p:cNvSpPr>
          <p:nvPr>
            <p:ph type="body" idx="1"/>
          </p:nvPr>
        </p:nvSpPr>
        <p:spPr>
          <a:xfrm>
            <a:off x="609600" y="2176463"/>
            <a:ext cx="7924800" cy="2765425"/>
          </a:xfrm>
        </p:spPr>
        <p:txBody>
          <a:bodyPr/>
          <a:lstStyle/>
          <a:p>
            <a:pPr eaLnBrk="1" hangingPunct="1"/>
            <a:r>
              <a:rPr lang="en-US" altLang="zh-CN"/>
              <a:t>The ultimate in probing a genome with high selectivity, which permits us to find any specific sequence with great rapidity and accuracy through the use of a </a:t>
            </a:r>
            <a:r>
              <a:rPr lang="en-US" altLang="zh-CN" b="1">
                <a:solidFill>
                  <a:srgbClr val="FF0000"/>
                </a:solidFill>
              </a:rPr>
              <a:t>computer and appropriate algorithms</a:t>
            </a:r>
            <a:r>
              <a:rPr lang="en-US" altLang="zh-CN"/>
              <a:t>. </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054F9D54-8041-5265-D67D-1CA4F60FEFC2}"/>
              </a:ext>
            </a:extLst>
          </p:cNvPr>
          <p:cNvSpPr>
            <a:spLocks noGrp="1" noChangeArrowheads="1"/>
          </p:cNvSpPr>
          <p:nvPr>
            <p:ph type="title"/>
          </p:nvPr>
        </p:nvSpPr>
        <p:spPr/>
        <p:txBody>
          <a:bodyPr/>
          <a:lstStyle/>
          <a:p>
            <a:pPr eaLnBrk="1" hangingPunct="1"/>
            <a:r>
              <a:rPr lang="en-US" altLang="zh-CN" sz="3800">
                <a:latin typeface="Cooper Black" panose="0208090404030B020404" pitchFamily="18" charset="77"/>
              </a:rPr>
              <a:t>The underlying principle of DNA sequencing</a:t>
            </a:r>
          </a:p>
        </p:txBody>
      </p:sp>
      <p:sp>
        <p:nvSpPr>
          <p:cNvPr id="53251" name="Rectangle 3">
            <a:extLst>
              <a:ext uri="{FF2B5EF4-FFF2-40B4-BE49-F238E27FC236}">
                <a16:creationId xmlns:a16="http://schemas.microsoft.com/office/drawing/2014/main" id="{EF33A062-2737-59F0-43A8-E2CBCAB64301}"/>
              </a:ext>
            </a:extLst>
          </p:cNvPr>
          <p:cNvSpPr>
            <a:spLocks noGrp="1" noChangeArrowheads="1"/>
          </p:cNvSpPr>
          <p:nvPr>
            <p:ph type="body" idx="1"/>
          </p:nvPr>
        </p:nvSpPr>
        <p:spPr>
          <a:xfrm>
            <a:off x="395288" y="1889125"/>
            <a:ext cx="8280400" cy="4419600"/>
          </a:xfrm>
        </p:spPr>
        <p:txBody>
          <a:bodyPr/>
          <a:lstStyle/>
          <a:p>
            <a:pPr eaLnBrk="1" hangingPunct="1"/>
            <a:r>
              <a:rPr lang="en-US" altLang="zh-CN" sz="2800" b="1">
                <a:latin typeface="Centaur" panose="020F0502020204030204" pitchFamily="34" charset="0"/>
              </a:rPr>
              <a:t>Separation of nested sets (the A,T,C,G set ) of DNA molecules by </a:t>
            </a:r>
            <a:r>
              <a:rPr lang="en-US" altLang="zh-CN" sz="2800" b="1">
                <a:solidFill>
                  <a:srgbClr val="FF0000"/>
                </a:solidFill>
                <a:latin typeface="Centaur" panose="020F0502020204030204" pitchFamily="34" charset="0"/>
              </a:rPr>
              <a:t>size</a:t>
            </a:r>
          </a:p>
          <a:p>
            <a:pPr eaLnBrk="1" hangingPunct="1"/>
            <a:r>
              <a:rPr lang="en-US" altLang="zh-CN" sz="2800" b="1">
                <a:latin typeface="Centaur" panose="020F0502020204030204" pitchFamily="34" charset="0"/>
              </a:rPr>
              <a:t>The different lengths of these fragments can be determined by electrophoresis through a </a:t>
            </a:r>
            <a:r>
              <a:rPr lang="en-US" altLang="zh-CN" sz="2800" b="1">
                <a:solidFill>
                  <a:srgbClr val="FF0000"/>
                </a:solidFill>
                <a:latin typeface="Centaur" panose="020F0502020204030204" pitchFamily="34" charset="0"/>
              </a:rPr>
              <a:t>polyacrylamide gel.</a:t>
            </a:r>
          </a:p>
          <a:p>
            <a:pPr eaLnBrk="1" hangingPunct="1"/>
            <a:r>
              <a:rPr lang="en-US" altLang="zh-CN" sz="2800" b="1">
                <a:latin typeface="Centaur" panose="020F0502020204030204" pitchFamily="34" charset="0"/>
              </a:rPr>
              <a:t>Alternatively, the four nested sets can be differentially labeled with distinct fluorophores, allowing them to be subjected to electrophoresis as a single mixture and distinguished later using </a:t>
            </a:r>
            <a:r>
              <a:rPr lang="en-US" altLang="zh-CN" sz="2800" b="1">
                <a:solidFill>
                  <a:srgbClr val="FF0000"/>
                </a:solidFill>
                <a:latin typeface="Centaur" panose="020F0502020204030204" pitchFamily="34" charset="0"/>
              </a:rPr>
              <a:t>fluorometry</a:t>
            </a:r>
            <a:r>
              <a:rPr lang="en-US" altLang="zh-CN" sz="2800">
                <a:latin typeface="Centaur" panose="020F0502020204030204" pitchFamily="34" charset="0"/>
              </a:rPr>
              <a: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a:extLst>
              <a:ext uri="{FF2B5EF4-FFF2-40B4-BE49-F238E27FC236}">
                <a16:creationId xmlns:a16="http://schemas.microsoft.com/office/drawing/2014/main" id="{BF0FE8CD-BC8B-E233-24B4-6EBC30DA5EC5}"/>
              </a:ext>
            </a:extLst>
          </p:cNvPr>
          <p:cNvSpPr>
            <a:spLocks noGrp="1" noChangeArrowheads="1"/>
          </p:cNvSpPr>
          <p:nvPr>
            <p:ph type="title"/>
          </p:nvPr>
        </p:nvSpPr>
        <p:spPr/>
        <p:txBody>
          <a:bodyPr/>
          <a:lstStyle/>
          <a:p>
            <a:pPr eaLnBrk="1" hangingPunct="1"/>
            <a:r>
              <a:rPr lang="en-US" altLang="zh-CN" sz="3800">
                <a:latin typeface="Cooper Black" panose="0208090404030B020404" pitchFamily="18" charset="77"/>
              </a:rPr>
              <a:t>Two methods to create nested sets of DNA molecules</a:t>
            </a:r>
          </a:p>
        </p:txBody>
      </p:sp>
      <p:sp>
        <p:nvSpPr>
          <p:cNvPr id="54275" name="Rectangle 3">
            <a:extLst>
              <a:ext uri="{FF2B5EF4-FFF2-40B4-BE49-F238E27FC236}">
                <a16:creationId xmlns:a16="http://schemas.microsoft.com/office/drawing/2014/main" id="{031F5E7C-CF8F-DD17-8EEA-FA7EAAB6EF9F}"/>
              </a:ext>
            </a:extLst>
          </p:cNvPr>
          <p:cNvSpPr>
            <a:spLocks noGrp="1" noChangeArrowheads="1"/>
          </p:cNvSpPr>
          <p:nvPr>
            <p:ph type="body" idx="1"/>
          </p:nvPr>
        </p:nvSpPr>
        <p:spPr>
          <a:xfrm>
            <a:off x="609600" y="1962150"/>
            <a:ext cx="7924800" cy="4419600"/>
          </a:xfrm>
        </p:spPr>
        <p:txBody>
          <a:bodyPr/>
          <a:lstStyle/>
          <a:p>
            <a:pPr eaLnBrk="1" hangingPunct="1">
              <a:buFont typeface="Wingdings" pitchFamily="2" charset="2"/>
              <a:buChar char=""/>
            </a:pPr>
            <a:r>
              <a:rPr lang="en-US" altLang="zh-CN">
                <a:latin typeface="Californian FB" panose="020F0502020204030204" pitchFamily="34" charset="0"/>
              </a:rPr>
              <a:t>DNA molecules are </a:t>
            </a:r>
            <a:r>
              <a:rPr lang="en-US" altLang="zh-CN" b="1">
                <a:latin typeface="Californian FB" panose="020F0502020204030204" pitchFamily="34" charset="0"/>
              </a:rPr>
              <a:t>radioactively labeled </a:t>
            </a:r>
            <a:r>
              <a:rPr lang="en-US" altLang="zh-CN">
                <a:latin typeface="Californian FB" panose="020F0502020204030204" pitchFamily="34" charset="0"/>
              </a:rPr>
              <a:t>at their 5’ termini and are then subjected to four different regimens of chemical treatment that cause them to break preferentially at Gs, Cs, Ts, As. (no longer widely used)</a:t>
            </a:r>
          </a:p>
          <a:p>
            <a:pPr eaLnBrk="1" hangingPunct="1">
              <a:buFont typeface="Wingdings" pitchFamily="2" charset="2"/>
              <a:buChar char=""/>
            </a:pPr>
            <a:r>
              <a:rPr lang="en-US" altLang="zh-CN" b="1">
                <a:solidFill>
                  <a:srgbClr val="FF0000"/>
                </a:solidFill>
                <a:latin typeface="Californian FB" panose="020F0502020204030204" pitchFamily="34" charset="0"/>
              </a:rPr>
              <a:t>chain-termination (prevalent)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46DFF39F-D44D-D9B5-34CB-97AA23D4C244}"/>
              </a:ext>
            </a:extLst>
          </p:cNvPr>
          <p:cNvSpPr>
            <a:spLocks noGrp="1" noChangeArrowheads="1"/>
          </p:cNvSpPr>
          <p:nvPr>
            <p:ph type="title"/>
          </p:nvPr>
        </p:nvSpPr>
        <p:spPr/>
        <p:txBody>
          <a:bodyPr/>
          <a:lstStyle/>
          <a:p>
            <a:pPr eaLnBrk="1" hangingPunct="1"/>
            <a:r>
              <a:rPr lang="en-US" altLang="zh-CN" sz="3800" b="1">
                <a:solidFill>
                  <a:srgbClr val="FF0000"/>
                </a:solidFill>
                <a:latin typeface="Cooper Black" panose="0208090404030B020404" pitchFamily="18" charset="77"/>
              </a:rPr>
              <a:t>chain-terminating nucleotides</a:t>
            </a:r>
          </a:p>
        </p:txBody>
      </p:sp>
      <p:sp>
        <p:nvSpPr>
          <p:cNvPr id="55299" name="Rectangle 3">
            <a:extLst>
              <a:ext uri="{FF2B5EF4-FFF2-40B4-BE49-F238E27FC236}">
                <a16:creationId xmlns:a16="http://schemas.microsoft.com/office/drawing/2014/main" id="{D46CF2BB-4DB2-41D7-CB98-69C9B296A97B}"/>
              </a:ext>
            </a:extLst>
          </p:cNvPr>
          <p:cNvSpPr>
            <a:spLocks noGrp="1" noChangeArrowheads="1"/>
          </p:cNvSpPr>
          <p:nvPr>
            <p:ph type="body" sz="half" idx="1"/>
          </p:nvPr>
        </p:nvSpPr>
        <p:spPr/>
        <p:txBody>
          <a:bodyPr/>
          <a:lstStyle/>
          <a:p>
            <a:pPr eaLnBrk="1" hangingPunct="1"/>
            <a:r>
              <a:rPr lang="en-US" altLang="zh-CN" sz="2500">
                <a:latin typeface="Comic Sans MS" panose="030F0902030302020204" pitchFamily="66" charset="0"/>
              </a:rPr>
              <a:t>The chain termination method employ special, modified substrates called 2’-,3’-dideoxynucleotides (ddNTPs), which once incorporated at the 3’ end of a growing polynucleotide chain causes elongation to terminate.</a:t>
            </a:r>
          </a:p>
        </p:txBody>
      </p:sp>
      <p:pic>
        <p:nvPicPr>
          <p:cNvPr id="55300" name="Picture 4" descr="fg20-12">
            <a:extLst>
              <a:ext uri="{FF2B5EF4-FFF2-40B4-BE49-F238E27FC236}">
                <a16:creationId xmlns:a16="http://schemas.microsoft.com/office/drawing/2014/main" id="{57A5FDE2-73BC-ABA2-72D2-14342F89082B}"/>
              </a:ext>
            </a:extLst>
          </p:cNvPr>
          <p:cNvPicPr>
            <a:picLocks noChangeAspect="1" noChangeArrowheads="1"/>
          </p:cNvPicPr>
          <p:nvPr>
            <p:ph sz="quarter" idx="2"/>
          </p:nvPr>
        </p:nvPicPr>
        <p:blipFill>
          <a:blip r:embed="rId2">
            <a:extLst>
              <a:ext uri="{28A0092B-C50C-407E-A947-70E740481C1C}">
                <a14:useLocalDpi xmlns:a14="http://schemas.microsoft.com/office/drawing/2010/main" val="0"/>
              </a:ext>
            </a:extLst>
          </a:blip>
          <a:srcRect r="-82" b="40686"/>
          <a:stretch>
            <a:fillRect/>
          </a:stretch>
        </p:blipFill>
        <p:spPr>
          <a:xfrm>
            <a:off x="4643438" y="2060575"/>
            <a:ext cx="3889375" cy="1152525"/>
          </a:xfrm>
          <a:noFill/>
        </p:spPr>
      </p:pic>
      <p:pic>
        <p:nvPicPr>
          <p:cNvPr id="55301" name="Picture 5" descr="fg20-13">
            <a:extLst>
              <a:ext uri="{FF2B5EF4-FFF2-40B4-BE49-F238E27FC236}">
                <a16:creationId xmlns:a16="http://schemas.microsoft.com/office/drawing/2014/main" id="{9AE39932-BB2F-0495-C607-FE4136820523}"/>
              </a:ext>
            </a:extLst>
          </p:cNvPr>
          <p:cNvPicPr>
            <a:picLocks noChangeAspect="1" noChangeArrowheads="1"/>
          </p:cNvPicPr>
          <p:nvPr>
            <p:ph sz="quarter" idx="3"/>
          </p:nvPr>
        </p:nvPicPr>
        <p:blipFill>
          <a:blip r:embed="rId3">
            <a:extLst>
              <a:ext uri="{28A0092B-C50C-407E-A947-70E740481C1C}">
                <a14:useLocalDpi xmlns:a14="http://schemas.microsoft.com/office/drawing/2010/main" val="0"/>
              </a:ext>
            </a:extLst>
          </a:blip>
          <a:srcRect/>
          <a:stretch>
            <a:fillRect/>
          </a:stretch>
        </p:blipFill>
        <p:spPr>
          <a:xfrm>
            <a:off x="4983163" y="3644900"/>
            <a:ext cx="3214687" cy="2133600"/>
          </a:xfrm>
          <a:noFill/>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32DB1661-92E8-4045-770D-CF5D5FE72522}"/>
              </a:ext>
            </a:extLst>
          </p:cNvPr>
          <p:cNvSpPr>
            <a:spLocks noGrp="1" noChangeArrowheads="1"/>
          </p:cNvSpPr>
          <p:nvPr>
            <p:ph type="title"/>
          </p:nvPr>
        </p:nvSpPr>
        <p:spPr/>
        <p:txBody>
          <a:bodyPr/>
          <a:lstStyle/>
          <a:p>
            <a:pPr eaLnBrk="1" hangingPunct="1"/>
            <a:r>
              <a:rPr lang="en-US" altLang="zh-CN" sz="3800">
                <a:latin typeface="Cooper Black" panose="0208090404030B020404" pitchFamily="18" charset="77"/>
              </a:rPr>
              <a:t>The chain termination method</a:t>
            </a:r>
          </a:p>
        </p:txBody>
      </p:sp>
      <p:pic>
        <p:nvPicPr>
          <p:cNvPr id="56323" name="Picture 3" descr="fg20-14ab">
            <a:extLst>
              <a:ext uri="{FF2B5EF4-FFF2-40B4-BE49-F238E27FC236}">
                <a16:creationId xmlns:a16="http://schemas.microsoft.com/office/drawing/2014/main" id="{C4223D69-361F-AE45-DFC3-1742492C2D32}"/>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230313" y="1600200"/>
            <a:ext cx="6683375" cy="4419600"/>
          </a:xfrm>
          <a:noFill/>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5A90EB34-0328-C560-ED8D-65BFE686B902}"/>
              </a:ext>
            </a:extLst>
          </p:cNvPr>
          <p:cNvSpPr>
            <a:spLocks noGrp="1" noChangeArrowheads="1"/>
          </p:cNvSpPr>
          <p:nvPr>
            <p:ph type="title"/>
          </p:nvPr>
        </p:nvSpPr>
        <p:spPr/>
        <p:txBody>
          <a:bodyPr/>
          <a:lstStyle/>
          <a:p>
            <a:pPr eaLnBrk="1" hangingPunct="1"/>
            <a:r>
              <a:rPr lang="en-US" altLang="zh-CN" sz="3800">
                <a:latin typeface="Cooper Black" panose="0208090404030B020404" pitchFamily="18" charset="77"/>
              </a:rPr>
              <a:t>The chain termination method</a:t>
            </a:r>
          </a:p>
        </p:txBody>
      </p:sp>
      <p:sp>
        <p:nvSpPr>
          <p:cNvPr id="57347" name="Rectangle 3">
            <a:extLst>
              <a:ext uri="{FF2B5EF4-FFF2-40B4-BE49-F238E27FC236}">
                <a16:creationId xmlns:a16="http://schemas.microsoft.com/office/drawing/2014/main" id="{907C3CB6-38B4-33C3-5579-3DC4C2EF47EA}"/>
              </a:ext>
            </a:extLst>
          </p:cNvPr>
          <p:cNvSpPr>
            <a:spLocks noGrp="1" noChangeArrowheads="1"/>
          </p:cNvSpPr>
          <p:nvPr>
            <p:ph type="body" sz="half" idx="2"/>
          </p:nvPr>
        </p:nvSpPr>
        <p:spPr>
          <a:xfrm>
            <a:off x="4427538" y="2033588"/>
            <a:ext cx="4106862" cy="3482975"/>
          </a:xfrm>
        </p:spPr>
        <p:txBody>
          <a:bodyPr/>
          <a:lstStyle/>
          <a:p>
            <a:pPr eaLnBrk="1" hangingPunct="1"/>
            <a:r>
              <a:rPr lang="en-US" altLang="zh-CN" sz="2800">
                <a:latin typeface="Bookman Old Style" panose="02050604050505020204" pitchFamily="18" charset="0"/>
              </a:rPr>
              <a:t>We can read the full nucleotide sequence of the DNA by resolving the </a:t>
            </a:r>
            <a:r>
              <a:rPr lang="en-US" altLang="zh-CN" sz="2800">
                <a:solidFill>
                  <a:srgbClr val="FF0000"/>
                </a:solidFill>
                <a:latin typeface="Bookman Old Style" panose="02050604050505020204" pitchFamily="18" charset="0"/>
              </a:rPr>
              <a:t>four</a:t>
            </a:r>
            <a:r>
              <a:rPr lang="en-US" altLang="zh-CN" sz="2800">
                <a:latin typeface="Bookman Old Style" panose="02050604050505020204" pitchFamily="18" charset="0"/>
              </a:rPr>
              <a:t> nested sets of fragments on a </a:t>
            </a:r>
            <a:r>
              <a:rPr lang="en-US" altLang="zh-CN" sz="2800" b="1">
                <a:solidFill>
                  <a:srgbClr val="FF0000"/>
                </a:solidFill>
                <a:latin typeface="Bookman Old Style" panose="02050604050505020204" pitchFamily="18" charset="0"/>
              </a:rPr>
              <a:t>polyacrylamide gel</a:t>
            </a:r>
            <a:r>
              <a:rPr lang="en-US" altLang="zh-CN" sz="2800">
                <a:latin typeface="Bookman Old Style" panose="02050604050505020204" pitchFamily="18" charset="0"/>
              </a:rPr>
              <a:t>.</a:t>
            </a:r>
          </a:p>
        </p:txBody>
      </p:sp>
      <p:pic>
        <p:nvPicPr>
          <p:cNvPr id="57348" name="Picture 4" descr="fg20-15">
            <a:extLst>
              <a:ext uri="{FF2B5EF4-FFF2-40B4-BE49-F238E27FC236}">
                <a16:creationId xmlns:a16="http://schemas.microsoft.com/office/drawing/2014/main" id="{34F01964-122E-639D-3B2E-6886C626835B}"/>
              </a:ext>
            </a:extLst>
          </p:cNvPr>
          <p:cNvPicPr>
            <a:picLocks noChangeAspect="1" noChangeArrowheads="1"/>
          </p:cNvPicPr>
          <p:nvPr>
            <p:ph sz="half" idx="4294967295"/>
          </p:nvPr>
        </p:nvPicPr>
        <p:blipFill>
          <a:blip r:embed="rId2">
            <a:extLst>
              <a:ext uri="{28A0092B-C50C-407E-A947-70E740481C1C}">
                <a14:useLocalDpi xmlns:a14="http://schemas.microsoft.com/office/drawing/2010/main" val="0"/>
              </a:ext>
            </a:extLst>
          </a:blip>
          <a:srcRect/>
          <a:stretch>
            <a:fillRect/>
          </a:stretch>
        </p:blipFill>
        <p:spPr>
          <a:xfrm>
            <a:off x="611188" y="1628775"/>
            <a:ext cx="3886200" cy="4141788"/>
          </a:xfr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a:extLst>
              <a:ext uri="{FF2B5EF4-FFF2-40B4-BE49-F238E27FC236}">
                <a16:creationId xmlns:a16="http://schemas.microsoft.com/office/drawing/2014/main" id="{DF6FF464-1138-6DAE-D3B2-45E53DD4847A}"/>
              </a:ext>
            </a:extLst>
          </p:cNvPr>
          <p:cNvSpPr>
            <a:spLocks noGrp="1" noChangeArrowheads="1"/>
          </p:cNvSpPr>
          <p:nvPr>
            <p:ph type="title"/>
          </p:nvPr>
        </p:nvSpPr>
        <p:spPr/>
        <p:txBody>
          <a:bodyPr/>
          <a:lstStyle/>
          <a:p>
            <a:pPr eaLnBrk="1" hangingPunct="1"/>
            <a:r>
              <a:rPr lang="en-US" altLang="zh-CN">
                <a:latin typeface="Cooper Black" panose="0208090404030B020404" pitchFamily="18" charset="77"/>
              </a:rPr>
              <a:t>Technical advancement</a:t>
            </a:r>
          </a:p>
        </p:txBody>
      </p:sp>
      <p:sp>
        <p:nvSpPr>
          <p:cNvPr id="58371" name="Rectangle 3">
            <a:extLst>
              <a:ext uri="{FF2B5EF4-FFF2-40B4-BE49-F238E27FC236}">
                <a16:creationId xmlns:a16="http://schemas.microsoft.com/office/drawing/2014/main" id="{36170CB4-211E-98AD-FEB5-283C9A25F30C}"/>
              </a:ext>
            </a:extLst>
          </p:cNvPr>
          <p:cNvSpPr>
            <a:spLocks noGrp="1" noChangeArrowheads="1"/>
          </p:cNvSpPr>
          <p:nvPr>
            <p:ph type="body" idx="1"/>
          </p:nvPr>
        </p:nvSpPr>
        <p:spPr>
          <a:xfrm>
            <a:off x="609600" y="2420938"/>
            <a:ext cx="7924800" cy="2879725"/>
          </a:xfrm>
        </p:spPr>
        <p:txBody>
          <a:bodyPr/>
          <a:lstStyle/>
          <a:p>
            <a:pPr eaLnBrk="1" hangingPunct="1"/>
            <a:r>
              <a:rPr lang="en-US" altLang="zh-CN">
                <a:latin typeface="Comic Sans MS" panose="030F0902030302020204" pitchFamily="66" charset="0"/>
              </a:rPr>
              <a:t>  The </a:t>
            </a:r>
            <a:r>
              <a:rPr lang="en-US" altLang="zh-CN" b="1">
                <a:solidFill>
                  <a:srgbClr val="FF0000"/>
                </a:solidFill>
                <a:latin typeface="Comic Sans MS" panose="030F0902030302020204" pitchFamily="66" charset="0"/>
              </a:rPr>
              <a:t>chain termination </a:t>
            </a:r>
            <a:r>
              <a:rPr lang="en-US" altLang="zh-CN">
                <a:latin typeface="Comic Sans MS" panose="030F0902030302020204" pitchFamily="66" charset="0"/>
              </a:rPr>
              <a:t>method had undergone a series of technical adaptions and improvements that allow the analysis of whole genomes.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a:extLst>
              <a:ext uri="{FF2B5EF4-FFF2-40B4-BE49-F238E27FC236}">
                <a16:creationId xmlns:a16="http://schemas.microsoft.com/office/drawing/2014/main" id="{1DABD20E-3166-6760-5CE0-4CA2468EEC76}"/>
              </a:ext>
            </a:extLst>
          </p:cNvPr>
          <p:cNvSpPr>
            <a:spLocks noGrp="1" noChangeArrowheads="1"/>
          </p:cNvSpPr>
          <p:nvPr>
            <p:ph type="title"/>
          </p:nvPr>
        </p:nvSpPr>
        <p:spPr/>
        <p:txBody>
          <a:bodyPr/>
          <a:lstStyle/>
          <a:p>
            <a:pPr eaLnBrk="1" hangingPunct="1"/>
            <a:r>
              <a:rPr lang="en-US" altLang="zh-CN">
                <a:latin typeface="Cooper Black" panose="0208090404030B020404" pitchFamily="18" charset="77"/>
              </a:rPr>
              <a:t>Technical advancement</a:t>
            </a:r>
          </a:p>
        </p:txBody>
      </p:sp>
      <p:sp>
        <p:nvSpPr>
          <p:cNvPr id="59395" name="Rectangle 3">
            <a:extLst>
              <a:ext uri="{FF2B5EF4-FFF2-40B4-BE49-F238E27FC236}">
                <a16:creationId xmlns:a16="http://schemas.microsoft.com/office/drawing/2014/main" id="{63BB370D-DC1A-4776-7677-ABD98CC879CC}"/>
              </a:ext>
            </a:extLst>
          </p:cNvPr>
          <p:cNvSpPr>
            <a:spLocks noGrp="1" noChangeArrowheads="1"/>
          </p:cNvSpPr>
          <p:nvPr>
            <p:ph type="body" sz="half" idx="2"/>
          </p:nvPr>
        </p:nvSpPr>
        <p:spPr>
          <a:xfrm>
            <a:off x="609600" y="3716338"/>
            <a:ext cx="7924800" cy="2133600"/>
          </a:xfrm>
        </p:spPr>
        <p:txBody>
          <a:bodyPr/>
          <a:lstStyle/>
          <a:p>
            <a:pPr eaLnBrk="1" hangingPunct="1">
              <a:lnSpc>
                <a:spcPct val="90000"/>
              </a:lnSpc>
            </a:pPr>
            <a:r>
              <a:rPr lang="en-US" altLang="zh-CN" sz="2800">
                <a:latin typeface="Cooper Black" panose="0208090404030B020404" pitchFamily="18" charset="77"/>
              </a:rPr>
              <a:t>Sequenator--- </a:t>
            </a:r>
            <a:r>
              <a:rPr lang="en-US" altLang="zh-CN" sz="2800">
                <a:solidFill>
                  <a:srgbClr val="FF0000"/>
                </a:solidFill>
                <a:latin typeface="Comic Sans MS" panose="030F0902030302020204" pitchFamily="66" charset="0"/>
              </a:rPr>
              <a:t>automated</a:t>
            </a:r>
            <a:r>
              <a:rPr lang="en-US" altLang="zh-CN" sz="2800">
                <a:latin typeface="Comic Sans MS" panose="030F0902030302020204" pitchFamily="66" charset="0"/>
              </a:rPr>
              <a:t> sequencing machine</a:t>
            </a:r>
          </a:p>
          <a:p>
            <a:pPr eaLnBrk="1" hangingPunct="1">
              <a:lnSpc>
                <a:spcPct val="90000"/>
              </a:lnSpc>
            </a:pPr>
            <a:r>
              <a:rPr lang="en-US" altLang="zh-CN" sz="2800">
                <a:latin typeface="Cooper Black" panose="0208090404030B020404" pitchFamily="18" charset="77"/>
              </a:rPr>
              <a:t> fluorescent chain-terminating nucleotides--- </a:t>
            </a:r>
            <a:r>
              <a:rPr lang="en-US" altLang="zh-CN" sz="2800">
                <a:latin typeface="Comic Sans MS" panose="030F0902030302020204" pitchFamily="66" charset="0"/>
              </a:rPr>
              <a:t>label each of the nested DNAs with a single “color”</a:t>
            </a:r>
          </a:p>
          <a:p>
            <a:pPr eaLnBrk="1" hangingPunct="1">
              <a:lnSpc>
                <a:spcPct val="90000"/>
              </a:lnSpc>
            </a:pPr>
            <a:endParaRPr lang="en-US" altLang="zh-CN" sz="2800"/>
          </a:p>
        </p:txBody>
      </p:sp>
      <p:pic>
        <p:nvPicPr>
          <p:cNvPr id="59396" name="Picture 4" descr="07_02Box01-L">
            <a:extLst>
              <a:ext uri="{FF2B5EF4-FFF2-40B4-BE49-F238E27FC236}">
                <a16:creationId xmlns:a16="http://schemas.microsoft.com/office/drawing/2014/main" id="{D6D76504-4931-D4B8-A4D2-8C3EAC6A3C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7668"/>
          <a:stretch>
            <a:fillRect/>
          </a:stretch>
        </p:blipFill>
        <p:spPr bwMode="auto">
          <a:xfrm>
            <a:off x="468313" y="1536700"/>
            <a:ext cx="8145462" cy="174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D3C68C93-917D-BAAB-8DF6-5481C001A69A}"/>
              </a:ext>
            </a:extLst>
          </p:cNvPr>
          <p:cNvSpPr>
            <a:spLocks noGrp="1" noChangeArrowheads="1"/>
          </p:cNvSpPr>
          <p:nvPr>
            <p:ph type="title"/>
          </p:nvPr>
        </p:nvSpPr>
        <p:spPr/>
        <p:txBody>
          <a:bodyPr/>
          <a:lstStyle/>
          <a:p>
            <a:pPr eaLnBrk="1" hangingPunct="1"/>
            <a:r>
              <a:rPr lang="en-US" altLang="zh-CN" sz="3800">
                <a:latin typeface="Cooper Black" panose="0208090404030B020404" pitchFamily="18" charset="77"/>
              </a:rPr>
              <a:t> Shotgun Sequencing a Bacterial Genome</a:t>
            </a:r>
          </a:p>
        </p:txBody>
      </p:sp>
      <p:sp>
        <p:nvSpPr>
          <p:cNvPr id="60419" name="Rectangle 3">
            <a:extLst>
              <a:ext uri="{FF2B5EF4-FFF2-40B4-BE49-F238E27FC236}">
                <a16:creationId xmlns:a16="http://schemas.microsoft.com/office/drawing/2014/main" id="{7BE01773-7929-BFC2-BBAE-28FDB869154E}"/>
              </a:ext>
            </a:extLst>
          </p:cNvPr>
          <p:cNvSpPr>
            <a:spLocks noGrp="1" noChangeArrowheads="1"/>
          </p:cNvSpPr>
          <p:nvPr>
            <p:ph type="body" idx="1"/>
          </p:nvPr>
        </p:nvSpPr>
        <p:spPr/>
        <p:txBody>
          <a:bodyPr/>
          <a:lstStyle/>
          <a:p>
            <a:pPr eaLnBrk="1" hangingPunct="1"/>
            <a:r>
              <a:rPr lang="en-US" altLang="zh-CN" sz="2800" b="1">
                <a:latin typeface="Century Gothic" panose="020B0502020202020204" pitchFamily="34" charset="0"/>
              </a:rPr>
              <a:t>“shotgun” sequencing</a:t>
            </a:r>
          </a:p>
          <a:p>
            <a:pPr eaLnBrk="1" hangingPunct="1">
              <a:buFont typeface="Wingdings" pitchFamily="2" charset="2"/>
              <a:buNone/>
            </a:pPr>
            <a:r>
              <a:rPr lang="en-US" altLang="zh-CN" sz="2800">
                <a:latin typeface="Century Gothic" panose="020B0502020202020204" pitchFamily="34" charset="0"/>
              </a:rPr>
              <a:t>1.The genome was </a:t>
            </a:r>
            <a:r>
              <a:rPr lang="en-US" altLang="zh-CN" sz="2800" b="1">
                <a:solidFill>
                  <a:srgbClr val="FF0000"/>
                </a:solidFill>
                <a:latin typeface="Century Gothic" panose="020B0502020202020204" pitchFamily="34" charset="0"/>
              </a:rPr>
              <a:t>randomly sheared </a:t>
            </a:r>
            <a:r>
              <a:rPr lang="en-US" altLang="zh-CN" sz="2800">
                <a:latin typeface="Century Gothic" panose="020B0502020202020204" pitchFamily="34" charset="0"/>
              </a:rPr>
              <a:t>into many fragments with an average size of 1kb.</a:t>
            </a:r>
          </a:p>
          <a:p>
            <a:pPr eaLnBrk="1" hangingPunct="1">
              <a:buFont typeface="Wingdings" pitchFamily="2" charset="2"/>
              <a:buNone/>
            </a:pPr>
            <a:r>
              <a:rPr lang="en-US" altLang="zh-CN" sz="2800">
                <a:latin typeface="Century Gothic" panose="020B0502020202020204" pitchFamily="34" charset="0"/>
              </a:rPr>
              <a:t>2.The pieces were cloned into plasmid </a:t>
            </a:r>
            <a:r>
              <a:rPr lang="en-US" altLang="zh-CN" sz="2800" b="1">
                <a:solidFill>
                  <a:srgbClr val="FF0000"/>
                </a:solidFill>
                <a:latin typeface="Century Gothic" panose="020B0502020202020204" pitchFamily="34" charset="0"/>
              </a:rPr>
              <a:t>recombinant DNA vector</a:t>
            </a:r>
            <a:r>
              <a:rPr lang="en-US" altLang="zh-CN" sz="2800">
                <a:latin typeface="Century Gothic" panose="020B0502020202020204" pitchFamily="34" charset="0"/>
              </a:rPr>
              <a:t>.</a:t>
            </a:r>
          </a:p>
          <a:p>
            <a:pPr eaLnBrk="1" hangingPunct="1">
              <a:buFont typeface="Wingdings" pitchFamily="2" charset="2"/>
              <a:buNone/>
            </a:pPr>
            <a:r>
              <a:rPr lang="en-US" altLang="zh-CN" sz="2800">
                <a:latin typeface="Century Gothic" panose="020B0502020202020204" pitchFamily="34" charset="0"/>
              </a:rPr>
              <a:t>3.DNA was prepared from individual recombinant DNA colonies and separately sequenced on </a:t>
            </a:r>
            <a:r>
              <a:rPr lang="en-US" altLang="zh-CN" sz="2800" b="1">
                <a:solidFill>
                  <a:srgbClr val="FF0000"/>
                </a:solidFill>
                <a:latin typeface="Century Gothic" panose="020B0502020202020204" pitchFamily="34" charset="0"/>
              </a:rPr>
              <a:t>Sequenators</a:t>
            </a:r>
            <a:r>
              <a:rPr lang="en-US" altLang="zh-CN" sz="2800">
                <a:latin typeface="Century Gothic" panose="020B0502020202020204" pitchFamily="34" charset="0"/>
              </a:rPr>
              <a:t>. </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a:extLst>
              <a:ext uri="{FF2B5EF4-FFF2-40B4-BE49-F238E27FC236}">
                <a16:creationId xmlns:a16="http://schemas.microsoft.com/office/drawing/2014/main" id="{3804D2A9-57DE-56AE-F5B3-C7C55BCA845F}"/>
              </a:ext>
            </a:extLst>
          </p:cNvPr>
          <p:cNvSpPr>
            <a:spLocks noGrp="1" noChangeArrowheads="1"/>
          </p:cNvSpPr>
          <p:nvPr>
            <p:ph type="title"/>
          </p:nvPr>
        </p:nvSpPr>
        <p:spPr/>
        <p:txBody>
          <a:bodyPr/>
          <a:lstStyle/>
          <a:p>
            <a:pPr eaLnBrk="1" hangingPunct="1"/>
            <a:r>
              <a:rPr lang="en-US" altLang="zh-CN">
                <a:latin typeface="Cooper Black" panose="0208090404030B020404" pitchFamily="18" charset="77"/>
              </a:rPr>
              <a:t>“shotgun” sequencing</a:t>
            </a:r>
          </a:p>
        </p:txBody>
      </p:sp>
      <p:sp>
        <p:nvSpPr>
          <p:cNvPr id="61443" name="Rectangle 3">
            <a:extLst>
              <a:ext uri="{FF2B5EF4-FFF2-40B4-BE49-F238E27FC236}">
                <a16:creationId xmlns:a16="http://schemas.microsoft.com/office/drawing/2014/main" id="{F5F63235-E520-74E3-6E5B-74371136559B}"/>
              </a:ext>
            </a:extLst>
          </p:cNvPr>
          <p:cNvSpPr>
            <a:spLocks noGrp="1" noChangeArrowheads="1"/>
          </p:cNvSpPr>
          <p:nvPr>
            <p:ph type="body" idx="1"/>
          </p:nvPr>
        </p:nvSpPr>
        <p:spPr>
          <a:xfrm>
            <a:off x="609600" y="1962150"/>
            <a:ext cx="7924800" cy="4130675"/>
          </a:xfrm>
        </p:spPr>
        <p:txBody>
          <a:bodyPr/>
          <a:lstStyle/>
          <a:p>
            <a:pPr eaLnBrk="1" hangingPunct="1"/>
            <a:r>
              <a:rPr lang="en-US" altLang="zh-CN" b="1">
                <a:latin typeface="Eras Light ITC" panose="020F0302020204030204" pitchFamily="34" charset="0"/>
              </a:rPr>
              <a:t>In the method of “shotgun” sequencing, every nucleotide in the genome was sequenced ten times, which is known as </a:t>
            </a:r>
            <a:r>
              <a:rPr lang="en-US" altLang="zh-CN" b="1" i="1">
                <a:solidFill>
                  <a:srgbClr val="FF0000"/>
                </a:solidFill>
              </a:rPr>
              <a:t>10× sequence coverage.</a:t>
            </a:r>
          </a:p>
          <a:p>
            <a:pPr eaLnBrk="1" hangingPunct="1"/>
            <a:r>
              <a:rPr lang="en-US" altLang="zh-CN" b="1">
                <a:solidFill>
                  <a:srgbClr val="FF0000"/>
                </a:solidFill>
                <a:latin typeface="Eras Light ITC" panose="020F0302020204030204" pitchFamily="34" charset="0"/>
              </a:rPr>
              <a:t>This method is more time consuming, but is faster and less expensive.</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3">
            <a:extLst>
              <a:ext uri="{FF2B5EF4-FFF2-40B4-BE49-F238E27FC236}">
                <a16:creationId xmlns:a16="http://schemas.microsoft.com/office/drawing/2014/main" id="{135BE011-09EE-4A93-0379-F8E47F6F65B0}"/>
              </a:ext>
            </a:extLst>
          </p:cNvPr>
          <p:cNvSpPr>
            <a:spLocks noGrp="1" noChangeArrowheads="1"/>
          </p:cNvSpPr>
          <p:nvPr>
            <p:ph idx="1"/>
          </p:nvPr>
        </p:nvSpPr>
        <p:spPr>
          <a:xfrm>
            <a:off x="611188" y="1412875"/>
            <a:ext cx="7924800" cy="4419600"/>
          </a:xfrm>
        </p:spPr>
        <p:txBody>
          <a:bodyPr/>
          <a:lstStyle/>
          <a:p>
            <a:pPr marL="346075" indent="-346075"/>
            <a:r>
              <a:rPr lang="en-US" altLang="en-US" sz="2800" b="1"/>
              <a:t>In sequencing by synthesis,</a:t>
            </a:r>
            <a:r>
              <a:rPr lang="en-US" altLang="en-US" sz="2800"/>
              <a:t> many DNA fragments are copied</a:t>
            </a:r>
          </a:p>
          <a:p>
            <a:pPr marL="346075" indent="-346075"/>
            <a:r>
              <a:rPr lang="en-US" altLang="en-US" sz="2800"/>
              <a:t>A specific strand of each fragment is immobilized and the complementary strand synthesized one nucleotide at a time</a:t>
            </a:r>
          </a:p>
          <a:p>
            <a:pPr marL="346075" indent="-346075"/>
            <a:r>
              <a:rPr lang="en-US" altLang="en-US" sz="2800"/>
              <a:t>Thousands or hundreds of thousands of fragments about 300 nucleotides long can be sequenced in parallel</a:t>
            </a:r>
          </a:p>
          <a:p>
            <a:pPr marL="346075" indent="-346075"/>
            <a:r>
              <a:rPr lang="en-US" altLang="en-US" sz="2800"/>
              <a:t>This is an example of “high-throughput” technology</a:t>
            </a:r>
          </a:p>
        </p:txBody>
      </p:sp>
      <p:sp>
        <p:nvSpPr>
          <p:cNvPr id="62467" name="Text Box 4">
            <a:extLst>
              <a:ext uri="{FF2B5EF4-FFF2-40B4-BE49-F238E27FC236}">
                <a16:creationId xmlns:a16="http://schemas.microsoft.com/office/drawing/2014/main" id="{44AA141A-DF9C-E170-EC2F-C337A3F3FEC4}"/>
              </a:ext>
            </a:extLst>
          </p:cNvPr>
          <p:cNvSpPr txBox="1">
            <a:spLocks noChangeArrowheads="1"/>
          </p:cNvSpPr>
          <p:nvPr/>
        </p:nvSpPr>
        <p:spPr bwMode="auto">
          <a:xfrm>
            <a:off x="6362700" y="5183188"/>
            <a:ext cx="16287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r">
              <a:spcBef>
                <a:spcPct val="0"/>
              </a:spcBef>
              <a:buClrTx/>
              <a:buSzTx/>
              <a:buFontTx/>
              <a:buNone/>
            </a:pPr>
            <a:endParaRPr lang="en-US" altLang="en-US" sz="1800">
              <a:solidFill>
                <a:srgbClr val="000000"/>
              </a:solidFill>
              <a:ea typeface="Geneva" panose="020B0503030404040204" pitchFamily="34" charset="0"/>
              <a:cs typeface="Geneva" panose="020B0503030404040204" pitchFamily="34" charset="0"/>
            </a:endParaRPr>
          </a:p>
        </p:txBody>
      </p:sp>
      <p:sp>
        <p:nvSpPr>
          <p:cNvPr id="62468" name="Footer Placeholder 1">
            <a:extLst>
              <a:ext uri="{FF2B5EF4-FFF2-40B4-BE49-F238E27FC236}">
                <a16:creationId xmlns:a16="http://schemas.microsoft.com/office/drawing/2014/main" id="{65E46AF5-7DC1-87C3-B642-79AE133A3313}"/>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900">
                <a:solidFill>
                  <a:srgbClr val="000000"/>
                </a:solidFill>
                <a:latin typeface="Arial Rounded MT Bold" panose="020F0704030504030204" pitchFamily="34" charset="77"/>
              </a:rPr>
              <a:t>© 2018 Pearson Education Ltd.</a:t>
            </a:r>
          </a:p>
        </p:txBody>
      </p:sp>
      <p:sp>
        <p:nvSpPr>
          <p:cNvPr id="62469" name="Rectangle 1">
            <a:extLst>
              <a:ext uri="{FF2B5EF4-FFF2-40B4-BE49-F238E27FC236}">
                <a16:creationId xmlns:a16="http://schemas.microsoft.com/office/drawing/2014/main" id="{9AC27A56-7BA5-AD15-EE92-2AFF27673B87}"/>
              </a:ext>
            </a:extLst>
          </p:cNvPr>
          <p:cNvSpPr>
            <a:spLocks noChangeArrowheads="1"/>
          </p:cNvSpPr>
          <p:nvPr/>
        </p:nvSpPr>
        <p:spPr bwMode="auto">
          <a:xfrm>
            <a:off x="468313" y="404813"/>
            <a:ext cx="512921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en-US" b="1">
                <a:solidFill>
                  <a:schemeClr val="bg1"/>
                </a:solidFill>
                <a:latin typeface="Arial Rounded MT Bold" panose="020F0704030504030204" pitchFamily="34" charset="77"/>
              </a:rPr>
              <a:t>Sequencing by synthesis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4514" name="Picture 2" descr="D:\Manjubharkavi\Production\October\17-Oct\Chapter 20\Unlabeled\20_03_NextGenSequencing-U.jpg">
            <a:extLst>
              <a:ext uri="{FF2B5EF4-FFF2-40B4-BE49-F238E27FC236}">
                <a16:creationId xmlns:a16="http://schemas.microsoft.com/office/drawing/2014/main" id="{3078DEB2-1BBA-9743-0513-3093A7AE3996}"/>
              </a:ext>
            </a:extLst>
          </p:cNvPr>
          <p:cNvPicPr>
            <a:picLocks noChangeAspect="1"/>
          </p:cNvPicPr>
          <p:nvPr/>
        </p:nvPicPr>
        <p:blipFill>
          <a:blip r:embed="rId3" r:link="rId4">
            <a:extLst>
              <a:ext uri="{28A0092B-C50C-407E-A947-70E740481C1C}">
                <a14:useLocalDpi xmlns:a14="http://schemas.microsoft.com/office/drawing/2010/main" val="0"/>
              </a:ext>
            </a:extLst>
          </a:blip>
          <a:srcRect b="2315"/>
          <a:stretch>
            <a:fillRect/>
          </a:stretch>
        </p:blipFill>
        <p:spPr bwMode="auto">
          <a:xfrm>
            <a:off x="425450" y="0"/>
            <a:ext cx="8178800" cy="643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4515" name="TextBox 2">
            <a:extLst>
              <a:ext uri="{FF2B5EF4-FFF2-40B4-BE49-F238E27FC236}">
                <a16:creationId xmlns:a16="http://schemas.microsoft.com/office/drawing/2014/main" id="{F05BFFE5-EA00-E84A-4A45-7726716B4A52}"/>
              </a:ext>
            </a:extLst>
          </p:cNvPr>
          <p:cNvSpPr txBox="1">
            <a:spLocks noChangeArrowheads="1"/>
          </p:cNvSpPr>
          <p:nvPr/>
        </p:nvSpPr>
        <p:spPr bwMode="auto">
          <a:xfrm>
            <a:off x="1979613" y="219075"/>
            <a:ext cx="639762" cy="153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1000" b="1">
                <a:solidFill>
                  <a:srgbClr val="C16533"/>
                </a:solidFill>
                <a:ea typeface="ヒラギノ角ゴ Pro W3"/>
                <a:cs typeface="ヒラギノ角ゴ Pro W3"/>
              </a:rPr>
              <a:t>Technique</a:t>
            </a:r>
          </a:p>
        </p:txBody>
      </p:sp>
      <p:sp>
        <p:nvSpPr>
          <p:cNvPr id="64516" name="TextBox 3">
            <a:extLst>
              <a:ext uri="{FF2B5EF4-FFF2-40B4-BE49-F238E27FC236}">
                <a16:creationId xmlns:a16="http://schemas.microsoft.com/office/drawing/2014/main" id="{BCE9B276-47E4-70DF-A0BA-CA34F39BA600}"/>
              </a:ext>
            </a:extLst>
          </p:cNvPr>
          <p:cNvSpPr txBox="1">
            <a:spLocks noChangeArrowheads="1"/>
          </p:cNvSpPr>
          <p:nvPr/>
        </p:nvSpPr>
        <p:spPr bwMode="auto">
          <a:xfrm>
            <a:off x="2111375" y="617538"/>
            <a:ext cx="1770063" cy="15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1000" b="1">
                <a:solidFill>
                  <a:srgbClr val="000000"/>
                </a:solidFill>
                <a:ea typeface="ヒラギノ角ゴ Pro W3"/>
                <a:cs typeface="ヒラギノ角ゴ Pro W3"/>
              </a:rPr>
              <a:t>Genomic DNA is fragmented.</a:t>
            </a:r>
          </a:p>
        </p:txBody>
      </p:sp>
      <p:sp>
        <p:nvSpPr>
          <p:cNvPr id="64517" name="TextBox 4">
            <a:extLst>
              <a:ext uri="{FF2B5EF4-FFF2-40B4-BE49-F238E27FC236}">
                <a16:creationId xmlns:a16="http://schemas.microsoft.com/office/drawing/2014/main" id="{8997A03E-0CFE-BAA2-A612-7BCBD0F38740}"/>
              </a:ext>
            </a:extLst>
          </p:cNvPr>
          <p:cNvSpPr txBox="1">
            <a:spLocks noChangeArrowheads="1"/>
          </p:cNvSpPr>
          <p:nvPr/>
        </p:nvSpPr>
        <p:spPr bwMode="auto">
          <a:xfrm>
            <a:off x="2112963" y="1027113"/>
            <a:ext cx="1944687" cy="306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1000" b="1">
                <a:solidFill>
                  <a:srgbClr val="000000"/>
                </a:solidFill>
                <a:ea typeface="ヒラギノ角ゴ Pro W3"/>
                <a:cs typeface="ヒラギノ角ゴ Pro W3"/>
              </a:rPr>
              <a:t>Each fragment is isolated with a</a:t>
            </a:r>
          </a:p>
          <a:p>
            <a:pPr>
              <a:spcBef>
                <a:spcPct val="0"/>
              </a:spcBef>
              <a:buClrTx/>
              <a:buSzTx/>
              <a:buFontTx/>
              <a:buNone/>
            </a:pPr>
            <a:r>
              <a:rPr lang="en-US" altLang="en-US" sz="1000" b="1">
                <a:solidFill>
                  <a:srgbClr val="000000"/>
                </a:solidFill>
                <a:ea typeface="ヒラギノ角ゴ Pro W3"/>
                <a:cs typeface="ヒラギノ角ゴ Pro W3"/>
              </a:rPr>
              <a:t>bead.</a:t>
            </a:r>
          </a:p>
        </p:txBody>
      </p:sp>
      <p:sp>
        <p:nvSpPr>
          <p:cNvPr id="64518" name="TextBox 6">
            <a:extLst>
              <a:ext uri="{FF2B5EF4-FFF2-40B4-BE49-F238E27FC236}">
                <a16:creationId xmlns:a16="http://schemas.microsoft.com/office/drawing/2014/main" id="{44524CFE-F0A8-C3B1-4B71-A88E311E422C}"/>
              </a:ext>
            </a:extLst>
          </p:cNvPr>
          <p:cNvSpPr txBox="1">
            <a:spLocks noChangeArrowheads="1"/>
          </p:cNvSpPr>
          <p:nvPr/>
        </p:nvSpPr>
        <p:spPr bwMode="auto">
          <a:xfrm>
            <a:off x="2112963" y="1501775"/>
            <a:ext cx="206375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1000" b="1">
                <a:solidFill>
                  <a:srgbClr val="000000"/>
                </a:solidFill>
                <a:ea typeface="ヒラギノ角ゴ Pro W3"/>
                <a:cs typeface="ヒラギノ角ゴ Pro W3"/>
              </a:rPr>
              <a:t>Using PCR, 10</a:t>
            </a:r>
            <a:r>
              <a:rPr lang="en-US" altLang="en-US" sz="1000" b="1" baseline="30000">
                <a:solidFill>
                  <a:srgbClr val="000000"/>
                </a:solidFill>
                <a:ea typeface="ヒラギノ角ゴ Pro W3"/>
                <a:cs typeface="ヒラギノ角ゴ Pro W3"/>
              </a:rPr>
              <a:t>6</a:t>
            </a:r>
            <a:r>
              <a:rPr lang="en-US" altLang="en-US" sz="1000" b="1">
                <a:solidFill>
                  <a:srgbClr val="000000"/>
                </a:solidFill>
                <a:ea typeface="ヒラギノ角ゴ Pro W3"/>
                <a:cs typeface="ヒラギノ角ゴ Pro W3"/>
              </a:rPr>
              <a:t> copies of each</a:t>
            </a:r>
          </a:p>
          <a:p>
            <a:pPr>
              <a:spcBef>
                <a:spcPct val="0"/>
              </a:spcBef>
              <a:buClrTx/>
              <a:buSzTx/>
              <a:buFontTx/>
              <a:buNone/>
            </a:pPr>
            <a:r>
              <a:rPr lang="en-US" altLang="en-US" sz="1000" b="1">
                <a:solidFill>
                  <a:srgbClr val="000000"/>
                </a:solidFill>
                <a:ea typeface="ヒラギノ角ゴ Pro W3"/>
                <a:cs typeface="ヒラギノ角ゴ Pro W3"/>
              </a:rPr>
              <a:t>fragment are made, each attached</a:t>
            </a:r>
          </a:p>
          <a:p>
            <a:pPr>
              <a:spcBef>
                <a:spcPct val="0"/>
              </a:spcBef>
              <a:buClrTx/>
              <a:buSzTx/>
              <a:buFontTx/>
              <a:buNone/>
            </a:pPr>
            <a:r>
              <a:rPr lang="en-US" altLang="en-US" sz="1000" b="1">
                <a:solidFill>
                  <a:srgbClr val="000000"/>
                </a:solidFill>
                <a:ea typeface="ヒラギノ角ゴ Pro W3"/>
                <a:cs typeface="ヒラギノ角ゴ Pro W3"/>
              </a:rPr>
              <a:t>to the bead by the 5′ end.</a:t>
            </a:r>
          </a:p>
        </p:txBody>
      </p:sp>
      <p:sp>
        <p:nvSpPr>
          <p:cNvPr id="64519" name="TextBox 9">
            <a:extLst>
              <a:ext uri="{FF2B5EF4-FFF2-40B4-BE49-F238E27FC236}">
                <a16:creationId xmlns:a16="http://schemas.microsoft.com/office/drawing/2014/main" id="{9905F991-92C0-B269-E215-1C77D223BEA9}"/>
              </a:ext>
            </a:extLst>
          </p:cNvPr>
          <p:cNvSpPr txBox="1">
            <a:spLocks noChangeArrowheads="1"/>
          </p:cNvSpPr>
          <p:nvPr/>
        </p:nvSpPr>
        <p:spPr bwMode="auto">
          <a:xfrm>
            <a:off x="4713288" y="754063"/>
            <a:ext cx="461962" cy="15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1000" b="1">
                <a:solidFill>
                  <a:srgbClr val="C16533"/>
                </a:solidFill>
                <a:ea typeface="ヒラギノ角ゴ Pro W3"/>
                <a:cs typeface="ヒラギノ角ゴ Pro W3"/>
              </a:rPr>
              <a:t>Results</a:t>
            </a:r>
          </a:p>
        </p:txBody>
      </p:sp>
      <p:sp>
        <p:nvSpPr>
          <p:cNvPr id="64520" name="TextBox 20">
            <a:extLst>
              <a:ext uri="{FF2B5EF4-FFF2-40B4-BE49-F238E27FC236}">
                <a16:creationId xmlns:a16="http://schemas.microsoft.com/office/drawing/2014/main" id="{4BFEFB96-0D66-5AEA-BD65-A7D7EC7C14B0}"/>
              </a:ext>
            </a:extLst>
          </p:cNvPr>
          <p:cNvSpPr txBox="1">
            <a:spLocks noChangeArrowheads="1"/>
          </p:cNvSpPr>
          <p:nvPr/>
        </p:nvSpPr>
        <p:spPr bwMode="auto">
          <a:xfrm>
            <a:off x="2112963" y="2301875"/>
            <a:ext cx="2085975" cy="306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1000" b="1">
                <a:solidFill>
                  <a:srgbClr val="000000"/>
                </a:solidFill>
                <a:ea typeface="ヒラギノ角ゴ Pro W3"/>
                <a:cs typeface="ヒラギノ角ゴ Pro W3"/>
              </a:rPr>
              <a:t>The bead is placed into a well with</a:t>
            </a:r>
          </a:p>
          <a:p>
            <a:pPr>
              <a:spcBef>
                <a:spcPct val="0"/>
              </a:spcBef>
              <a:buClrTx/>
              <a:buSzTx/>
              <a:buFontTx/>
              <a:buNone/>
            </a:pPr>
            <a:r>
              <a:rPr lang="en-US" altLang="en-US" sz="1000" b="1">
                <a:solidFill>
                  <a:srgbClr val="000000"/>
                </a:solidFill>
                <a:ea typeface="ヒラギノ角ゴ Pro W3"/>
                <a:cs typeface="ヒラギノ角ゴ Pro W3"/>
              </a:rPr>
              <a:t>DNA polymerases and primers.</a:t>
            </a:r>
          </a:p>
        </p:txBody>
      </p:sp>
      <p:sp>
        <p:nvSpPr>
          <p:cNvPr id="64521" name="TextBox 30">
            <a:extLst>
              <a:ext uri="{FF2B5EF4-FFF2-40B4-BE49-F238E27FC236}">
                <a16:creationId xmlns:a16="http://schemas.microsoft.com/office/drawing/2014/main" id="{AA27EC94-CEA9-9171-E3CA-B0545E3C9857}"/>
              </a:ext>
            </a:extLst>
          </p:cNvPr>
          <p:cNvSpPr txBox="1">
            <a:spLocks noChangeArrowheads="1"/>
          </p:cNvSpPr>
          <p:nvPr/>
        </p:nvSpPr>
        <p:spPr bwMode="auto">
          <a:xfrm>
            <a:off x="3613150" y="3286125"/>
            <a:ext cx="31194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1000" b="1">
                <a:solidFill>
                  <a:srgbClr val="000000"/>
                </a:solidFill>
                <a:ea typeface="ヒラギノ角ゴ Pro W3"/>
                <a:cs typeface="ヒラギノ角ゴ Pro W3"/>
              </a:rPr>
              <a:t>Solutions of each of the four nucleotides are added</a:t>
            </a:r>
          </a:p>
          <a:p>
            <a:pPr>
              <a:spcBef>
                <a:spcPct val="0"/>
              </a:spcBef>
              <a:buClrTx/>
              <a:buSzTx/>
              <a:buFontTx/>
              <a:buNone/>
            </a:pPr>
            <a:r>
              <a:rPr lang="en-US" altLang="en-US" sz="1000" b="1">
                <a:solidFill>
                  <a:srgbClr val="000000"/>
                </a:solidFill>
                <a:ea typeface="ヒラギノ角ゴ Pro W3"/>
                <a:cs typeface="ヒラギノ角ゴ Pro W3"/>
              </a:rPr>
              <a:t>to all wells sequentially and then washed off.</a:t>
            </a:r>
          </a:p>
          <a:p>
            <a:pPr>
              <a:spcBef>
                <a:spcPct val="0"/>
              </a:spcBef>
              <a:buClrTx/>
              <a:buSzTx/>
              <a:buFontTx/>
              <a:buNone/>
            </a:pPr>
            <a:r>
              <a:rPr lang="en-US" altLang="en-US" sz="1000" b="1">
                <a:solidFill>
                  <a:srgbClr val="000000"/>
                </a:solidFill>
                <a:ea typeface="ヒラギノ角ゴ Pro W3"/>
                <a:cs typeface="ヒラギノ角ゴ Pro W3"/>
              </a:rPr>
              <a:t>The entire process is then repeated.</a:t>
            </a:r>
          </a:p>
        </p:txBody>
      </p:sp>
      <p:sp>
        <p:nvSpPr>
          <p:cNvPr id="64522" name="TextBox 93">
            <a:extLst>
              <a:ext uri="{FF2B5EF4-FFF2-40B4-BE49-F238E27FC236}">
                <a16:creationId xmlns:a16="http://schemas.microsoft.com/office/drawing/2014/main" id="{48AAF3C4-66D1-9EFE-04EC-5C98C66F03DB}"/>
              </a:ext>
            </a:extLst>
          </p:cNvPr>
          <p:cNvSpPr txBox="1">
            <a:spLocks noChangeArrowheads="1"/>
          </p:cNvSpPr>
          <p:nvPr/>
        </p:nvSpPr>
        <p:spPr bwMode="auto">
          <a:xfrm>
            <a:off x="1358900" y="5843588"/>
            <a:ext cx="1676400"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1000" b="1">
                <a:solidFill>
                  <a:srgbClr val="000000"/>
                </a:solidFill>
                <a:ea typeface="ヒラギノ角ゴ Pro W3"/>
                <a:cs typeface="ヒラギノ角ゴ Pro W3"/>
              </a:rPr>
              <a:t>If a nucleotide is joined to a</a:t>
            </a:r>
          </a:p>
          <a:p>
            <a:pPr>
              <a:spcBef>
                <a:spcPct val="0"/>
              </a:spcBef>
              <a:buClrTx/>
              <a:buSzTx/>
              <a:buFontTx/>
              <a:buNone/>
            </a:pPr>
            <a:r>
              <a:rPr lang="en-US" altLang="en-US" sz="1000" b="1">
                <a:solidFill>
                  <a:srgbClr val="000000"/>
                </a:solidFill>
                <a:ea typeface="ヒラギノ角ゴ Pro W3"/>
                <a:cs typeface="ヒラギノ角ゴ Pro W3"/>
              </a:rPr>
              <a:t>growing strand, PP</a:t>
            </a:r>
            <a:r>
              <a:rPr lang="en-US" altLang="en-US" sz="1000" b="1" baseline="-25000">
                <a:solidFill>
                  <a:srgbClr val="000000"/>
                </a:solidFill>
                <a:ea typeface="ヒラギノ角ゴ Pro W3"/>
                <a:cs typeface="ヒラギノ角ゴ Pro W3"/>
              </a:rPr>
              <a:t>i</a:t>
            </a:r>
            <a:r>
              <a:rPr lang="en-US" altLang="en-US" sz="1000" b="1">
                <a:solidFill>
                  <a:srgbClr val="000000"/>
                </a:solidFill>
                <a:ea typeface="ヒラギノ角ゴ Pro W3"/>
                <a:cs typeface="ヒラギノ角ゴ Pro W3"/>
              </a:rPr>
              <a:t> is</a:t>
            </a:r>
          </a:p>
          <a:p>
            <a:pPr>
              <a:spcBef>
                <a:spcPct val="0"/>
              </a:spcBef>
              <a:buClrTx/>
              <a:buSzTx/>
              <a:buFontTx/>
              <a:buNone/>
            </a:pPr>
            <a:r>
              <a:rPr lang="en-US" altLang="en-US" sz="1000" b="1">
                <a:solidFill>
                  <a:srgbClr val="000000"/>
                </a:solidFill>
                <a:ea typeface="ヒラギノ角ゴ Pro W3"/>
                <a:cs typeface="ヒラギノ角ゴ Pro W3"/>
              </a:rPr>
              <a:t>released, causing a flash</a:t>
            </a:r>
          </a:p>
          <a:p>
            <a:pPr>
              <a:spcBef>
                <a:spcPct val="0"/>
              </a:spcBef>
              <a:buClrTx/>
              <a:buSzTx/>
              <a:buFontTx/>
              <a:buNone/>
            </a:pPr>
            <a:r>
              <a:rPr lang="en-US" altLang="en-US" sz="1000" b="1">
                <a:solidFill>
                  <a:srgbClr val="000000"/>
                </a:solidFill>
                <a:ea typeface="ヒラギノ角ゴ Pro W3"/>
                <a:cs typeface="ヒラギノ角ゴ Pro W3"/>
              </a:rPr>
              <a:t>of light that is recorded.</a:t>
            </a:r>
          </a:p>
        </p:txBody>
      </p:sp>
      <p:sp>
        <p:nvSpPr>
          <p:cNvPr id="64523" name="TextBox 98">
            <a:extLst>
              <a:ext uri="{FF2B5EF4-FFF2-40B4-BE49-F238E27FC236}">
                <a16:creationId xmlns:a16="http://schemas.microsoft.com/office/drawing/2014/main" id="{6F823A94-F17E-D4DA-623F-435722B4C9BC}"/>
              </a:ext>
            </a:extLst>
          </p:cNvPr>
          <p:cNvSpPr txBox="1">
            <a:spLocks noChangeArrowheads="1"/>
          </p:cNvSpPr>
          <p:nvPr/>
        </p:nvSpPr>
        <p:spPr bwMode="auto">
          <a:xfrm>
            <a:off x="3509963" y="5843588"/>
            <a:ext cx="1712912"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1000" b="1">
                <a:solidFill>
                  <a:srgbClr val="000000"/>
                </a:solidFill>
                <a:ea typeface="ヒラギノ角ゴ Pro W3"/>
                <a:cs typeface="ヒラギノ角ゴ Pro W3"/>
              </a:rPr>
              <a:t>If a nucleotide is not</a:t>
            </a:r>
          </a:p>
          <a:p>
            <a:pPr>
              <a:spcBef>
                <a:spcPct val="0"/>
              </a:spcBef>
              <a:buClrTx/>
              <a:buSzTx/>
              <a:buFontTx/>
              <a:buNone/>
            </a:pPr>
            <a:r>
              <a:rPr lang="en-US" altLang="en-US" sz="1000" b="1">
                <a:solidFill>
                  <a:srgbClr val="000000"/>
                </a:solidFill>
                <a:ea typeface="ヒラギノ角ゴ Pro W3"/>
                <a:cs typeface="ヒラギノ角ゴ Pro W3"/>
              </a:rPr>
              <a:t>complementary to the</a:t>
            </a:r>
          </a:p>
          <a:p>
            <a:pPr>
              <a:spcBef>
                <a:spcPct val="0"/>
              </a:spcBef>
              <a:buClrTx/>
              <a:buSzTx/>
              <a:buFontTx/>
              <a:buNone/>
            </a:pPr>
            <a:r>
              <a:rPr lang="en-US" altLang="en-US" sz="1000" b="1">
                <a:solidFill>
                  <a:srgbClr val="000000"/>
                </a:solidFill>
                <a:ea typeface="ヒラギノ角ゴ Pro W3"/>
                <a:cs typeface="ヒラギノ角ゴ Pro W3"/>
              </a:rPr>
              <a:t>next template base,</a:t>
            </a:r>
          </a:p>
          <a:p>
            <a:pPr>
              <a:spcBef>
                <a:spcPct val="0"/>
              </a:spcBef>
              <a:buClrTx/>
              <a:buSzTx/>
              <a:buFontTx/>
              <a:buNone/>
            </a:pPr>
            <a:r>
              <a:rPr lang="en-US" altLang="en-US" sz="1000" b="1">
                <a:solidFill>
                  <a:srgbClr val="000000"/>
                </a:solidFill>
                <a:ea typeface="ヒラギノ角ゴ Pro W3"/>
                <a:cs typeface="ヒラギノ角ゴ Pro W3"/>
              </a:rPr>
              <a:t>no PP</a:t>
            </a:r>
            <a:r>
              <a:rPr lang="en-US" altLang="en-US" sz="1000" b="1" baseline="-25000">
                <a:solidFill>
                  <a:srgbClr val="000000"/>
                </a:solidFill>
                <a:ea typeface="ヒラギノ角ゴ Pro W3"/>
                <a:cs typeface="ヒラギノ角ゴ Pro W3"/>
              </a:rPr>
              <a:t>i</a:t>
            </a:r>
            <a:r>
              <a:rPr lang="en-US" altLang="en-US" sz="1000" b="1">
                <a:solidFill>
                  <a:srgbClr val="000000"/>
                </a:solidFill>
                <a:ea typeface="ヒラギノ角ゴ Pro W3"/>
                <a:cs typeface="ヒラギノ角ゴ Pro W3"/>
              </a:rPr>
              <a:t> is released, and</a:t>
            </a:r>
          </a:p>
          <a:p>
            <a:pPr>
              <a:spcBef>
                <a:spcPct val="0"/>
              </a:spcBef>
              <a:buClrTx/>
              <a:buSzTx/>
              <a:buFontTx/>
              <a:buNone/>
            </a:pPr>
            <a:r>
              <a:rPr lang="en-US" altLang="en-US" sz="1000" b="1">
                <a:solidFill>
                  <a:srgbClr val="000000"/>
                </a:solidFill>
                <a:ea typeface="ヒラギノ角ゴ Pro W3"/>
                <a:cs typeface="ヒラギノ角ゴ Pro W3"/>
              </a:rPr>
              <a:t>no flash of light is recorded.</a:t>
            </a:r>
          </a:p>
        </p:txBody>
      </p:sp>
      <p:sp>
        <p:nvSpPr>
          <p:cNvPr id="64524" name="TextBox 103">
            <a:extLst>
              <a:ext uri="{FF2B5EF4-FFF2-40B4-BE49-F238E27FC236}">
                <a16:creationId xmlns:a16="http://schemas.microsoft.com/office/drawing/2014/main" id="{14EEDE0C-FA43-631F-84B4-7A493B9CD60C}"/>
              </a:ext>
            </a:extLst>
          </p:cNvPr>
          <p:cNvSpPr txBox="1">
            <a:spLocks noChangeArrowheads="1"/>
          </p:cNvSpPr>
          <p:nvPr/>
        </p:nvSpPr>
        <p:spPr bwMode="auto">
          <a:xfrm>
            <a:off x="5499100" y="5843588"/>
            <a:ext cx="2490788"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1000" b="1">
                <a:solidFill>
                  <a:srgbClr val="000000"/>
                </a:solidFill>
                <a:ea typeface="ヒラギノ角ゴ Pro W3"/>
                <a:cs typeface="ヒラギノ角ゴ Pro W3"/>
              </a:rPr>
              <a:t>The process is repeated until every</a:t>
            </a:r>
          </a:p>
          <a:p>
            <a:pPr>
              <a:spcBef>
                <a:spcPct val="0"/>
              </a:spcBef>
              <a:buClrTx/>
              <a:buSzTx/>
              <a:buFontTx/>
              <a:buNone/>
            </a:pPr>
            <a:r>
              <a:rPr lang="en-US" altLang="en-US" sz="1000" b="1">
                <a:solidFill>
                  <a:srgbClr val="000000"/>
                </a:solidFill>
                <a:ea typeface="ヒラギノ角ゴ Pro W3"/>
                <a:cs typeface="ヒラギノ角ゴ Pro W3"/>
              </a:rPr>
              <a:t>fragment has a complete complementary</a:t>
            </a:r>
          </a:p>
          <a:p>
            <a:pPr>
              <a:spcBef>
                <a:spcPct val="0"/>
              </a:spcBef>
              <a:buClrTx/>
              <a:buSzTx/>
              <a:buFontTx/>
              <a:buNone/>
            </a:pPr>
            <a:r>
              <a:rPr lang="en-US" altLang="en-US" sz="1000" b="1">
                <a:solidFill>
                  <a:srgbClr val="000000"/>
                </a:solidFill>
                <a:ea typeface="ヒラギノ角ゴ Pro W3"/>
                <a:cs typeface="ヒラギノ角ゴ Pro W3"/>
              </a:rPr>
              <a:t>strand. The pattern of flashes reveals the</a:t>
            </a:r>
          </a:p>
          <a:p>
            <a:pPr>
              <a:spcBef>
                <a:spcPct val="0"/>
              </a:spcBef>
              <a:buClrTx/>
              <a:buSzTx/>
              <a:buFontTx/>
              <a:buNone/>
            </a:pPr>
            <a:r>
              <a:rPr lang="en-US" altLang="en-US" sz="1000" b="1">
                <a:solidFill>
                  <a:srgbClr val="000000"/>
                </a:solidFill>
                <a:ea typeface="ヒラギノ角ゴ Pro W3"/>
                <a:cs typeface="ヒラギノ角ゴ Pro W3"/>
              </a:rPr>
              <a:t>sequence.</a:t>
            </a:r>
          </a:p>
        </p:txBody>
      </p:sp>
      <p:sp>
        <p:nvSpPr>
          <p:cNvPr id="64525" name="TextBox 37">
            <a:extLst>
              <a:ext uri="{FF2B5EF4-FFF2-40B4-BE49-F238E27FC236}">
                <a16:creationId xmlns:a16="http://schemas.microsoft.com/office/drawing/2014/main" id="{9AAFE772-7FDA-685B-E059-1F7CA02E2959}"/>
              </a:ext>
            </a:extLst>
          </p:cNvPr>
          <p:cNvSpPr txBox="1">
            <a:spLocks noChangeArrowheads="1"/>
          </p:cNvSpPr>
          <p:nvPr/>
        </p:nvSpPr>
        <p:spPr bwMode="auto">
          <a:xfrm>
            <a:off x="1300163" y="5283200"/>
            <a:ext cx="49847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800"/>
              </a:lnSpc>
              <a:spcBef>
                <a:spcPct val="0"/>
              </a:spcBef>
              <a:buClrTx/>
              <a:buSzTx/>
              <a:buFontTx/>
              <a:buNone/>
            </a:pPr>
            <a:r>
              <a:rPr lang="en-US" altLang="en-US" sz="700" b="1">
                <a:solidFill>
                  <a:srgbClr val="000000"/>
                </a:solidFill>
                <a:ea typeface="ヒラギノ角ゴ Pro W3"/>
                <a:cs typeface="ヒラギノ角ゴ Pro W3"/>
              </a:rPr>
              <a:t>DNA</a:t>
            </a:r>
          </a:p>
          <a:p>
            <a:pPr>
              <a:lnSpc>
                <a:spcPts val="800"/>
              </a:lnSpc>
              <a:spcBef>
                <a:spcPct val="0"/>
              </a:spcBef>
              <a:buClrTx/>
              <a:buSzTx/>
              <a:buFontTx/>
              <a:buNone/>
            </a:pPr>
            <a:r>
              <a:rPr lang="en-US" altLang="en-US" sz="700" b="1">
                <a:solidFill>
                  <a:srgbClr val="000000"/>
                </a:solidFill>
                <a:ea typeface="ヒラギノ角ゴ Pro W3"/>
                <a:cs typeface="ヒラギノ角ゴ Pro W3"/>
              </a:rPr>
              <a:t>polymerase</a:t>
            </a:r>
          </a:p>
        </p:txBody>
      </p:sp>
      <p:sp>
        <p:nvSpPr>
          <p:cNvPr id="64526" name="TextBox 39">
            <a:extLst>
              <a:ext uri="{FF2B5EF4-FFF2-40B4-BE49-F238E27FC236}">
                <a16:creationId xmlns:a16="http://schemas.microsoft.com/office/drawing/2014/main" id="{0F97267B-C602-D27F-6109-5CBA319F44B1}"/>
              </a:ext>
            </a:extLst>
          </p:cNvPr>
          <p:cNvSpPr txBox="1">
            <a:spLocks noChangeArrowheads="1"/>
          </p:cNvSpPr>
          <p:nvPr/>
        </p:nvSpPr>
        <p:spPr bwMode="auto">
          <a:xfrm>
            <a:off x="2273300" y="4527550"/>
            <a:ext cx="393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800"/>
              </a:lnSpc>
              <a:spcBef>
                <a:spcPct val="0"/>
              </a:spcBef>
              <a:buClrTx/>
              <a:buSzTx/>
              <a:buFontTx/>
              <a:buNone/>
            </a:pPr>
            <a:r>
              <a:rPr lang="en-US" altLang="en-US" sz="700" b="1">
                <a:solidFill>
                  <a:srgbClr val="000000"/>
                </a:solidFill>
                <a:ea typeface="ヒラギノ角ゴ Pro W3"/>
                <a:cs typeface="ヒラギノ角ゴ Pro W3"/>
              </a:rPr>
              <a:t>Template</a:t>
            </a:r>
          </a:p>
          <a:p>
            <a:pPr>
              <a:lnSpc>
                <a:spcPts val="800"/>
              </a:lnSpc>
              <a:spcBef>
                <a:spcPct val="0"/>
              </a:spcBef>
              <a:buClrTx/>
              <a:buSzTx/>
              <a:buFontTx/>
              <a:buNone/>
            </a:pPr>
            <a:r>
              <a:rPr lang="en-US" altLang="en-US" sz="700" b="1">
                <a:solidFill>
                  <a:srgbClr val="000000"/>
                </a:solidFill>
                <a:ea typeface="ヒラギノ角ゴ Pro W3"/>
                <a:cs typeface="ヒラギノ角ゴ Pro W3"/>
              </a:rPr>
              <a:t>strand</a:t>
            </a:r>
          </a:p>
          <a:p>
            <a:pPr>
              <a:lnSpc>
                <a:spcPts val="800"/>
              </a:lnSpc>
              <a:spcBef>
                <a:spcPct val="0"/>
              </a:spcBef>
              <a:buClrTx/>
              <a:buSzTx/>
              <a:buFontTx/>
              <a:buNone/>
            </a:pPr>
            <a:r>
              <a:rPr lang="en-US" altLang="en-US" sz="700" b="1">
                <a:solidFill>
                  <a:srgbClr val="000000"/>
                </a:solidFill>
                <a:ea typeface="ヒラギノ角ゴ Pro W3"/>
                <a:cs typeface="ヒラギノ角ゴ Pro W3"/>
              </a:rPr>
              <a:t>of DNA</a:t>
            </a:r>
          </a:p>
        </p:txBody>
      </p:sp>
      <p:sp>
        <p:nvSpPr>
          <p:cNvPr id="64527" name="TextBox 40">
            <a:extLst>
              <a:ext uri="{FF2B5EF4-FFF2-40B4-BE49-F238E27FC236}">
                <a16:creationId xmlns:a16="http://schemas.microsoft.com/office/drawing/2014/main" id="{95B52010-016A-4D77-9445-E1EC351CFC6F}"/>
              </a:ext>
            </a:extLst>
          </p:cNvPr>
          <p:cNvSpPr txBox="1">
            <a:spLocks noChangeArrowheads="1"/>
          </p:cNvSpPr>
          <p:nvPr/>
        </p:nvSpPr>
        <p:spPr bwMode="auto">
          <a:xfrm>
            <a:off x="2019300" y="4610100"/>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528" name="TextBox 42">
            <a:extLst>
              <a:ext uri="{FF2B5EF4-FFF2-40B4-BE49-F238E27FC236}">
                <a16:creationId xmlns:a16="http://schemas.microsoft.com/office/drawing/2014/main" id="{57D745EF-C918-E10D-551D-6E247B3CA8B7}"/>
              </a:ext>
            </a:extLst>
          </p:cNvPr>
          <p:cNvSpPr txBox="1">
            <a:spLocks noChangeArrowheads="1"/>
          </p:cNvSpPr>
          <p:nvPr/>
        </p:nvSpPr>
        <p:spPr bwMode="auto">
          <a:xfrm>
            <a:off x="2019300" y="4706938"/>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529" name="TextBox 44">
            <a:extLst>
              <a:ext uri="{FF2B5EF4-FFF2-40B4-BE49-F238E27FC236}">
                <a16:creationId xmlns:a16="http://schemas.microsoft.com/office/drawing/2014/main" id="{390DB833-47C3-8B8C-B4A2-343EA7E52A06}"/>
              </a:ext>
            </a:extLst>
          </p:cNvPr>
          <p:cNvSpPr txBox="1">
            <a:spLocks noChangeArrowheads="1"/>
          </p:cNvSpPr>
          <p:nvPr/>
        </p:nvSpPr>
        <p:spPr bwMode="auto">
          <a:xfrm>
            <a:off x="2019300" y="4802188"/>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30" name="TextBox 45">
            <a:extLst>
              <a:ext uri="{FF2B5EF4-FFF2-40B4-BE49-F238E27FC236}">
                <a16:creationId xmlns:a16="http://schemas.microsoft.com/office/drawing/2014/main" id="{FF700DBC-E13D-BF54-E965-C18F218B33B4}"/>
              </a:ext>
            </a:extLst>
          </p:cNvPr>
          <p:cNvSpPr txBox="1">
            <a:spLocks noChangeArrowheads="1"/>
          </p:cNvSpPr>
          <p:nvPr/>
        </p:nvSpPr>
        <p:spPr bwMode="auto">
          <a:xfrm>
            <a:off x="2236788" y="4897438"/>
            <a:ext cx="2317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dATP</a:t>
            </a:r>
          </a:p>
        </p:txBody>
      </p:sp>
      <p:sp>
        <p:nvSpPr>
          <p:cNvPr id="64531" name="TextBox 46">
            <a:extLst>
              <a:ext uri="{FF2B5EF4-FFF2-40B4-BE49-F238E27FC236}">
                <a16:creationId xmlns:a16="http://schemas.microsoft.com/office/drawing/2014/main" id="{E6CCD123-C084-EB77-9806-5C4F4FB1A6DD}"/>
              </a:ext>
            </a:extLst>
          </p:cNvPr>
          <p:cNvSpPr txBox="1">
            <a:spLocks noChangeArrowheads="1"/>
          </p:cNvSpPr>
          <p:nvPr/>
        </p:nvSpPr>
        <p:spPr bwMode="auto">
          <a:xfrm>
            <a:off x="2019300" y="4899025"/>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32" name="TextBox 47">
            <a:extLst>
              <a:ext uri="{FF2B5EF4-FFF2-40B4-BE49-F238E27FC236}">
                <a16:creationId xmlns:a16="http://schemas.microsoft.com/office/drawing/2014/main" id="{10A7873F-F202-25FF-F72D-78067F2931AC}"/>
              </a:ext>
            </a:extLst>
          </p:cNvPr>
          <p:cNvSpPr txBox="1">
            <a:spLocks noChangeArrowheads="1"/>
          </p:cNvSpPr>
          <p:nvPr/>
        </p:nvSpPr>
        <p:spPr bwMode="auto">
          <a:xfrm>
            <a:off x="2024063" y="4995863"/>
            <a:ext cx="539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533" name="TextBox 48">
            <a:extLst>
              <a:ext uri="{FF2B5EF4-FFF2-40B4-BE49-F238E27FC236}">
                <a16:creationId xmlns:a16="http://schemas.microsoft.com/office/drawing/2014/main" id="{E47F6CBE-A5F6-BB78-6E1D-82D8094A424F}"/>
              </a:ext>
            </a:extLst>
          </p:cNvPr>
          <p:cNvSpPr txBox="1">
            <a:spLocks noChangeArrowheads="1"/>
          </p:cNvSpPr>
          <p:nvPr/>
        </p:nvSpPr>
        <p:spPr bwMode="auto">
          <a:xfrm>
            <a:off x="2017713" y="5092700"/>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34" name="TextBox 49">
            <a:extLst>
              <a:ext uri="{FF2B5EF4-FFF2-40B4-BE49-F238E27FC236}">
                <a16:creationId xmlns:a16="http://schemas.microsoft.com/office/drawing/2014/main" id="{F580A358-0597-5BF6-87EC-0F96A06D3995}"/>
              </a:ext>
            </a:extLst>
          </p:cNvPr>
          <p:cNvSpPr txBox="1">
            <a:spLocks noChangeArrowheads="1"/>
          </p:cNvSpPr>
          <p:nvPr/>
        </p:nvSpPr>
        <p:spPr bwMode="auto">
          <a:xfrm>
            <a:off x="2024063" y="5187950"/>
            <a:ext cx="539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535" name="TextBox 50">
            <a:extLst>
              <a:ext uri="{FF2B5EF4-FFF2-40B4-BE49-F238E27FC236}">
                <a16:creationId xmlns:a16="http://schemas.microsoft.com/office/drawing/2014/main" id="{3E93A5F5-EA5B-F9EC-13DC-31D36D83C003}"/>
              </a:ext>
            </a:extLst>
          </p:cNvPr>
          <p:cNvSpPr txBox="1">
            <a:spLocks noChangeArrowheads="1"/>
          </p:cNvSpPr>
          <p:nvPr/>
        </p:nvSpPr>
        <p:spPr bwMode="auto">
          <a:xfrm>
            <a:off x="2409825" y="5221288"/>
            <a:ext cx="13493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PP</a:t>
            </a:r>
            <a:r>
              <a:rPr lang="en-US" altLang="en-US" sz="700" b="1" baseline="-25000">
                <a:solidFill>
                  <a:srgbClr val="000000"/>
                </a:solidFill>
                <a:ea typeface="ヒラギノ角ゴ Pro W3"/>
                <a:cs typeface="ヒラギノ角ゴ Pro W3"/>
              </a:rPr>
              <a:t>i</a:t>
            </a:r>
          </a:p>
        </p:txBody>
      </p:sp>
      <p:sp>
        <p:nvSpPr>
          <p:cNvPr id="64536" name="TextBox 51">
            <a:extLst>
              <a:ext uri="{FF2B5EF4-FFF2-40B4-BE49-F238E27FC236}">
                <a16:creationId xmlns:a16="http://schemas.microsoft.com/office/drawing/2014/main" id="{DCAAF70F-296A-2C04-A498-49B7C0F0B2FD}"/>
              </a:ext>
            </a:extLst>
          </p:cNvPr>
          <p:cNvSpPr txBox="1">
            <a:spLocks noChangeArrowheads="1"/>
          </p:cNvSpPr>
          <p:nvPr/>
        </p:nvSpPr>
        <p:spPr bwMode="auto">
          <a:xfrm>
            <a:off x="2017713" y="5284788"/>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37" name="TextBox 52">
            <a:extLst>
              <a:ext uri="{FF2B5EF4-FFF2-40B4-BE49-F238E27FC236}">
                <a16:creationId xmlns:a16="http://schemas.microsoft.com/office/drawing/2014/main" id="{E4C0AEBA-B772-2ECA-2A0B-0AB7B38F557F}"/>
              </a:ext>
            </a:extLst>
          </p:cNvPr>
          <p:cNvSpPr txBox="1">
            <a:spLocks noChangeArrowheads="1"/>
          </p:cNvSpPr>
          <p:nvPr/>
        </p:nvSpPr>
        <p:spPr bwMode="auto">
          <a:xfrm>
            <a:off x="2017713" y="5381625"/>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38" name="TextBox 53">
            <a:extLst>
              <a:ext uri="{FF2B5EF4-FFF2-40B4-BE49-F238E27FC236}">
                <a16:creationId xmlns:a16="http://schemas.microsoft.com/office/drawing/2014/main" id="{2E5C2C9C-4324-CBB5-6FE0-D91F005BA3EA}"/>
              </a:ext>
            </a:extLst>
          </p:cNvPr>
          <p:cNvSpPr txBox="1">
            <a:spLocks noChangeArrowheads="1"/>
          </p:cNvSpPr>
          <p:nvPr/>
        </p:nvSpPr>
        <p:spPr bwMode="auto">
          <a:xfrm>
            <a:off x="2019300" y="5478463"/>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39" name="TextBox 54">
            <a:extLst>
              <a:ext uri="{FF2B5EF4-FFF2-40B4-BE49-F238E27FC236}">
                <a16:creationId xmlns:a16="http://schemas.microsoft.com/office/drawing/2014/main" id="{0BE4F141-82C2-BEFA-40D0-498BF2E579E1}"/>
              </a:ext>
            </a:extLst>
          </p:cNvPr>
          <p:cNvSpPr txBox="1">
            <a:spLocks noChangeArrowheads="1"/>
          </p:cNvSpPr>
          <p:nvPr/>
        </p:nvSpPr>
        <p:spPr bwMode="auto">
          <a:xfrm>
            <a:off x="2332038" y="5505450"/>
            <a:ext cx="2857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Primer</a:t>
            </a:r>
          </a:p>
        </p:txBody>
      </p:sp>
      <p:sp>
        <p:nvSpPr>
          <p:cNvPr id="64540" name="TextBox 55">
            <a:extLst>
              <a:ext uri="{FF2B5EF4-FFF2-40B4-BE49-F238E27FC236}">
                <a16:creationId xmlns:a16="http://schemas.microsoft.com/office/drawing/2014/main" id="{A2743F4A-0605-8401-9770-AC7127012D94}"/>
              </a:ext>
            </a:extLst>
          </p:cNvPr>
          <p:cNvSpPr txBox="1">
            <a:spLocks noChangeArrowheads="1"/>
          </p:cNvSpPr>
          <p:nvPr/>
        </p:nvSpPr>
        <p:spPr bwMode="auto">
          <a:xfrm>
            <a:off x="2024063" y="5573713"/>
            <a:ext cx="793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 </a:t>
            </a:r>
          </a:p>
        </p:txBody>
      </p:sp>
      <p:sp>
        <p:nvSpPr>
          <p:cNvPr id="64541" name="TextBox 56">
            <a:extLst>
              <a:ext uri="{FF2B5EF4-FFF2-40B4-BE49-F238E27FC236}">
                <a16:creationId xmlns:a16="http://schemas.microsoft.com/office/drawing/2014/main" id="{87E6A32A-DA22-999A-4697-CC5091B55FB3}"/>
              </a:ext>
            </a:extLst>
          </p:cNvPr>
          <p:cNvSpPr txBox="1">
            <a:spLocks noChangeArrowheads="1"/>
          </p:cNvSpPr>
          <p:nvPr/>
        </p:nvSpPr>
        <p:spPr bwMode="auto">
          <a:xfrm>
            <a:off x="3843338" y="4610100"/>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542" name="TextBox 57">
            <a:extLst>
              <a:ext uri="{FF2B5EF4-FFF2-40B4-BE49-F238E27FC236}">
                <a16:creationId xmlns:a16="http://schemas.microsoft.com/office/drawing/2014/main" id="{51F64CB8-31A0-F034-C680-D1969E3709AD}"/>
              </a:ext>
            </a:extLst>
          </p:cNvPr>
          <p:cNvSpPr txBox="1">
            <a:spLocks noChangeArrowheads="1"/>
          </p:cNvSpPr>
          <p:nvPr/>
        </p:nvSpPr>
        <p:spPr bwMode="auto">
          <a:xfrm>
            <a:off x="3843338" y="4706938"/>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543" name="TextBox 58">
            <a:extLst>
              <a:ext uri="{FF2B5EF4-FFF2-40B4-BE49-F238E27FC236}">
                <a16:creationId xmlns:a16="http://schemas.microsoft.com/office/drawing/2014/main" id="{E4D9F8D2-3029-66DD-43D3-DE631E75420C}"/>
              </a:ext>
            </a:extLst>
          </p:cNvPr>
          <p:cNvSpPr txBox="1">
            <a:spLocks noChangeArrowheads="1"/>
          </p:cNvSpPr>
          <p:nvPr/>
        </p:nvSpPr>
        <p:spPr bwMode="auto">
          <a:xfrm>
            <a:off x="3843338" y="4803775"/>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44" name="TextBox 59">
            <a:extLst>
              <a:ext uri="{FF2B5EF4-FFF2-40B4-BE49-F238E27FC236}">
                <a16:creationId xmlns:a16="http://schemas.microsoft.com/office/drawing/2014/main" id="{BD83FD82-1D4D-4559-9CD5-EA1D86306738}"/>
              </a:ext>
            </a:extLst>
          </p:cNvPr>
          <p:cNvSpPr txBox="1">
            <a:spLocks noChangeArrowheads="1"/>
          </p:cNvSpPr>
          <p:nvPr/>
        </p:nvSpPr>
        <p:spPr bwMode="auto">
          <a:xfrm>
            <a:off x="4056063" y="4818063"/>
            <a:ext cx="2222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dTTP</a:t>
            </a:r>
          </a:p>
        </p:txBody>
      </p:sp>
      <p:sp>
        <p:nvSpPr>
          <p:cNvPr id="64545" name="TextBox 60">
            <a:extLst>
              <a:ext uri="{FF2B5EF4-FFF2-40B4-BE49-F238E27FC236}">
                <a16:creationId xmlns:a16="http://schemas.microsoft.com/office/drawing/2014/main" id="{CEC01FE4-F965-1EB1-BE51-16E0B5CB5432}"/>
              </a:ext>
            </a:extLst>
          </p:cNvPr>
          <p:cNvSpPr txBox="1">
            <a:spLocks noChangeArrowheads="1"/>
          </p:cNvSpPr>
          <p:nvPr/>
        </p:nvSpPr>
        <p:spPr bwMode="auto">
          <a:xfrm>
            <a:off x="3843338" y="4899025"/>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46" name="TextBox 61">
            <a:extLst>
              <a:ext uri="{FF2B5EF4-FFF2-40B4-BE49-F238E27FC236}">
                <a16:creationId xmlns:a16="http://schemas.microsoft.com/office/drawing/2014/main" id="{A9BC3EA1-BF6A-C03D-2CC9-F265107217D2}"/>
              </a:ext>
            </a:extLst>
          </p:cNvPr>
          <p:cNvSpPr txBox="1">
            <a:spLocks noChangeArrowheads="1"/>
          </p:cNvSpPr>
          <p:nvPr/>
        </p:nvSpPr>
        <p:spPr bwMode="auto">
          <a:xfrm>
            <a:off x="3848100" y="4995863"/>
            <a:ext cx="539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547" name="TextBox 62">
            <a:extLst>
              <a:ext uri="{FF2B5EF4-FFF2-40B4-BE49-F238E27FC236}">
                <a16:creationId xmlns:a16="http://schemas.microsoft.com/office/drawing/2014/main" id="{39E72B5B-273D-5129-FF86-283EF0F16459}"/>
              </a:ext>
            </a:extLst>
          </p:cNvPr>
          <p:cNvSpPr txBox="1">
            <a:spLocks noChangeArrowheads="1"/>
          </p:cNvSpPr>
          <p:nvPr/>
        </p:nvSpPr>
        <p:spPr bwMode="auto">
          <a:xfrm>
            <a:off x="3841750" y="5092700"/>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48" name="TextBox 63">
            <a:extLst>
              <a:ext uri="{FF2B5EF4-FFF2-40B4-BE49-F238E27FC236}">
                <a16:creationId xmlns:a16="http://schemas.microsoft.com/office/drawing/2014/main" id="{C8EF42CC-8D2B-B71C-06FD-1AFDB8101444}"/>
              </a:ext>
            </a:extLst>
          </p:cNvPr>
          <p:cNvSpPr txBox="1">
            <a:spLocks noChangeArrowheads="1"/>
          </p:cNvSpPr>
          <p:nvPr/>
        </p:nvSpPr>
        <p:spPr bwMode="auto">
          <a:xfrm>
            <a:off x="3848100" y="5187950"/>
            <a:ext cx="793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 </a:t>
            </a:r>
          </a:p>
        </p:txBody>
      </p:sp>
      <p:sp>
        <p:nvSpPr>
          <p:cNvPr id="64549" name="TextBox 64">
            <a:extLst>
              <a:ext uri="{FF2B5EF4-FFF2-40B4-BE49-F238E27FC236}">
                <a16:creationId xmlns:a16="http://schemas.microsoft.com/office/drawing/2014/main" id="{FF021CA0-D469-4A93-0C83-E4B56788232F}"/>
              </a:ext>
            </a:extLst>
          </p:cNvPr>
          <p:cNvSpPr txBox="1">
            <a:spLocks noChangeArrowheads="1"/>
          </p:cNvSpPr>
          <p:nvPr/>
        </p:nvSpPr>
        <p:spPr bwMode="auto">
          <a:xfrm>
            <a:off x="3841750" y="5284788"/>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50" name="TextBox 65">
            <a:extLst>
              <a:ext uri="{FF2B5EF4-FFF2-40B4-BE49-F238E27FC236}">
                <a16:creationId xmlns:a16="http://schemas.microsoft.com/office/drawing/2014/main" id="{DF70F389-121B-C346-E09D-337D3EBD0376}"/>
              </a:ext>
            </a:extLst>
          </p:cNvPr>
          <p:cNvSpPr txBox="1">
            <a:spLocks noChangeArrowheads="1"/>
          </p:cNvSpPr>
          <p:nvPr/>
        </p:nvSpPr>
        <p:spPr bwMode="auto">
          <a:xfrm>
            <a:off x="3841750" y="5381625"/>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51" name="TextBox 66">
            <a:extLst>
              <a:ext uri="{FF2B5EF4-FFF2-40B4-BE49-F238E27FC236}">
                <a16:creationId xmlns:a16="http://schemas.microsoft.com/office/drawing/2014/main" id="{E3613B2C-3045-E44E-275F-C0E24BC9DE0B}"/>
              </a:ext>
            </a:extLst>
          </p:cNvPr>
          <p:cNvSpPr txBox="1">
            <a:spLocks noChangeArrowheads="1"/>
          </p:cNvSpPr>
          <p:nvPr/>
        </p:nvSpPr>
        <p:spPr bwMode="auto">
          <a:xfrm>
            <a:off x="3843338" y="5478463"/>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52" name="TextBox 67">
            <a:extLst>
              <a:ext uri="{FF2B5EF4-FFF2-40B4-BE49-F238E27FC236}">
                <a16:creationId xmlns:a16="http://schemas.microsoft.com/office/drawing/2014/main" id="{CCDBB516-084F-62EB-9E5A-6F5BDB569ED9}"/>
              </a:ext>
            </a:extLst>
          </p:cNvPr>
          <p:cNvSpPr txBox="1">
            <a:spLocks noChangeArrowheads="1"/>
          </p:cNvSpPr>
          <p:nvPr/>
        </p:nvSpPr>
        <p:spPr bwMode="auto">
          <a:xfrm>
            <a:off x="3848100" y="5573713"/>
            <a:ext cx="793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 </a:t>
            </a:r>
          </a:p>
        </p:txBody>
      </p:sp>
      <p:sp>
        <p:nvSpPr>
          <p:cNvPr id="64553" name="TextBox 68">
            <a:extLst>
              <a:ext uri="{FF2B5EF4-FFF2-40B4-BE49-F238E27FC236}">
                <a16:creationId xmlns:a16="http://schemas.microsoft.com/office/drawing/2014/main" id="{56A9BA3F-640D-81DB-45C2-E039B89D20F2}"/>
              </a:ext>
            </a:extLst>
          </p:cNvPr>
          <p:cNvSpPr txBox="1">
            <a:spLocks noChangeArrowheads="1"/>
          </p:cNvSpPr>
          <p:nvPr/>
        </p:nvSpPr>
        <p:spPr bwMode="auto">
          <a:xfrm>
            <a:off x="5468938" y="4610100"/>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554" name="TextBox 69">
            <a:extLst>
              <a:ext uri="{FF2B5EF4-FFF2-40B4-BE49-F238E27FC236}">
                <a16:creationId xmlns:a16="http://schemas.microsoft.com/office/drawing/2014/main" id="{8E7E5CEF-86E7-2568-D993-49848139AB7C}"/>
              </a:ext>
            </a:extLst>
          </p:cNvPr>
          <p:cNvSpPr txBox="1">
            <a:spLocks noChangeArrowheads="1"/>
          </p:cNvSpPr>
          <p:nvPr/>
        </p:nvSpPr>
        <p:spPr bwMode="auto">
          <a:xfrm>
            <a:off x="5468938" y="4706938"/>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555" name="TextBox 70">
            <a:extLst>
              <a:ext uri="{FF2B5EF4-FFF2-40B4-BE49-F238E27FC236}">
                <a16:creationId xmlns:a16="http://schemas.microsoft.com/office/drawing/2014/main" id="{009D5804-48B1-A535-D091-8C7280D90BA4}"/>
              </a:ext>
            </a:extLst>
          </p:cNvPr>
          <p:cNvSpPr txBox="1">
            <a:spLocks noChangeArrowheads="1"/>
          </p:cNvSpPr>
          <p:nvPr/>
        </p:nvSpPr>
        <p:spPr bwMode="auto">
          <a:xfrm>
            <a:off x="5468938" y="4802188"/>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56" name="TextBox 71">
            <a:extLst>
              <a:ext uri="{FF2B5EF4-FFF2-40B4-BE49-F238E27FC236}">
                <a16:creationId xmlns:a16="http://schemas.microsoft.com/office/drawing/2014/main" id="{A737FB85-D3AF-7B3D-3047-D565147ED75B}"/>
              </a:ext>
            </a:extLst>
          </p:cNvPr>
          <p:cNvSpPr txBox="1">
            <a:spLocks noChangeArrowheads="1"/>
          </p:cNvSpPr>
          <p:nvPr/>
        </p:nvSpPr>
        <p:spPr bwMode="auto">
          <a:xfrm>
            <a:off x="5468938" y="4899025"/>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57" name="TextBox 72">
            <a:extLst>
              <a:ext uri="{FF2B5EF4-FFF2-40B4-BE49-F238E27FC236}">
                <a16:creationId xmlns:a16="http://schemas.microsoft.com/office/drawing/2014/main" id="{1044093E-3687-2C87-D932-4D849A198361}"/>
              </a:ext>
            </a:extLst>
          </p:cNvPr>
          <p:cNvSpPr txBox="1">
            <a:spLocks noChangeArrowheads="1"/>
          </p:cNvSpPr>
          <p:nvPr/>
        </p:nvSpPr>
        <p:spPr bwMode="auto">
          <a:xfrm>
            <a:off x="5473700" y="4995863"/>
            <a:ext cx="539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558" name="TextBox 73">
            <a:extLst>
              <a:ext uri="{FF2B5EF4-FFF2-40B4-BE49-F238E27FC236}">
                <a16:creationId xmlns:a16="http://schemas.microsoft.com/office/drawing/2014/main" id="{6412D580-DB8C-CB69-BC5D-0B3BCE0B7814}"/>
              </a:ext>
            </a:extLst>
          </p:cNvPr>
          <p:cNvSpPr txBox="1">
            <a:spLocks noChangeArrowheads="1"/>
          </p:cNvSpPr>
          <p:nvPr/>
        </p:nvSpPr>
        <p:spPr bwMode="auto">
          <a:xfrm>
            <a:off x="5465763" y="5092700"/>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59" name="TextBox 74">
            <a:extLst>
              <a:ext uri="{FF2B5EF4-FFF2-40B4-BE49-F238E27FC236}">
                <a16:creationId xmlns:a16="http://schemas.microsoft.com/office/drawing/2014/main" id="{C8730120-6D80-3EF4-61E8-13C2D8E4E0CD}"/>
              </a:ext>
            </a:extLst>
          </p:cNvPr>
          <p:cNvSpPr txBox="1">
            <a:spLocks noChangeArrowheads="1"/>
          </p:cNvSpPr>
          <p:nvPr/>
        </p:nvSpPr>
        <p:spPr bwMode="auto">
          <a:xfrm>
            <a:off x="5473700" y="5187950"/>
            <a:ext cx="539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560" name="TextBox 75">
            <a:extLst>
              <a:ext uri="{FF2B5EF4-FFF2-40B4-BE49-F238E27FC236}">
                <a16:creationId xmlns:a16="http://schemas.microsoft.com/office/drawing/2014/main" id="{DFEE5044-9ABC-62DB-ED53-8BF81DAFE9D3}"/>
              </a:ext>
            </a:extLst>
          </p:cNvPr>
          <p:cNvSpPr txBox="1">
            <a:spLocks noChangeArrowheads="1"/>
          </p:cNvSpPr>
          <p:nvPr/>
        </p:nvSpPr>
        <p:spPr bwMode="auto">
          <a:xfrm>
            <a:off x="5465763" y="5284788"/>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61" name="TextBox 76">
            <a:extLst>
              <a:ext uri="{FF2B5EF4-FFF2-40B4-BE49-F238E27FC236}">
                <a16:creationId xmlns:a16="http://schemas.microsoft.com/office/drawing/2014/main" id="{EC3CF22A-F2FA-5A56-2D27-ADCFB3E0A7C4}"/>
              </a:ext>
            </a:extLst>
          </p:cNvPr>
          <p:cNvSpPr txBox="1">
            <a:spLocks noChangeArrowheads="1"/>
          </p:cNvSpPr>
          <p:nvPr/>
        </p:nvSpPr>
        <p:spPr bwMode="auto">
          <a:xfrm>
            <a:off x="5465763" y="5381625"/>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62" name="TextBox 77">
            <a:extLst>
              <a:ext uri="{FF2B5EF4-FFF2-40B4-BE49-F238E27FC236}">
                <a16:creationId xmlns:a16="http://schemas.microsoft.com/office/drawing/2014/main" id="{AB3255F1-8149-AB1D-6574-B439F6D28553}"/>
              </a:ext>
            </a:extLst>
          </p:cNvPr>
          <p:cNvSpPr txBox="1">
            <a:spLocks noChangeArrowheads="1"/>
          </p:cNvSpPr>
          <p:nvPr/>
        </p:nvSpPr>
        <p:spPr bwMode="auto">
          <a:xfrm>
            <a:off x="5468938" y="5478463"/>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63" name="TextBox 78">
            <a:extLst>
              <a:ext uri="{FF2B5EF4-FFF2-40B4-BE49-F238E27FC236}">
                <a16:creationId xmlns:a16="http://schemas.microsoft.com/office/drawing/2014/main" id="{8585DB02-F31D-CF39-10C7-A52183D47409}"/>
              </a:ext>
            </a:extLst>
          </p:cNvPr>
          <p:cNvSpPr txBox="1">
            <a:spLocks noChangeArrowheads="1"/>
          </p:cNvSpPr>
          <p:nvPr/>
        </p:nvSpPr>
        <p:spPr bwMode="auto">
          <a:xfrm>
            <a:off x="5473700" y="5573713"/>
            <a:ext cx="793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 </a:t>
            </a:r>
          </a:p>
        </p:txBody>
      </p:sp>
      <p:sp>
        <p:nvSpPr>
          <p:cNvPr id="64564" name="TextBox 79">
            <a:extLst>
              <a:ext uri="{FF2B5EF4-FFF2-40B4-BE49-F238E27FC236}">
                <a16:creationId xmlns:a16="http://schemas.microsoft.com/office/drawing/2014/main" id="{E82CFA23-BFB5-3E36-6876-3DF98F54A251}"/>
              </a:ext>
            </a:extLst>
          </p:cNvPr>
          <p:cNvSpPr txBox="1">
            <a:spLocks noChangeArrowheads="1"/>
          </p:cNvSpPr>
          <p:nvPr/>
        </p:nvSpPr>
        <p:spPr bwMode="auto">
          <a:xfrm>
            <a:off x="5697538" y="4821238"/>
            <a:ext cx="23812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dGTP</a:t>
            </a:r>
          </a:p>
        </p:txBody>
      </p:sp>
      <p:sp>
        <p:nvSpPr>
          <p:cNvPr id="64565" name="TextBox 80">
            <a:extLst>
              <a:ext uri="{FF2B5EF4-FFF2-40B4-BE49-F238E27FC236}">
                <a16:creationId xmlns:a16="http://schemas.microsoft.com/office/drawing/2014/main" id="{2BDFC19B-07DE-CD11-C0B4-EBB56C92117E}"/>
              </a:ext>
            </a:extLst>
          </p:cNvPr>
          <p:cNvSpPr txBox="1">
            <a:spLocks noChangeArrowheads="1"/>
          </p:cNvSpPr>
          <p:nvPr/>
        </p:nvSpPr>
        <p:spPr bwMode="auto">
          <a:xfrm>
            <a:off x="7108825" y="4610100"/>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566" name="TextBox 81">
            <a:extLst>
              <a:ext uri="{FF2B5EF4-FFF2-40B4-BE49-F238E27FC236}">
                <a16:creationId xmlns:a16="http://schemas.microsoft.com/office/drawing/2014/main" id="{39CFF040-17F9-6268-6A1E-01419CDA5A67}"/>
              </a:ext>
            </a:extLst>
          </p:cNvPr>
          <p:cNvSpPr txBox="1">
            <a:spLocks noChangeArrowheads="1"/>
          </p:cNvSpPr>
          <p:nvPr/>
        </p:nvSpPr>
        <p:spPr bwMode="auto">
          <a:xfrm>
            <a:off x="7108825" y="4706938"/>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567" name="TextBox 82">
            <a:extLst>
              <a:ext uri="{FF2B5EF4-FFF2-40B4-BE49-F238E27FC236}">
                <a16:creationId xmlns:a16="http://schemas.microsoft.com/office/drawing/2014/main" id="{B5151642-1EFA-F34E-661C-33685058B9C9}"/>
              </a:ext>
            </a:extLst>
          </p:cNvPr>
          <p:cNvSpPr txBox="1">
            <a:spLocks noChangeArrowheads="1"/>
          </p:cNvSpPr>
          <p:nvPr/>
        </p:nvSpPr>
        <p:spPr bwMode="auto">
          <a:xfrm>
            <a:off x="7108825" y="4803775"/>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68" name="TextBox 83">
            <a:extLst>
              <a:ext uri="{FF2B5EF4-FFF2-40B4-BE49-F238E27FC236}">
                <a16:creationId xmlns:a16="http://schemas.microsoft.com/office/drawing/2014/main" id="{E0178D63-6F6E-1CC6-D730-4B35F95D32E4}"/>
              </a:ext>
            </a:extLst>
          </p:cNvPr>
          <p:cNvSpPr txBox="1">
            <a:spLocks noChangeArrowheads="1"/>
          </p:cNvSpPr>
          <p:nvPr/>
        </p:nvSpPr>
        <p:spPr bwMode="auto">
          <a:xfrm>
            <a:off x="7108825" y="4899025"/>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69" name="TextBox 84">
            <a:extLst>
              <a:ext uri="{FF2B5EF4-FFF2-40B4-BE49-F238E27FC236}">
                <a16:creationId xmlns:a16="http://schemas.microsoft.com/office/drawing/2014/main" id="{9AB49637-1813-AFE4-C46E-2206B86C7233}"/>
              </a:ext>
            </a:extLst>
          </p:cNvPr>
          <p:cNvSpPr txBox="1">
            <a:spLocks noChangeArrowheads="1"/>
          </p:cNvSpPr>
          <p:nvPr/>
        </p:nvSpPr>
        <p:spPr bwMode="auto">
          <a:xfrm>
            <a:off x="7113588" y="4995863"/>
            <a:ext cx="539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570" name="TextBox 85">
            <a:extLst>
              <a:ext uri="{FF2B5EF4-FFF2-40B4-BE49-F238E27FC236}">
                <a16:creationId xmlns:a16="http://schemas.microsoft.com/office/drawing/2014/main" id="{8C24ACA2-915A-9325-0FE3-0B3E9AA23833}"/>
              </a:ext>
            </a:extLst>
          </p:cNvPr>
          <p:cNvSpPr txBox="1">
            <a:spLocks noChangeArrowheads="1"/>
          </p:cNvSpPr>
          <p:nvPr/>
        </p:nvSpPr>
        <p:spPr bwMode="auto">
          <a:xfrm>
            <a:off x="7107238" y="5092700"/>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71" name="TextBox 86">
            <a:extLst>
              <a:ext uri="{FF2B5EF4-FFF2-40B4-BE49-F238E27FC236}">
                <a16:creationId xmlns:a16="http://schemas.microsoft.com/office/drawing/2014/main" id="{43E5D7B6-9F37-5BA0-B5CB-4E8628B3F05B}"/>
              </a:ext>
            </a:extLst>
          </p:cNvPr>
          <p:cNvSpPr txBox="1">
            <a:spLocks noChangeArrowheads="1"/>
          </p:cNvSpPr>
          <p:nvPr/>
        </p:nvSpPr>
        <p:spPr bwMode="auto">
          <a:xfrm>
            <a:off x="7113588" y="5187950"/>
            <a:ext cx="539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572" name="TextBox 87">
            <a:extLst>
              <a:ext uri="{FF2B5EF4-FFF2-40B4-BE49-F238E27FC236}">
                <a16:creationId xmlns:a16="http://schemas.microsoft.com/office/drawing/2014/main" id="{0BE1D34D-DF1E-ACE4-BB73-61F7FA6CFE24}"/>
              </a:ext>
            </a:extLst>
          </p:cNvPr>
          <p:cNvSpPr txBox="1">
            <a:spLocks noChangeArrowheads="1"/>
          </p:cNvSpPr>
          <p:nvPr/>
        </p:nvSpPr>
        <p:spPr bwMode="auto">
          <a:xfrm>
            <a:off x="7107238" y="5284788"/>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73" name="TextBox 88">
            <a:extLst>
              <a:ext uri="{FF2B5EF4-FFF2-40B4-BE49-F238E27FC236}">
                <a16:creationId xmlns:a16="http://schemas.microsoft.com/office/drawing/2014/main" id="{D4BA0741-6AE2-6BF0-DFC0-1CA04653E552}"/>
              </a:ext>
            </a:extLst>
          </p:cNvPr>
          <p:cNvSpPr txBox="1">
            <a:spLocks noChangeArrowheads="1"/>
          </p:cNvSpPr>
          <p:nvPr/>
        </p:nvSpPr>
        <p:spPr bwMode="auto">
          <a:xfrm>
            <a:off x="7107238" y="5381625"/>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74" name="TextBox 89">
            <a:extLst>
              <a:ext uri="{FF2B5EF4-FFF2-40B4-BE49-F238E27FC236}">
                <a16:creationId xmlns:a16="http://schemas.microsoft.com/office/drawing/2014/main" id="{D7C8136A-F657-9B6E-DC61-0A7BD4F3CAEE}"/>
              </a:ext>
            </a:extLst>
          </p:cNvPr>
          <p:cNvSpPr txBox="1">
            <a:spLocks noChangeArrowheads="1"/>
          </p:cNvSpPr>
          <p:nvPr/>
        </p:nvSpPr>
        <p:spPr bwMode="auto">
          <a:xfrm>
            <a:off x="7108825" y="5478463"/>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75" name="TextBox 90">
            <a:extLst>
              <a:ext uri="{FF2B5EF4-FFF2-40B4-BE49-F238E27FC236}">
                <a16:creationId xmlns:a16="http://schemas.microsoft.com/office/drawing/2014/main" id="{576756FA-A898-6FE8-6A0C-59B49E83D946}"/>
              </a:ext>
            </a:extLst>
          </p:cNvPr>
          <p:cNvSpPr txBox="1">
            <a:spLocks noChangeArrowheads="1"/>
          </p:cNvSpPr>
          <p:nvPr/>
        </p:nvSpPr>
        <p:spPr bwMode="auto">
          <a:xfrm>
            <a:off x="7113588" y="5573713"/>
            <a:ext cx="793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 </a:t>
            </a:r>
          </a:p>
        </p:txBody>
      </p:sp>
      <p:sp>
        <p:nvSpPr>
          <p:cNvPr id="64576" name="TextBox 91">
            <a:extLst>
              <a:ext uri="{FF2B5EF4-FFF2-40B4-BE49-F238E27FC236}">
                <a16:creationId xmlns:a16="http://schemas.microsoft.com/office/drawing/2014/main" id="{402C00F0-127B-CEF1-188E-CFA281B56398}"/>
              </a:ext>
            </a:extLst>
          </p:cNvPr>
          <p:cNvSpPr txBox="1">
            <a:spLocks noChangeArrowheads="1"/>
          </p:cNvSpPr>
          <p:nvPr/>
        </p:nvSpPr>
        <p:spPr bwMode="auto">
          <a:xfrm>
            <a:off x="7351713" y="4779963"/>
            <a:ext cx="2317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dCTP</a:t>
            </a:r>
          </a:p>
        </p:txBody>
      </p:sp>
      <p:sp>
        <p:nvSpPr>
          <p:cNvPr id="64577" name="TextBox 92">
            <a:extLst>
              <a:ext uri="{FF2B5EF4-FFF2-40B4-BE49-F238E27FC236}">
                <a16:creationId xmlns:a16="http://schemas.microsoft.com/office/drawing/2014/main" id="{4AC10BBF-9400-EBC9-2693-D9B1BF0F4CA0}"/>
              </a:ext>
            </a:extLst>
          </p:cNvPr>
          <p:cNvSpPr txBox="1">
            <a:spLocks noChangeArrowheads="1"/>
          </p:cNvSpPr>
          <p:nvPr/>
        </p:nvSpPr>
        <p:spPr bwMode="auto">
          <a:xfrm>
            <a:off x="7488238" y="5127625"/>
            <a:ext cx="13493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PP</a:t>
            </a:r>
            <a:r>
              <a:rPr lang="en-US" altLang="en-US" sz="700" b="1" baseline="-25000">
                <a:solidFill>
                  <a:srgbClr val="000000"/>
                </a:solidFill>
                <a:ea typeface="ヒラギノ角ゴ Pro W3"/>
                <a:cs typeface="ヒラギノ角ゴ Pro W3"/>
              </a:rPr>
              <a:t>i</a:t>
            </a:r>
          </a:p>
        </p:txBody>
      </p:sp>
      <p:sp>
        <p:nvSpPr>
          <p:cNvPr id="64578" name="TextBox 22">
            <a:extLst>
              <a:ext uri="{FF2B5EF4-FFF2-40B4-BE49-F238E27FC236}">
                <a16:creationId xmlns:a16="http://schemas.microsoft.com/office/drawing/2014/main" id="{6CBD0A43-CF8B-763F-7C0B-703E955D03DB}"/>
              </a:ext>
            </a:extLst>
          </p:cNvPr>
          <p:cNvSpPr txBox="1">
            <a:spLocks noChangeArrowheads="1"/>
          </p:cNvSpPr>
          <p:nvPr/>
        </p:nvSpPr>
        <p:spPr bwMode="auto">
          <a:xfrm>
            <a:off x="2282825" y="2682875"/>
            <a:ext cx="695325" cy="204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800"/>
              </a:lnSpc>
              <a:spcBef>
                <a:spcPct val="0"/>
              </a:spcBef>
              <a:buClrTx/>
              <a:buSzTx/>
              <a:buFontTx/>
              <a:buNone/>
            </a:pPr>
            <a:r>
              <a:rPr lang="en-US" altLang="en-US" sz="700" b="1">
                <a:solidFill>
                  <a:srgbClr val="000000"/>
                </a:solidFill>
                <a:ea typeface="ヒラギノ角ゴ Pro W3"/>
                <a:cs typeface="ヒラギノ角ゴ Pro W3"/>
              </a:rPr>
              <a:t>Template strand</a:t>
            </a:r>
          </a:p>
          <a:p>
            <a:pPr>
              <a:lnSpc>
                <a:spcPts val="800"/>
              </a:lnSpc>
              <a:spcBef>
                <a:spcPct val="0"/>
              </a:spcBef>
              <a:buClrTx/>
              <a:buSzTx/>
              <a:buFontTx/>
              <a:buNone/>
            </a:pPr>
            <a:r>
              <a:rPr lang="en-US" altLang="en-US" sz="700" b="1">
                <a:solidFill>
                  <a:srgbClr val="000000"/>
                </a:solidFill>
                <a:ea typeface="ヒラギノ角ゴ Pro W3"/>
                <a:cs typeface="ヒラギノ角ゴ Pro W3"/>
              </a:rPr>
              <a:t>of DNA</a:t>
            </a:r>
          </a:p>
        </p:txBody>
      </p:sp>
      <p:sp>
        <p:nvSpPr>
          <p:cNvPr id="64579" name="TextBox 24">
            <a:extLst>
              <a:ext uri="{FF2B5EF4-FFF2-40B4-BE49-F238E27FC236}">
                <a16:creationId xmlns:a16="http://schemas.microsoft.com/office/drawing/2014/main" id="{5F09B7C0-2210-4F2E-8CAD-FACAD965ED34}"/>
              </a:ext>
            </a:extLst>
          </p:cNvPr>
          <p:cNvSpPr txBox="1">
            <a:spLocks noChangeArrowheads="1"/>
          </p:cNvSpPr>
          <p:nvPr/>
        </p:nvSpPr>
        <p:spPr bwMode="auto">
          <a:xfrm>
            <a:off x="2189163" y="2954338"/>
            <a:ext cx="7143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5′</a:t>
            </a:r>
          </a:p>
        </p:txBody>
      </p:sp>
      <p:sp>
        <p:nvSpPr>
          <p:cNvPr id="64580" name="TextBox 25">
            <a:extLst>
              <a:ext uri="{FF2B5EF4-FFF2-40B4-BE49-F238E27FC236}">
                <a16:creationId xmlns:a16="http://schemas.microsoft.com/office/drawing/2014/main" id="{77264F6E-DF7D-86B5-1557-41564BCFCE26}"/>
              </a:ext>
            </a:extLst>
          </p:cNvPr>
          <p:cNvSpPr txBox="1">
            <a:spLocks noChangeArrowheads="1"/>
          </p:cNvSpPr>
          <p:nvPr/>
        </p:nvSpPr>
        <p:spPr bwMode="auto">
          <a:xfrm>
            <a:off x="3208338" y="2820988"/>
            <a:ext cx="7143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3′</a:t>
            </a:r>
          </a:p>
        </p:txBody>
      </p:sp>
      <p:sp>
        <p:nvSpPr>
          <p:cNvPr id="64581" name="TextBox 26">
            <a:extLst>
              <a:ext uri="{FF2B5EF4-FFF2-40B4-BE49-F238E27FC236}">
                <a16:creationId xmlns:a16="http://schemas.microsoft.com/office/drawing/2014/main" id="{FDB8779E-DF6D-5E8A-8920-BF388FBB5F15}"/>
              </a:ext>
            </a:extLst>
          </p:cNvPr>
          <p:cNvSpPr txBox="1">
            <a:spLocks noChangeArrowheads="1"/>
          </p:cNvSpPr>
          <p:nvPr/>
        </p:nvSpPr>
        <p:spPr bwMode="auto">
          <a:xfrm>
            <a:off x="3221038" y="2922588"/>
            <a:ext cx="7143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5′</a:t>
            </a:r>
          </a:p>
        </p:txBody>
      </p:sp>
      <p:sp>
        <p:nvSpPr>
          <p:cNvPr id="64582" name="TextBox 27">
            <a:extLst>
              <a:ext uri="{FF2B5EF4-FFF2-40B4-BE49-F238E27FC236}">
                <a16:creationId xmlns:a16="http://schemas.microsoft.com/office/drawing/2014/main" id="{7AD3814D-FB6E-73B6-CE5E-5729E97E8501}"/>
              </a:ext>
            </a:extLst>
          </p:cNvPr>
          <p:cNvSpPr txBox="1">
            <a:spLocks noChangeArrowheads="1"/>
          </p:cNvSpPr>
          <p:nvPr/>
        </p:nvSpPr>
        <p:spPr bwMode="auto">
          <a:xfrm>
            <a:off x="2970213" y="2936875"/>
            <a:ext cx="7143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3′</a:t>
            </a:r>
          </a:p>
        </p:txBody>
      </p:sp>
      <p:sp>
        <p:nvSpPr>
          <p:cNvPr id="64583" name="TextBox 28">
            <a:extLst>
              <a:ext uri="{FF2B5EF4-FFF2-40B4-BE49-F238E27FC236}">
                <a16:creationId xmlns:a16="http://schemas.microsoft.com/office/drawing/2014/main" id="{125A75C2-58F8-0C36-4A92-BAF10EEFE090}"/>
              </a:ext>
            </a:extLst>
          </p:cNvPr>
          <p:cNvSpPr txBox="1">
            <a:spLocks noChangeArrowheads="1"/>
          </p:cNvSpPr>
          <p:nvPr/>
        </p:nvSpPr>
        <p:spPr bwMode="auto">
          <a:xfrm>
            <a:off x="3016250" y="3033713"/>
            <a:ext cx="2857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Primer</a:t>
            </a:r>
          </a:p>
        </p:txBody>
      </p:sp>
      <p:sp>
        <p:nvSpPr>
          <p:cNvPr id="64584" name="TextBox 29">
            <a:extLst>
              <a:ext uri="{FF2B5EF4-FFF2-40B4-BE49-F238E27FC236}">
                <a16:creationId xmlns:a16="http://schemas.microsoft.com/office/drawing/2014/main" id="{F4F96AD1-6539-8D6B-A508-85A07E782EA4}"/>
              </a:ext>
            </a:extLst>
          </p:cNvPr>
          <p:cNvSpPr txBox="1">
            <a:spLocks noChangeArrowheads="1"/>
          </p:cNvSpPr>
          <p:nvPr/>
        </p:nvSpPr>
        <p:spPr bwMode="auto">
          <a:xfrm>
            <a:off x="3475038" y="2941638"/>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85" name="TextBox 29">
            <a:extLst>
              <a:ext uri="{FF2B5EF4-FFF2-40B4-BE49-F238E27FC236}">
                <a16:creationId xmlns:a16="http://schemas.microsoft.com/office/drawing/2014/main" id="{4C9C32CD-5CB9-56BB-89AC-EA35313D19E3}"/>
              </a:ext>
            </a:extLst>
          </p:cNvPr>
          <p:cNvSpPr txBox="1">
            <a:spLocks noChangeArrowheads="1"/>
          </p:cNvSpPr>
          <p:nvPr/>
        </p:nvSpPr>
        <p:spPr bwMode="auto">
          <a:xfrm>
            <a:off x="3579813" y="2941638"/>
            <a:ext cx="539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586" name="TextBox 29">
            <a:extLst>
              <a:ext uri="{FF2B5EF4-FFF2-40B4-BE49-F238E27FC236}">
                <a16:creationId xmlns:a16="http://schemas.microsoft.com/office/drawing/2014/main" id="{33F5F2CA-F85A-434C-32AB-71A4C6316E0E}"/>
              </a:ext>
            </a:extLst>
          </p:cNvPr>
          <p:cNvSpPr txBox="1">
            <a:spLocks noChangeArrowheads="1"/>
          </p:cNvSpPr>
          <p:nvPr/>
        </p:nvSpPr>
        <p:spPr bwMode="auto">
          <a:xfrm>
            <a:off x="3670300" y="2940050"/>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87" name="TextBox 29">
            <a:extLst>
              <a:ext uri="{FF2B5EF4-FFF2-40B4-BE49-F238E27FC236}">
                <a16:creationId xmlns:a16="http://schemas.microsoft.com/office/drawing/2014/main" id="{D011E8F6-6BE3-C35E-4375-3DB66CA6CB6A}"/>
              </a:ext>
            </a:extLst>
          </p:cNvPr>
          <p:cNvSpPr txBox="1">
            <a:spLocks noChangeArrowheads="1"/>
          </p:cNvSpPr>
          <p:nvPr/>
        </p:nvSpPr>
        <p:spPr bwMode="auto">
          <a:xfrm>
            <a:off x="3767138" y="2940050"/>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588" name="TextBox 29">
            <a:extLst>
              <a:ext uri="{FF2B5EF4-FFF2-40B4-BE49-F238E27FC236}">
                <a16:creationId xmlns:a16="http://schemas.microsoft.com/office/drawing/2014/main" id="{B0D01E6E-27FF-C648-8970-DB06B948720C}"/>
              </a:ext>
            </a:extLst>
          </p:cNvPr>
          <p:cNvSpPr txBox="1">
            <a:spLocks noChangeArrowheads="1"/>
          </p:cNvSpPr>
          <p:nvPr/>
        </p:nvSpPr>
        <p:spPr bwMode="auto">
          <a:xfrm>
            <a:off x="3695700" y="3976688"/>
            <a:ext cx="6508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89" name="TextBox 29">
            <a:extLst>
              <a:ext uri="{FF2B5EF4-FFF2-40B4-BE49-F238E27FC236}">
                <a16:creationId xmlns:a16="http://schemas.microsoft.com/office/drawing/2014/main" id="{2CDA2D69-58C8-3C16-7485-3753AB51F5EC}"/>
              </a:ext>
            </a:extLst>
          </p:cNvPr>
          <p:cNvSpPr txBox="1">
            <a:spLocks noChangeArrowheads="1"/>
          </p:cNvSpPr>
          <p:nvPr/>
        </p:nvSpPr>
        <p:spPr bwMode="auto">
          <a:xfrm>
            <a:off x="3800475" y="3976688"/>
            <a:ext cx="539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590" name="TextBox 29">
            <a:extLst>
              <a:ext uri="{FF2B5EF4-FFF2-40B4-BE49-F238E27FC236}">
                <a16:creationId xmlns:a16="http://schemas.microsoft.com/office/drawing/2014/main" id="{E48D5EC2-5645-DA07-9D3E-9C6802D08D61}"/>
              </a:ext>
            </a:extLst>
          </p:cNvPr>
          <p:cNvSpPr txBox="1">
            <a:spLocks noChangeArrowheads="1"/>
          </p:cNvSpPr>
          <p:nvPr/>
        </p:nvSpPr>
        <p:spPr bwMode="auto">
          <a:xfrm>
            <a:off x="3884613" y="3973513"/>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91" name="TextBox 29">
            <a:extLst>
              <a:ext uri="{FF2B5EF4-FFF2-40B4-BE49-F238E27FC236}">
                <a16:creationId xmlns:a16="http://schemas.microsoft.com/office/drawing/2014/main" id="{1A31D47D-50B0-7C2B-06F7-F8E3A3DCFB25}"/>
              </a:ext>
            </a:extLst>
          </p:cNvPr>
          <p:cNvSpPr txBox="1">
            <a:spLocks noChangeArrowheads="1"/>
          </p:cNvSpPr>
          <p:nvPr/>
        </p:nvSpPr>
        <p:spPr bwMode="auto">
          <a:xfrm>
            <a:off x="3981450" y="3973513"/>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592" name="TextBox 29">
            <a:extLst>
              <a:ext uri="{FF2B5EF4-FFF2-40B4-BE49-F238E27FC236}">
                <a16:creationId xmlns:a16="http://schemas.microsoft.com/office/drawing/2014/main" id="{CEBE3453-3AC8-6C53-60B1-9CE4A27C21A7}"/>
              </a:ext>
            </a:extLst>
          </p:cNvPr>
          <p:cNvSpPr txBox="1">
            <a:spLocks noChangeArrowheads="1"/>
          </p:cNvSpPr>
          <p:nvPr/>
        </p:nvSpPr>
        <p:spPr bwMode="auto">
          <a:xfrm>
            <a:off x="5332413" y="3976688"/>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93" name="TextBox 29">
            <a:extLst>
              <a:ext uri="{FF2B5EF4-FFF2-40B4-BE49-F238E27FC236}">
                <a16:creationId xmlns:a16="http://schemas.microsoft.com/office/drawing/2014/main" id="{F69159CC-5715-E68C-FD97-7C0B2829BCAD}"/>
              </a:ext>
            </a:extLst>
          </p:cNvPr>
          <p:cNvSpPr txBox="1">
            <a:spLocks noChangeArrowheads="1"/>
          </p:cNvSpPr>
          <p:nvPr/>
        </p:nvSpPr>
        <p:spPr bwMode="auto">
          <a:xfrm>
            <a:off x="5435600" y="3976688"/>
            <a:ext cx="55563"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594" name="TextBox 29">
            <a:extLst>
              <a:ext uri="{FF2B5EF4-FFF2-40B4-BE49-F238E27FC236}">
                <a16:creationId xmlns:a16="http://schemas.microsoft.com/office/drawing/2014/main" id="{BC55D995-B50C-791D-434F-C9A804931979}"/>
              </a:ext>
            </a:extLst>
          </p:cNvPr>
          <p:cNvSpPr txBox="1">
            <a:spLocks noChangeArrowheads="1"/>
          </p:cNvSpPr>
          <p:nvPr/>
        </p:nvSpPr>
        <p:spPr bwMode="auto">
          <a:xfrm>
            <a:off x="5519738" y="3973513"/>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95" name="TextBox 29">
            <a:extLst>
              <a:ext uri="{FF2B5EF4-FFF2-40B4-BE49-F238E27FC236}">
                <a16:creationId xmlns:a16="http://schemas.microsoft.com/office/drawing/2014/main" id="{3D000E11-C133-6917-E131-71DA7BB5416B}"/>
              </a:ext>
            </a:extLst>
          </p:cNvPr>
          <p:cNvSpPr txBox="1">
            <a:spLocks noChangeArrowheads="1"/>
          </p:cNvSpPr>
          <p:nvPr/>
        </p:nvSpPr>
        <p:spPr bwMode="auto">
          <a:xfrm>
            <a:off x="5616575" y="3973513"/>
            <a:ext cx="6508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596" name="TextBox 29">
            <a:extLst>
              <a:ext uri="{FF2B5EF4-FFF2-40B4-BE49-F238E27FC236}">
                <a16:creationId xmlns:a16="http://schemas.microsoft.com/office/drawing/2014/main" id="{56B0B72E-AF2D-02DA-DEB6-FE5F0D1F2518}"/>
              </a:ext>
            </a:extLst>
          </p:cNvPr>
          <p:cNvSpPr txBox="1">
            <a:spLocks noChangeArrowheads="1"/>
          </p:cNvSpPr>
          <p:nvPr/>
        </p:nvSpPr>
        <p:spPr bwMode="auto">
          <a:xfrm>
            <a:off x="6973888" y="3976688"/>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597" name="TextBox 29">
            <a:extLst>
              <a:ext uri="{FF2B5EF4-FFF2-40B4-BE49-F238E27FC236}">
                <a16:creationId xmlns:a16="http://schemas.microsoft.com/office/drawing/2014/main" id="{442527D1-F3F7-648C-3F33-1CA967242959}"/>
              </a:ext>
            </a:extLst>
          </p:cNvPr>
          <p:cNvSpPr txBox="1">
            <a:spLocks noChangeArrowheads="1"/>
          </p:cNvSpPr>
          <p:nvPr/>
        </p:nvSpPr>
        <p:spPr bwMode="auto">
          <a:xfrm>
            <a:off x="7078663" y="3976688"/>
            <a:ext cx="539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598" name="TextBox 29">
            <a:extLst>
              <a:ext uri="{FF2B5EF4-FFF2-40B4-BE49-F238E27FC236}">
                <a16:creationId xmlns:a16="http://schemas.microsoft.com/office/drawing/2014/main" id="{44D4CAC5-8B43-F82A-262B-F6D967201609}"/>
              </a:ext>
            </a:extLst>
          </p:cNvPr>
          <p:cNvSpPr txBox="1">
            <a:spLocks noChangeArrowheads="1"/>
          </p:cNvSpPr>
          <p:nvPr/>
        </p:nvSpPr>
        <p:spPr bwMode="auto">
          <a:xfrm>
            <a:off x="7161213" y="3973513"/>
            <a:ext cx="7143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599" name="TextBox 29">
            <a:extLst>
              <a:ext uri="{FF2B5EF4-FFF2-40B4-BE49-F238E27FC236}">
                <a16:creationId xmlns:a16="http://schemas.microsoft.com/office/drawing/2014/main" id="{E8146A69-E064-F767-EEC1-5404FB800C8B}"/>
              </a:ext>
            </a:extLst>
          </p:cNvPr>
          <p:cNvSpPr txBox="1">
            <a:spLocks noChangeArrowheads="1"/>
          </p:cNvSpPr>
          <p:nvPr/>
        </p:nvSpPr>
        <p:spPr bwMode="auto">
          <a:xfrm>
            <a:off x="7258050" y="3973513"/>
            <a:ext cx="6508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600" name="TextBox 29">
            <a:extLst>
              <a:ext uri="{FF2B5EF4-FFF2-40B4-BE49-F238E27FC236}">
                <a16:creationId xmlns:a16="http://schemas.microsoft.com/office/drawing/2014/main" id="{88D21652-A303-17E7-D25F-D75428D0585B}"/>
              </a:ext>
            </a:extLst>
          </p:cNvPr>
          <p:cNvSpPr txBox="1">
            <a:spLocks noChangeArrowheads="1"/>
          </p:cNvSpPr>
          <p:nvPr/>
        </p:nvSpPr>
        <p:spPr bwMode="auto">
          <a:xfrm>
            <a:off x="1931988" y="3976688"/>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601" name="TextBox 29">
            <a:extLst>
              <a:ext uri="{FF2B5EF4-FFF2-40B4-BE49-F238E27FC236}">
                <a16:creationId xmlns:a16="http://schemas.microsoft.com/office/drawing/2014/main" id="{D38FC61B-86ED-64E0-1FF9-6E52DAF8A073}"/>
              </a:ext>
            </a:extLst>
          </p:cNvPr>
          <p:cNvSpPr txBox="1">
            <a:spLocks noChangeArrowheads="1"/>
          </p:cNvSpPr>
          <p:nvPr/>
        </p:nvSpPr>
        <p:spPr bwMode="auto">
          <a:xfrm>
            <a:off x="2036763" y="3976688"/>
            <a:ext cx="539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602" name="TextBox 29">
            <a:extLst>
              <a:ext uri="{FF2B5EF4-FFF2-40B4-BE49-F238E27FC236}">
                <a16:creationId xmlns:a16="http://schemas.microsoft.com/office/drawing/2014/main" id="{B7DE0D6E-603F-C4B2-CCDF-6A4F7F9AC621}"/>
              </a:ext>
            </a:extLst>
          </p:cNvPr>
          <p:cNvSpPr txBox="1">
            <a:spLocks noChangeArrowheads="1"/>
          </p:cNvSpPr>
          <p:nvPr/>
        </p:nvSpPr>
        <p:spPr bwMode="auto">
          <a:xfrm>
            <a:off x="2119313" y="3973513"/>
            <a:ext cx="7143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603" name="TextBox 29">
            <a:extLst>
              <a:ext uri="{FF2B5EF4-FFF2-40B4-BE49-F238E27FC236}">
                <a16:creationId xmlns:a16="http://schemas.microsoft.com/office/drawing/2014/main" id="{4A6EFB3E-FFB0-5BBC-EF72-B9B9A1697B7C}"/>
              </a:ext>
            </a:extLst>
          </p:cNvPr>
          <p:cNvSpPr txBox="1">
            <a:spLocks noChangeArrowheads="1"/>
          </p:cNvSpPr>
          <p:nvPr/>
        </p:nvSpPr>
        <p:spPr bwMode="auto">
          <a:xfrm>
            <a:off x="2217738" y="3973513"/>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604" name="TextBox 11">
            <a:extLst>
              <a:ext uri="{FF2B5EF4-FFF2-40B4-BE49-F238E27FC236}">
                <a16:creationId xmlns:a16="http://schemas.microsoft.com/office/drawing/2014/main" id="{6F1E4832-9AA0-F450-8E19-9819748381BF}"/>
              </a:ext>
            </a:extLst>
          </p:cNvPr>
          <p:cNvSpPr txBox="1">
            <a:spLocks noChangeArrowheads="1"/>
          </p:cNvSpPr>
          <p:nvPr/>
        </p:nvSpPr>
        <p:spPr bwMode="auto">
          <a:xfrm>
            <a:off x="4891088" y="1125538"/>
            <a:ext cx="49212"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4</a:t>
            </a:r>
          </a:p>
        </p:txBody>
      </p:sp>
      <p:sp>
        <p:nvSpPr>
          <p:cNvPr id="64605" name="TextBox 12">
            <a:extLst>
              <a:ext uri="{FF2B5EF4-FFF2-40B4-BE49-F238E27FC236}">
                <a16:creationId xmlns:a16="http://schemas.microsoft.com/office/drawing/2014/main" id="{5854375C-1824-C850-0ED6-54477BD2B47E}"/>
              </a:ext>
            </a:extLst>
          </p:cNvPr>
          <p:cNvSpPr txBox="1">
            <a:spLocks noChangeArrowheads="1"/>
          </p:cNvSpPr>
          <p:nvPr/>
        </p:nvSpPr>
        <p:spPr bwMode="auto">
          <a:xfrm>
            <a:off x="4891088" y="1401763"/>
            <a:ext cx="49212"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3</a:t>
            </a:r>
          </a:p>
        </p:txBody>
      </p:sp>
      <p:sp>
        <p:nvSpPr>
          <p:cNvPr id="64606" name="TextBox 13">
            <a:extLst>
              <a:ext uri="{FF2B5EF4-FFF2-40B4-BE49-F238E27FC236}">
                <a16:creationId xmlns:a16="http://schemas.microsoft.com/office/drawing/2014/main" id="{9B94A4E4-246A-9EA2-B83F-E83A7AF191D8}"/>
              </a:ext>
            </a:extLst>
          </p:cNvPr>
          <p:cNvSpPr txBox="1">
            <a:spLocks noChangeArrowheads="1"/>
          </p:cNvSpPr>
          <p:nvPr/>
        </p:nvSpPr>
        <p:spPr bwMode="auto">
          <a:xfrm>
            <a:off x="4891088" y="1684338"/>
            <a:ext cx="49212"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2</a:t>
            </a:r>
          </a:p>
        </p:txBody>
      </p:sp>
      <p:sp>
        <p:nvSpPr>
          <p:cNvPr id="64607" name="TextBox 14">
            <a:extLst>
              <a:ext uri="{FF2B5EF4-FFF2-40B4-BE49-F238E27FC236}">
                <a16:creationId xmlns:a16="http://schemas.microsoft.com/office/drawing/2014/main" id="{496B3209-4ACB-3263-32DC-6ECD09A42545}"/>
              </a:ext>
            </a:extLst>
          </p:cNvPr>
          <p:cNvSpPr txBox="1">
            <a:spLocks noChangeArrowheads="1"/>
          </p:cNvSpPr>
          <p:nvPr/>
        </p:nvSpPr>
        <p:spPr bwMode="auto">
          <a:xfrm>
            <a:off x="4891088" y="1965325"/>
            <a:ext cx="49212"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1</a:t>
            </a:r>
          </a:p>
        </p:txBody>
      </p:sp>
      <p:sp>
        <p:nvSpPr>
          <p:cNvPr id="64608" name="TextBox 15">
            <a:extLst>
              <a:ext uri="{FF2B5EF4-FFF2-40B4-BE49-F238E27FC236}">
                <a16:creationId xmlns:a16="http://schemas.microsoft.com/office/drawing/2014/main" id="{EA70C061-C5D0-CB45-6662-00C363BB3C60}"/>
              </a:ext>
            </a:extLst>
          </p:cNvPr>
          <p:cNvSpPr txBox="1">
            <a:spLocks noChangeArrowheads="1"/>
          </p:cNvSpPr>
          <p:nvPr/>
        </p:nvSpPr>
        <p:spPr bwMode="auto">
          <a:xfrm>
            <a:off x="5399088" y="1076325"/>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609" name="TextBox 16">
            <a:extLst>
              <a:ext uri="{FF2B5EF4-FFF2-40B4-BE49-F238E27FC236}">
                <a16:creationId xmlns:a16="http://schemas.microsoft.com/office/drawing/2014/main" id="{873C1D74-6FBF-15DB-B4B5-D21DE7FB1FE4}"/>
              </a:ext>
            </a:extLst>
          </p:cNvPr>
          <p:cNvSpPr txBox="1">
            <a:spLocks noChangeArrowheads="1"/>
          </p:cNvSpPr>
          <p:nvPr/>
        </p:nvSpPr>
        <p:spPr bwMode="auto">
          <a:xfrm>
            <a:off x="5403850" y="1208088"/>
            <a:ext cx="53975"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T</a:t>
            </a:r>
          </a:p>
        </p:txBody>
      </p:sp>
      <p:sp>
        <p:nvSpPr>
          <p:cNvPr id="64610" name="TextBox 17">
            <a:extLst>
              <a:ext uri="{FF2B5EF4-FFF2-40B4-BE49-F238E27FC236}">
                <a16:creationId xmlns:a16="http://schemas.microsoft.com/office/drawing/2014/main" id="{482DDC39-35A8-CB43-1036-E96AE5517BE5}"/>
              </a:ext>
            </a:extLst>
          </p:cNvPr>
          <p:cNvSpPr txBox="1">
            <a:spLocks noChangeArrowheads="1"/>
          </p:cNvSpPr>
          <p:nvPr/>
        </p:nvSpPr>
        <p:spPr bwMode="auto">
          <a:xfrm>
            <a:off x="5395913" y="1341438"/>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611" name="TextBox 18">
            <a:extLst>
              <a:ext uri="{FF2B5EF4-FFF2-40B4-BE49-F238E27FC236}">
                <a16:creationId xmlns:a16="http://schemas.microsoft.com/office/drawing/2014/main" id="{B1EB35FA-47FE-AF19-EB7F-0541ADF98EAA}"/>
              </a:ext>
            </a:extLst>
          </p:cNvPr>
          <p:cNvSpPr txBox="1">
            <a:spLocks noChangeArrowheads="1"/>
          </p:cNvSpPr>
          <p:nvPr/>
        </p:nvSpPr>
        <p:spPr bwMode="auto">
          <a:xfrm>
            <a:off x="5399088" y="1473200"/>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156" name="TextBox 19">
            <a:extLst>
              <a:ext uri="{FF2B5EF4-FFF2-40B4-BE49-F238E27FC236}">
                <a16:creationId xmlns:a16="http://schemas.microsoft.com/office/drawing/2014/main" id="{59DF2483-E7EE-53A8-E711-7A5C420C0FEE}"/>
              </a:ext>
            </a:extLst>
          </p:cNvPr>
          <p:cNvSpPr txBox="1">
            <a:spLocks noChangeArrowheads="1"/>
          </p:cNvSpPr>
          <p:nvPr/>
        </p:nvSpPr>
        <p:spPr bwMode="auto">
          <a:xfrm>
            <a:off x="7177088" y="1403350"/>
            <a:ext cx="5842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defRPr/>
            </a:pPr>
            <a:r>
              <a:rPr lang="en-US" sz="700" b="1" spc="20" dirty="0">
                <a:solidFill>
                  <a:srgbClr val="9BD3AE"/>
                </a:solidFill>
                <a:latin typeface="Arial"/>
                <a:ea typeface="ヒラギノ角ゴ Pro W3" charset="-128"/>
              </a:rPr>
              <a:t>TT</a:t>
            </a:r>
            <a:r>
              <a:rPr lang="en-US" sz="700" b="1" spc="20" dirty="0">
                <a:solidFill>
                  <a:srgbClr val="FABE6E"/>
                </a:solidFill>
                <a:latin typeface="Arial"/>
                <a:ea typeface="ヒラギノ角ゴ Pro W3" charset="-128"/>
              </a:rPr>
              <a:t>C</a:t>
            </a:r>
            <a:r>
              <a:rPr lang="en-US" sz="700" b="1" spc="20" dirty="0">
                <a:solidFill>
                  <a:srgbClr val="9BD3AE"/>
                </a:solidFill>
                <a:latin typeface="Arial"/>
                <a:ea typeface="ヒラギノ角ゴ Pro W3" charset="-128"/>
              </a:rPr>
              <a:t>T</a:t>
            </a:r>
            <a:r>
              <a:rPr lang="en-US" sz="700" b="1" spc="20" dirty="0">
                <a:solidFill>
                  <a:srgbClr val="F46F1F"/>
                </a:solidFill>
                <a:latin typeface="Arial"/>
                <a:ea typeface="ヒラギノ角ゴ Pro W3" charset="-128"/>
              </a:rPr>
              <a:t>G</a:t>
            </a:r>
            <a:r>
              <a:rPr lang="en-US" sz="700" b="1" spc="20" dirty="0">
                <a:solidFill>
                  <a:srgbClr val="FABE6E"/>
                </a:solidFill>
                <a:latin typeface="Arial"/>
                <a:ea typeface="ヒラギノ角ゴ Pro W3" charset="-128"/>
              </a:rPr>
              <a:t>C</a:t>
            </a:r>
            <a:r>
              <a:rPr lang="en-US" sz="700" b="1" spc="20" dirty="0">
                <a:solidFill>
                  <a:srgbClr val="F46F1F"/>
                </a:solidFill>
                <a:latin typeface="Arial"/>
                <a:ea typeface="ヒラギノ角ゴ Pro W3" charset="-128"/>
              </a:rPr>
              <a:t>G</a:t>
            </a:r>
            <a:r>
              <a:rPr lang="en-US" sz="700" b="1" spc="20" dirty="0">
                <a:solidFill>
                  <a:srgbClr val="00A050"/>
                </a:solidFill>
                <a:latin typeface="Arial"/>
                <a:ea typeface="ヒラギノ角ゴ Pro W3" charset="-128"/>
              </a:rPr>
              <a:t>AA</a:t>
            </a:r>
          </a:p>
        </p:txBody>
      </p:sp>
      <p:sp>
        <p:nvSpPr>
          <p:cNvPr id="157" name="TextBox 156">
            <a:extLst>
              <a:ext uri="{FF2B5EF4-FFF2-40B4-BE49-F238E27FC236}">
                <a16:creationId xmlns:a16="http://schemas.microsoft.com/office/drawing/2014/main" id="{09970412-DD97-3012-2BF1-1599E91D026B}"/>
              </a:ext>
            </a:extLst>
          </p:cNvPr>
          <p:cNvSpPr txBox="1"/>
          <p:nvPr/>
        </p:nvSpPr>
        <p:spPr>
          <a:xfrm>
            <a:off x="4731178" y="995349"/>
            <a:ext cx="107722" cy="1322478"/>
          </a:xfrm>
          <a:prstGeom prst="rect">
            <a:avLst/>
          </a:prstGeom>
          <a:noFill/>
        </p:spPr>
        <p:txBody>
          <a:bodyPr vert="vert270" wrap="none" lIns="0" tIns="0" rIns="0" bIns="0">
            <a:spAutoFit/>
          </a:bodyPr>
          <a:lstStyle/>
          <a:p>
            <a:pPr fontAlgn="auto">
              <a:spcBef>
                <a:spcPts val="0"/>
              </a:spcBef>
              <a:spcAft>
                <a:spcPts val="0"/>
              </a:spcAft>
              <a:defRPr/>
            </a:pPr>
            <a:r>
              <a:rPr lang="en-US" sz="700" b="1" dirty="0">
                <a:solidFill>
                  <a:srgbClr val="000000"/>
                </a:solidFill>
                <a:latin typeface="Arial"/>
                <a:ea typeface="ヒラギノ角ゴ Pro W3" charset="-128"/>
              </a:rPr>
              <a:t>No. of nucleotides in sequence</a:t>
            </a:r>
          </a:p>
        </p:txBody>
      </p:sp>
      <p:sp>
        <p:nvSpPr>
          <p:cNvPr id="64614" name="TextBox 74">
            <a:extLst>
              <a:ext uri="{FF2B5EF4-FFF2-40B4-BE49-F238E27FC236}">
                <a16:creationId xmlns:a16="http://schemas.microsoft.com/office/drawing/2014/main" id="{67102CF3-64DC-B3AE-56F5-3E7231BE6EEA}"/>
              </a:ext>
            </a:extLst>
          </p:cNvPr>
          <p:cNvSpPr txBox="1">
            <a:spLocks noChangeArrowheads="1"/>
          </p:cNvSpPr>
          <p:nvPr/>
        </p:nvSpPr>
        <p:spPr bwMode="auto">
          <a:xfrm>
            <a:off x="5545138" y="5187950"/>
            <a:ext cx="6508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615" name="TextBox 75">
            <a:extLst>
              <a:ext uri="{FF2B5EF4-FFF2-40B4-BE49-F238E27FC236}">
                <a16:creationId xmlns:a16="http://schemas.microsoft.com/office/drawing/2014/main" id="{5B12E96B-3312-1C8F-A65E-A7B50122B1F4}"/>
              </a:ext>
            </a:extLst>
          </p:cNvPr>
          <p:cNvSpPr txBox="1">
            <a:spLocks noChangeArrowheads="1"/>
          </p:cNvSpPr>
          <p:nvPr/>
        </p:nvSpPr>
        <p:spPr bwMode="auto">
          <a:xfrm>
            <a:off x="5537200" y="5284788"/>
            <a:ext cx="6508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616" name="TextBox 76">
            <a:extLst>
              <a:ext uri="{FF2B5EF4-FFF2-40B4-BE49-F238E27FC236}">
                <a16:creationId xmlns:a16="http://schemas.microsoft.com/office/drawing/2014/main" id="{CE748CFF-6DCE-4360-C331-0570FFFD8291}"/>
              </a:ext>
            </a:extLst>
          </p:cNvPr>
          <p:cNvSpPr txBox="1">
            <a:spLocks noChangeArrowheads="1"/>
          </p:cNvSpPr>
          <p:nvPr/>
        </p:nvSpPr>
        <p:spPr bwMode="auto">
          <a:xfrm>
            <a:off x="5537200" y="5381625"/>
            <a:ext cx="6508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617" name="TextBox 77">
            <a:extLst>
              <a:ext uri="{FF2B5EF4-FFF2-40B4-BE49-F238E27FC236}">
                <a16:creationId xmlns:a16="http://schemas.microsoft.com/office/drawing/2014/main" id="{BA65A745-F363-77AF-D8FE-17098750E1EB}"/>
              </a:ext>
            </a:extLst>
          </p:cNvPr>
          <p:cNvSpPr txBox="1">
            <a:spLocks noChangeArrowheads="1"/>
          </p:cNvSpPr>
          <p:nvPr/>
        </p:nvSpPr>
        <p:spPr bwMode="auto">
          <a:xfrm>
            <a:off x="5540375" y="5478463"/>
            <a:ext cx="7143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618" name="TextBox 78">
            <a:extLst>
              <a:ext uri="{FF2B5EF4-FFF2-40B4-BE49-F238E27FC236}">
                <a16:creationId xmlns:a16="http://schemas.microsoft.com/office/drawing/2014/main" id="{288C4A5D-4DAE-B441-AE29-C322826FC497}"/>
              </a:ext>
            </a:extLst>
          </p:cNvPr>
          <p:cNvSpPr txBox="1">
            <a:spLocks noChangeArrowheads="1"/>
          </p:cNvSpPr>
          <p:nvPr/>
        </p:nvSpPr>
        <p:spPr bwMode="auto">
          <a:xfrm>
            <a:off x="5545138" y="5573713"/>
            <a:ext cx="9048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 </a:t>
            </a:r>
          </a:p>
        </p:txBody>
      </p:sp>
      <p:sp>
        <p:nvSpPr>
          <p:cNvPr id="64619" name="TextBox 74">
            <a:extLst>
              <a:ext uri="{FF2B5EF4-FFF2-40B4-BE49-F238E27FC236}">
                <a16:creationId xmlns:a16="http://schemas.microsoft.com/office/drawing/2014/main" id="{874EAD04-2844-C552-B467-92C1F6CB7D5F}"/>
              </a:ext>
            </a:extLst>
          </p:cNvPr>
          <p:cNvSpPr txBox="1">
            <a:spLocks noChangeArrowheads="1"/>
          </p:cNvSpPr>
          <p:nvPr/>
        </p:nvSpPr>
        <p:spPr bwMode="auto">
          <a:xfrm>
            <a:off x="7183438" y="5187950"/>
            <a:ext cx="6508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620" name="TextBox 75">
            <a:extLst>
              <a:ext uri="{FF2B5EF4-FFF2-40B4-BE49-F238E27FC236}">
                <a16:creationId xmlns:a16="http://schemas.microsoft.com/office/drawing/2014/main" id="{B708BA76-E405-88D1-00BA-E7ADDE9AB7BD}"/>
              </a:ext>
            </a:extLst>
          </p:cNvPr>
          <p:cNvSpPr txBox="1">
            <a:spLocks noChangeArrowheads="1"/>
          </p:cNvSpPr>
          <p:nvPr/>
        </p:nvSpPr>
        <p:spPr bwMode="auto">
          <a:xfrm>
            <a:off x="7175500" y="5284788"/>
            <a:ext cx="6508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621" name="TextBox 76">
            <a:extLst>
              <a:ext uri="{FF2B5EF4-FFF2-40B4-BE49-F238E27FC236}">
                <a16:creationId xmlns:a16="http://schemas.microsoft.com/office/drawing/2014/main" id="{40885DD7-4390-E5E1-B729-DAF7748B6C4F}"/>
              </a:ext>
            </a:extLst>
          </p:cNvPr>
          <p:cNvSpPr txBox="1">
            <a:spLocks noChangeArrowheads="1"/>
          </p:cNvSpPr>
          <p:nvPr/>
        </p:nvSpPr>
        <p:spPr bwMode="auto">
          <a:xfrm>
            <a:off x="7175500" y="5381625"/>
            <a:ext cx="6508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622" name="TextBox 77">
            <a:extLst>
              <a:ext uri="{FF2B5EF4-FFF2-40B4-BE49-F238E27FC236}">
                <a16:creationId xmlns:a16="http://schemas.microsoft.com/office/drawing/2014/main" id="{981C8A2A-261D-1462-CA89-5B1F5BC2C6C1}"/>
              </a:ext>
            </a:extLst>
          </p:cNvPr>
          <p:cNvSpPr txBox="1">
            <a:spLocks noChangeArrowheads="1"/>
          </p:cNvSpPr>
          <p:nvPr/>
        </p:nvSpPr>
        <p:spPr bwMode="auto">
          <a:xfrm>
            <a:off x="7178675" y="5478463"/>
            <a:ext cx="7143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623" name="TextBox 78">
            <a:extLst>
              <a:ext uri="{FF2B5EF4-FFF2-40B4-BE49-F238E27FC236}">
                <a16:creationId xmlns:a16="http://schemas.microsoft.com/office/drawing/2014/main" id="{E59BF577-0B5D-35C6-196E-250F2D05993F}"/>
              </a:ext>
            </a:extLst>
          </p:cNvPr>
          <p:cNvSpPr txBox="1">
            <a:spLocks noChangeArrowheads="1"/>
          </p:cNvSpPr>
          <p:nvPr/>
        </p:nvSpPr>
        <p:spPr bwMode="auto">
          <a:xfrm>
            <a:off x="7183438" y="5573713"/>
            <a:ext cx="9048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 </a:t>
            </a:r>
          </a:p>
        </p:txBody>
      </p:sp>
      <p:sp>
        <p:nvSpPr>
          <p:cNvPr id="64624" name="TextBox 74">
            <a:extLst>
              <a:ext uri="{FF2B5EF4-FFF2-40B4-BE49-F238E27FC236}">
                <a16:creationId xmlns:a16="http://schemas.microsoft.com/office/drawing/2014/main" id="{8C65B930-9000-A139-7F37-7D4489006112}"/>
              </a:ext>
            </a:extLst>
          </p:cNvPr>
          <p:cNvSpPr txBox="1">
            <a:spLocks noChangeArrowheads="1"/>
          </p:cNvSpPr>
          <p:nvPr/>
        </p:nvSpPr>
        <p:spPr bwMode="auto">
          <a:xfrm>
            <a:off x="3919538" y="5187950"/>
            <a:ext cx="6508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625" name="TextBox 75">
            <a:extLst>
              <a:ext uri="{FF2B5EF4-FFF2-40B4-BE49-F238E27FC236}">
                <a16:creationId xmlns:a16="http://schemas.microsoft.com/office/drawing/2014/main" id="{89F62C37-BBD3-EAC3-2938-51685A298F2F}"/>
              </a:ext>
            </a:extLst>
          </p:cNvPr>
          <p:cNvSpPr txBox="1">
            <a:spLocks noChangeArrowheads="1"/>
          </p:cNvSpPr>
          <p:nvPr/>
        </p:nvSpPr>
        <p:spPr bwMode="auto">
          <a:xfrm>
            <a:off x="3911600" y="5284788"/>
            <a:ext cx="6508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626" name="TextBox 76">
            <a:extLst>
              <a:ext uri="{FF2B5EF4-FFF2-40B4-BE49-F238E27FC236}">
                <a16:creationId xmlns:a16="http://schemas.microsoft.com/office/drawing/2014/main" id="{BB4B5A9A-0CF7-D1CD-B644-5D822C42FF58}"/>
              </a:ext>
            </a:extLst>
          </p:cNvPr>
          <p:cNvSpPr txBox="1">
            <a:spLocks noChangeArrowheads="1"/>
          </p:cNvSpPr>
          <p:nvPr/>
        </p:nvSpPr>
        <p:spPr bwMode="auto">
          <a:xfrm>
            <a:off x="3911600" y="5381625"/>
            <a:ext cx="6508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627" name="TextBox 77">
            <a:extLst>
              <a:ext uri="{FF2B5EF4-FFF2-40B4-BE49-F238E27FC236}">
                <a16:creationId xmlns:a16="http://schemas.microsoft.com/office/drawing/2014/main" id="{89C648C6-E8AC-B5A7-8F0E-DAEDC5B517C6}"/>
              </a:ext>
            </a:extLst>
          </p:cNvPr>
          <p:cNvSpPr txBox="1">
            <a:spLocks noChangeArrowheads="1"/>
          </p:cNvSpPr>
          <p:nvPr/>
        </p:nvSpPr>
        <p:spPr bwMode="auto">
          <a:xfrm>
            <a:off x="3914775" y="5478463"/>
            <a:ext cx="71438"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628" name="TextBox 78">
            <a:extLst>
              <a:ext uri="{FF2B5EF4-FFF2-40B4-BE49-F238E27FC236}">
                <a16:creationId xmlns:a16="http://schemas.microsoft.com/office/drawing/2014/main" id="{E6D00297-3A6F-A842-C0F0-A8135AA52D26}"/>
              </a:ext>
            </a:extLst>
          </p:cNvPr>
          <p:cNvSpPr txBox="1">
            <a:spLocks noChangeArrowheads="1"/>
          </p:cNvSpPr>
          <p:nvPr/>
        </p:nvSpPr>
        <p:spPr bwMode="auto">
          <a:xfrm>
            <a:off x="3919538" y="5573713"/>
            <a:ext cx="90487"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 </a:t>
            </a:r>
          </a:p>
        </p:txBody>
      </p:sp>
      <p:sp>
        <p:nvSpPr>
          <p:cNvPr id="64629" name="TextBox 74">
            <a:extLst>
              <a:ext uri="{FF2B5EF4-FFF2-40B4-BE49-F238E27FC236}">
                <a16:creationId xmlns:a16="http://schemas.microsoft.com/office/drawing/2014/main" id="{CD400EB2-818B-8F0B-078A-D8A0C09EDA90}"/>
              </a:ext>
            </a:extLst>
          </p:cNvPr>
          <p:cNvSpPr txBox="1">
            <a:spLocks noChangeArrowheads="1"/>
          </p:cNvSpPr>
          <p:nvPr/>
        </p:nvSpPr>
        <p:spPr bwMode="auto">
          <a:xfrm>
            <a:off x="2093913" y="5187950"/>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a:t>
            </a:r>
          </a:p>
        </p:txBody>
      </p:sp>
      <p:sp>
        <p:nvSpPr>
          <p:cNvPr id="64630" name="TextBox 75">
            <a:extLst>
              <a:ext uri="{FF2B5EF4-FFF2-40B4-BE49-F238E27FC236}">
                <a16:creationId xmlns:a16="http://schemas.microsoft.com/office/drawing/2014/main" id="{FA5B370A-69ED-164B-A96F-D85070B33CB7}"/>
              </a:ext>
            </a:extLst>
          </p:cNvPr>
          <p:cNvSpPr txBox="1">
            <a:spLocks noChangeArrowheads="1"/>
          </p:cNvSpPr>
          <p:nvPr/>
        </p:nvSpPr>
        <p:spPr bwMode="auto">
          <a:xfrm>
            <a:off x="2085975" y="5284788"/>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631" name="TextBox 76">
            <a:extLst>
              <a:ext uri="{FF2B5EF4-FFF2-40B4-BE49-F238E27FC236}">
                <a16:creationId xmlns:a16="http://schemas.microsoft.com/office/drawing/2014/main" id="{C3C6BC54-FB10-D418-A7C9-09005B413569}"/>
              </a:ext>
            </a:extLst>
          </p:cNvPr>
          <p:cNvSpPr txBox="1">
            <a:spLocks noChangeArrowheads="1"/>
          </p:cNvSpPr>
          <p:nvPr/>
        </p:nvSpPr>
        <p:spPr bwMode="auto">
          <a:xfrm>
            <a:off x="2085975" y="5381625"/>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64632" name="TextBox 77">
            <a:extLst>
              <a:ext uri="{FF2B5EF4-FFF2-40B4-BE49-F238E27FC236}">
                <a16:creationId xmlns:a16="http://schemas.microsoft.com/office/drawing/2014/main" id="{54622A03-716D-CA59-80FC-DA7C52514963}"/>
              </a:ext>
            </a:extLst>
          </p:cNvPr>
          <p:cNvSpPr txBox="1">
            <a:spLocks noChangeArrowheads="1"/>
          </p:cNvSpPr>
          <p:nvPr/>
        </p:nvSpPr>
        <p:spPr bwMode="auto">
          <a:xfrm>
            <a:off x="2089150" y="5478463"/>
            <a:ext cx="6985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G</a:t>
            </a:r>
          </a:p>
        </p:txBody>
      </p:sp>
      <p:sp>
        <p:nvSpPr>
          <p:cNvPr id="64633" name="TextBox 78">
            <a:extLst>
              <a:ext uri="{FF2B5EF4-FFF2-40B4-BE49-F238E27FC236}">
                <a16:creationId xmlns:a16="http://schemas.microsoft.com/office/drawing/2014/main" id="{146E2108-3E0B-A80E-A4CB-D81C72C4FEC4}"/>
              </a:ext>
            </a:extLst>
          </p:cNvPr>
          <p:cNvSpPr txBox="1">
            <a:spLocks noChangeArrowheads="1"/>
          </p:cNvSpPr>
          <p:nvPr/>
        </p:nvSpPr>
        <p:spPr bwMode="auto">
          <a:xfrm>
            <a:off x="2093913" y="5573713"/>
            <a:ext cx="889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A </a:t>
            </a:r>
          </a:p>
        </p:txBody>
      </p:sp>
      <p:sp>
        <p:nvSpPr>
          <p:cNvPr id="64634" name="TextBox 75">
            <a:extLst>
              <a:ext uri="{FF2B5EF4-FFF2-40B4-BE49-F238E27FC236}">
                <a16:creationId xmlns:a16="http://schemas.microsoft.com/office/drawing/2014/main" id="{6288D54D-87D5-7B8E-5F93-CA7702889092}"/>
              </a:ext>
            </a:extLst>
          </p:cNvPr>
          <p:cNvSpPr txBox="1">
            <a:spLocks noChangeArrowheads="1"/>
          </p:cNvSpPr>
          <p:nvPr/>
        </p:nvSpPr>
        <p:spPr bwMode="auto">
          <a:xfrm>
            <a:off x="7178675" y="5092700"/>
            <a:ext cx="63500" cy="10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700" b="1">
                <a:solidFill>
                  <a:srgbClr val="000000"/>
                </a:solidFill>
                <a:ea typeface="ヒラギノ角ゴ Pro W3"/>
                <a:cs typeface="ヒラギノ角ゴ Pro W3"/>
              </a:rPr>
              <a:t>C</a:t>
            </a:r>
          </a:p>
        </p:txBody>
      </p:sp>
      <p:sp>
        <p:nvSpPr>
          <p:cNvPr id="179" name="Freeform 178">
            <a:extLst>
              <a:ext uri="{FF2B5EF4-FFF2-40B4-BE49-F238E27FC236}">
                <a16:creationId xmlns:a16="http://schemas.microsoft.com/office/drawing/2014/main" id="{A43DC9B5-CAA6-3169-5651-6C47EAA21D2C}"/>
              </a:ext>
            </a:extLst>
          </p:cNvPr>
          <p:cNvSpPr/>
          <p:nvPr/>
        </p:nvSpPr>
        <p:spPr>
          <a:xfrm>
            <a:off x="2168525" y="5553075"/>
            <a:ext cx="155575" cy="25400"/>
          </a:xfrm>
          <a:custGeom>
            <a:avLst/>
            <a:gdLst>
              <a:gd name="connsiteX0" fmla="*/ 148335 w 154686"/>
              <a:gd name="connsiteY0" fmla="*/ 6350 h 25400"/>
              <a:gd name="connsiteX1" fmla="*/ 6350 w 154686"/>
              <a:gd name="connsiteY1" fmla="*/ 6350 h 25400"/>
            </a:gdLst>
            <a:ahLst/>
            <a:cxnLst>
              <a:cxn ang="0">
                <a:pos x="connsiteX0" y="connsiteY0"/>
              </a:cxn>
              <a:cxn ang="1">
                <a:pos x="connsiteX1" y="connsiteY1"/>
              </a:cxn>
            </a:cxnLst>
            <a:rect l="l" t="t" r="r" b="b"/>
            <a:pathLst>
              <a:path w="154686" h="25400">
                <a:moveTo>
                  <a:pt x="148335" y="6350"/>
                </a:moveTo>
                <a:lnTo>
                  <a:pt x="6350" y="6350"/>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180" name="Freeform 3">
            <a:extLst>
              <a:ext uri="{FF2B5EF4-FFF2-40B4-BE49-F238E27FC236}">
                <a16:creationId xmlns:a16="http://schemas.microsoft.com/office/drawing/2014/main" id="{76C90508-F4C7-24D9-E208-E81BDE9DFB2E}"/>
              </a:ext>
            </a:extLst>
          </p:cNvPr>
          <p:cNvSpPr/>
          <p:nvPr/>
        </p:nvSpPr>
        <p:spPr>
          <a:xfrm>
            <a:off x="2081213" y="4583113"/>
            <a:ext cx="192087" cy="90487"/>
          </a:xfrm>
          <a:custGeom>
            <a:avLst/>
            <a:gdLst>
              <a:gd name="connsiteX0" fmla="*/ 185521 w 191871"/>
              <a:gd name="connsiteY0" fmla="*/ 6350 h 90474"/>
              <a:gd name="connsiteX1" fmla="*/ 6350 w 191871"/>
              <a:gd name="connsiteY1" fmla="*/ 84124 h 90474"/>
            </a:gdLst>
            <a:ahLst/>
            <a:cxnLst>
              <a:cxn ang="0">
                <a:pos x="connsiteX0" y="connsiteY0"/>
              </a:cxn>
              <a:cxn ang="1">
                <a:pos x="connsiteX1" y="connsiteY1"/>
              </a:cxn>
            </a:cxnLst>
            <a:rect l="l" t="t" r="r" b="b"/>
            <a:pathLst>
              <a:path w="191871" h="90474">
                <a:moveTo>
                  <a:pt x="185521" y="6350"/>
                </a:moveTo>
                <a:lnTo>
                  <a:pt x="6350" y="84124"/>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181" name="Freeform 3">
            <a:extLst>
              <a:ext uri="{FF2B5EF4-FFF2-40B4-BE49-F238E27FC236}">
                <a16:creationId xmlns:a16="http://schemas.microsoft.com/office/drawing/2014/main" id="{DFE33E1A-951F-3513-B76D-0319CAE9E970}"/>
              </a:ext>
            </a:extLst>
          </p:cNvPr>
          <p:cNvSpPr/>
          <p:nvPr/>
        </p:nvSpPr>
        <p:spPr>
          <a:xfrm>
            <a:off x="3122613" y="2967038"/>
            <a:ext cx="31750" cy="79375"/>
          </a:xfrm>
          <a:custGeom>
            <a:avLst/>
            <a:gdLst>
              <a:gd name="connsiteX0" fmla="*/ 25793 w 32143"/>
              <a:gd name="connsiteY0" fmla="*/ 72275 h 78625"/>
              <a:gd name="connsiteX1" fmla="*/ 6350 w 32143"/>
              <a:gd name="connsiteY1" fmla="*/ 6350 h 78625"/>
            </a:gdLst>
            <a:ahLst/>
            <a:cxnLst>
              <a:cxn ang="0">
                <a:pos x="connsiteX0" y="connsiteY0"/>
              </a:cxn>
              <a:cxn ang="1">
                <a:pos x="connsiteX1" y="connsiteY1"/>
              </a:cxn>
            </a:cxnLst>
            <a:rect l="l" t="t" r="r" b="b"/>
            <a:pathLst>
              <a:path w="32143" h="78625">
                <a:moveTo>
                  <a:pt x="25793" y="72275"/>
                </a:moveTo>
                <a:lnTo>
                  <a:pt x="6350" y="6350"/>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182" name="Freeform 3">
            <a:extLst>
              <a:ext uri="{FF2B5EF4-FFF2-40B4-BE49-F238E27FC236}">
                <a16:creationId xmlns:a16="http://schemas.microsoft.com/office/drawing/2014/main" id="{30657900-CBEC-A374-EF87-A520A347ED12}"/>
              </a:ext>
            </a:extLst>
          </p:cNvPr>
          <p:cNvSpPr/>
          <p:nvPr/>
        </p:nvSpPr>
        <p:spPr>
          <a:xfrm>
            <a:off x="2459038" y="2881313"/>
            <a:ext cx="39687" cy="82550"/>
          </a:xfrm>
          <a:custGeom>
            <a:avLst/>
            <a:gdLst>
              <a:gd name="connsiteX0" fmla="*/ 6350 w 38912"/>
              <a:gd name="connsiteY0" fmla="*/ 6350 h 83693"/>
              <a:gd name="connsiteX1" fmla="*/ 32562 w 38912"/>
              <a:gd name="connsiteY1" fmla="*/ 77342 h 83693"/>
            </a:gdLst>
            <a:ahLst/>
            <a:cxnLst>
              <a:cxn ang="0">
                <a:pos x="connsiteX0" y="connsiteY0"/>
              </a:cxn>
              <a:cxn ang="1">
                <a:pos x="connsiteX1" y="connsiteY1"/>
              </a:cxn>
            </a:cxnLst>
            <a:rect l="l" t="t" r="r" b="b"/>
            <a:pathLst>
              <a:path w="38912" h="83693">
                <a:moveTo>
                  <a:pt x="6350" y="6350"/>
                </a:moveTo>
                <a:lnTo>
                  <a:pt x="32562" y="77342"/>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183" name="Freeform 3">
            <a:extLst>
              <a:ext uri="{FF2B5EF4-FFF2-40B4-BE49-F238E27FC236}">
                <a16:creationId xmlns:a16="http://schemas.microsoft.com/office/drawing/2014/main" id="{D04AAE8A-1A0D-4A05-97C6-2044AC515067}"/>
              </a:ext>
            </a:extLst>
          </p:cNvPr>
          <p:cNvSpPr/>
          <p:nvPr/>
        </p:nvSpPr>
        <p:spPr>
          <a:xfrm>
            <a:off x="1803400" y="5238750"/>
            <a:ext cx="144463" cy="195263"/>
          </a:xfrm>
          <a:custGeom>
            <a:avLst/>
            <a:gdLst>
              <a:gd name="connsiteX0" fmla="*/ 138210 w 144560"/>
              <a:gd name="connsiteY0" fmla="*/ 6350 h 195249"/>
              <a:gd name="connsiteX1" fmla="*/ 6350 w 144560"/>
              <a:gd name="connsiteY1" fmla="*/ 188899 h 195249"/>
            </a:gdLst>
            <a:ahLst/>
            <a:cxnLst>
              <a:cxn ang="0">
                <a:pos x="connsiteX0" y="connsiteY0"/>
              </a:cxn>
              <a:cxn ang="1">
                <a:pos x="connsiteX1" y="connsiteY1"/>
              </a:cxn>
            </a:cxnLst>
            <a:rect l="l" t="t" r="r" b="b"/>
            <a:pathLst>
              <a:path w="144560" h="195249">
                <a:moveTo>
                  <a:pt x="138210" y="6350"/>
                </a:moveTo>
                <a:lnTo>
                  <a:pt x="6350" y="188899"/>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184" name="Freeform 3">
            <a:extLst>
              <a:ext uri="{FF2B5EF4-FFF2-40B4-BE49-F238E27FC236}">
                <a16:creationId xmlns:a16="http://schemas.microsoft.com/office/drawing/2014/main" id="{CB06E33B-0E88-22E7-90AC-E4BD606947B2}"/>
              </a:ext>
            </a:extLst>
          </p:cNvPr>
          <p:cNvSpPr/>
          <p:nvPr/>
        </p:nvSpPr>
        <p:spPr>
          <a:xfrm>
            <a:off x="7200900" y="1501775"/>
            <a:ext cx="125413" cy="234950"/>
          </a:xfrm>
          <a:custGeom>
            <a:avLst/>
            <a:gdLst>
              <a:gd name="connsiteX0" fmla="*/ 6350 w 126085"/>
              <a:gd name="connsiteY0" fmla="*/ 6350 h 234365"/>
              <a:gd name="connsiteX1" fmla="*/ 119735 w 126085"/>
              <a:gd name="connsiteY1" fmla="*/ 228015 h 234365"/>
            </a:gdLst>
            <a:ahLst/>
            <a:cxnLst>
              <a:cxn ang="0">
                <a:pos x="connsiteX0" y="connsiteY0"/>
              </a:cxn>
              <a:cxn ang="1">
                <a:pos x="connsiteX1" y="connsiteY1"/>
              </a:cxn>
            </a:cxnLst>
            <a:rect l="l" t="t" r="r" b="b"/>
            <a:pathLst>
              <a:path w="126085" h="234365">
                <a:moveTo>
                  <a:pt x="6350" y="6350"/>
                </a:moveTo>
                <a:lnTo>
                  <a:pt x="119735" y="228015"/>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185" name="Freeform 3">
            <a:extLst>
              <a:ext uri="{FF2B5EF4-FFF2-40B4-BE49-F238E27FC236}">
                <a16:creationId xmlns:a16="http://schemas.microsoft.com/office/drawing/2014/main" id="{040143EC-BDA4-72E6-3953-E440F8EE02A2}"/>
              </a:ext>
            </a:extLst>
          </p:cNvPr>
          <p:cNvSpPr/>
          <p:nvPr/>
        </p:nvSpPr>
        <p:spPr>
          <a:xfrm>
            <a:off x="7629525" y="1495425"/>
            <a:ext cx="109538" cy="195263"/>
          </a:xfrm>
          <a:custGeom>
            <a:avLst/>
            <a:gdLst>
              <a:gd name="connsiteX0" fmla="*/ 6350 w 109791"/>
              <a:gd name="connsiteY0" fmla="*/ 189687 h 196037"/>
              <a:gd name="connsiteX1" fmla="*/ 103441 w 109791"/>
              <a:gd name="connsiteY1" fmla="*/ 6350 h 196037"/>
            </a:gdLst>
            <a:ahLst/>
            <a:cxnLst>
              <a:cxn ang="0">
                <a:pos x="connsiteX0" y="connsiteY0"/>
              </a:cxn>
              <a:cxn ang="1">
                <a:pos x="connsiteX1" y="connsiteY1"/>
              </a:cxn>
            </a:cxnLst>
            <a:rect l="l" t="t" r="r" b="b"/>
            <a:pathLst>
              <a:path w="109791" h="196037">
                <a:moveTo>
                  <a:pt x="6350" y="189687"/>
                </a:moveTo>
                <a:lnTo>
                  <a:pt x="103441" y="6350"/>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grpSp>
        <p:nvGrpSpPr>
          <p:cNvPr id="64642" name="Group 1">
            <a:extLst>
              <a:ext uri="{FF2B5EF4-FFF2-40B4-BE49-F238E27FC236}">
                <a16:creationId xmlns:a16="http://schemas.microsoft.com/office/drawing/2014/main" id="{993B067C-3A41-5205-0F0B-67C780407BC0}"/>
              </a:ext>
            </a:extLst>
          </p:cNvPr>
          <p:cNvGrpSpPr>
            <a:grpSpLocks/>
          </p:cNvGrpSpPr>
          <p:nvPr/>
        </p:nvGrpSpPr>
        <p:grpSpPr bwMode="auto">
          <a:xfrm>
            <a:off x="5310188" y="5846763"/>
            <a:ext cx="138112" cy="153987"/>
            <a:chOff x="5312930" y="5849418"/>
            <a:chExt cx="137160" cy="153888"/>
          </a:xfrm>
        </p:grpSpPr>
        <p:sp>
          <p:nvSpPr>
            <p:cNvPr id="64665" name="Oval 186">
              <a:extLst>
                <a:ext uri="{FF2B5EF4-FFF2-40B4-BE49-F238E27FC236}">
                  <a16:creationId xmlns:a16="http://schemas.microsoft.com/office/drawing/2014/main" id="{AA97D896-7245-19F5-C4FB-0E628A6982A3}"/>
                </a:ext>
              </a:extLst>
            </p:cNvPr>
            <p:cNvSpPr>
              <a:spLocks noChangeArrowheads="1"/>
            </p:cNvSpPr>
            <p:nvPr/>
          </p:nvSpPr>
          <p:spPr bwMode="auto">
            <a:xfrm>
              <a:off x="5312930" y="5857782"/>
              <a:ext cx="137160" cy="137160"/>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4666" name="TextBox 4">
              <a:extLst>
                <a:ext uri="{FF2B5EF4-FFF2-40B4-BE49-F238E27FC236}">
                  <a16:creationId xmlns:a16="http://schemas.microsoft.com/office/drawing/2014/main" id="{45ED677C-F2D8-2537-A3B2-F03143EB1BF8}"/>
                </a:ext>
              </a:extLst>
            </p:cNvPr>
            <p:cNvSpPr txBox="1">
              <a:spLocks noChangeArrowheads="1"/>
            </p:cNvSpPr>
            <p:nvPr/>
          </p:nvSpPr>
          <p:spPr bwMode="auto">
            <a:xfrm>
              <a:off x="5346244" y="5849418"/>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200"/>
                </a:lnSpc>
                <a:spcBef>
                  <a:spcPct val="0"/>
                </a:spcBef>
                <a:buClrTx/>
                <a:buSzTx/>
                <a:buFontTx/>
                <a:buNone/>
              </a:pPr>
              <a:r>
                <a:rPr lang="en-US" altLang="en-US" sz="1000" b="1">
                  <a:solidFill>
                    <a:srgbClr val="FFFFFF"/>
                  </a:solidFill>
                  <a:ea typeface="ヒラギノ角ゴ Pro W3"/>
                  <a:cs typeface="ヒラギノ角ゴ Pro W3"/>
                </a:rPr>
                <a:t>8</a:t>
              </a:r>
            </a:p>
          </p:txBody>
        </p:sp>
      </p:grpSp>
      <p:grpSp>
        <p:nvGrpSpPr>
          <p:cNvPr id="64643" name="Group 188">
            <a:extLst>
              <a:ext uri="{FF2B5EF4-FFF2-40B4-BE49-F238E27FC236}">
                <a16:creationId xmlns:a16="http://schemas.microsoft.com/office/drawing/2014/main" id="{535B179A-629F-E94F-36DB-79C41F247F1B}"/>
              </a:ext>
            </a:extLst>
          </p:cNvPr>
          <p:cNvGrpSpPr>
            <a:grpSpLocks/>
          </p:cNvGrpSpPr>
          <p:nvPr/>
        </p:nvGrpSpPr>
        <p:grpSpPr bwMode="auto">
          <a:xfrm>
            <a:off x="3322638" y="5846763"/>
            <a:ext cx="136525" cy="153987"/>
            <a:chOff x="5312930" y="5849418"/>
            <a:chExt cx="137160" cy="153888"/>
          </a:xfrm>
        </p:grpSpPr>
        <p:sp>
          <p:nvSpPr>
            <p:cNvPr id="64663" name="Oval 189">
              <a:extLst>
                <a:ext uri="{FF2B5EF4-FFF2-40B4-BE49-F238E27FC236}">
                  <a16:creationId xmlns:a16="http://schemas.microsoft.com/office/drawing/2014/main" id="{C59A0BD5-F415-2305-66D7-F61FBB39FDB0}"/>
                </a:ext>
              </a:extLst>
            </p:cNvPr>
            <p:cNvSpPr>
              <a:spLocks noChangeArrowheads="1"/>
            </p:cNvSpPr>
            <p:nvPr/>
          </p:nvSpPr>
          <p:spPr bwMode="auto">
            <a:xfrm>
              <a:off x="5312930" y="5857782"/>
              <a:ext cx="137160" cy="137160"/>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4664" name="TextBox 4">
              <a:extLst>
                <a:ext uri="{FF2B5EF4-FFF2-40B4-BE49-F238E27FC236}">
                  <a16:creationId xmlns:a16="http://schemas.microsoft.com/office/drawing/2014/main" id="{CA4770C9-7355-3511-F262-184B81524BE2}"/>
                </a:ext>
              </a:extLst>
            </p:cNvPr>
            <p:cNvSpPr txBox="1">
              <a:spLocks noChangeArrowheads="1"/>
            </p:cNvSpPr>
            <p:nvPr/>
          </p:nvSpPr>
          <p:spPr bwMode="auto">
            <a:xfrm>
              <a:off x="5346244" y="5849418"/>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200"/>
                </a:lnSpc>
                <a:spcBef>
                  <a:spcPct val="0"/>
                </a:spcBef>
                <a:buClrTx/>
                <a:buSzTx/>
                <a:buFontTx/>
                <a:buNone/>
              </a:pPr>
              <a:r>
                <a:rPr lang="en-US" altLang="en-US" sz="1000" b="1">
                  <a:solidFill>
                    <a:srgbClr val="FFFFFF"/>
                  </a:solidFill>
                  <a:ea typeface="ヒラギノ角ゴ Pro W3"/>
                  <a:cs typeface="ヒラギノ角ゴ Pro W3"/>
                </a:rPr>
                <a:t>7</a:t>
              </a:r>
            </a:p>
          </p:txBody>
        </p:sp>
      </p:grpSp>
      <p:grpSp>
        <p:nvGrpSpPr>
          <p:cNvPr id="64644" name="Group 191">
            <a:extLst>
              <a:ext uri="{FF2B5EF4-FFF2-40B4-BE49-F238E27FC236}">
                <a16:creationId xmlns:a16="http://schemas.microsoft.com/office/drawing/2014/main" id="{9E9B4860-ECD2-39B8-F62A-93241E4D1628}"/>
              </a:ext>
            </a:extLst>
          </p:cNvPr>
          <p:cNvGrpSpPr>
            <a:grpSpLocks/>
          </p:cNvGrpSpPr>
          <p:nvPr/>
        </p:nvGrpSpPr>
        <p:grpSpPr bwMode="auto">
          <a:xfrm>
            <a:off x="1169988" y="5846763"/>
            <a:ext cx="138112" cy="153987"/>
            <a:chOff x="5312930" y="5849418"/>
            <a:chExt cx="137160" cy="153888"/>
          </a:xfrm>
        </p:grpSpPr>
        <p:sp>
          <p:nvSpPr>
            <p:cNvPr id="64661" name="Oval 192">
              <a:extLst>
                <a:ext uri="{FF2B5EF4-FFF2-40B4-BE49-F238E27FC236}">
                  <a16:creationId xmlns:a16="http://schemas.microsoft.com/office/drawing/2014/main" id="{7664E509-6535-247A-D20F-F4E9619805D2}"/>
                </a:ext>
              </a:extLst>
            </p:cNvPr>
            <p:cNvSpPr>
              <a:spLocks noChangeArrowheads="1"/>
            </p:cNvSpPr>
            <p:nvPr/>
          </p:nvSpPr>
          <p:spPr bwMode="auto">
            <a:xfrm>
              <a:off x="5312930" y="5857782"/>
              <a:ext cx="137160" cy="137160"/>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4662" name="TextBox 4">
              <a:extLst>
                <a:ext uri="{FF2B5EF4-FFF2-40B4-BE49-F238E27FC236}">
                  <a16:creationId xmlns:a16="http://schemas.microsoft.com/office/drawing/2014/main" id="{14452EFB-DBCE-7A9E-6EFE-6AA16AC9C3C0}"/>
                </a:ext>
              </a:extLst>
            </p:cNvPr>
            <p:cNvSpPr txBox="1">
              <a:spLocks noChangeArrowheads="1"/>
            </p:cNvSpPr>
            <p:nvPr/>
          </p:nvSpPr>
          <p:spPr bwMode="auto">
            <a:xfrm>
              <a:off x="5346244" y="5849418"/>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200"/>
                </a:lnSpc>
                <a:spcBef>
                  <a:spcPct val="0"/>
                </a:spcBef>
                <a:buClrTx/>
                <a:buSzTx/>
                <a:buFontTx/>
                <a:buNone/>
              </a:pPr>
              <a:r>
                <a:rPr lang="en-US" altLang="en-US" sz="1000" b="1">
                  <a:solidFill>
                    <a:srgbClr val="FFFFFF"/>
                  </a:solidFill>
                  <a:ea typeface="ヒラギノ角ゴ Pro W3"/>
                  <a:cs typeface="ヒラギノ角ゴ Pro W3"/>
                </a:rPr>
                <a:t>6</a:t>
              </a:r>
            </a:p>
          </p:txBody>
        </p:sp>
      </p:grpSp>
      <p:grpSp>
        <p:nvGrpSpPr>
          <p:cNvPr id="64645" name="Group 194">
            <a:extLst>
              <a:ext uri="{FF2B5EF4-FFF2-40B4-BE49-F238E27FC236}">
                <a16:creationId xmlns:a16="http://schemas.microsoft.com/office/drawing/2014/main" id="{D5360DA7-2B81-4921-8C5B-C1ACF0A6D455}"/>
              </a:ext>
            </a:extLst>
          </p:cNvPr>
          <p:cNvGrpSpPr>
            <a:grpSpLocks/>
          </p:cNvGrpSpPr>
          <p:nvPr/>
        </p:nvGrpSpPr>
        <p:grpSpPr bwMode="auto">
          <a:xfrm>
            <a:off x="3424238" y="3292475"/>
            <a:ext cx="138112" cy="153988"/>
            <a:chOff x="5312930" y="5849418"/>
            <a:chExt cx="137160" cy="153888"/>
          </a:xfrm>
        </p:grpSpPr>
        <p:sp>
          <p:nvSpPr>
            <p:cNvPr id="64659" name="Oval 195">
              <a:extLst>
                <a:ext uri="{FF2B5EF4-FFF2-40B4-BE49-F238E27FC236}">
                  <a16:creationId xmlns:a16="http://schemas.microsoft.com/office/drawing/2014/main" id="{179652B6-8807-8953-D6FC-82D60C37AF32}"/>
                </a:ext>
              </a:extLst>
            </p:cNvPr>
            <p:cNvSpPr>
              <a:spLocks noChangeArrowheads="1"/>
            </p:cNvSpPr>
            <p:nvPr/>
          </p:nvSpPr>
          <p:spPr bwMode="auto">
            <a:xfrm>
              <a:off x="5312930" y="5857782"/>
              <a:ext cx="137160" cy="137160"/>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4660" name="TextBox 4">
              <a:extLst>
                <a:ext uri="{FF2B5EF4-FFF2-40B4-BE49-F238E27FC236}">
                  <a16:creationId xmlns:a16="http://schemas.microsoft.com/office/drawing/2014/main" id="{5E4260D6-0C80-E577-8F0D-650402DFFBD2}"/>
                </a:ext>
              </a:extLst>
            </p:cNvPr>
            <p:cNvSpPr txBox="1">
              <a:spLocks noChangeArrowheads="1"/>
            </p:cNvSpPr>
            <p:nvPr/>
          </p:nvSpPr>
          <p:spPr bwMode="auto">
            <a:xfrm>
              <a:off x="5346244" y="5849418"/>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200"/>
                </a:lnSpc>
                <a:spcBef>
                  <a:spcPct val="0"/>
                </a:spcBef>
                <a:buClrTx/>
                <a:buSzTx/>
                <a:buFontTx/>
                <a:buNone/>
              </a:pPr>
              <a:r>
                <a:rPr lang="en-US" altLang="en-US" sz="1000" b="1">
                  <a:solidFill>
                    <a:srgbClr val="FFFFFF"/>
                  </a:solidFill>
                  <a:ea typeface="ヒラギノ角ゴ Pro W3"/>
                  <a:cs typeface="ヒラギノ角ゴ Pro W3"/>
                </a:rPr>
                <a:t>5</a:t>
              </a:r>
            </a:p>
          </p:txBody>
        </p:sp>
      </p:grpSp>
      <p:grpSp>
        <p:nvGrpSpPr>
          <p:cNvPr id="64646" name="Group 197">
            <a:extLst>
              <a:ext uri="{FF2B5EF4-FFF2-40B4-BE49-F238E27FC236}">
                <a16:creationId xmlns:a16="http://schemas.microsoft.com/office/drawing/2014/main" id="{E02EE66F-87D3-A970-6060-338CD2A99FE6}"/>
              </a:ext>
            </a:extLst>
          </p:cNvPr>
          <p:cNvGrpSpPr>
            <a:grpSpLocks/>
          </p:cNvGrpSpPr>
          <p:nvPr/>
        </p:nvGrpSpPr>
        <p:grpSpPr bwMode="auto">
          <a:xfrm>
            <a:off x="1922463" y="2305050"/>
            <a:ext cx="136525" cy="153988"/>
            <a:chOff x="5312930" y="5849418"/>
            <a:chExt cx="137160" cy="153888"/>
          </a:xfrm>
        </p:grpSpPr>
        <p:sp>
          <p:nvSpPr>
            <p:cNvPr id="64657" name="Oval 198">
              <a:extLst>
                <a:ext uri="{FF2B5EF4-FFF2-40B4-BE49-F238E27FC236}">
                  <a16:creationId xmlns:a16="http://schemas.microsoft.com/office/drawing/2014/main" id="{4FB80667-EC75-89DE-40B1-A4AF3E2712DE}"/>
                </a:ext>
              </a:extLst>
            </p:cNvPr>
            <p:cNvSpPr>
              <a:spLocks noChangeArrowheads="1"/>
            </p:cNvSpPr>
            <p:nvPr/>
          </p:nvSpPr>
          <p:spPr bwMode="auto">
            <a:xfrm>
              <a:off x="5312930" y="5857782"/>
              <a:ext cx="137160" cy="137160"/>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4658" name="TextBox 4">
              <a:extLst>
                <a:ext uri="{FF2B5EF4-FFF2-40B4-BE49-F238E27FC236}">
                  <a16:creationId xmlns:a16="http://schemas.microsoft.com/office/drawing/2014/main" id="{51169541-9E8B-E675-9D98-DA22EEFB6407}"/>
                </a:ext>
              </a:extLst>
            </p:cNvPr>
            <p:cNvSpPr txBox="1">
              <a:spLocks noChangeArrowheads="1"/>
            </p:cNvSpPr>
            <p:nvPr/>
          </p:nvSpPr>
          <p:spPr bwMode="auto">
            <a:xfrm>
              <a:off x="5346244" y="5849418"/>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200"/>
                </a:lnSpc>
                <a:spcBef>
                  <a:spcPct val="0"/>
                </a:spcBef>
                <a:buClrTx/>
                <a:buSzTx/>
                <a:buFontTx/>
                <a:buNone/>
              </a:pPr>
              <a:r>
                <a:rPr lang="en-US" altLang="en-US" sz="1000" b="1">
                  <a:solidFill>
                    <a:srgbClr val="FFFFFF"/>
                  </a:solidFill>
                  <a:ea typeface="ヒラギノ角ゴ Pro W3"/>
                  <a:cs typeface="ヒラギノ角ゴ Pro W3"/>
                </a:rPr>
                <a:t>4</a:t>
              </a:r>
            </a:p>
          </p:txBody>
        </p:sp>
      </p:grpSp>
      <p:grpSp>
        <p:nvGrpSpPr>
          <p:cNvPr id="64647" name="Group 200">
            <a:extLst>
              <a:ext uri="{FF2B5EF4-FFF2-40B4-BE49-F238E27FC236}">
                <a16:creationId xmlns:a16="http://schemas.microsoft.com/office/drawing/2014/main" id="{A980B219-C757-3483-914A-E6F49979FA48}"/>
              </a:ext>
            </a:extLst>
          </p:cNvPr>
          <p:cNvGrpSpPr>
            <a:grpSpLocks/>
          </p:cNvGrpSpPr>
          <p:nvPr/>
        </p:nvGrpSpPr>
        <p:grpSpPr bwMode="auto">
          <a:xfrm>
            <a:off x="1922463" y="1509713"/>
            <a:ext cx="136525" cy="153987"/>
            <a:chOff x="5312930" y="5849418"/>
            <a:chExt cx="137160" cy="153888"/>
          </a:xfrm>
        </p:grpSpPr>
        <p:sp>
          <p:nvSpPr>
            <p:cNvPr id="64655" name="Oval 201">
              <a:extLst>
                <a:ext uri="{FF2B5EF4-FFF2-40B4-BE49-F238E27FC236}">
                  <a16:creationId xmlns:a16="http://schemas.microsoft.com/office/drawing/2014/main" id="{9EA08BA2-0D24-DFBA-47FE-E7B7D0F5C102}"/>
                </a:ext>
              </a:extLst>
            </p:cNvPr>
            <p:cNvSpPr>
              <a:spLocks noChangeArrowheads="1"/>
            </p:cNvSpPr>
            <p:nvPr/>
          </p:nvSpPr>
          <p:spPr bwMode="auto">
            <a:xfrm>
              <a:off x="5312930" y="5857782"/>
              <a:ext cx="137160" cy="137160"/>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4656" name="TextBox 4">
              <a:extLst>
                <a:ext uri="{FF2B5EF4-FFF2-40B4-BE49-F238E27FC236}">
                  <a16:creationId xmlns:a16="http://schemas.microsoft.com/office/drawing/2014/main" id="{431CACA0-5559-7A40-B120-B2A23EB13D8E}"/>
                </a:ext>
              </a:extLst>
            </p:cNvPr>
            <p:cNvSpPr txBox="1">
              <a:spLocks noChangeArrowheads="1"/>
            </p:cNvSpPr>
            <p:nvPr/>
          </p:nvSpPr>
          <p:spPr bwMode="auto">
            <a:xfrm>
              <a:off x="5346244" y="5849418"/>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200"/>
                </a:lnSpc>
                <a:spcBef>
                  <a:spcPct val="0"/>
                </a:spcBef>
                <a:buClrTx/>
                <a:buSzTx/>
                <a:buFontTx/>
                <a:buNone/>
              </a:pPr>
              <a:r>
                <a:rPr lang="en-US" altLang="en-US" sz="1000" b="1">
                  <a:solidFill>
                    <a:srgbClr val="FFFFFF"/>
                  </a:solidFill>
                  <a:ea typeface="ヒラギノ角ゴ Pro W3"/>
                  <a:cs typeface="ヒラギノ角ゴ Pro W3"/>
                </a:rPr>
                <a:t>3</a:t>
              </a:r>
            </a:p>
          </p:txBody>
        </p:sp>
      </p:grpSp>
      <p:grpSp>
        <p:nvGrpSpPr>
          <p:cNvPr id="64648" name="Group 203">
            <a:extLst>
              <a:ext uri="{FF2B5EF4-FFF2-40B4-BE49-F238E27FC236}">
                <a16:creationId xmlns:a16="http://schemas.microsoft.com/office/drawing/2014/main" id="{028E73DB-CDE2-F30D-52FF-62DA32E035B3}"/>
              </a:ext>
            </a:extLst>
          </p:cNvPr>
          <p:cNvGrpSpPr>
            <a:grpSpLocks/>
          </p:cNvGrpSpPr>
          <p:nvPr/>
        </p:nvGrpSpPr>
        <p:grpSpPr bwMode="auto">
          <a:xfrm>
            <a:off x="1919288" y="1033463"/>
            <a:ext cx="136525" cy="153987"/>
            <a:chOff x="5312930" y="5849418"/>
            <a:chExt cx="137160" cy="153888"/>
          </a:xfrm>
        </p:grpSpPr>
        <p:sp>
          <p:nvSpPr>
            <p:cNvPr id="64653" name="Oval 204">
              <a:extLst>
                <a:ext uri="{FF2B5EF4-FFF2-40B4-BE49-F238E27FC236}">
                  <a16:creationId xmlns:a16="http://schemas.microsoft.com/office/drawing/2014/main" id="{3B5EE6A5-2A76-C4B6-182E-E09AF218153C}"/>
                </a:ext>
              </a:extLst>
            </p:cNvPr>
            <p:cNvSpPr>
              <a:spLocks noChangeArrowheads="1"/>
            </p:cNvSpPr>
            <p:nvPr/>
          </p:nvSpPr>
          <p:spPr bwMode="auto">
            <a:xfrm>
              <a:off x="5312930" y="5857782"/>
              <a:ext cx="137160" cy="137160"/>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4654" name="TextBox 4">
              <a:extLst>
                <a:ext uri="{FF2B5EF4-FFF2-40B4-BE49-F238E27FC236}">
                  <a16:creationId xmlns:a16="http://schemas.microsoft.com/office/drawing/2014/main" id="{814823A3-F868-317A-CA9F-99626E2C786F}"/>
                </a:ext>
              </a:extLst>
            </p:cNvPr>
            <p:cNvSpPr txBox="1">
              <a:spLocks noChangeArrowheads="1"/>
            </p:cNvSpPr>
            <p:nvPr/>
          </p:nvSpPr>
          <p:spPr bwMode="auto">
            <a:xfrm>
              <a:off x="5346244" y="5849418"/>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200"/>
                </a:lnSpc>
                <a:spcBef>
                  <a:spcPct val="0"/>
                </a:spcBef>
                <a:buClrTx/>
                <a:buSzTx/>
                <a:buFontTx/>
                <a:buNone/>
              </a:pPr>
              <a:r>
                <a:rPr lang="en-US" altLang="en-US" sz="1000" b="1">
                  <a:solidFill>
                    <a:srgbClr val="FFFFFF"/>
                  </a:solidFill>
                  <a:ea typeface="ヒラギノ角ゴ Pro W3"/>
                  <a:cs typeface="ヒラギノ角ゴ Pro W3"/>
                </a:rPr>
                <a:t>2</a:t>
              </a:r>
            </a:p>
          </p:txBody>
        </p:sp>
      </p:grpSp>
      <p:grpSp>
        <p:nvGrpSpPr>
          <p:cNvPr id="64649" name="Group 206">
            <a:extLst>
              <a:ext uri="{FF2B5EF4-FFF2-40B4-BE49-F238E27FC236}">
                <a16:creationId xmlns:a16="http://schemas.microsoft.com/office/drawing/2014/main" id="{8F3DE15C-A2C8-0160-9784-0887EDFE1648}"/>
              </a:ext>
            </a:extLst>
          </p:cNvPr>
          <p:cNvGrpSpPr>
            <a:grpSpLocks/>
          </p:cNvGrpSpPr>
          <p:nvPr/>
        </p:nvGrpSpPr>
        <p:grpSpPr bwMode="auto">
          <a:xfrm>
            <a:off x="1922463" y="622300"/>
            <a:ext cx="138112" cy="153988"/>
            <a:chOff x="5312930" y="5849418"/>
            <a:chExt cx="137160" cy="153888"/>
          </a:xfrm>
        </p:grpSpPr>
        <p:sp>
          <p:nvSpPr>
            <p:cNvPr id="64651" name="Oval 207">
              <a:extLst>
                <a:ext uri="{FF2B5EF4-FFF2-40B4-BE49-F238E27FC236}">
                  <a16:creationId xmlns:a16="http://schemas.microsoft.com/office/drawing/2014/main" id="{41E23C35-D5E5-95F0-5561-0DF25593FFCD}"/>
                </a:ext>
              </a:extLst>
            </p:cNvPr>
            <p:cNvSpPr>
              <a:spLocks noChangeArrowheads="1"/>
            </p:cNvSpPr>
            <p:nvPr/>
          </p:nvSpPr>
          <p:spPr bwMode="auto">
            <a:xfrm>
              <a:off x="5312930" y="5857782"/>
              <a:ext cx="137160" cy="137160"/>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4652" name="TextBox 4">
              <a:extLst>
                <a:ext uri="{FF2B5EF4-FFF2-40B4-BE49-F238E27FC236}">
                  <a16:creationId xmlns:a16="http://schemas.microsoft.com/office/drawing/2014/main" id="{A15F8A6A-90BC-2813-B33B-AA7857DBE610}"/>
                </a:ext>
              </a:extLst>
            </p:cNvPr>
            <p:cNvSpPr txBox="1">
              <a:spLocks noChangeArrowheads="1"/>
            </p:cNvSpPr>
            <p:nvPr/>
          </p:nvSpPr>
          <p:spPr bwMode="auto">
            <a:xfrm>
              <a:off x="5346244" y="5849418"/>
              <a:ext cx="70532" cy="153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200"/>
                </a:lnSpc>
                <a:spcBef>
                  <a:spcPct val="0"/>
                </a:spcBef>
                <a:buClrTx/>
                <a:buSzTx/>
                <a:buFontTx/>
                <a:buNone/>
              </a:pPr>
              <a:r>
                <a:rPr lang="en-US" altLang="en-US" sz="1000" b="1">
                  <a:solidFill>
                    <a:srgbClr val="FFFFFF"/>
                  </a:solidFill>
                  <a:ea typeface="ヒラギノ角ゴ Pro W3"/>
                  <a:cs typeface="ヒラギノ角ゴ Pro W3"/>
                </a:rPr>
                <a:t>1</a:t>
              </a:r>
            </a:p>
          </p:txBody>
        </p:sp>
      </p:grpSp>
      <p:sp>
        <p:nvSpPr>
          <p:cNvPr id="64650" name="Footer Placeholder 1">
            <a:extLst>
              <a:ext uri="{FF2B5EF4-FFF2-40B4-BE49-F238E27FC236}">
                <a16:creationId xmlns:a16="http://schemas.microsoft.com/office/drawing/2014/main" id="{C98F76A2-9206-7A03-2DDE-10FCED28D303}"/>
              </a:ext>
            </a:extLst>
          </p:cNvPr>
          <p:cNvSpPr txBox="1">
            <a:spLocks/>
          </p:cNvSpPr>
          <p:nvPr/>
        </p:nvSpPr>
        <p:spPr bwMode="auto">
          <a:xfrm>
            <a:off x="66675" y="6586538"/>
            <a:ext cx="3086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900">
                <a:solidFill>
                  <a:srgbClr val="000000"/>
                </a:solidFill>
                <a:ea typeface="ヒラギノ角ゴ Pro W3"/>
                <a:cs typeface="ヒラギノ角ゴ Pro W3"/>
              </a:rPr>
              <a:t>© 2018 Pearson Education Ltd.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1" descr="D:\Manjubharkavi\Production\October\17-Oct\Chapter 20\Unlabeled\20_03aNextGenSequencing-U.jpg">
            <a:extLst>
              <a:ext uri="{FF2B5EF4-FFF2-40B4-BE49-F238E27FC236}">
                <a16:creationId xmlns:a16="http://schemas.microsoft.com/office/drawing/2014/main" id="{AFE2EA16-FF4B-EA84-F4BF-BEE12A069CF5}"/>
              </a:ext>
            </a:extLst>
          </p:cNvPr>
          <p:cNvPicPr>
            <a:picLocks noChangeAspect="1"/>
          </p:cNvPicPr>
          <p:nvPr/>
        </p:nvPicPr>
        <p:blipFill>
          <a:blip r:embed="rId3" r:link="rId4">
            <a:extLst>
              <a:ext uri="{28A0092B-C50C-407E-A947-70E740481C1C}">
                <a14:useLocalDpi xmlns:a14="http://schemas.microsoft.com/office/drawing/2010/main" val="0"/>
              </a:ext>
            </a:extLst>
          </a:blip>
          <a:srcRect b="2315"/>
          <a:stretch>
            <a:fillRect/>
          </a:stretch>
        </p:blipFill>
        <p:spPr bwMode="auto">
          <a:xfrm>
            <a:off x="430213" y="212725"/>
            <a:ext cx="8283575" cy="6432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3" name="Title 4">
            <a:extLst>
              <a:ext uri="{FF2B5EF4-FFF2-40B4-BE49-F238E27FC236}">
                <a16:creationId xmlns:a16="http://schemas.microsoft.com/office/drawing/2014/main" id="{AD0CAE73-58B7-C0CA-6255-5A909D1FF53F}"/>
              </a:ext>
            </a:extLst>
          </p:cNvPr>
          <p:cNvSpPr>
            <a:spLocks noGrp="1"/>
          </p:cNvSpPr>
          <p:nvPr>
            <p:ph type="title"/>
          </p:nvPr>
        </p:nvSpPr>
        <p:spPr>
          <a:xfrm>
            <a:off x="0" y="0"/>
            <a:ext cx="3611563" cy="342900"/>
          </a:xfrm>
        </p:spPr>
        <p:txBody>
          <a:bodyPr anchor="t"/>
          <a:lstStyle/>
          <a:p>
            <a:endParaRPr lang="en-US" altLang="en-US">
              <a:ea typeface="ＭＳ Ｐゴシック" panose="020B0600070205080204" pitchFamily="34" charset="-128"/>
              <a:cs typeface="Arial" panose="020B0604020202020204" pitchFamily="34" charset="0"/>
            </a:endParaRPr>
          </a:p>
        </p:txBody>
      </p:sp>
      <p:sp>
        <p:nvSpPr>
          <p:cNvPr id="66564" name="TextBox 2">
            <a:extLst>
              <a:ext uri="{FF2B5EF4-FFF2-40B4-BE49-F238E27FC236}">
                <a16:creationId xmlns:a16="http://schemas.microsoft.com/office/drawing/2014/main" id="{ED62236B-B428-71BE-76F9-7BBB7A2F526C}"/>
              </a:ext>
            </a:extLst>
          </p:cNvPr>
          <p:cNvSpPr txBox="1">
            <a:spLocks noChangeArrowheads="1"/>
          </p:cNvSpPr>
          <p:nvPr/>
        </p:nvSpPr>
        <p:spPr bwMode="auto">
          <a:xfrm>
            <a:off x="1619250" y="219075"/>
            <a:ext cx="10747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C16533"/>
                </a:solidFill>
                <a:ea typeface="ヒラギノ角ゴ Pro W3"/>
                <a:cs typeface="ヒラギノ角ゴ Pro W3"/>
              </a:rPr>
              <a:t>Technique</a:t>
            </a:r>
          </a:p>
        </p:txBody>
      </p:sp>
      <p:sp>
        <p:nvSpPr>
          <p:cNvPr id="66565" name="TextBox 3">
            <a:extLst>
              <a:ext uri="{FF2B5EF4-FFF2-40B4-BE49-F238E27FC236}">
                <a16:creationId xmlns:a16="http://schemas.microsoft.com/office/drawing/2014/main" id="{98C11E0C-CCE5-8159-8B5F-F642E6142B1C}"/>
              </a:ext>
            </a:extLst>
          </p:cNvPr>
          <p:cNvSpPr txBox="1">
            <a:spLocks noChangeArrowheads="1"/>
          </p:cNvSpPr>
          <p:nvPr/>
        </p:nvSpPr>
        <p:spPr bwMode="auto">
          <a:xfrm>
            <a:off x="1849438" y="917575"/>
            <a:ext cx="301148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Genomic DNA is fragmented.</a:t>
            </a:r>
          </a:p>
        </p:txBody>
      </p:sp>
      <p:sp>
        <p:nvSpPr>
          <p:cNvPr id="66566" name="TextBox 4">
            <a:extLst>
              <a:ext uri="{FF2B5EF4-FFF2-40B4-BE49-F238E27FC236}">
                <a16:creationId xmlns:a16="http://schemas.microsoft.com/office/drawing/2014/main" id="{A1F39184-707F-427D-997A-8B6FB88F1E54}"/>
              </a:ext>
            </a:extLst>
          </p:cNvPr>
          <p:cNvSpPr txBox="1">
            <a:spLocks noChangeArrowheads="1"/>
          </p:cNvSpPr>
          <p:nvPr/>
        </p:nvSpPr>
        <p:spPr bwMode="auto">
          <a:xfrm>
            <a:off x="1849438" y="1633538"/>
            <a:ext cx="3327400" cy="487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Each fragment is isolated with a</a:t>
            </a:r>
          </a:p>
          <a:p>
            <a:pPr>
              <a:lnSpc>
                <a:spcPts val="1938"/>
              </a:lnSpc>
              <a:spcBef>
                <a:spcPct val="0"/>
              </a:spcBef>
              <a:buClrTx/>
              <a:buSzTx/>
              <a:buFontTx/>
              <a:buNone/>
            </a:pPr>
            <a:r>
              <a:rPr lang="en-US" altLang="en-US" sz="1700" b="1">
                <a:solidFill>
                  <a:srgbClr val="000000"/>
                </a:solidFill>
                <a:ea typeface="ヒラギノ角ゴ Pro W3"/>
                <a:cs typeface="ヒラギノ角ゴ Pro W3"/>
              </a:rPr>
              <a:t>bead.</a:t>
            </a:r>
          </a:p>
        </p:txBody>
      </p:sp>
      <p:sp>
        <p:nvSpPr>
          <p:cNvPr id="66567" name="TextBox 6">
            <a:extLst>
              <a:ext uri="{FF2B5EF4-FFF2-40B4-BE49-F238E27FC236}">
                <a16:creationId xmlns:a16="http://schemas.microsoft.com/office/drawing/2014/main" id="{53FAE334-B307-78CB-7896-E497BBAA308D}"/>
              </a:ext>
            </a:extLst>
          </p:cNvPr>
          <p:cNvSpPr txBox="1">
            <a:spLocks noChangeArrowheads="1"/>
          </p:cNvSpPr>
          <p:nvPr/>
        </p:nvSpPr>
        <p:spPr bwMode="auto">
          <a:xfrm>
            <a:off x="1849438" y="2478088"/>
            <a:ext cx="3533775"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Using PCR, 10</a:t>
            </a:r>
            <a:r>
              <a:rPr lang="en-US" altLang="en-US" sz="1700" b="1" baseline="30000">
                <a:solidFill>
                  <a:srgbClr val="000000"/>
                </a:solidFill>
                <a:ea typeface="ヒラギノ角ゴ Pro W3"/>
                <a:cs typeface="ヒラギノ角ゴ Pro W3"/>
              </a:rPr>
              <a:t>6</a:t>
            </a:r>
            <a:r>
              <a:rPr lang="en-US" altLang="en-US" sz="1700" b="1">
                <a:solidFill>
                  <a:srgbClr val="000000"/>
                </a:solidFill>
                <a:ea typeface="ヒラギノ角ゴ Pro W3"/>
                <a:cs typeface="ヒラギノ角ゴ Pro W3"/>
              </a:rPr>
              <a:t> copies of each</a:t>
            </a:r>
          </a:p>
          <a:p>
            <a:pPr>
              <a:lnSpc>
                <a:spcPts val="1938"/>
              </a:lnSpc>
              <a:spcBef>
                <a:spcPct val="0"/>
              </a:spcBef>
              <a:buClrTx/>
              <a:buSzTx/>
              <a:buFontTx/>
              <a:buNone/>
            </a:pPr>
            <a:r>
              <a:rPr lang="en-US" altLang="en-US" sz="1700" b="1">
                <a:solidFill>
                  <a:srgbClr val="000000"/>
                </a:solidFill>
                <a:ea typeface="ヒラギノ角ゴ Pro W3"/>
                <a:cs typeface="ヒラギノ角ゴ Pro W3"/>
              </a:rPr>
              <a:t>fragment are made, each attached</a:t>
            </a:r>
          </a:p>
          <a:p>
            <a:pPr>
              <a:lnSpc>
                <a:spcPts val="1938"/>
              </a:lnSpc>
              <a:spcBef>
                <a:spcPct val="0"/>
              </a:spcBef>
              <a:buClrTx/>
              <a:buSzTx/>
              <a:buFontTx/>
              <a:buNone/>
            </a:pPr>
            <a:r>
              <a:rPr lang="en-US" altLang="en-US" sz="1700" b="1">
                <a:solidFill>
                  <a:srgbClr val="000000"/>
                </a:solidFill>
                <a:ea typeface="ヒラギノ角ゴ Pro W3"/>
                <a:cs typeface="ヒラギノ角ゴ Pro W3"/>
              </a:rPr>
              <a:t>to the bead by the 5′ end.</a:t>
            </a:r>
          </a:p>
        </p:txBody>
      </p:sp>
      <p:sp>
        <p:nvSpPr>
          <p:cNvPr id="66568" name="TextBox 9">
            <a:extLst>
              <a:ext uri="{FF2B5EF4-FFF2-40B4-BE49-F238E27FC236}">
                <a16:creationId xmlns:a16="http://schemas.microsoft.com/office/drawing/2014/main" id="{6F13FD3B-CC64-E5CF-B282-C05E7D518725}"/>
              </a:ext>
            </a:extLst>
          </p:cNvPr>
          <p:cNvSpPr txBox="1">
            <a:spLocks noChangeArrowheads="1"/>
          </p:cNvSpPr>
          <p:nvPr/>
        </p:nvSpPr>
        <p:spPr bwMode="auto">
          <a:xfrm>
            <a:off x="1843088" y="3879850"/>
            <a:ext cx="3570287" cy="48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The bead is placed into a well with</a:t>
            </a:r>
          </a:p>
          <a:p>
            <a:pPr>
              <a:lnSpc>
                <a:spcPts val="1938"/>
              </a:lnSpc>
              <a:spcBef>
                <a:spcPct val="0"/>
              </a:spcBef>
              <a:buClrTx/>
              <a:buSzTx/>
              <a:buFontTx/>
              <a:buNone/>
            </a:pPr>
            <a:r>
              <a:rPr lang="en-US" altLang="en-US" sz="1700" b="1">
                <a:solidFill>
                  <a:srgbClr val="000000"/>
                </a:solidFill>
                <a:ea typeface="ヒラギノ角ゴ Pro W3"/>
                <a:cs typeface="ヒラギノ角ゴ Pro W3"/>
              </a:rPr>
              <a:t>DNA polymerases and primers.</a:t>
            </a:r>
          </a:p>
        </p:txBody>
      </p:sp>
      <p:sp>
        <p:nvSpPr>
          <p:cNvPr id="66569" name="TextBox 19">
            <a:extLst>
              <a:ext uri="{FF2B5EF4-FFF2-40B4-BE49-F238E27FC236}">
                <a16:creationId xmlns:a16="http://schemas.microsoft.com/office/drawing/2014/main" id="{19257BB1-7E07-2C33-CAD2-D393D3631C2A}"/>
              </a:ext>
            </a:extLst>
          </p:cNvPr>
          <p:cNvSpPr txBox="1">
            <a:spLocks noChangeArrowheads="1"/>
          </p:cNvSpPr>
          <p:nvPr/>
        </p:nvSpPr>
        <p:spPr bwMode="auto">
          <a:xfrm>
            <a:off x="4498975" y="5616575"/>
            <a:ext cx="4232275"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Solutions of each of the four nucleotides</a:t>
            </a:r>
          </a:p>
          <a:p>
            <a:pPr>
              <a:lnSpc>
                <a:spcPts val="1938"/>
              </a:lnSpc>
              <a:spcBef>
                <a:spcPct val="0"/>
              </a:spcBef>
              <a:buClrTx/>
              <a:buSzTx/>
              <a:buFontTx/>
              <a:buNone/>
            </a:pPr>
            <a:r>
              <a:rPr lang="en-US" altLang="en-US" sz="1700" b="1">
                <a:solidFill>
                  <a:srgbClr val="000000"/>
                </a:solidFill>
                <a:ea typeface="ヒラギノ角ゴ Pro W3"/>
                <a:cs typeface="ヒラギノ角ゴ Pro W3"/>
              </a:rPr>
              <a:t>are added to all wells sequentially and</a:t>
            </a:r>
          </a:p>
          <a:p>
            <a:pPr>
              <a:lnSpc>
                <a:spcPts val="1938"/>
              </a:lnSpc>
              <a:spcBef>
                <a:spcPct val="0"/>
              </a:spcBef>
              <a:buClrTx/>
              <a:buSzTx/>
              <a:buFontTx/>
              <a:buNone/>
            </a:pPr>
            <a:r>
              <a:rPr lang="en-US" altLang="en-US" sz="1700" b="1">
                <a:solidFill>
                  <a:srgbClr val="000000"/>
                </a:solidFill>
                <a:ea typeface="ヒラギノ角ゴ Pro W3"/>
                <a:cs typeface="ヒラギノ角ゴ Pro W3"/>
              </a:rPr>
              <a:t>then washed off. The entire process is</a:t>
            </a:r>
          </a:p>
          <a:p>
            <a:pPr>
              <a:lnSpc>
                <a:spcPts val="1938"/>
              </a:lnSpc>
              <a:spcBef>
                <a:spcPct val="0"/>
              </a:spcBef>
              <a:buClrTx/>
              <a:buSzTx/>
              <a:buFontTx/>
              <a:buNone/>
            </a:pPr>
            <a:r>
              <a:rPr lang="en-US" altLang="en-US" sz="1700" b="1">
                <a:solidFill>
                  <a:srgbClr val="000000"/>
                </a:solidFill>
                <a:ea typeface="ヒラギノ角ゴ Pro W3"/>
                <a:cs typeface="ヒラギノ角ゴ Pro W3"/>
              </a:rPr>
              <a:t>then repeated.</a:t>
            </a:r>
          </a:p>
        </p:txBody>
      </p:sp>
      <p:sp>
        <p:nvSpPr>
          <p:cNvPr id="66570" name="TextBox 11">
            <a:extLst>
              <a:ext uri="{FF2B5EF4-FFF2-40B4-BE49-F238E27FC236}">
                <a16:creationId xmlns:a16="http://schemas.microsoft.com/office/drawing/2014/main" id="{9FBAA13B-02CD-E1DF-BBB8-CAABF4EE7FC5}"/>
              </a:ext>
            </a:extLst>
          </p:cNvPr>
          <p:cNvSpPr txBox="1">
            <a:spLocks noChangeArrowheads="1"/>
          </p:cNvSpPr>
          <p:nvPr/>
        </p:nvSpPr>
        <p:spPr bwMode="auto">
          <a:xfrm>
            <a:off x="2135188" y="4508500"/>
            <a:ext cx="1176337" cy="360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Template strand</a:t>
            </a:r>
          </a:p>
          <a:p>
            <a:pPr>
              <a:lnSpc>
                <a:spcPts val="1425"/>
              </a:lnSpc>
              <a:spcBef>
                <a:spcPct val="0"/>
              </a:spcBef>
              <a:buClrTx/>
              <a:buSzTx/>
              <a:buFontTx/>
              <a:buNone/>
            </a:pPr>
            <a:r>
              <a:rPr lang="en-US" altLang="en-US" sz="1200" b="1">
                <a:solidFill>
                  <a:srgbClr val="000000"/>
                </a:solidFill>
                <a:ea typeface="ヒラギノ角ゴ Pro W3"/>
                <a:cs typeface="ヒラギノ角ゴ Pro W3"/>
              </a:rPr>
              <a:t>of DNA</a:t>
            </a:r>
          </a:p>
        </p:txBody>
      </p:sp>
      <p:sp>
        <p:nvSpPr>
          <p:cNvPr id="66571" name="TextBox 17">
            <a:extLst>
              <a:ext uri="{FF2B5EF4-FFF2-40B4-BE49-F238E27FC236}">
                <a16:creationId xmlns:a16="http://schemas.microsoft.com/office/drawing/2014/main" id="{B1AB7FB0-00C4-E6C5-4E5C-C7128BF13DB7}"/>
              </a:ext>
            </a:extLst>
          </p:cNvPr>
          <p:cNvSpPr txBox="1">
            <a:spLocks noChangeArrowheads="1"/>
          </p:cNvSpPr>
          <p:nvPr/>
        </p:nvSpPr>
        <p:spPr bwMode="auto">
          <a:xfrm>
            <a:off x="3448050" y="5151438"/>
            <a:ext cx="4857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Primer</a:t>
            </a:r>
          </a:p>
        </p:txBody>
      </p:sp>
      <p:sp>
        <p:nvSpPr>
          <p:cNvPr id="66572" name="TextBox 18">
            <a:extLst>
              <a:ext uri="{FF2B5EF4-FFF2-40B4-BE49-F238E27FC236}">
                <a16:creationId xmlns:a16="http://schemas.microsoft.com/office/drawing/2014/main" id="{39D338E2-93EB-59B0-6A62-15D589C69985}"/>
              </a:ext>
            </a:extLst>
          </p:cNvPr>
          <p:cNvSpPr txBox="1">
            <a:spLocks noChangeArrowheads="1"/>
          </p:cNvSpPr>
          <p:nvPr/>
        </p:nvSpPr>
        <p:spPr bwMode="auto">
          <a:xfrm>
            <a:off x="4246563" y="4989513"/>
            <a:ext cx="2857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  T</a:t>
            </a:r>
          </a:p>
        </p:txBody>
      </p:sp>
      <p:sp>
        <p:nvSpPr>
          <p:cNvPr id="66573" name="TextBox 18">
            <a:extLst>
              <a:ext uri="{FF2B5EF4-FFF2-40B4-BE49-F238E27FC236}">
                <a16:creationId xmlns:a16="http://schemas.microsoft.com/office/drawing/2014/main" id="{C3FB5477-EB87-AFDA-5D0A-2EC6F76A2347}"/>
              </a:ext>
            </a:extLst>
          </p:cNvPr>
          <p:cNvSpPr txBox="1">
            <a:spLocks noChangeArrowheads="1"/>
          </p:cNvSpPr>
          <p:nvPr/>
        </p:nvSpPr>
        <p:spPr bwMode="auto">
          <a:xfrm>
            <a:off x="4598988" y="4991100"/>
            <a:ext cx="2746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G C</a:t>
            </a:r>
          </a:p>
        </p:txBody>
      </p:sp>
      <p:sp>
        <p:nvSpPr>
          <p:cNvPr id="66574" name="TextBox 13">
            <a:extLst>
              <a:ext uri="{FF2B5EF4-FFF2-40B4-BE49-F238E27FC236}">
                <a16:creationId xmlns:a16="http://schemas.microsoft.com/office/drawing/2014/main" id="{AE87ABEB-428A-B94E-C859-87C48981D317}"/>
              </a:ext>
            </a:extLst>
          </p:cNvPr>
          <p:cNvSpPr txBox="1">
            <a:spLocks noChangeArrowheads="1"/>
          </p:cNvSpPr>
          <p:nvPr/>
        </p:nvSpPr>
        <p:spPr bwMode="auto">
          <a:xfrm>
            <a:off x="1997075" y="5014913"/>
            <a:ext cx="122238"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5′</a:t>
            </a:r>
          </a:p>
        </p:txBody>
      </p:sp>
      <p:sp>
        <p:nvSpPr>
          <p:cNvPr id="66575" name="TextBox 14">
            <a:extLst>
              <a:ext uri="{FF2B5EF4-FFF2-40B4-BE49-F238E27FC236}">
                <a16:creationId xmlns:a16="http://schemas.microsoft.com/office/drawing/2014/main" id="{A1911A70-E84F-86EC-FC19-EE67CEF082B7}"/>
              </a:ext>
            </a:extLst>
          </p:cNvPr>
          <p:cNvSpPr txBox="1">
            <a:spLocks noChangeArrowheads="1"/>
          </p:cNvSpPr>
          <p:nvPr/>
        </p:nvSpPr>
        <p:spPr bwMode="auto">
          <a:xfrm>
            <a:off x="3790950" y="4779963"/>
            <a:ext cx="122238"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3′</a:t>
            </a:r>
          </a:p>
        </p:txBody>
      </p:sp>
      <p:sp>
        <p:nvSpPr>
          <p:cNvPr id="66576" name="TextBox 15">
            <a:extLst>
              <a:ext uri="{FF2B5EF4-FFF2-40B4-BE49-F238E27FC236}">
                <a16:creationId xmlns:a16="http://schemas.microsoft.com/office/drawing/2014/main" id="{0CCC8B7C-C9B5-6C75-465D-41E4386C60B5}"/>
              </a:ext>
            </a:extLst>
          </p:cNvPr>
          <p:cNvSpPr txBox="1">
            <a:spLocks noChangeArrowheads="1"/>
          </p:cNvSpPr>
          <p:nvPr/>
        </p:nvSpPr>
        <p:spPr bwMode="auto">
          <a:xfrm>
            <a:off x="3814763" y="4957763"/>
            <a:ext cx="122237"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5′</a:t>
            </a:r>
          </a:p>
        </p:txBody>
      </p:sp>
      <p:sp>
        <p:nvSpPr>
          <p:cNvPr id="66577" name="TextBox 16">
            <a:extLst>
              <a:ext uri="{FF2B5EF4-FFF2-40B4-BE49-F238E27FC236}">
                <a16:creationId xmlns:a16="http://schemas.microsoft.com/office/drawing/2014/main" id="{06FE803B-CE4E-5EF8-200A-649442B458C4}"/>
              </a:ext>
            </a:extLst>
          </p:cNvPr>
          <p:cNvSpPr txBox="1">
            <a:spLocks noChangeArrowheads="1"/>
          </p:cNvSpPr>
          <p:nvPr/>
        </p:nvSpPr>
        <p:spPr bwMode="auto">
          <a:xfrm>
            <a:off x="3370263" y="4983163"/>
            <a:ext cx="122237"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3′</a:t>
            </a:r>
          </a:p>
        </p:txBody>
      </p:sp>
      <p:sp>
        <p:nvSpPr>
          <p:cNvPr id="20" name="Freeform 19">
            <a:extLst>
              <a:ext uri="{FF2B5EF4-FFF2-40B4-BE49-F238E27FC236}">
                <a16:creationId xmlns:a16="http://schemas.microsoft.com/office/drawing/2014/main" id="{29C89D77-A6DD-7AEA-A519-8467D8621B1F}"/>
              </a:ext>
            </a:extLst>
          </p:cNvPr>
          <p:cNvSpPr/>
          <p:nvPr/>
        </p:nvSpPr>
        <p:spPr>
          <a:xfrm>
            <a:off x="3635375" y="5032375"/>
            <a:ext cx="47625" cy="130175"/>
          </a:xfrm>
          <a:custGeom>
            <a:avLst/>
            <a:gdLst>
              <a:gd name="connsiteX0" fmla="*/ 40576 w 46926"/>
              <a:gd name="connsiteY0" fmla="*/ 122386 h 128736"/>
              <a:gd name="connsiteX1" fmla="*/ 6350 w 46926"/>
              <a:gd name="connsiteY1" fmla="*/ 6350 h 128736"/>
            </a:gdLst>
            <a:ahLst/>
            <a:cxnLst>
              <a:cxn ang="0">
                <a:pos x="connsiteX0" y="connsiteY0"/>
              </a:cxn>
              <a:cxn ang="1">
                <a:pos x="connsiteX1" y="connsiteY1"/>
              </a:cxn>
            </a:cxnLst>
            <a:rect l="l" t="t" r="r" b="b"/>
            <a:pathLst>
              <a:path w="46926" h="128736">
                <a:moveTo>
                  <a:pt x="40576" y="122386"/>
                </a:moveTo>
                <a:lnTo>
                  <a:pt x="6350" y="6350"/>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21" name="Freeform 3">
            <a:extLst>
              <a:ext uri="{FF2B5EF4-FFF2-40B4-BE49-F238E27FC236}">
                <a16:creationId xmlns:a16="http://schemas.microsoft.com/office/drawing/2014/main" id="{1AA4925D-8F0D-9AB4-EA52-3079B0D8BE54}"/>
              </a:ext>
            </a:extLst>
          </p:cNvPr>
          <p:cNvSpPr/>
          <p:nvPr/>
        </p:nvSpPr>
        <p:spPr>
          <a:xfrm>
            <a:off x="2470150" y="4881563"/>
            <a:ext cx="58738" cy="138112"/>
          </a:xfrm>
          <a:custGeom>
            <a:avLst/>
            <a:gdLst>
              <a:gd name="connsiteX0" fmla="*/ 6350 w 58824"/>
              <a:gd name="connsiteY0" fmla="*/ 6350 h 137668"/>
              <a:gd name="connsiteX1" fmla="*/ 52474 w 58824"/>
              <a:gd name="connsiteY1" fmla="*/ 131318 h 137668"/>
            </a:gdLst>
            <a:ahLst/>
            <a:cxnLst>
              <a:cxn ang="0">
                <a:pos x="connsiteX0" y="connsiteY0"/>
              </a:cxn>
              <a:cxn ang="1">
                <a:pos x="connsiteX1" y="connsiteY1"/>
              </a:cxn>
            </a:cxnLst>
            <a:rect l="l" t="t" r="r" b="b"/>
            <a:pathLst>
              <a:path w="58824" h="137668">
                <a:moveTo>
                  <a:pt x="6350" y="6350"/>
                </a:moveTo>
                <a:lnTo>
                  <a:pt x="52474" y="131318"/>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grpSp>
        <p:nvGrpSpPr>
          <p:cNvPr id="66580" name="Group 21">
            <a:extLst>
              <a:ext uri="{FF2B5EF4-FFF2-40B4-BE49-F238E27FC236}">
                <a16:creationId xmlns:a16="http://schemas.microsoft.com/office/drawing/2014/main" id="{E6990E90-199B-A480-AD3B-B2CF789A0F32}"/>
              </a:ext>
            </a:extLst>
          </p:cNvPr>
          <p:cNvGrpSpPr>
            <a:grpSpLocks/>
          </p:cNvGrpSpPr>
          <p:nvPr/>
        </p:nvGrpSpPr>
        <p:grpSpPr bwMode="auto">
          <a:xfrm>
            <a:off x="4160838" y="5608638"/>
            <a:ext cx="255587" cy="255587"/>
            <a:chOff x="4944793" y="4734361"/>
            <a:chExt cx="256032" cy="256032"/>
          </a:xfrm>
        </p:grpSpPr>
        <p:sp>
          <p:nvSpPr>
            <p:cNvPr id="66594" name="Oval 22">
              <a:extLst>
                <a:ext uri="{FF2B5EF4-FFF2-40B4-BE49-F238E27FC236}">
                  <a16:creationId xmlns:a16="http://schemas.microsoft.com/office/drawing/2014/main" id="{3561094B-9E57-7BE7-3B5A-625F0BB3C03C}"/>
                </a:ext>
              </a:extLst>
            </p:cNvPr>
            <p:cNvSpPr>
              <a:spLocks noChangeArrowheads="1"/>
            </p:cNvSpPr>
            <p:nvPr/>
          </p:nvSpPr>
          <p:spPr bwMode="auto">
            <a:xfrm>
              <a:off x="4944793" y="4734361"/>
              <a:ext cx="256032" cy="256032"/>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6595" name="TextBox 4">
              <a:extLst>
                <a:ext uri="{FF2B5EF4-FFF2-40B4-BE49-F238E27FC236}">
                  <a16:creationId xmlns:a16="http://schemas.microsoft.com/office/drawing/2014/main" id="{F7CEAD00-7D62-EB56-4288-94232A361781}"/>
                </a:ext>
              </a:extLst>
            </p:cNvPr>
            <p:cNvSpPr txBox="1">
              <a:spLocks noChangeArrowheads="1"/>
            </p:cNvSpPr>
            <p:nvPr/>
          </p:nvSpPr>
          <p:spPr bwMode="auto">
            <a:xfrm>
              <a:off x="5011895" y="4740549"/>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900"/>
                </a:lnSpc>
                <a:spcBef>
                  <a:spcPct val="0"/>
                </a:spcBef>
                <a:buClrTx/>
                <a:buSzTx/>
                <a:buFontTx/>
                <a:buNone/>
              </a:pPr>
              <a:r>
                <a:rPr lang="en-US" altLang="en-US" sz="1700" b="1">
                  <a:solidFill>
                    <a:srgbClr val="FFFFFF"/>
                  </a:solidFill>
                  <a:ea typeface="ヒラギノ角ゴ Pro W3"/>
                  <a:cs typeface="ヒラギノ角ゴ Pro W3"/>
                </a:rPr>
                <a:t>5</a:t>
              </a:r>
            </a:p>
          </p:txBody>
        </p:sp>
      </p:grpSp>
      <p:grpSp>
        <p:nvGrpSpPr>
          <p:cNvPr id="66581" name="Group 24">
            <a:extLst>
              <a:ext uri="{FF2B5EF4-FFF2-40B4-BE49-F238E27FC236}">
                <a16:creationId xmlns:a16="http://schemas.microsoft.com/office/drawing/2014/main" id="{8DCA2EAA-A884-5537-D0D9-166BC0126562}"/>
              </a:ext>
            </a:extLst>
          </p:cNvPr>
          <p:cNvGrpSpPr>
            <a:grpSpLocks/>
          </p:cNvGrpSpPr>
          <p:nvPr/>
        </p:nvGrpSpPr>
        <p:grpSpPr bwMode="auto">
          <a:xfrm>
            <a:off x="1508125" y="3870325"/>
            <a:ext cx="255588" cy="257175"/>
            <a:chOff x="4944793" y="4734361"/>
            <a:chExt cx="256032" cy="256032"/>
          </a:xfrm>
        </p:grpSpPr>
        <p:sp>
          <p:nvSpPr>
            <p:cNvPr id="66592" name="Oval 25">
              <a:extLst>
                <a:ext uri="{FF2B5EF4-FFF2-40B4-BE49-F238E27FC236}">
                  <a16:creationId xmlns:a16="http://schemas.microsoft.com/office/drawing/2014/main" id="{8E00E9B4-C805-3CF3-85AF-AD10AF8BFA97}"/>
                </a:ext>
              </a:extLst>
            </p:cNvPr>
            <p:cNvSpPr>
              <a:spLocks noChangeArrowheads="1"/>
            </p:cNvSpPr>
            <p:nvPr/>
          </p:nvSpPr>
          <p:spPr bwMode="auto">
            <a:xfrm>
              <a:off x="4944793" y="4734361"/>
              <a:ext cx="256032" cy="256032"/>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6593" name="TextBox 4">
              <a:extLst>
                <a:ext uri="{FF2B5EF4-FFF2-40B4-BE49-F238E27FC236}">
                  <a16:creationId xmlns:a16="http://schemas.microsoft.com/office/drawing/2014/main" id="{9D4632A5-93FF-EFA5-D4A4-005FD15F5705}"/>
                </a:ext>
              </a:extLst>
            </p:cNvPr>
            <p:cNvSpPr txBox="1">
              <a:spLocks noChangeArrowheads="1"/>
            </p:cNvSpPr>
            <p:nvPr/>
          </p:nvSpPr>
          <p:spPr bwMode="auto">
            <a:xfrm>
              <a:off x="5011895" y="4740549"/>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900"/>
                </a:lnSpc>
                <a:spcBef>
                  <a:spcPct val="0"/>
                </a:spcBef>
                <a:buClrTx/>
                <a:buSzTx/>
                <a:buFontTx/>
                <a:buNone/>
              </a:pPr>
              <a:r>
                <a:rPr lang="en-US" altLang="en-US" sz="1700" b="1">
                  <a:solidFill>
                    <a:srgbClr val="FFFFFF"/>
                  </a:solidFill>
                  <a:ea typeface="ヒラギノ角ゴ Pro W3"/>
                  <a:cs typeface="ヒラギノ角ゴ Pro W3"/>
                </a:rPr>
                <a:t>4</a:t>
              </a:r>
            </a:p>
          </p:txBody>
        </p:sp>
      </p:grpSp>
      <p:grpSp>
        <p:nvGrpSpPr>
          <p:cNvPr id="66582" name="Group 27">
            <a:extLst>
              <a:ext uri="{FF2B5EF4-FFF2-40B4-BE49-F238E27FC236}">
                <a16:creationId xmlns:a16="http://schemas.microsoft.com/office/drawing/2014/main" id="{236F0685-6506-E2E7-F2CE-E130A3382C65}"/>
              </a:ext>
            </a:extLst>
          </p:cNvPr>
          <p:cNvGrpSpPr>
            <a:grpSpLocks/>
          </p:cNvGrpSpPr>
          <p:nvPr/>
        </p:nvGrpSpPr>
        <p:grpSpPr bwMode="auto">
          <a:xfrm>
            <a:off x="1516063" y="2463800"/>
            <a:ext cx="255587" cy="255588"/>
            <a:chOff x="4944793" y="4734361"/>
            <a:chExt cx="256032" cy="256032"/>
          </a:xfrm>
        </p:grpSpPr>
        <p:sp>
          <p:nvSpPr>
            <p:cNvPr id="66590" name="Oval 28">
              <a:extLst>
                <a:ext uri="{FF2B5EF4-FFF2-40B4-BE49-F238E27FC236}">
                  <a16:creationId xmlns:a16="http://schemas.microsoft.com/office/drawing/2014/main" id="{B7A68166-AB03-63C8-5120-7CD2A88A876C}"/>
                </a:ext>
              </a:extLst>
            </p:cNvPr>
            <p:cNvSpPr>
              <a:spLocks noChangeArrowheads="1"/>
            </p:cNvSpPr>
            <p:nvPr/>
          </p:nvSpPr>
          <p:spPr bwMode="auto">
            <a:xfrm>
              <a:off x="4944793" y="4734361"/>
              <a:ext cx="256032" cy="256032"/>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6591" name="TextBox 4">
              <a:extLst>
                <a:ext uri="{FF2B5EF4-FFF2-40B4-BE49-F238E27FC236}">
                  <a16:creationId xmlns:a16="http://schemas.microsoft.com/office/drawing/2014/main" id="{847DFDB2-D5A1-C69E-5EDD-12B5033149A5}"/>
                </a:ext>
              </a:extLst>
            </p:cNvPr>
            <p:cNvSpPr txBox="1">
              <a:spLocks noChangeArrowheads="1"/>
            </p:cNvSpPr>
            <p:nvPr/>
          </p:nvSpPr>
          <p:spPr bwMode="auto">
            <a:xfrm>
              <a:off x="5011895" y="4740549"/>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900"/>
                </a:lnSpc>
                <a:spcBef>
                  <a:spcPct val="0"/>
                </a:spcBef>
                <a:buClrTx/>
                <a:buSzTx/>
                <a:buFontTx/>
                <a:buNone/>
              </a:pPr>
              <a:r>
                <a:rPr lang="en-US" altLang="en-US" sz="1700" b="1">
                  <a:solidFill>
                    <a:srgbClr val="FFFFFF"/>
                  </a:solidFill>
                  <a:ea typeface="ヒラギノ角ゴ Pro W3"/>
                  <a:cs typeface="ヒラギノ角ゴ Pro W3"/>
                </a:rPr>
                <a:t>3</a:t>
              </a:r>
            </a:p>
          </p:txBody>
        </p:sp>
      </p:grpSp>
      <p:grpSp>
        <p:nvGrpSpPr>
          <p:cNvPr id="66583" name="Group 30">
            <a:extLst>
              <a:ext uri="{FF2B5EF4-FFF2-40B4-BE49-F238E27FC236}">
                <a16:creationId xmlns:a16="http://schemas.microsoft.com/office/drawing/2014/main" id="{9AD8C291-D570-2131-DA16-A58BDDC6DE8E}"/>
              </a:ext>
            </a:extLst>
          </p:cNvPr>
          <p:cNvGrpSpPr>
            <a:grpSpLocks/>
          </p:cNvGrpSpPr>
          <p:nvPr/>
        </p:nvGrpSpPr>
        <p:grpSpPr bwMode="auto">
          <a:xfrm>
            <a:off x="1512888" y="1628775"/>
            <a:ext cx="257175" cy="257175"/>
            <a:chOff x="4944793" y="4734361"/>
            <a:chExt cx="256032" cy="256032"/>
          </a:xfrm>
        </p:grpSpPr>
        <p:sp>
          <p:nvSpPr>
            <p:cNvPr id="66588" name="Oval 31">
              <a:extLst>
                <a:ext uri="{FF2B5EF4-FFF2-40B4-BE49-F238E27FC236}">
                  <a16:creationId xmlns:a16="http://schemas.microsoft.com/office/drawing/2014/main" id="{79B6A84C-3745-9C13-8887-7D2589C272DA}"/>
                </a:ext>
              </a:extLst>
            </p:cNvPr>
            <p:cNvSpPr>
              <a:spLocks noChangeArrowheads="1"/>
            </p:cNvSpPr>
            <p:nvPr/>
          </p:nvSpPr>
          <p:spPr bwMode="auto">
            <a:xfrm>
              <a:off x="4944793" y="4734361"/>
              <a:ext cx="256032" cy="256032"/>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6589" name="TextBox 4">
              <a:extLst>
                <a:ext uri="{FF2B5EF4-FFF2-40B4-BE49-F238E27FC236}">
                  <a16:creationId xmlns:a16="http://schemas.microsoft.com/office/drawing/2014/main" id="{2A33016D-7603-0AA8-7CA5-BD3ACCA501F4}"/>
                </a:ext>
              </a:extLst>
            </p:cNvPr>
            <p:cNvSpPr txBox="1">
              <a:spLocks noChangeArrowheads="1"/>
            </p:cNvSpPr>
            <p:nvPr/>
          </p:nvSpPr>
          <p:spPr bwMode="auto">
            <a:xfrm>
              <a:off x="5011895" y="4740549"/>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900"/>
                </a:lnSpc>
                <a:spcBef>
                  <a:spcPct val="0"/>
                </a:spcBef>
                <a:buClrTx/>
                <a:buSzTx/>
                <a:buFontTx/>
                <a:buNone/>
              </a:pPr>
              <a:r>
                <a:rPr lang="en-US" altLang="en-US" sz="1700" b="1">
                  <a:solidFill>
                    <a:srgbClr val="FFFFFF"/>
                  </a:solidFill>
                  <a:ea typeface="ヒラギノ角ゴ Pro W3"/>
                  <a:cs typeface="ヒラギノ角ゴ Pro W3"/>
                </a:rPr>
                <a:t>2</a:t>
              </a:r>
            </a:p>
          </p:txBody>
        </p:sp>
      </p:grpSp>
      <p:grpSp>
        <p:nvGrpSpPr>
          <p:cNvPr id="66584" name="Group 33">
            <a:extLst>
              <a:ext uri="{FF2B5EF4-FFF2-40B4-BE49-F238E27FC236}">
                <a16:creationId xmlns:a16="http://schemas.microsoft.com/office/drawing/2014/main" id="{B683E51C-5D4D-E39A-3070-8EE629F2BF83}"/>
              </a:ext>
            </a:extLst>
          </p:cNvPr>
          <p:cNvGrpSpPr>
            <a:grpSpLocks/>
          </p:cNvGrpSpPr>
          <p:nvPr/>
        </p:nvGrpSpPr>
        <p:grpSpPr bwMode="auto">
          <a:xfrm>
            <a:off x="1508125" y="904875"/>
            <a:ext cx="257175" cy="257175"/>
            <a:chOff x="4944793" y="4734361"/>
            <a:chExt cx="256032" cy="256032"/>
          </a:xfrm>
        </p:grpSpPr>
        <p:sp>
          <p:nvSpPr>
            <p:cNvPr id="66586" name="Oval 34">
              <a:extLst>
                <a:ext uri="{FF2B5EF4-FFF2-40B4-BE49-F238E27FC236}">
                  <a16:creationId xmlns:a16="http://schemas.microsoft.com/office/drawing/2014/main" id="{B0FA7E48-4037-7C62-6586-626CA0005804}"/>
                </a:ext>
              </a:extLst>
            </p:cNvPr>
            <p:cNvSpPr>
              <a:spLocks noChangeArrowheads="1"/>
            </p:cNvSpPr>
            <p:nvPr/>
          </p:nvSpPr>
          <p:spPr bwMode="auto">
            <a:xfrm>
              <a:off x="4944793" y="4734361"/>
              <a:ext cx="256032" cy="256032"/>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66587" name="TextBox 4">
              <a:extLst>
                <a:ext uri="{FF2B5EF4-FFF2-40B4-BE49-F238E27FC236}">
                  <a16:creationId xmlns:a16="http://schemas.microsoft.com/office/drawing/2014/main" id="{1043F906-6A25-D467-1A45-C520F4ED582F}"/>
                </a:ext>
              </a:extLst>
            </p:cNvPr>
            <p:cNvSpPr txBox="1">
              <a:spLocks noChangeArrowheads="1"/>
            </p:cNvSpPr>
            <p:nvPr/>
          </p:nvSpPr>
          <p:spPr bwMode="auto">
            <a:xfrm>
              <a:off x="5011895" y="4740549"/>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900"/>
                </a:lnSpc>
                <a:spcBef>
                  <a:spcPct val="0"/>
                </a:spcBef>
                <a:buClrTx/>
                <a:buSzTx/>
                <a:buFontTx/>
                <a:buNone/>
              </a:pPr>
              <a:r>
                <a:rPr lang="en-US" altLang="en-US" sz="1700" b="1">
                  <a:solidFill>
                    <a:srgbClr val="FFFFFF"/>
                  </a:solidFill>
                  <a:ea typeface="ヒラギノ角ゴ Pro W3"/>
                  <a:cs typeface="ヒラギノ角ゴ Pro W3"/>
                </a:rPr>
                <a:t>1</a:t>
              </a:r>
            </a:p>
          </p:txBody>
        </p:sp>
      </p:grpSp>
      <p:sp>
        <p:nvSpPr>
          <p:cNvPr id="66585" name="Footer Placeholder 1">
            <a:extLst>
              <a:ext uri="{FF2B5EF4-FFF2-40B4-BE49-F238E27FC236}">
                <a16:creationId xmlns:a16="http://schemas.microsoft.com/office/drawing/2014/main" id="{A485DD80-D329-BA99-4D8B-C6559F5253BA}"/>
              </a:ext>
            </a:extLst>
          </p:cNvPr>
          <p:cNvSpPr txBox="1">
            <a:spLocks/>
          </p:cNvSpPr>
          <p:nvPr/>
        </p:nvSpPr>
        <p:spPr bwMode="auto">
          <a:xfrm>
            <a:off x="66675" y="6586538"/>
            <a:ext cx="3086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900">
                <a:solidFill>
                  <a:srgbClr val="000000"/>
                </a:solidFill>
                <a:ea typeface="ヒラギノ角ゴ Pro W3"/>
                <a:cs typeface="ヒラギノ角ゴ Pro W3"/>
              </a:rPr>
              <a:t>© 2018 Pearson Education Ltd.</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descr="D:\Manjubharkavi\Production\October\17-Oct\Chapter 20\Unlabeled\20_03bNextGenSequencing-U.jpg">
            <a:extLst>
              <a:ext uri="{FF2B5EF4-FFF2-40B4-BE49-F238E27FC236}">
                <a16:creationId xmlns:a16="http://schemas.microsoft.com/office/drawing/2014/main" id="{1B3410D8-E244-EAA1-EF96-2D78D293F924}"/>
              </a:ext>
            </a:extLst>
          </p:cNvPr>
          <p:cNvPicPr>
            <a:picLocks noChangeAspect="1"/>
          </p:cNvPicPr>
          <p:nvPr/>
        </p:nvPicPr>
        <p:blipFill>
          <a:blip r:embed="rId3" r:link="rId4">
            <a:extLst>
              <a:ext uri="{28A0092B-C50C-407E-A947-70E740481C1C}">
                <a14:useLocalDpi xmlns:a14="http://schemas.microsoft.com/office/drawing/2010/main" val="0"/>
              </a:ext>
            </a:extLst>
          </a:blip>
          <a:srcRect b="2884"/>
          <a:stretch>
            <a:fillRect/>
          </a:stretch>
        </p:blipFill>
        <p:spPr bwMode="auto">
          <a:xfrm>
            <a:off x="963613" y="862013"/>
            <a:ext cx="7216775" cy="5133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1" name="TextBox 2">
            <a:extLst>
              <a:ext uri="{FF2B5EF4-FFF2-40B4-BE49-F238E27FC236}">
                <a16:creationId xmlns:a16="http://schemas.microsoft.com/office/drawing/2014/main" id="{48210CE9-33AA-304A-B261-DD4557814A83}"/>
              </a:ext>
            </a:extLst>
          </p:cNvPr>
          <p:cNvSpPr txBox="1">
            <a:spLocks noChangeArrowheads="1"/>
          </p:cNvSpPr>
          <p:nvPr/>
        </p:nvSpPr>
        <p:spPr bwMode="auto">
          <a:xfrm>
            <a:off x="1003300" y="858838"/>
            <a:ext cx="10747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938"/>
              </a:lnSpc>
              <a:spcBef>
                <a:spcPct val="0"/>
              </a:spcBef>
              <a:buClrTx/>
              <a:buSzTx/>
              <a:buFontTx/>
              <a:buNone/>
            </a:pPr>
            <a:r>
              <a:rPr lang="en-US" altLang="en-US" sz="1700" b="1">
                <a:solidFill>
                  <a:srgbClr val="C16533"/>
                </a:solidFill>
              </a:rPr>
              <a:t>Technique</a:t>
            </a:r>
          </a:p>
        </p:txBody>
      </p:sp>
      <p:sp>
        <p:nvSpPr>
          <p:cNvPr id="68612" name="TextBox 3">
            <a:extLst>
              <a:ext uri="{FF2B5EF4-FFF2-40B4-BE49-F238E27FC236}">
                <a16:creationId xmlns:a16="http://schemas.microsoft.com/office/drawing/2014/main" id="{F6E31ECE-5C8B-E421-A3AC-CE8E0015A41B}"/>
              </a:ext>
            </a:extLst>
          </p:cNvPr>
          <p:cNvSpPr txBox="1">
            <a:spLocks noChangeArrowheads="1"/>
          </p:cNvSpPr>
          <p:nvPr/>
        </p:nvSpPr>
        <p:spPr bwMode="auto">
          <a:xfrm>
            <a:off x="2401888" y="1303338"/>
            <a:ext cx="2857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A  T</a:t>
            </a:r>
          </a:p>
        </p:txBody>
      </p:sp>
      <p:sp>
        <p:nvSpPr>
          <p:cNvPr id="68613" name="TextBox 5">
            <a:extLst>
              <a:ext uri="{FF2B5EF4-FFF2-40B4-BE49-F238E27FC236}">
                <a16:creationId xmlns:a16="http://schemas.microsoft.com/office/drawing/2014/main" id="{FA203B78-9BDC-5F97-679B-918C9D3EFF6A}"/>
              </a:ext>
            </a:extLst>
          </p:cNvPr>
          <p:cNvSpPr txBox="1">
            <a:spLocks noChangeArrowheads="1"/>
          </p:cNvSpPr>
          <p:nvPr/>
        </p:nvSpPr>
        <p:spPr bwMode="auto">
          <a:xfrm>
            <a:off x="1250950" y="3698875"/>
            <a:ext cx="852488" cy="35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DNA</a:t>
            </a:r>
          </a:p>
          <a:p>
            <a:pPr eaLnBrk="1" hangingPunct="1">
              <a:lnSpc>
                <a:spcPts val="1425"/>
              </a:lnSpc>
              <a:spcBef>
                <a:spcPct val="0"/>
              </a:spcBef>
              <a:buClrTx/>
              <a:buSzTx/>
              <a:buFontTx/>
              <a:buNone/>
            </a:pPr>
            <a:r>
              <a:rPr lang="en-US" altLang="en-US" sz="1200" b="1">
                <a:solidFill>
                  <a:srgbClr val="000000"/>
                </a:solidFill>
              </a:rPr>
              <a:t>polymerase</a:t>
            </a:r>
          </a:p>
        </p:txBody>
      </p:sp>
      <p:sp>
        <p:nvSpPr>
          <p:cNvPr id="68614" name="TextBox 18">
            <a:extLst>
              <a:ext uri="{FF2B5EF4-FFF2-40B4-BE49-F238E27FC236}">
                <a16:creationId xmlns:a16="http://schemas.microsoft.com/office/drawing/2014/main" id="{4086F29A-73CA-8BF3-4A6D-6F713D1DAA05}"/>
              </a:ext>
            </a:extLst>
          </p:cNvPr>
          <p:cNvSpPr txBox="1">
            <a:spLocks noChangeArrowheads="1"/>
          </p:cNvSpPr>
          <p:nvPr/>
        </p:nvSpPr>
        <p:spPr bwMode="auto">
          <a:xfrm>
            <a:off x="3027363" y="2312988"/>
            <a:ext cx="663575" cy="53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Template</a:t>
            </a:r>
          </a:p>
          <a:p>
            <a:pPr eaLnBrk="1" hangingPunct="1">
              <a:lnSpc>
                <a:spcPts val="1425"/>
              </a:lnSpc>
              <a:spcBef>
                <a:spcPct val="0"/>
              </a:spcBef>
              <a:buClrTx/>
              <a:buSzTx/>
              <a:buFontTx/>
              <a:buNone/>
            </a:pPr>
            <a:r>
              <a:rPr lang="en-US" altLang="en-US" sz="1200" b="1">
                <a:solidFill>
                  <a:srgbClr val="000000"/>
                </a:solidFill>
              </a:rPr>
              <a:t>strand</a:t>
            </a:r>
          </a:p>
          <a:p>
            <a:pPr eaLnBrk="1" hangingPunct="1">
              <a:lnSpc>
                <a:spcPts val="1425"/>
              </a:lnSpc>
              <a:spcBef>
                <a:spcPct val="0"/>
              </a:spcBef>
              <a:buClrTx/>
              <a:buSzTx/>
              <a:buFontTx/>
              <a:buNone/>
            </a:pPr>
            <a:r>
              <a:rPr lang="en-US" altLang="en-US" sz="1200" b="1">
                <a:solidFill>
                  <a:srgbClr val="000000"/>
                </a:solidFill>
              </a:rPr>
              <a:t>of DNA</a:t>
            </a:r>
          </a:p>
        </p:txBody>
      </p:sp>
      <p:sp>
        <p:nvSpPr>
          <p:cNvPr id="68615" name="TextBox 21">
            <a:extLst>
              <a:ext uri="{FF2B5EF4-FFF2-40B4-BE49-F238E27FC236}">
                <a16:creationId xmlns:a16="http://schemas.microsoft.com/office/drawing/2014/main" id="{C2E9F7EA-5F66-3915-2EE2-A9F0D23A2508}"/>
              </a:ext>
            </a:extLst>
          </p:cNvPr>
          <p:cNvSpPr txBox="1">
            <a:spLocks noChangeArrowheads="1"/>
          </p:cNvSpPr>
          <p:nvPr/>
        </p:nvSpPr>
        <p:spPr bwMode="auto">
          <a:xfrm>
            <a:off x="2978150" y="2992438"/>
            <a:ext cx="3905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dATP</a:t>
            </a:r>
          </a:p>
        </p:txBody>
      </p:sp>
      <p:sp>
        <p:nvSpPr>
          <p:cNvPr id="68616" name="TextBox 22">
            <a:extLst>
              <a:ext uri="{FF2B5EF4-FFF2-40B4-BE49-F238E27FC236}">
                <a16:creationId xmlns:a16="http://schemas.microsoft.com/office/drawing/2014/main" id="{DA295AA9-1778-C4BD-08C1-9B63C6AD6883}"/>
              </a:ext>
            </a:extLst>
          </p:cNvPr>
          <p:cNvSpPr txBox="1">
            <a:spLocks noChangeArrowheads="1"/>
          </p:cNvSpPr>
          <p:nvPr/>
        </p:nvSpPr>
        <p:spPr bwMode="auto">
          <a:xfrm>
            <a:off x="3281363" y="3582988"/>
            <a:ext cx="233362"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PP</a:t>
            </a:r>
            <a:r>
              <a:rPr lang="en-US" altLang="en-US" sz="1200" b="1" baseline="-25000">
                <a:solidFill>
                  <a:srgbClr val="000000"/>
                </a:solidFill>
              </a:rPr>
              <a:t>i</a:t>
            </a:r>
          </a:p>
        </p:txBody>
      </p:sp>
      <p:sp>
        <p:nvSpPr>
          <p:cNvPr id="68617" name="TextBox 23">
            <a:extLst>
              <a:ext uri="{FF2B5EF4-FFF2-40B4-BE49-F238E27FC236}">
                <a16:creationId xmlns:a16="http://schemas.microsoft.com/office/drawing/2014/main" id="{18A99611-3922-A06E-75B9-2C857A10227F}"/>
              </a:ext>
            </a:extLst>
          </p:cNvPr>
          <p:cNvSpPr txBox="1">
            <a:spLocks noChangeArrowheads="1"/>
          </p:cNvSpPr>
          <p:nvPr/>
        </p:nvSpPr>
        <p:spPr bwMode="auto">
          <a:xfrm>
            <a:off x="3138488" y="4106863"/>
            <a:ext cx="48577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Primer</a:t>
            </a:r>
          </a:p>
        </p:txBody>
      </p:sp>
      <p:sp>
        <p:nvSpPr>
          <p:cNvPr id="68618" name="TextBox 35">
            <a:extLst>
              <a:ext uri="{FF2B5EF4-FFF2-40B4-BE49-F238E27FC236}">
                <a16:creationId xmlns:a16="http://schemas.microsoft.com/office/drawing/2014/main" id="{D8E736DE-6623-BE0C-F7E3-392EBD5C2810}"/>
              </a:ext>
            </a:extLst>
          </p:cNvPr>
          <p:cNvSpPr txBox="1">
            <a:spLocks noChangeArrowheads="1"/>
          </p:cNvSpPr>
          <p:nvPr/>
        </p:nvSpPr>
        <p:spPr bwMode="auto">
          <a:xfrm>
            <a:off x="6310313" y="2846388"/>
            <a:ext cx="385762"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dTTP</a:t>
            </a:r>
          </a:p>
        </p:txBody>
      </p:sp>
      <p:sp>
        <p:nvSpPr>
          <p:cNvPr id="68619" name="TextBox 36">
            <a:extLst>
              <a:ext uri="{FF2B5EF4-FFF2-40B4-BE49-F238E27FC236}">
                <a16:creationId xmlns:a16="http://schemas.microsoft.com/office/drawing/2014/main" id="{2E7BBA6D-1362-2B8A-1F9F-4789AA2BA5D9}"/>
              </a:ext>
            </a:extLst>
          </p:cNvPr>
          <p:cNvSpPr txBox="1">
            <a:spLocks noChangeArrowheads="1"/>
          </p:cNvSpPr>
          <p:nvPr/>
        </p:nvSpPr>
        <p:spPr bwMode="auto">
          <a:xfrm>
            <a:off x="1346200" y="4756150"/>
            <a:ext cx="2682875"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938"/>
              </a:lnSpc>
              <a:spcBef>
                <a:spcPct val="0"/>
              </a:spcBef>
              <a:buClrTx/>
              <a:buSzTx/>
              <a:buFontTx/>
              <a:buNone/>
            </a:pPr>
            <a:r>
              <a:rPr lang="en-US" altLang="en-US" sz="1700" b="1">
                <a:solidFill>
                  <a:srgbClr val="000000"/>
                </a:solidFill>
              </a:rPr>
              <a:t>If a nucleotide is joined to</a:t>
            </a:r>
          </a:p>
          <a:p>
            <a:pPr eaLnBrk="1" hangingPunct="1">
              <a:lnSpc>
                <a:spcPts val="1938"/>
              </a:lnSpc>
              <a:spcBef>
                <a:spcPct val="0"/>
              </a:spcBef>
              <a:buClrTx/>
              <a:buSzTx/>
              <a:buFontTx/>
              <a:buNone/>
            </a:pPr>
            <a:r>
              <a:rPr lang="en-US" altLang="en-US" sz="1700" b="1">
                <a:solidFill>
                  <a:srgbClr val="000000"/>
                </a:solidFill>
              </a:rPr>
              <a:t>a growing strand, PP</a:t>
            </a:r>
            <a:r>
              <a:rPr lang="en-US" altLang="en-US" sz="1700" b="1" baseline="-25000">
                <a:solidFill>
                  <a:srgbClr val="000000"/>
                </a:solidFill>
              </a:rPr>
              <a:t>i</a:t>
            </a:r>
            <a:r>
              <a:rPr lang="en-US" altLang="en-US" sz="1700" b="1">
                <a:solidFill>
                  <a:srgbClr val="000000"/>
                </a:solidFill>
              </a:rPr>
              <a:t> is</a:t>
            </a:r>
          </a:p>
          <a:p>
            <a:pPr eaLnBrk="1" hangingPunct="1">
              <a:lnSpc>
                <a:spcPts val="1938"/>
              </a:lnSpc>
              <a:spcBef>
                <a:spcPct val="0"/>
              </a:spcBef>
              <a:buClrTx/>
              <a:buSzTx/>
              <a:buFontTx/>
              <a:buNone/>
            </a:pPr>
            <a:r>
              <a:rPr lang="en-US" altLang="en-US" sz="1700" b="1">
                <a:solidFill>
                  <a:srgbClr val="000000"/>
                </a:solidFill>
              </a:rPr>
              <a:t>released, causing a flash</a:t>
            </a:r>
          </a:p>
          <a:p>
            <a:pPr eaLnBrk="1" hangingPunct="1">
              <a:lnSpc>
                <a:spcPts val="1938"/>
              </a:lnSpc>
              <a:spcBef>
                <a:spcPct val="0"/>
              </a:spcBef>
              <a:buClrTx/>
              <a:buSzTx/>
              <a:buFontTx/>
              <a:buNone/>
            </a:pPr>
            <a:r>
              <a:rPr lang="en-US" altLang="en-US" sz="1700" b="1">
                <a:solidFill>
                  <a:srgbClr val="000000"/>
                </a:solidFill>
              </a:rPr>
              <a:t>of light that is recorded.</a:t>
            </a:r>
          </a:p>
        </p:txBody>
      </p:sp>
      <p:sp>
        <p:nvSpPr>
          <p:cNvPr id="68620" name="TextBox 41">
            <a:extLst>
              <a:ext uri="{FF2B5EF4-FFF2-40B4-BE49-F238E27FC236}">
                <a16:creationId xmlns:a16="http://schemas.microsoft.com/office/drawing/2014/main" id="{304A504F-D4FD-9AF5-5DE5-3305CFB916C7}"/>
              </a:ext>
            </a:extLst>
          </p:cNvPr>
          <p:cNvSpPr txBox="1">
            <a:spLocks noChangeArrowheads="1"/>
          </p:cNvSpPr>
          <p:nvPr/>
        </p:nvSpPr>
        <p:spPr bwMode="auto">
          <a:xfrm>
            <a:off x="5287963" y="4756150"/>
            <a:ext cx="2924175" cy="1217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938"/>
              </a:lnSpc>
              <a:spcBef>
                <a:spcPct val="0"/>
              </a:spcBef>
              <a:buClrTx/>
              <a:buSzTx/>
              <a:buFontTx/>
              <a:buNone/>
            </a:pPr>
            <a:r>
              <a:rPr lang="en-US" altLang="en-US" sz="1700" b="1">
                <a:solidFill>
                  <a:srgbClr val="000000"/>
                </a:solidFill>
              </a:rPr>
              <a:t>If a nucleotide is not</a:t>
            </a:r>
          </a:p>
          <a:p>
            <a:pPr eaLnBrk="1" hangingPunct="1">
              <a:lnSpc>
                <a:spcPts val="1938"/>
              </a:lnSpc>
              <a:spcBef>
                <a:spcPct val="0"/>
              </a:spcBef>
              <a:buClrTx/>
              <a:buSzTx/>
              <a:buFontTx/>
              <a:buNone/>
            </a:pPr>
            <a:r>
              <a:rPr lang="en-US" altLang="en-US" sz="1700" b="1">
                <a:solidFill>
                  <a:srgbClr val="000000"/>
                </a:solidFill>
              </a:rPr>
              <a:t>complementary to the</a:t>
            </a:r>
          </a:p>
          <a:p>
            <a:pPr eaLnBrk="1" hangingPunct="1">
              <a:lnSpc>
                <a:spcPts val="1938"/>
              </a:lnSpc>
              <a:spcBef>
                <a:spcPct val="0"/>
              </a:spcBef>
              <a:buClrTx/>
              <a:buSzTx/>
              <a:buFontTx/>
              <a:buNone/>
            </a:pPr>
            <a:r>
              <a:rPr lang="en-US" altLang="en-US" sz="1700" b="1">
                <a:solidFill>
                  <a:srgbClr val="000000"/>
                </a:solidFill>
              </a:rPr>
              <a:t>next template base,</a:t>
            </a:r>
          </a:p>
          <a:p>
            <a:pPr eaLnBrk="1" hangingPunct="1">
              <a:lnSpc>
                <a:spcPts val="1938"/>
              </a:lnSpc>
              <a:spcBef>
                <a:spcPct val="0"/>
              </a:spcBef>
              <a:buClrTx/>
              <a:buSzTx/>
              <a:buFontTx/>
              <a:buNone/>
            </a:pPr>
            <a:r>
              <a:rPr lang="en-US" altLang="en-US" sz="1700" b="1">
                <a:solidFill>
                  <a:srgbClr val="000000"/>
                </a:solidFill>
              </a:rPr>
              <a:t>no PP</a:t>
            </a:r>
            <a:r>
              <a:rPr lang="en-US" altLang="en-US" sz="1700" b="1" baseline="-25000">
                <a:solidFill>
                  <a:srgbClr val="000000"/>
                </a:solidFill>
              </a:rPr>
              <a:t>i</a:t>
            </a:r>
            <a:r>
              <a:rPr lang="en-US" altLang="en-US" sz="1700" b="1">
                <a:solidFill>
                  <a:srgbClr val="000000"/>
                </a:solidFill>
              </a:rPr>
              <a:t> is released, and</a:t>
            </a:r>
          </a:p>
          <a:p>
            <a:pPr eaLnBrk="1" hangingPunct="1">
              <a:lnSpc>
                <a:spcPts val="1938"/>
              </a:lnSpc>
              <a:spcBef>
                <a:spcPct val="0"/>
              </a:spcBef>
              <a:buClrTx/>
              <a:buSzTx/>
              <a:buFontTx/>
              <a:buNone/>
            </a:pPr>
            <a:r>
              <a:rPr lang="en-US" altLang="en-US" sz="1700" b="1">
                <a:solidFill>
                  <a:srgbClr val="000000"/>
                </a:solidFill>
              </a:rPr>
              <a:t>no flash of light is recorded.</a:t>
            </a:r>
          </a:p>
        </p:txBody>
      </p:sp>
      <p:sp>
        <p:nvSpPr>
          <p:cNvPr id="68621" name="TextBox 3">
            <a:extLst>
              <a:ext uri="{FF2B5EF4-FFF2-40B4-BE49-F238E27FC236}">
                <a16:creationId xmlns:a16="http://schemas.microsoft.com/office/drawing/2014/main" id="{C8873F35-0792-701F-6D46-8974516CF2BB}"/>
              </a:ext>
            </a:extLst>
          </p:cNvPr>
          <p:cNvSpPr txBox="1">
            <a:spLocks noChangeArrowheads="1"/>
          </p:cNvSpPr>
          <p:nvPr/>
        </p:nvSpPr>
        <p:spPr bwMode="auto">
          <a:xfrm>
            <a:off x="2746375" y="1303338"/>
            <a:ext cx="1206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G</a:t>
            </a:r>
          </a:p>
        </p:txBody>
      </p:sp>
      <p:sp>
        <p:nvSpPr>
          <p:cNvPr id="68622" name="TextBox 3">
            <a:extLst>
              <a:ext uri="{FF2B5EF4-FFF2-40B4-BE49-F238E27FC236}">
                <a16:creationId xmlns:a16="http://schemas.microsoft.com/office/drawing/2014/main" id="{B0D43CE9-7F78-2028-7566-4DA5F7422E08}"/>
              </a:ext>
            </a:extLst>
          </p:cNvPr>
          <p:cNvSpPr txBox="1">
            <a:spLocks noChangeArrowheads="1"/>
          </p:cNvSpPr>
          <p:nvPr/>
        </p:nvSpPr>
        <p:spPr bwMode="auto">
          <a:xfrm>
            <a:off x="2921000" y="1301750"/>
            <a:ext cx="1111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C</a:t>
            </a:r>
          </a:p>
        </p:txBody>
      </p:sp>
      <p:sp>
        <p:nvSpPr>
          <p:cNvPr id="68623" name="TextBox 3">
            <a:extLst>
              <a:ext uri="{FF2B5EF4-FFF2-40B4-BE49-F238E27FC236}">
                <a16:creationId xmlns:a16="http://schemas.microsoft.com/office/drawing/2014/main" id="{E0DB3947-BBE5-5B98-F4BE-25000898B300}"/>
              </a:ext>
            </a:extLst>
          </p:cNvPr>
          <p:cNvSpPr txBox="1">
            <a:spLocks noChangeArrowheads="1"/>
          </p:cNvSpPr>
          <p:nvPr/>
        </p:nvSpPr>
        <p:spPr bwMode="auto">
          <a:xfrm>
            <a:off x="5630863" y="1304925"/>
            <a:ext cx="285750"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A  T</a:t>
            </a:r>
          </a:p>
        </p:txBody>
      </p:sp>
      <p:sp>
        <p:nvSpPr>
          <p:cNvPr id="68624" name="TextBox 3">
            <a:extLst>
              <a:ext uri="{FF2B5EF4-FFF2-40B4-BE49-F238E27FC236}">
                <a16:creationId xmlns:a16="http://schemas.microsoft.com/office/drawing/2014/main" id="{45E60EA2-8A72-7382-3BD4-6AED7876D58B}"/>
              </a:ext>
            </a:extLst>
          </p:cNvPr>
          <p:cNvSpPr txBox="1">
            <a:spLocks noChangeArrowheads="1"/>
          </p:cNvSpPr>
          <p:nvPr/>
        </p:nvSpPr>
        <p:spPr bwMode="auto">
          <a:xfrm>
            <a:off x="5976938" y="1304925"/>
            <a:ext cx="119062"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G</a:t>
            </a:r>
          </a:p>
        </p:txBody>
      </p:sp>
      <p:sp>
        <p:nvSpPr>
          <p:cNvPr id="68625" name="TextBox 3">
            <a:extLst>
              <a:ext uri="{FF2B5EF4-FFF2-40B4-BE49-F238E27FC236}">
                <a16:creationId xmlns:a16="http://schemas.microsoft.com/office/drawing/2014/main" id="{D06C2FD4-39A4-5A63-47A7-9A24CB471924}"/>
              </a:ext>
            </a:extLst>
          </p:cNvPr>
          <p:cNvSpPr txBox="1">
            <a:spLocks noChangeArrowheads="1"/>
          </p:cNvSpPr>
          <p:nvPr/>
        </p:nvSpPr>
        <p:spPr bwMode="auto">
          <a:xfrm>
            <a:off x="6149975" y="130333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C</a:t>
            </a:r>
          </a:p>
        </p:txBody>
      </p:sp>
      <p:sp>
        <p:nvSpPr>
          <p:cNvPr id="68626" name="TextBox 7">
            <a:extLst>
              <a:ext uri="{FF2B5EF4-FFF2-40B4-BE49-F238E27FC236}">
                <a16:creationId xmlns:a16="http://schemas.microsoft.com/office/drawing/2014/main" id="{135A4D0C-E790-00F8-B6AF-5A7007EC7BC5}"/>
              </a:ext>
            </a:extLst>
          </p:cNvPr>
          <p:cNvSpPr txBox="1">
            <a:spLocks noChangeArrowheads="1"/>
          </p:cNvSpPr>
          <p:nvPr/>
        </p:nvSpPr>
        <p:spPr bwMode="auto">
          <a:xfrm>
            <a:off x="2563813" y="24653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C</a:t>
            </a:r>
          </a:p>
        </p:txBody>
      </p:sp>
      <p:sp>
        <p:nvSpPr>
          <p:cNvPr id="68627" name="TextBox 8">
            <a:extLst>
              <a:ext uri="{FF2B5EF4-FFF2-40B4-BE49-F238E27FC236}">
                <a16:creationId xmlns:a16="http://schemas.microsoft.com/office/drawing/2014/main" id="{D7CE894C-5CEC-45C4-AA00-DC8C27AD498D}"/>
              </a:ext>
            </a:extLst>
          </p:cNvPr>
          <p:cNvSpPr txBox="1">
            <a:spLocks noChangeArrowheads="1"/>
          </p:cNvSpPr>
          <p:nvPr/>
        </p:nvSpPr>
        <p:spPr bwMode="auto">
          <a:xfrm>
            <a:off x="2563813" y="26431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C</a:t>
            </a:r>
          </a:p>
        </p:txBody>
      </p:sp>
      <p:sp>
        <p:nvSpPr>
          <p:cNvPr id="68628" name="TextBox 9">
            <a:extLst>
              <a:ext uri="{FF2B5EF4-FFF2-40B4-BE49-F238E27FC236}">
                <a16:creationId xmlns:a16="http://schemas.microsoft.com/office/drawing/2014/main" id="{346DB363-3957-1C91-817B-C206A38E0DF3}"/>
              </a:ext>
            </a:extLst>
          </p:cNvPr>
          <p:cNvSpPr txBox="1">
            <a:spLocks noChangeArrowheads="1"/>
          </p:cNvSpPr>
          <p:nvPr/>
        </p:nvSpPr>
        <p:spPr bwMode="auto">
          <a:xfrm>
            <a:off x="2563813" y="28209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A</a:t>
            </a:r>
          </a:p>
        </p:txBody>
      </p:sp>
      <p:sp>
        <p:nvSpPr>
          <p:cNvPr id="68629" name="TextBox 10">
            <a:extLst>
              <a:ext uri="{FF2B5EF4-FFF2-40B4-BE49-F238E27FC236}">
                <a16:creationId xmlns:a16="http://schemas.microsoft.com/office/drawing/2014/main" id="{54404F5D-A46E-97D3-35C2-6E94529D51DA}"/>
              </a:ext>
            </a:extLst>
          </p:cNvPr>
          <p:cNvSpPr txBox="1">
            <a:spLocks noChangeArrowheads="1"/>
          </p:cNvSpPr>
          <p:nvPr/>
        </p:nvSpPr>
        <p:spPr bwMode="auto">
          <a:xfrm>
            <a:off x="2563813" y="29987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A</a:t>
            </a:r>
          </a:p>
        </p:txBody>
      </p:sp>
      <p:sp>
        <p:nvSpPr>
          <p:cNvPr id="68630" name="TextBox 11">
            <a:extLst>
              <a:ext uri="{FF2B5EF4-FFF2-40B4-BE49-F238E27FC236}">
                <a16:creationId xmlns:a16="http://schemas.microsoft.com/office/drawing/2014/main" id="{62DF03DF-FF4F-DC38-0C88-922BB14A811E}"/>
              </a:ext>
            </a:extLst>
          </p:cNvPr>
          <p:cNvSpPr txBox="1">
            <a:spLocks noChangeArrowheads="1"/>
          </p:cNvSpPr>
          <p:nvPr/>
        </p:nvSpPr>
        <p:spPr bwMode="auto">
          <a:xfrm>
            <a:off x="2573338" y="3176588"/>
            <a:ext cx="952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T</a:t>
            </a:r>
          </a:p>
        </p:txBody>
      </p:sp>
      <p:sp>
        <p:nvSpPr>
          <p:cNvPr id="68631" name="TextBox 12">
            <a:extLst>
              <a:ext uri="{FF2B5EF4-FFF2-40B4-BE49-F238E27FC236}">
                <a16:creationId xmlns:a16="http://schemas.microsoft.com/office/drawing/2014/main" id="{EF12170E-120F-BBEE-317E-AFEC29A84978}"/>
              </a:ext>
            </a:extLst>
          </p:cNvPr>
          <p:cNvSpPr txBox="1">
            <a:spLocks noChangeArrowheads="1"/>
          </p:cNvSpPr>
          <p:nvPr/>
        </p:nvSpPr>
        <p:spPr bwMode="auto">
          <a:xfrm>
            <a:off x="2559050" y="3354388"/>
            <a:ext cx="1206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G</a:t>
            </a:r>
          </a:p>
        </p:txBody>
      </p:sp>
      <p:sp>
        <p:nvSpPr>
          <p:cNvPr id="68632" name="TextBox 13">
            <a:extLst>
              <a:ext uri="{FF2B5EF4-FFF2-40B4-BE49-F238E27FC236}">
                <a16:creationId xmlns:a16="http://schemas.microsoft.com/office/drawing/2014/main" id="{E21978A8-FEF4-2173-CB44-F27F583A6EEA}"/>
              </a:ext>
            </a:extLst>
          </p:cNvPr>
          <p:cNvSpPr txBox="1">
            <a:spLocks noChangeArrowheads="1"/>
          </p:cNvSpPr>
          <p:nvPr/>
        </p:nvSpPr>
        <p:spPr bwMode="auto">
          <a:xfrm>
            <a:off x="2573338" y="3532188"/>
            <a:ext cx="952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T</a:t>
            </a:r>
          </a:p>
        </p:txBody>
      </p:sp>
      <p:sp>
        <p:nvSpPr>
          <p:cNvPr id="68633" name="TextBox 14">
            <a:extLst>
              <a:ext uri="{FF2B5EF4-FFF2-40B4-BE49-F238E27FC236}">
                <a16:creationId xmlns:a16="http://schemas.microsoft.com/office/drawing/2014/main" id="{C6935ED8-13E2-625E-BBEC-AD078F70240F}"/>
              </a:ext>
            </a:extLst>
          </p:cNvPr>
          <p:cNvSpPr txBox="1">
            <a:spLocks noChangeArrowheads="1"/>
          </p:cNvSpPr>
          <p:nvPr/>
        </p:nvSpPr>
        <p:spPr bwMode="auto">
          <a:xfrm>
            <a:off x="2559050" y="3711575"/>
            <a:ext cx="120650"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G</a:t>
            </a:r>
          </a:p>
        </p:txBody>
      </p:sp>
      <p:sp>
        <p:nvSpPr>
          <p:cNvPr id="68634" name="TextBox 15">
            <a:extLst>
              <a:ext uri="{FF2B5EF4-FFF2-40B4-BE49-F238E27FC236}">
                <a16:creationId xmlns:a16="http://schemas.microsoft.com/office/drawing/2014/main" id="{34D1B271-FD78-8154-BDD8-43A676A3CD30}"/>
              </a:ext>
            </a:extLst>
          </p:cNvPr>
          <p:cNvSpPr txBox="1">
            <a:spLocks noChangeArrowheads="1"/>
          </p:cNvSpPr>
          <p:nvPr/>
        </p:nvSpPr>
        <p:spPr bwMode="auto">
          <a:xfrm>
            <a:off x="2559050" y="3889375"/>
            <a:ext cx="120650"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G</a:t>
            </a:r>
          </a:p>
        </p:txBody>
      </p:sp>
      <p:sp>
        <p:nvSpPr>
          <p:cNvPr id="68635" name="TextBox 16">
            <a:extLst>
              <a:ext uri="{FF2B5EF4-FFF2-40B4-BE49-F238E27FC236}">
                <a16:creationId xmlns:a16="http://schemas.microsoft.com/office/drawing/2014/main" id="{CC93DE10-9344-713A-2398-505F030F78E1}"/>
              </a:ext>
            </a:extLst>
          </p:cNvPr>
          <p:cNvSpPr txBox="1">
            <a:spLocks noChangeArrowheads="1"/>
          </p:cNvSpPr>
          <p:nvPr/>
        </p:nvSpPr>
        <p:spPr bwMode="auto">
          <a:xfrm>
            <a:off x="2573338" y="40655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A</a:t>
            </a:r>
          </a:p>
        </p:txBody>
      </p:sp>
      <p:sp>
        <p:nvSpPr>
          <p:cNvPr id="68636" name="TextBox 17">
            <a:extLst>
              <a:ext uri="{FF2B5EF4-FFF2-40B4-BE49-F238E27FC236}">
                <a16:creationId xmlns:a16="http://schemas.microsoft.com/office/drawing/2014/main" id="{4B710635-F6F2-6DCB-C6A6-1C6B00ED9B96}"/>
              </a:ext>
            </a:extLst>
          </p:cNvPr>
          <p:cNvSpPr txBox="1">
            <a:spLocks noChangeArrowheads="1"/>
          </p:cNvSpPr>
          <p:nvPr/>
        </p:nvSpPr>
        <p:spPr bwMode="auto">
          <a:xfrm>
            <a:off x="2573338" y="4244975"/>
            <a:ext cx="95250"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T</a:t>
            </a:r>
          </a:p>
        </p:txBody>
      </p:sp>
      <p:sp>
        <p:nvSpPr>
          <p:cNvPr id="68637" name="TextBox 24">
            <a:extLst>
              <a:ext uri="{FF2B5EF4-FFF2-40B4-BE49-F238E27FC236}">
                <a16:creationId xmlns:a16="http://schemas.microsoft.com/office/drawing/2014/main" id="{A9084BDC-68A1-949F-2C2B-659C0452072C}"/>
              </a:ext>
            </a:extLst>
          </p:cNvPr>
          <p:cNvSpPr txBox="1">
            <a:spLocks noChangeArrowheads="1"/>
          </p:cNvSpPr>
          <p:nvPr/>
        </p:nvSpPr>
        <p:spPr bwMode="auto">
          <a:xfrm>
            <a:off x="5905500" y="24653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C</a:t>
            </a:r>
          </a:p>
        </p:txBody>
      </p:sp>
      <p:sp>
        <p:nvSpPr>
          <p:cNvPr id="68638" name="TextBox 25">
            <a:extLst>
              <a:ext uri="{FF2B5EF4-FFF2-40B4-BE49-F238E27FC236}">
                <a16:creationId xmlns:a16="http://schemas.microsoft.com/office/drawing/2014/main" id="{C019DF34-58C5-9BE8-AD6D-1EBF370E5569}"/>
              </a:ext>
            </a:extLst>
          </p:cNvPr>
          <p:cNvSpPr txBox="1">
            <a:spLocks noChangeArrowheads="1"/>
          </p:cNvSpPr>
          <p:nvPr/>
        </p:nvSpPr>
        <p:spPr bwMode="auto">
          <a:xfrm>
            <a:off x="5905500" y="26431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C</a:t>
            </a:r>
          </a:p>
        </p:txBody>
      </p:sp>
      <p:sp>
        <p:nvSpPr>
          <p:cNvPr id="68639" name="TextBox 26">
            <a:extLst>
              <a:ext uri="{FF2B5EF4-FFF2-40B4-BE49-F238E27FC236}">
                <a16:creationId xmlns:a16="http://schemas.microsoft.com/office/drawing/2014/main" id="{15704362-0842-EAE2-5FBE-087E8E36748F}"/>
              </a:ext>
            </a:extLst>
          </p:cNvPr>
          <p:cNvSpPr txBox="1">
            <a:spLocks noChangeArrowheads="1"/>
          </p:cNvSpPr>
          <p:nvPr/>
        </p:nvSpPr>
        <p:spPr bwMode="auto">
          <a:xfrm>
            <a:off x="5905500" y="28209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A</a:t>
            </a:r>
          </a:p>
        </p:txBody>
      </p:sp>
      <p:sp>
        <p:nvSpPr>
          <p:cNvPr id="68640" name="TextBox 27">
            <a:extLst>
              <a:ext uri="{FF2B5EF4-FFF2-40B4-BE49-F238E27FC236}">
                <a16:creationId xmlns:a16="http://schemas.microsoft.com/office/drawing/2014/main" id="{6F92A56F-0988-3B89-0DAF-5FADCEE34CEF}"/>
              </a:ext>
            </a:extLst>
          </p:cNvPr>
          <p:cNvSpPr txBox="1">
            <a:spLocks noChangeArrowheads="1"/>
          </p:cNvSpPr>
          <p:nvPr/>
        </p:nvSpPr>
        <p:spPr bwMode="auto">
          <a:xfrm>
            <a:off x="5905500" y="29987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A</a:t>
            </a:r>
          </a:p>
        </p:txBody>
      </p:sp>
      <p:sp>
        <p:nvSpPr>
          <p:cNvPr id="68641" name="TextBox 28">
            <a:extLst>
              <a:ext uri="{FF2B5EF4-FFF2-40B4-BE49-F238E27FC236}">
                <a16:creationId xmlns:a16="http://schemas.microsoft.com/office/drawing/2014/main" id="{AFEE3D76-68AD-1976-234D-57FD078D2F9F}"/>
              </a:ext>
            </a:extLst>
          </p:cNvPr>
          <p:cNvSpPr txBox="1">
            <a:spLocks noChangeArrowheads="1"/>
          </p:cNvSpPr>
          <p:nvPr/>
        </p:nvSpPr>
        <p:spPr bwMode="auto">
          <a:xfrm>
            <a:off x="5915025" y="3176588"/>
            <a:ext cx="952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T</a:t>
            </a:r>
          </a:p>
        </p:txBody>
      </p:sp>
      <p:sp>
        <p:nvSpPr>
          <p:cNvPr id="68642" name="TextBox 29">
            <a:extLst>
              <a:ext uri="{FF2B5EF4-FFF2-40B4-BE49-F238E27FC236}">
                <a16:creationId xmlns:a16="http://schemas.microsoft.com/office/drawing/2014/main" id="{E329E57D-2C33-B03E-A1B7-E815F49772EF}"/>
              </a:ext>
            </a:extLst>
          </p:cNvPr>
          <p:cNvSpPr txBox="1">
            <a:spLocks noChangeArrowheads="1"/>
          </p:cNvSpPr>
          <p:nvPr/>
        </p:nvSpPr>
        <p:spPr bwMode="auto">
          <a:xfrm>
            <a:off x="5902325" y="3354388"/>
            <a:ext cx="1206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G</a:t>
            </a:r>
          </a:p>
        </p:txBody>
      </p:sp>
      <p:sp>
        <p:nvSpPr>
          <p:cNvPr id="68643" name="TextBox 30">
            <a:extLst>
              <a:ext uri="{FF2B5EF4-FFF2-40B4-BE49-F238E27FC236}">
                <a16:creationId xmlns:a16="http://schemas.microsoft.com/office/drawing/2014/main" id="{9BE2D890-58B9-D388-F275-0E7B4A7DA096}"/>
              </a:ext>
            </a:extLst>
          </p:cNvPr>
          <p:cNvSpPr txBox="1">
            <a:spLocks noChangeArrowheads="1"/>
          </p:cNvSpPr>
          <p:nvPr/>
        </p:nvSpPr>
        <p:spPr bwMode="auto">
          <a:xfrm>
            <a:off x="5915025" y="3532188"/>
            <a:ext cx="952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T</a:t>
            </a:r>
          </a:p>
        </p:txBody>
      </p:sp>
      <p:sp>
        <p:nvSpPr>
          <p:cNvPr id="68644" name="TextBox 31">
            <a:extLst>
              <a:ext uri="{FF2B5EF4-FFF2-40B4-BE49-F238E27FC236}">
                <a16:creationId xmlns:a16="http://schemas.microsoft.com/office/drawing/2014/main" id="{8C05AD6C-B600-188C-FD67-4E930722E125}"/>
              </a:ext>
            </a:extLst>
          </p:cNvPr>
          <p:cNvSpPr txBox="1">
            <a:spLocks noChangeArrowheads="1"/>
          </p:cNvSpPr>
          <p:nvPr/>
        </p:nvSpPr>
        <p:spPr bwMode="auto">
          <a:xfrm>
            <a:off x="5902325" y="3711575"/>
            <a:ext cx="120650"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G</a:t>
            </a:r>
          </a:p>
        </p:txBody>
      </p:sp>
      <p:sp>
        <p:nvSpPr>
          <p:cNvPr id="68645" name="TextBox 32">
            <a:extLst>
              <a:ext uri="{FF2B5EF4-FFF2-40B4-BE49-F238E27FC236}">
                <a16:creationId xmlns:a16="http://schemas.microsoft.com/office/drawing/2014/main" id="{0718988C-50D0-0B06-BF6A-FD8F17D966FD}"/>
              </a:ext>
            </a:extLst>
          </p:cNvPr>
          <p:cNvSpPr txBox="1">
            <a:spLocks noChangeArrowheads="1"/>
          </p:cNvSpPr>
          <p:nvPr/>
        </p:nvSpPr>
        <p:spPr bwMode="auto">
          <a:xfrm>
            <a:off x="5902325" y="3889375"/>
            <a:ext cx="120650"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G</a:t>
            </a:r>
          </a:p>
        </p:txBody>
      </p:sp>
      <p:sp>
        <p:nvSpPr>
          <p:cNvPr id="68646" name="TextBox 33">
            <a:extLst>
              <a:ext uri="{FF2B5EF4-FFF2-40B4-BE49-F238E27FC236}">
                <a16:creationId xmlns:a16="http://schemas.microsoft.com/office/drawing/2014/main" id="{0B933262-2B29-3900-EDB5-1F55E34C6D63}"/>
              </a:ext>
            </a:extLst>
          </p:cNvPr>
          <p:cNvSpPr txBox="1">
            <a:spLocks noChangeArrowheads="1"/>
          </p:cNvSpPr>
          <p:nvPr/>
        </p:nvSpPr>
        <p:spPr bwMode="auto">
          <a:xfrm>
            <a:off x="5915025" y="40655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A</a:t>
            </a:r>
          </a:p>
        </p:txBody>
      </p:sp>
      <p:sp>
        <p:nvSpPr>
          <p:cNvPr id="68647" name="TextBox 34">
            <a:extLst>
              <a:ext uri="{FF2B5EF4-FFF2-40B4-BE49-F238E27FC236}">
                <a16:creationId xmlns:a16="http://schemas.microsoft.com/office/drawing/2014/main" id="{77360519-D5E0-44A2-0120-E4367208FB09}"/>
              </a:ext>
            </a:extLst>
          </p:cNvPr>
          <p:cNvSpPr txBox="1">
            <a:spLocks noChangeArrowheads="1"/>
          </p:cNvSpPr>
          <p:nvPr/>
        </p:nvSpPr>
        <p:spPr bwMode="auto">
          <a:xfrm>
            <a:off x="5915025" y="4244975"/>
            <a:ext cx="95250"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T</a:t>
            </a:r>
          </a:p>
        </p:txBody>
      </p:sp>
      <p:sp>
        <p:nvSpPr>
          <p:cNvPr id="68648" name="TextBox 13">
            <a:extLst>
              <a:ext uri="{FF2B5EF4-FFF2-40B4-BE49-F238E27FC236}">
                <a16:creationId xmlns:a16="http://schemas.microsoft.com/office/drawing/2014/main" id="{0CBFBC8A-1D0D-29CF-E0FE-EFBCD40C8E5A}"/>
              </a:ext>
            </a:extLst>
          </p:cNvPr>
          <p:cNvSpPr txBox="1">
            <a:spLocks noChangeArrowheads="1"/>
          </p:cNvSpPr>
          <p:nvPr/>
        </p:nvSpPr>
        <p:spPr bwMode="auto">
          <a:xfrm>
            <a:off x="2698750" y="35321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A</a:t>
            </a:r>
          </a:p>
        </p:txBody>
      </p:sp>
      <p:sp>
        <p:nvSpPr>
          <p:cNvPr id="68649" name="TextBox 14">
            <a:extLst>
              <a:ext uri="{FF2B5EF4-FFF2-40B4-BE49-F238E27FC236}">
                <a16:creationId xmlns:a16="http://schemas.microsoft.com/office/drawing/2014/main" id="{BA6F9EFB-5BED-29CC-0A94-8FFBEA61B0C4}"/>
              </a:ext>
            </a:extLst>
          </p:cNvPr>
          <p:cNvSpPr txBox="1">
            <a:spLocks noChangeArrowheads="1"/>
          </p:cNvSpPr>
          <p:nvPr/>
        </p:nvSpPr>
        <p:spPr bwMode="auto">
          <a:xfrm>
            <a:off x="2698750" y="3711575"/>
            <a:ext cx="1111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C</a:t>
            </a:r>
          </a:p>
        </p:txBody>
      </p:sp>
      <p:sp>
        <p:nvSpPr>
          <p:cNvPr id="68650" name="TextBox 15">
            <a:extLst>
              <a:ext uri="{FF2B5EF4-FFF2-40B4-BE49-F238E27FC236}">
                <a16:creationId xmlns:a16="http://schemas.microsoft.com/office/drawing/2014/main" id="{12BA4355-5A8A-090E-265E-D327800987C7}"/>
              </a:ext>
            </a:extLst>
          </p:cNvPr>
          <p:cNvSpPr txBox="1">
            <a:spLocks noChangeArrowheads="1"/>
          </p:cNvSpPr>
          <p:nvPr/>
        </p:nvSpPr>
        <p:spPr bwMode="auto">
          <a:xfrm>
            <a:off x="2698750" y="3889375"/>
            <a:ext cx="1111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C</a:t>
            </a:r>
          </a:p>
        </p:txBody>
      </p:sp>
      <p:sp>
        <p:nvSpPr>
          <p:cNvPr id="68651" name="TextBox 16">
            <a:extLst>
              <a:ext uri="{FF2B5EF4-FFF2-40B4-BE49-F238E27FC236}">
                <a16:creationId xmlns:a16="http://schemas.microsoft.com/office/drawing/2014/main" id="{03D957C8-1599-9FFB-515B-823950053D7C}"/>
              </a:ext>
            </a:extLst>
          </p:cNvPr>
          <p:cNvSpPr txBox="1">
            <a:spLocks noChangeArrowheads="1"/>
          </p:cNvSpPr>
          <p:nvPr/>
        </p:nvSpPr>
        <p:spPr bwMode="auto">
          <a:xfrm>
            <a:off x="2698750" y="4065588"/>
            <a:ext cx="1206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G</a:t>
            </a:r>
          </a:p>
        </p:txBody>
      </p:sp>
      <p:sp>
        <p:nvSpPr>
          <p:cNvPr id="68652" name="TextBox 17">
            <a:extLst>
              <a:ext uri="{FF2B5EF4-FFF2-40B4-BE49-F238E27FC236}">
                <a16:creationId xmlns:a16="http://schemas.microsoft.com/office/drawing/2014/main" id="{9BF1619D-A914-824D-BF67-F9D69CD04E18}"/>
              </a:ext>
            </a:extLst>
          </p:cNvPr>
          <p:cNvSpPr txBox="1">
            <a:spLocks noChangeArrowheads="1"/>
          </p:cNvSpPr>
          <p:nvPr/>
        </p:nvSpPr>
        <p:spPr bwMode="auto">
          <a:xfrm>
            <a:off x="2698750" y="4244975"/>
            <a:ext cx="1111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A</a:t>
            </a:r>
          </a:p>
        </p:txBody>
      </p:sp>
      <p:sp>
        <p:nvSpPr>
          <p:cNvPr id="68653" name="TextBox 13">
            <a:extLst>
              <a:ext uri="{FF2B5EF4-FFF2-40B4-BE49-F238E27FC236}">
                <a16:creationId xmlns:a16="http://schemas.microsoft.com/office/drawing/2014/main" id="{5FD62678-D40C-432C-0FCC-4CA8CBD65E69}"/>
              </a:ext>
            </a:extLst>
          </p:cNvPr>
          <p:cNvSpPr txBox="1">
            <a:spLocks noChangeArrowheads="1"/>
          </p:cNvSpPr>
          <p:nvPr/>
        </p:nvSpPr>
        <p:spPr bwMode="auto">
          <a:xfrm>
            <a:off x="6043613" y="35321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A</a:t>
            </a:r>
          </a:p>
        </p:txBody>
      </p:sp>
      <p:sp>
        <p:nvSpPr>
          <p:cNvPr id="68654" name="TextBox 14">
            <a:extLst>
              <a:ext uri="{FF2B5EF4-FFF2-40B4-BE49-F238E27FC236}">
                <a16:creationId xmlns:a16="http://schemas.microsoft.com/office/drawing/2014/main" id="{C61E93ED-C1CD-234F-8D47-8980C66AE2B8}"/>
              </a:ext>
            </a:extLst>
          </p:cNvPr>
          <p:cNvSpPr txBox="1">
            <a:spLocks noChangeArrowheads="1"/>
          </p:cNvSpPr>
          <p:nvPr/>
        </p:nvSpPr>
        <p:spPr bwMode="auto">
          <a:xfrm>
            <a:off x="6043613" y="3711575"/>
            <a:ext cx="1111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C</a:t>
            </a:r>
          </a:p>
        </p:txBody>
      </p:sp>
      <p:sp>
        <p:nvSpPr>
          <p:cNvPr id="68655" name="TextBox 15">
            <a:extLst>
              <a:ext uri="{FF2B5EF4-FFF2-40B4-BE49-F238E27FC236}">
                <a16:creationId xmlns:a16="http://schemas.microsoft.com/office/drawing/2014/main" id="{3E03F4AB-51A7-8D8F-4BF3-75E13A998F36}"/>
              </a:ext>
            </a:extLst>
          </p:cNvPr>
          <p:cNvSpPr txBox="1">
            <a:spLocks noChangeArrowheads="1"/>
          </p:cNvSpPr>
          <p:nvPr/>
        </p:nvSpPr>
        <p:spPr bwMode="auto">
          <a:xfrm>
            <a:off x="6043613" y="3889375"/>
            <a:ext cx="1111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C</a:t>
            </a:r>
          </a:p>
        </p:txBody>
      </p:sp>
      <p:sp>
        <p:nvSpPr>
          <p:cNvPr id="68656" name="TextBox 16">
            <a:extLst>
              <a:ext uri="{FF2B5EF4-FFF2-40B4-BE49-F238E27FC236}">
                <a16:creationId xmlns:a16="http://schemas.microsoft.com/office/drawing/2014/main" id="{FDB6826D-2A61-E88F-6F97-8EE5C284B6EF}"/>
              </a:ext>
            </a:extLst>
          </p:cNvPr>
          <p:cNvSpPr txBox="1">
            <a:spLocks noChangeArrowheads="1"/>
          </p:cNvSpPr>
          <p:nvPr/>
        </p:nvSpPr>
        <p:spPr bwMode="auto">
          <a:xfrm>
            <a:off x="6043613" y="4065588"/>
            <a:ext cx="1206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G</a:t>
            </a:r>
          </a:p>
        </p:txBody>
      </p:sp>
      <p:sp>
        <p:nvSpPr>
          <p:cNvPr id="68657" name="TextBox 17">
            <a:extLst>
              <a:ext uri="{FF2B5EF4-FFF2-40B4-BE49-F238E27FC236}">
                <a16:creationId xmlns:a16="http://schemas.microsoft.com/office/drawing/2014/main" id="{83F383EF-71D3-FC14-6C79-0230FFA49291}"/>
              </a:ext>
            </a:extLst>
          </p:cNvPr>
          <p:cNvSpPr txBox="1">
            <a:spLocks noChangeArrowheads="1"/>
          </p:cNvSpPr>
          <p:nvPr/>
        </p:nvSpPr>
        <p:spPr bwMode="auto">
          <a:xfrm>
            <a:off x="6043613" y="4244975"/>
            <a:ext cx="1111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lnSpc>
                <a:spcPts val="1425"/>
              </a:lnSpc>
              <a:spcBef>
                <a:spcPct val="0"/>
              </a:spcBef>
              <a:buClrTx/>
              <a:buSzTx/>
              <a:buFontTx/>
              <a:buNone/>
            </a:pPr>
            <a:r>
              <a:rPr lang="en-US" altLang="en-US" sz="1200" b="1">
                <a:solidFill>
                  <a:srgbClr val="000000"/>
                </a:solidFill>
              </a:rPr>
              <a:t>A</a:t>
            </a:r>
          </a:p>
        </p:txBody>
      </p:sp>
      <p:sp>
        <p:nvSpPr>
          <p:cNvPr id="54" name="Freeform 53">
            <a:extLst>
              <a:ext uri="{FF2B5EF4-FFF2-40B4-BE49-F238E27FC236}">
                <a16:creationId xmlns:a16="http://schemas.microsoft.com/office/drawing/2014/main" id="{1E3A1F21-719E-F516-B1CD-65ED55B412B5}"/>
              </a:ext>
            </a:extLst>
          </p:cNvPr>
          <p:cNvSpPr/>
          <p:nvPr/>
        </p:nvSpPr>
        <p:spPr>
          <a:xfrm>
            <a:off x="2843213" y="4186238"/>
            <a:ext cx="273050" cy="25400"/>
          </a:xfrm>
          <a:custGeom>
            <a:avLst/>
            <a:gdLst>
              <a:gd name="connsiteX0" fmla="*/ 266522 w 272872"/>
              <a:gd name="connsiteY0" fmla="*/ 6350 h 25400"/>
              <a:gd name="connsiteX1" fmla="*/ 6350 w 272872"/>
              <a:gd name="connsiteY1" fmla="*/ 6350 h 25400"/>
            </a:gdLst>
            <a:ahLst/>
            <a:cxnLst>
              <a:cxn ang="0">
                <a:pos x="connsiteX0" y="connsiteY0"/>
              </a:cxn>
              <a:cxn ang="1">
                <a:pos x="connsiteX1" y="connsiteY1"/>
              </a:cxn>
            </a:cxnLst>
            <a:rect l="l" t="t" r="r" b="b"/>
            <a:pathLst>
              <a:path w="272872" h="25400">
                <a:moveTo>
                  <a:pt x="266522" y="6350"/>
                </a:moveTo>
                <a:lnTo>
                  <a:pt x="6350" y="6350"/>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eaLnBrk="1" hangingPunct="1">
              <a:defRPr/>
            </a:pPr>
            <a:endParaRPr lang="zh-CN" altLang="en-US" b="1">
              <a:solidFill>
                <a:srgbClr val="000000"/>
              </a:solidFill>
            </a:endParaRPr>
          </a:p>
        </p:txBody>
      </p:sp>
      <p:sp>
        <p:nvSpPr>
          <p:cNvPr id="55" name="Freeform 3">
            <a:extLst>
              <a:ext uri="{FF2B5EF4-FFF2-40B4-BE49-F238E27FC236}">
                <a16:creationId xmlns:a16="http://schemas.microsoft.com/office/drawing/2014/main" id="{1DC4BA1F-7D07-F450-F2B5-9F7134A54747}"/>
              </a:ext>
            </a:extLst>
          </p:cNvPr>
          <p:cNvSpPr/>
          <p:nvPr/>
        </p:nvSpPr>
        <p:spPr>
          <a:xfrm>
            <a:off x="2682875" y="2408238"/>
            <a:ext cx="341313" cy="153987"/>
          </a:xfrm>
          <a:custGeom>
            <a:avLst/>
            <a:gdLst>
              <a:gd name="connsiteX0" fmla="*/ 334657 w 341007"/>
              <a:gd name="connsiteY0" fmla="*/ 6350 h 155194"/>
              <a:gd name="connsiteX1" fmla="*/ 6350 w 341007"/>
              <a:gd name="connsiteY1" fmla="*/ 148844 h 155194"/>
            </a:gdLst>
            <a:ahLst/>
            <a:cxnLst>
              <a:cxn ang="0">
                <a:pos x="connsiteX0" y="connsiteY0"/>
              </a:cxn>
              <a:cxn ang="1">
                <a:pos x="connsiteX1" y="connsiteY1"/>
              </a:cxn>
            </a:cxnLst>
            <a:rect l="l" t="t" r="r" b="b"/>
            <a:pathLst>
              <a:path w="341007" h="155194">
                <a:moveTo>
                  <a:pt x="334657" y="6350"/>
                </a:moveTo>
                <a:lnTo>
                  <a:pt x="6350" y="148844"/>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eaLnBrk="1" hangingPunct="1">
              <a:defRPr/>
            </a:pPr>
            <a:endParaRPr lang="zh-CN" altLang="en-US" b="1">
              <a:solidFill>
                <a:srgbClr val="000000"/>
              </a:solidFill>
            </a:endParaRPr>
          </a:p>
        </p:txBody>
      </p:sp>
      <p:sp>
        <p:nvSpPr>
          <p:cNvPr id="56" name="Freeform 3">
            <a:extLst>
              <a:ext uri="{FF2B5EF4-FFF2-40B4-BE49-F238E27FC236}">
                <a16:creationId xmlns:a16="http://schemas.microsoft.com/office/drawing/2014/main" id="{14320D3F-5086-DD8D-1924-ACD6756CAF8F}"/>
              </a:ext>
            </a:extLst>
          </p:cNvPr>
          <p:cNvSpPr/>
          <p:nvPr/>
        </p:nvSpPr>
        <p:spPr>
          <a:xfrm>
            <a:off x="2174875" y="3609975"/>
            <a:ext cx="254000" cy="346075"/>
          </a:xfrm>
          <a:custGeom>
            <a:avLst/>
            <a:gdLst>
              <a:gd name="connsiteX0" fmla="*/ 247951 w 254301"/>
              <a:gd name="connsiteY0" fmla="*/ 6350 h 347154"/>
              <a:gd name="connsiteX1" fmla="*/ 6350 w 254301"/>
              <a:gd name="connsiteY1" fmla="*/ 340804 h 347154"/>
            </a:gdLst>
            <a:ahLst/>
            <a:cxnLst>
              <a:cxn ang="0">
                <a:pos x="connsiteX0" y="connsiteY0"/>
              </a:cxn>
              <a:cxn ang="1">
                <a:pos x="connsiteX1" y="connsiteY1"/>
              </a:cxn>
            </a:cxnLst>
            <a:rect l="l" t="t" r="r" b="b"/>
            <a:pathLst>
              <a:path w="254301" h="347154">
                <a:moveTo>
                  <a:pt x="247951" y="6350"/>
                </a:moveTo>
                <a:lnTo>
                  <a:pt x="6350" y="340804"/>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eaLnBrk="1" hangingPunct="1">
              <a:defRPr/>
            </a:pPr>
            <a:endParaRPr lang="zh-CN" altLang="en-US" b="1">
              <a:solidFill>
                <a:srgbClr val="000000"/>
              </a:solidFill>
            </a:endParaRPr>
          </a:p>
        </p:txBody>
      </p:sp>
      <p:grpSp>
        <p:nvGrpSpPr>
          <p:cNvPr id="68661" name="Group 1">
            <a:extLst>
              <a:ext uri="{FF2B5EF4-FFF2-40B4-BE49-F238E27FC236}">
                <a16:creationId xmlns:a16="http://schemas.microsoft.com/office/drawing/2014/main" id="{FA61A871-3B7D-BFB7-5A93-F2D1879805ED}"/>
              </a:ext>
            </a:extLst>
          </p:cNvPr>
          <p:cNvGrpSpPr>
            <a:grpSpLocks/>
          </p:cNvGrpSpPr>
          <p:nvPr/>
        </p:nvGrpSpPr>
        <p:grpSpPr bwMode="auto">
          <a:xfrm>
            <a:off x="4945063" y="4733925"/>
            <a:ext cx="255587" cy="257175"/>
            <a:chOff x="4944793" y="4734361"/>
            <a:chExt cx="256032" cy="256032"/>
          </a:xfrm>
        </p:grpSpPr>
        <p:sp>
          <p:nvSpPr>
            <p:cNvPr id="68666" name="Oval 57">
              <a:extLst>
                <a:ext uri="{FF2B5EF4-FFF2-40B4-BE49-F238E27FC236}">
                  <a16:creationId xmlns:a16="http://schemas.microsoft.com/office/drawing/2014/main" id="{F4D3525B-8627-A1A5-84EF-83274938ACC7}"/>
                </a:ext>
              </a:extLst>
            </p:cNvPr>
            <p:cNvSpPr>
              <a:spLocks noChangeArrowheads="1"/>
            </p:cNvSpPr>
            <p:nvPr/>
          </p:nvSpPr>
          <p:spPr bwMode="auto">
            <a:xfrm>
              <a:off x="4944793" y="4734361"/>
              <a:ext cx="256032" cy="256032"/>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solidFill>
                  <a:srgbClr val="000000"/>
                </a:solidFill>
                <a:latin typeface="Times" charset="0"/>
              </a:endParaRPr>
            </a:p>
          </p:txBody>
        </p:sp>
        <p:sp>
          <p:nvSpPr>
            <p:cNvPr id="68667" name="TextBox 4">
              <a:extLst>
                <a:ext uri="{FF2B5EF4-FFF2-40B4-BE49-F238E27FC236}">
                  <a16:creationId xmlns:a16="http://schemas.microsoft.com/office/drawing/2014/main" id="{687D29EB-074B-180B-006E-E320C939615F}"/>
                </a:ext>
              </a:extLst>
            </p:cNvPr>
            <p:cNvSpPr txBox="1">
              <a:spLocks noChangeArrowheads="1"/>
            </p:cNvSpPr>
            <p:nvPr/>
          </p:nvSpPr>
          <p:spPr bwMode="auto">
            <a:xfrm>
              <a:off x="5011895" y="4740549"/>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lnSpc>
                  <a:spcPts val="1900"/>
                </a:lnSpc>
                <a:spcBef>
                  <a:spcPct val="0"/>
                </a:spcBef>
                <a:buClrTx/>
                <a:buSzTx/>
                <a:buFontTx/>
                <a:buNone/>
              </a:pPr>
              <a:r>
                <a:rPr lang="en-US" altLang="en-US" sz="1700" b="1">
                  <a:solidFill>
                    <a:srgbClr val="FFFFFF"/>
                  </a:solidFill>
                </a:rPr>
                <a:t>7</a:t>
              </a:r>
            </a:p>
          </p:txBody>
        </p:sp>
      </p:grpSp>
      <p:grpSp>
        <p:nvGrpSpPr>
          <p:cNvPr id="68662" name="Group 59">
            <a:extLst>
              <a:ext uri="{FF2B5EF4-FFF2-40B4-BE49-F238E27FC236}">
                <a16:creationId xmlns:a16="http://schemas.microsoft.com/office/drawing/2014/main" id="{A60B6493-0AA0-3173-D2E1-DED4A51A7B42}"/>
              </a:ext>
            </a:extLst>
          </p:cNvPr>
          <p:cNvGrpSpPr>
            <a:grpSpLocks/>
          </p:cNvGrpSpPr>
          <p:nvPr/>
        </p:nvGrpSpPr>
        <p:grpSpPr bwMode="auto">
          <a:xfrm>
            <a:off x="1001713" y="4733925"/>
            <a:ext cx="257175" cy="255588"/>
            <a:chOff x="4944793" y="4734361"/>
            <a:chExt cx="256032" cy="256032"/>
          </a:xfrm>
        </p:grpSpPr>
        <p:sp>
          <p:nvSpPr>
            <p:cNvPr id="68664" name="Oval 60">
              <a:extLst>
                <a:ext uri="{FF2B5EF4-FFF2-40B4-BE49-F238E27FC236}">
                  <a16:creationId xmlns:a16="http://schemas.microsoft.com/office/drawing/2014/main" id="{D007087F-C527-5B96-BB3F-813E05FDFE9B}"/>
                </a:ext>
              </a:extLst>
            </p:cNvPr>
            <p:cNvSpPr>
              <a:spLocks noChangeArrowheads="1"/>
            </p:cNvSpPr>
            <p:nvPr/>
          </p:nvSpPr>
          <p:spPr bwMode="auto">
            <a:xfrm>
              <a:off x="4944793" y="4734361"/>
              <a:ext cx="256032" cy="256032"/>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endParaRPr lang="en-US" altLang="en-US" sz="1800">
                <a:solidFill>
                  <a:srgbClr val="000000"/>
                </a:solidFill>
                <a:latin typeface="Times" charset="0"/>
              </a:endParaRPr>
            </a:p>
          </p:txBody>
        </p:sp>
        <p:sp>
          <p:nvSpPr>
            <p:cNvPr id="68665" name="TextBox 4">
              <a:extLst>
                <a:ext uri="{FF2B5EF4-FFF2-40B4-BE49-F238E27FC236}">
                  <a16:creationId xmlns:a16="http://schemas.microsoft.com/office/drawing/2014/main" id="{3A485B00-2D6C-5C65-98B5-A3777EFFDAE0}"/>
                </a:ext>
              </a:extLst>
            </p:cNvPr>
            <p:cNvSpPr txBox="1">
              <a:spLocks noChangeArrowheads="1"/>
            </p:cNvSpPr>
            <p:nvPr/>
          </p:nvSpPr>
          <p:spPr bwMode="auto">
            <a:xfrm>
              <a:off x="5011895" y="4740549"/>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eaLnBrk="1" hangingPunct="1">
                <a:lnSpc>
                  <a:spcPts val="1900"/>
                </a:lnSpc>
                <a:spcBef>
                  <a:spcPct val="0"/>
                </a:spcBef>
                <a:buClrTx/>
                <a:buSzTx/>
                <a:buFontTx/>
                <a:buNone/>
              </a:pPr>
              <a:r>
                <a:rPr lang="en-US" altLang="en-US" sz="1700" b="1">
                  <a:solidFill>
                    <a:srgbClr val="FFFFFF"/>
                  </a:solidFill>
                </a:rPr>
                <a:t>6</a:t>
              </a:r>
            </a:p>
          </p:txBody>
        </p:sp>
      </p:grpSp>
      <p:sp>
        <p:nvSpPr>
          <p:cNvPr id="68663" name="Footer Placeholder 1">
            <a:extLst>
              <a:ext uri="{FF2B5EF4-FFF2-40B4-BE49-F238E27FC236}">
                <a16:creationId xmlns:a16="http://schemas.microsoft.com/office/drawing/2014/main" id="{3D1D07A9-AFB6-3CDB-7CFD-90B644A9060D}"/>
              </a:ext>
            </a:extLst>
          </p:cNvPr>
          <p:cNvSpPr txBox="1">
            <a:spLocks/>
          </p:cNvSpPr>
          <p:nvPr/>
        </p:nvSpPr>
        <p:spPr bwMode="auto">
          <a:xfrm>
            <a:off x="66675" y="6586538"/>
            <a:ext cx="3086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900">
                <a:ea typeface="ヒラギノ角ゴ Pro W3"/>
                <a:cs typeface="ヒラギノ角ゴ Pro W3"/>
              </a:rPr>
              <a:t>© 2018 Pearson Education Ltd.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Picture 2" descr="D:\Manjubharkavi\Production\October\17-Oct\Chapter 20\Unlabeled\20_03cNextGenSequencing-U.jpg">
            <a:extLst>
              <a:ext uri="{FF2B5EF4-FFF2-40B4-BE49-F238E27FC236}">
                <a16:creationId xmlns:a16="http://schemas.microsoft.com/office/drawing/2014/main" id="{814C3E4C-C985-C86D-D742-E27B8A6A9ECD}"/>
              </a:ext>
            </a:extLst>
          </p:cNvPr>
          <p:cNvPicPr>
            <a:picLocks noChangeAspect="1"/>
          </p:cNvPicPr>
          <p:nvPr/>
        </p:nvPicPr>
        <p:blipFill>
          <a:blip r:embed="rId3" r:link="rId4">
            <a:extLst>
              <a:ext uri="{28A0092B-C50C-407E-A947-70E740481C1C}">
                <a14:useLocalDpi xmlns:a14="http://schemas.microsoft.com/office/drawing/2010/main" val="0"/>
              </a:ext>
            </a:extLst>
          </a:blip>
          <a:srcRect b="2953"/>
          <a:stretch>
            <a:fillRect/>
          </a:stretch>
        </p:blipFill>
        <p:spPr bwMode="auto">
          <a:xfrm>
            <a:off x="1739900" y="923925"/>
            <a:ext cx="5664200" cy="501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59" name="TextBox 2">
            <a:extLst>
              <a:ext uri="{FF2B5EF4-FFF2-40B4-BE49-F238E27FC236}">
                <a16:creationId xmlns:a16="http://schemas.microsoft.com/office/drawing/2014/main" id="{831E0159-3B53-96B5-6C14-1A6F76956884}"/>
              </a:ext>
            </a:extLst>
          </p:cNvPr>
          <p:cNvSpPr txBox="1">
            <a:spLocks noChangeArrowheads="1"/>
          </p:cNvSpPr>
          <p:nvPr/>
        </p:nvSpPr>
        <p:spPr bwMode="auto">
          <a:xfrm>
            <a:off x="1779588" y="927100"/>
            <a:ext cx="10747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C16533"/>
                </a:solidFill>
                <a:ea typeface="ヒラギノ角ゴ Pro W3"/>
                <a:cs typeface="ヒラギノ角ゴ Pro W3"/>
              </a:rPr>
              <a:t>Technique</a:t>
            </a:r>
          </a:p>
        </p:txBody>
      </p:sp>
      <p:sp>
        <p:nvSpPr>
          <p:cNvPr id="70660" name="TextBox 3">
            <a:extLst>
              <a:ext uri="{FF2B5EF4-FFF2-40B4-BE49-F238E27FC236}">
                <a16:creationId xmlns:a16="http://schemas.microsoft.com/office/drawing/2014/main" id="{9A6E6C13-7E1C-78C3-FC37-18C9030E7792}"/>
              </a:ext>
            </a:extLst>
          </p:cNvPr>
          <p:cNvSpPr txBox="1">
            <a:spLocks noChangeArrowheads="1"/>
          </p:cNvSpPr>
          <p:nvPr/>
        </p:nvSpPr>
        <p:spPr bwMode="auto">
          <a:xfrm>
            <a:off x="2860675" y="1408113"/>
            <a:ext cx="287338"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  T</a:t>
            </a:r>
          </a:p>
        </p:txBody>
      </p:sp>
      <p:sp>
        <p:nvSpPr>
          <p:cNvPr id="70661" name="TextBox 16">
            <a:extLst>
              <a:ext uri="{FF2B5EF4-FFF2-40B4-BE49-F238E27FC236}">
                <a16:creationId xmlns:a16="http://schemas.microsoft.com/office/drawing/2014/main" id="{CC485EA3-F174-6829-D064-3C3E521BDEB0}"/>
              </a:ext>
            </a:extLst>
          </p:cNvPr>
          <p:cNvSpPr txBox="1">
            <a:spLocks noChangeArrowheads="1"/>
          </p:cNvSpPr>
          <p:nvPr/>
        </p:nvSpPr>
        <p:spPr bwMode="auto">
          <a:xfrm>
            <a:off x="3565525" y="2984500"/>
            <a:ext cx="412750"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dGTP</a:t>
            </a:r>
          </a:p>
        </p:txBody>
      </p:sp>
      <p:sp>
        <p:nvSpPr>
          <p:cNvPr id="70662" name="TextBox 28">
            <a:extLst>
              <a:ext uri="{FF2B5EF4-FFF2-40B4-BE49-F238E27FC236}">
                <a16:creationId xmlns:a16="http://schemas.microsoft.com/office/drawing/2014/main" id="{CF36C48B-DE23-657C-7531-C01AE860BA1C}"/>
              </a:ext>
            </a:extLst>
          </p:cNvPr>
          <p:cNvSpPr txBox="1">
            <a:spLocks noChangeArrowheads="1"/>
          </p:cNvSpPr>
          <p:nvPr/>
        </p:nvSpPr>
        <p:spPr bwMode="auto">
          <a:xfrm>
            <a:off x="6669088" y="2916238"/>
            <a:ext cx="4032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dCTP</a:t>
            </a:r>
          </a:p>
        </p:txBody>
      </p:sp>
      <p:sp>
        <p:nvSpPr>
          <p:cNvPr id="70663" name="TextBox 29">
            <a:extLst>
              <a:ext uri="{FF2B5EF4-FFF2-40B4-BE49-F238E27FC236}">
                <a16:creationId xmlns:a16="http://schemas.microsoft.com/office/drawing/2014/main" id="{2AB103F6-4F57-B6A4-1E65-082FC8219DA5}"/>
              </a:ext>
            </a:extLst>
          </p:cNvPr>
          <p:cNvSpPr txBox="1">
            <a:spLocks noChangeArrowheads="1"/>
          </p:cNvSpPr>
          <p:nvPr/>
        </p:nvSpPr>
        <p:spPr bwMode="auto">
          <a:xfrm>
            <a:off x="6908800" y="3570288"/>
            <a:ext cx="2349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PP</a:t>
            </a:r>
            <a:r>
              <a:rPr lang="en-US" altLang="en-US" sz="1200" b="1" baseline="-25000">
                <a:solidFill>
                  <a:srgbClr val="000000"/>
                </a:solidFill>
                <a:ea typeface="ヒラギノ角ゴ Pro W3"/>
                <a:cs typeface="ヒラギノ角ゴ Pro W3"/>
              </a:rPr>
              <a:t>i</a:t>
            </a:r>
            <a:endParaRPr lang="en-US" altLang="en-US" sz="1000" b="1" baseline="-25000">
              <a:solidFill>
                <a:srgbClr val="000000"/>
              </a:solidFill>
              <a:ea typeface="ヒラギノ角ゴ Pro W3"/>
              <a:cs typeface="ヒラギノ角ゴ Pro W3"/>
            </a:endParaRPr>
          </a:p>
        </p:txBody>
      </p:sp>
      <p:sp>
        <p:nvSpPr>
          <p:cNvPr id="70664" name="TextBox 30">
            <a:extLst>
              <a:ext uri="{FF2B5EF4-FFF2-40B4-BE49-F238E27FC236}">
                <a16:creationId xmlns:a16="http://schemas.microsoft.com/office/drawing/2014/main" id="{290AD35E-F0D0-4F5F-8B10-F8793D4B4C54}"/>
              </a:ext>
            </a:extLst>
          </p:cNvPr>
          <p:cNvSpPr txBox="1">
            <a:spLocks noChangeArrowheads="1"/>
          </p:cNvSpPr>
          <p:nvPr/>
        </p:nvSpPr>
        <p:spPr bwMode="auto">
          <a:xfrm>
            <a:off x="3157538" y="4926013"/>
            <a:ext cx="4259262" cy="974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The process is repeated until every</a:t>
            </a:r>
          </a:p>
          <a:p>
            <a:pPr>
              <a:lnSpc>
                <a:spcPts val="1938"/>
              </a:lnSpc>
              <a:spcBef>
                <a:spcPct val="0"/>
              </a:spcBef>
              <a:buClrTx/>
              <a:buSzTx/>
              <a:buFontTx/>
              <a:buNone/>
            </a:pPr>
            <a:r>
              <a:rPr lang="en-US" altLang="en-US" sz="1700" b="1">
                <a:solidFill>
                  <a:srgbClr val="000000"/>
                </a:solidFill>
                <a:ea typeface="ヒラギノ角ゴ Pro W3"/>
                <a:cs typeface="ヒラギノ角ゴ Pro W3"/>
              </a:rPr>
              <a:t>fragment has a complete complementary</a:t>
            </a:r>
          </a:p>
          <a:p>
            <a:pPr>
              <a:lnSpc>
                <a:spcPts val="1938"/>
              </a:lnSpc>
              <a:spcBef>
                <a:spcPct val="0"/>
              </a:spcBef>
              <a:buClrTx/>
              <a:buSzTx/>
              <a:buFontTx/>
              <a:buNone/>
            </a:pPr>
            <a:r>
              <a:rPr lang="en-US" altLang="en-US" sz="1700" b="1">
                <a:solidFill>
                  <a:srgbClr val="000000"/>
                </a:solidFill>
                <a:ea typeface="ヒラギノ角ゴ Pro W3"/>
                <a:cs typeface="ヒラギノ角ゴ Pro W3"/>
              </a:rPr>
              <a:t>strand. The pattern of flashes reveals the</a:t>
            </a:r>
          </a:p>
          <a:p>
            <a:pPr>
              <a:lnSpc>
                <a:spcPts val="1938"/>
              </a:lnSpc>
              <a:spcBef>
                <a:spcPct val="0"/>
              </a:spcBef>
              <a:buClrTx/>
              <a:buSzTx/>
              <a:buFontTx/>
              <a:buNone/>
            </a:pPr>
            <a:r>
              <a:rPr lang="en-US" altLang="en-US" sz="1700" b="1">
                <a:solidFill>
                  <a:srgbClr val="000000"/>
                </a:solidFill>
                <a:ea typeface="ヒラギノ角ゴ Pro W3"/>
                <a:cs typeface="ヒラギノ角ゴ Pro W3"/>
              </a:rPr>
              <a:t>sequence.</a:t>
            </a:r>
          </a:p>
        </p:txBody>
      </p:sp>
      <p:sp>
        <p:nvSpPr>
          <p:cNvPr id="70665" name="TextBox 3">
            <a:extLst>
              <a:ext uri="{FF2B5EF4-FFF2-40B4-BE49-F238E27FC236}">
                <a16:creationId xmlns:a16="http://schemas.microsoft.com/office/drawing/2014/main" id="{3C5174CA-35C4-6512-C2ED-438413CC893F}"/>
              </a:ext>
            </a:extLst>
          </p:cNvPr>
          <p:cNvSpPr txBox="1">
            <a:spLocks noChangeArrowheads="1"/>
          </p:cNvSpPr>
          <p:nvPr/>
        </p:nvSpPr>
        <p:spPr bwMode="auto">
          <a:xfrm>
            <a:off x="3213100" y="1408113"/>
            <a:ext cx="1206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G</a:t>
            </a:r>
          </a:p>
        </p:txBody>
      </p:sp>
      <p:sp>
        <p:nvSpPr>
          <p:cNvPr id="70666" name="TextBox 3">
            <a:extLst>
              <a:ext uri="{FF2B5EF4-FFF2-40B4-BE49-F238E27FC236}">
                <a16:creationId xmlns:a16="http://schemas.microsoft.com/office/drawing/2014/main" id="{B6E1B260-B997-86BB-A2D7-B51CAEB24656}"/>
              </a:ext>
            </a:extLst>
          </p:cNvPr>
          <p:cNvSpPr txBox="1">
            <a:spLocks noChangeArrowheads="1"/>
          </p:cNvSpPr>
          <p:nvPr/>
        </p:nvSpPr>
        <p:spPr bwMode="auto">
          <a:xfrm>
            <a:off x="3392488" y="1408113"/>
            <a:ext cx="109537"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C</a:t>
            </a:r>
          </a:p>
        </p:txBody>
      </p:sp>
      <p:sp>
        <p:nvSpPr>
          <p:cNvPr id="70667" name="TextBox 3">
            <a:extLst>
              <a:ext uri="{FF2B5EF4-FFF2-40B4-BE49-F238E27FC236}">
                <a16:creationId xmlns:a16="http://schemas.microsoft.com/office/drawing/2014/main" id="{AA84A890-9875-F34F-4E6B-F3815BBE6C7E}"/>
              </a:ext>
            </a:extLst>
          </p:cNvPr>
          <p:cNvSpPr txBox="1">
            <a:spLocks noChangeArrowheads="1"/>
          </p:cNvSpPr>
          <p:nvPr/>
        </p:nvSpPr>
        <p:spPr bwMode="auto">
          <a:xfrm>
            <a:off x="5940425" y="1408113"/>
            <a:ext cx="287338"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  T</a:t>
            </a:r>
          </a:p>
        </p:txBody>
      </p:sp>
      <p:sp>
        <p:nvSpPr>
          <p:cNvPr id="70668" name="TextBox 3">
            <a:extLst>
              <a:ext uri="{FF2B5EF4-FFF2-40B4-BE49-F238E27FC236}">
                <a16:creationId xmlns:a16="http://schemas.microsoft.com/office/drawing/2014/main" id="{1C0F096E-A909-B7B9-3BFA-6EDF4A17C0F5}"/>
              </a:ext>
            </a:extLst>
          </p:cNvPr>
          <p:cNvSpPr txBox="1">
            <a:spLocks noChangeArrowheads="1"/>
          </p:cNvSpPr>
          <p:nvPr/>
        </p:nvSpPr>
        <p:spPr bwMode="auto">
          <a:xfrm>
            <a:off x="6292850" y="1408113"/>
            <a:ext cx="1206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G</a:t>
            </a:r>
          </a:p>
        </p:txBody>
      </p:sp>
      <p:sp>
        <p:nvSpPr>
          <p:cNvPr id="70669" name="TextBox 3">
            <a:extLst>
              <a:ext uri="{FF2B5EF4-FFF2-40B4-BE49-F238E27FC236}">
                <a16:creationId xmlns:a16="http://schemas.microsoft.com/office/drawing/2014/main" id="{D4A37E32-5AF6-3581-A992-FD6CAC8BF99D}"/>
              </a:ext>
            </a:extLst>
          </p:cNvPr>
          <p:cNvSpPr txBox="1">
            <a:spLocks noChangeArrowheads="1"/>
          </p:cNvSpPr>
          <p:nvPr/>
        </p:nvSpPr>
        <p:spPr bwMode="auto">
          <a:xfrm>
            <a:off x="6472238" y="1408113"/>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C</a:t>
            </a:r>
          </a:p>
        </p:txBody>
      </p:sp>
      <p:sp>
        <p:nvSpPr>
          <p:cNvPr id="70670" name="TextBox 5">
            <a:extLst>
              <a:ext uri="{FF2B5EF4-FFF2-40B4-BE49-F238E27FC236}">
                <a16:creationId xmlns:a16="http://schemas.microsoft.com/office/drawing/2014/main" id="{68BB41F9-4DA5-C378-8B46-DDD1DB5F035A}"/>
              </a:ext>
            </a:extLst>
          </p:cNvPr>
          <p:cNvSpPr txBox="1">
            <a:spLocks noChangeArrowheads="1"/>
          </p:cNvSpPr>
          <p:nvPr/>
        </p:nvSpPr>
        <p:spPr bwMode="auto">
          <a:xfrm>
            <a:off x="3128963" y="2595563"/>
            <a:ext cx="109537"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C</a:t>
            </a:r>
          </a:p>
        </p:txBody>
      </p:sp>
      <p:sp>
        <p:nvSpPr>
          <p:cNvPr id="70671" name="TextBox 6">
            <a:extLst>
              <a:ext uri="{FF2B5EF4-FFF2-40B4-BE49-F238E27FC236}">
                <a16:creationId xmlns:a16="http://schemas.microsoft.com/office/drawing/2014/main" id="{5ECE2AFC-E4B8-2C62-CE3B-8A792983267E}"/>
              </a:ext>
            </a:extLst>
          </p:cNvPr>
          <p:cNvSpPr txBox="1">
            <a:spLocks noChangeArrowheads="1"/>
          </p:cNvSpPr>
          <p:nvPr/>
        </p:nvSpPr>
        <p:spPr bwMode="auto">
          <a:xfrm>
            <a:off x="3128963" y="2776538"/>
            <a:ext cx="109537"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C</a:t>
            </a:r>
          </a:p>
        </p:txBody>
      </p:sp>
      <p:sp>
        <p:nvSpPr>
          <p:cNvPr id="70672" name="TextBox 7">
            <a:extLst>
              <a:ext uri="{FF2B5EF4-FFF2-40B4-BE49-F238E27FC236}">
                <a16:creationId xmlns:a16="http://schemas.microsoft.com/office/drawing/2014/main" id="{2598A75A-70DC-3131-E83A-02D4C29F8868}"/>
              </a:ext>
            </a:extLst>
          </p:cNvPr>
          <p:cNvSpPr txBox="1">
            <a:spLocks noChangeArrowheads="1"/>
          </p:cNvSpPr>
          <p:nvPr/>
        </p:nvSpPr>
        <p:spPr bwMode="auto">
          <a:xfrm>
            <a:off x="3128963" y="2957513"/>
            <a:ext cx="109537"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a:t>
            </a:r>
          </a:p>
        </p:txBody>
      </p:sp>
      <p:sp>
        <p:nvSpPr>
          <p:cNvPr id="70673" name="TextBox 8">
            <a:extLst>
              <a:ext uri="{FF2B5EF4-FFF2-40B4-BE49-F238E27FC236}">
                <a16:creationId xmlns:a16="http://schemas.microsoft.com/office/drawing/2014/main" id="{DC7BA0F1-FEBA-84C1-AAA0-A6F175B18084}"/>
              </a:ext>
            </a:extLst>
          </p:cNvPr>
          <p:cNvSpPr txBox="1">
            <a:spLocks noChangeArrowheads="1"/>
          </p:cNvSpPr>
          <p:nvPr/>
        </p:nvSpPr>
        <p:spPr bwMode="auto">
          <a:xfrm>
            <a:off x="3128963" y="3138488"/>
            <a:ext cx="109537"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a:t>
            </a:r>
          </a:p>
        </p:txBody>
      </p:sp>
      <p:sp>
        <p:nvSpPr>
          <p:cNvPr id="70674" name="TextBox 9">
            <a:extLst>
              <a:ext uri="{FF2B5EF4-FFF2-40B4-BE49-F238E27FC236}">
                <a16:creationId xmlns:a16="http://schemas.microsoft.com/office/drawing/2014/main" id="{DA8AB35A-DE95-2EE9-1295-8B87520A181B}"/>
              </a:ext>
            </a:extLst>
          </p:cNvPr>
          <p:cNvSpPr txBox="1">
            <a:spLocks noChangeArrowheads="1"/>
          </p:cNvSpPr>
          <p:nvPr/>
        </p:nvSpPr>
        <p:spPr bwMode="auto">
          <a:xfrm>
            <a:off x="3136900" y="3319463"/>
            <a:ext cx="93663"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T</a:t>
            </a:r>
          </a:p>
        </p:txBody>
      </p:sp>
      <p:sp>
        <p:nvSpPr>
          <p:cNvPr id="70675" name="TextBox 10">
            <a:extLst>
              <a:ext uri="{FF2B5EF4-FFF2-40B4-BE49-F238E27FC236}">
                <a16:creationId xmlns:a16="http://schemas.microsoft.com/office/drawing/2014/main" id="{F4B3177D-686A-BCDD-7A36-45644EB0D62D}"/>
              </a:ext>
            </a:extLst>
          </p:cNvPr>
          <p:cNvSpPr txBox="1">
            <a:spLocks noChangeArrowheads="1"/>
          </p:cNvSpPr>
          <p:nvPr/>
        </p:nvSpPr>
        <p:spPr bwMode="auto">
          <a:xfrm>
            <a:off x="3125788" y="3500438"/>
            <a:ext cx="119062"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G</a:t>
            </a:r>
          </a:p>
        </p:txBody>
      </p:sp>
      <p:sp>
        <p:nvSpPr>
          <p:cNvPr id="70676" name="TextBox 11">
            <a:extLst>
              <a:ext uri="{FF2B5EF4-FFF2-40B4-BE49-F238E27FC236}">
                <a16:creationId xmlns:a16="http://schemas.microsoft.com/office/drawing/2014/main" id="{67A54B9B-340B-50E9-0022-8419E52B5C39}"/>
              </a:ext>
            </a:extLst>
          </p:cNvPr>
          <p:cNvSpPr txBox="1">
            <a:spLocks noChangeArrowheads="1"/>
          </p:cNvSpPr>
          <p:nvPr/>
        </p:nvSpPr>
        <p:spPr bwMode="auto">
          <a:xfrm>
            <a:off x="3136900" y="3684588"/>
            <a:ext cx="1365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T </a:t>
            </a:r>
          </a:p>
        </p:txBody>
      </p:sp>
      <p:sp>
        <p:nvSpPr>
          <p:cNvPr id="70677" name="TextBox 12">
            <a:extLst>
              <a:ext uri="{FF2B5EF4-FFF2-40B4-BE49-F238E27FC236}">
                <a16:creationId xmlns:a16="http://schemas.microsoft.com/office/drawing/2014/main" id="{7F271B6E-1B1D-B975-1F8A-F4572AA10110}"/>
              </a:ext>
            </a:extLst>
          </p:cNvPr>
          <p:cNvSpPr txBox="1">
            <a:spLocks noChangeArrowheads="1"/>
          </p:cNvSpPr>
          <p:nvPr/>
        </p:nvSpPr>
        <p:spPr bwMode="auto">
          <a:xfrm>
            <a:off x="3125788" y="3863975"/>
            <a:ext cx="163512"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G </a:t>
            </a:r>
          </a:p>
        </p:txBody>
      </p:sp>
      <p:sp>
        <p:nvSpPr>
          <p:cNvPr id="70678" name="TextBox 13">
            <a:extLst>
              <a:ext uri="{FF2B5EF4-FFF2-40B4-BE49-F238E27FC236}">
                <a16:creationId xmlns:a16="http://schemas.microsoft.com/office/drawing/2014/main" id="{5FBE6F98-C324-FFAE-E190-C073C36DC587}"/>
              </a:ext>
            </a:extLst>
          </p:cNvPr>
          <p:cNvSpPr txBox="1">
            <a:spLocks noChangeArrowheads="1"/>
          </p:cNvSpPr>
          <p:nvPr/>
        </p:nvSpPr>
        <p:spPr bwMode="auto">
          <a:xfrm>
            <a:off x="3125788" y="4044950"/>
            <a:ext cx="163512"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G </a:t>
            </a:r>
          </a:p>
        </p:txBody>
      </p:sp>
      <p:sp>
        <p:nvSpPr>
          <p:cNvPr id="70679" name="TextBox 14">
            <a:extLst>
              <a:ext uri="{FF2B5EF4-FFF2-40B4-BE49-F238E27FC236}">
                <a16:creationId xmlns:a16="http://schemas.microsoft.com/office/drawing/2014/main" id="{BCC7ED16-94F3-7480-EE34-E34704095864}"/>
              </a:ext>
            </a:extLst>
          </p:cNvPr>
          <p:cNvSpPr txBox="1">
            <a:spLocks noChangeArrowheads="1"/>
          </p:cNvSpPr>
          <p:nvPr/>
        </p:nvSpPr>
        <p:spPr bwMode="auto">
          <a:xfrm>
            <a:off x="3128963" y="4224338"/>
            <a:ext cx="147637"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 </a:t>
            </a:r>
          </a:p>
        </p:txBody>
      </p:sp>
      <p:sp>
        <p:nvSpPr>
          <p:cNvPr id="70680" name="TextBox 15">
            <a:extLst>
              <a:ext uri="{FF2B5EF4-FFF2-40B4-BE49-F238E27FC236}">
                <a16:creationId xmlns:a16="http://schemas.microsoft.com/office/drawing/2014/main" id="{16F2AD7B-8072-2EEE-8BC2-E683F1C76F40}"/>
              </a:ext>
            </a:extLst>
          </p:cNvPr>
          <p:cNvSpPr txBox="1">
            <a:spLocks noChangeArrowheads="1"/>
          </p:cNvSpPr>
          <p:nvPr/>
        </p:nvSpPr>
        <p:spPr bwMode="auto">
          <a:xfrm>
            <a:off x="3138488" y="4405313"/>
            <a:ext cx="1365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T </a:t>
            </a:r>
          </a:p>
        </p:txBody>
      </p:sp>
      <p:sp>
        <p:nvSpPr>
          <p:cNvPr id="70681" name="TextBox 17">
            <a:extLst>
              <a:ext uri="{FF2B5EF4-FFF2-40B4-BE49-F238E27FC236}">
                <a16:creationId xmlns:a16="http://schemas.microsoft.com/office/drawing/2014/main" id="{6E575EAE-E42E-804A-82FE-363F5B238D33}"/>
              </a:ext>
            </a:extLst>
          </p:cNvPr>
          <p:cNvSpPr txBox="1">
            <a:spLocks noChangeArrowheads="1"/>
          </p:cNvSpPr>
          <p:nvPr/>
        </p:nvSpPr>
        <p:spPr bwMode="auto">
          <a:xfrm>
            <a:off x="6208713" y="2597150"/>
            <a:ext cx="1095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C</a:t>
            </a:r>
          </a:p>
        </p:txBody>
      </p:sp>
      <p:sp>
        <p:nvSpPr>
          <p:cNvPr id="70682" name="TextBox 18">
            <a:extLst>
              <a:ext uri="{FF2B5EF4-FFF2-40B4-BE49-F238E27FC236}">
                <a16:creationId xmlns:a16="http://schemas.microsoft.com/office/drawing/2014/main" id="{731C9DD1-1583-59B0-88B0-5E1A720FF575}"/>
              </a:ext>
            </a:extLst>
          </p:cNvPr>
          <p:cNvSpPr txBox="1">
            <a:spLocks noChangeArrowheads="1"/>
          </p:cNvSpPr>
          <p:nvPr/>
        </p:nvSpPr>
        <p:spPr bwMode="auto">
          <a:xfrm>
            <a:off x="6208713" y="2778125"/>
            <a:ext cx="1095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C</a:t>
            </a:r>
          </a:p>
        </p:txBody>
      </p:sp>
      <p:sp>
        <p:nvSpPr>
          <p:cNvPr id="70683" name="TextBox 19">
            <a:extLst>
              <a:ext uri="{FF2B5EF4-FFF2-40B4-BE49-F238E27FC236}">
                <a16:creationId xmlns:a16="http://schemas.microsoft.com/office/drawing/2014/main" id="{96133671-1715-7974-D813-2B9EA5EB63E8}"/>
              </a:ext>
            </a:extLst>
          </p:cNvPr>
          <p:cNvSpPr txBox="1">
            <a:spLocks noChangeArrowheads="1"/>
          </p:cNvSpPr>
          <p:nvPr/>
        </p:nvSpPr>
        <p:spPr bwMode="auto">
          <a:xfrm>
            <a:off x="6208713" y="2959100"/>
            <a:ext cx="1095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a:t>
            </a:r>
          </a:p>
        </p:txBody>
      </p:sp>
      <p:sp>
        <p:nvSpPr>
          <p:cNvPr id="70684" name="TextBox 20">
            <a:extLst>
              <a:ext uri="{FF2B5EF4-FFF2-40B4-BE49-F238E27FC236}">
                <a16:creationId xmlns:a16="http://schemas.microsoft.com/office/drawing/2014/main" id="{77BBBA0F-4DCE-C789-C3AF-2AA7B65CAFA3}"/>
              </a:ext>
            </a:extLst>
          </p:cNvPr>
          <p:cNvSpPr txBox="1">
            <a:spLocks noChangeArrowheads="1"/>
          </p:cNvSpPr>
          <p:nvPr/>
        </p:nvSpPr>
        <p:spPr bwMode="auto">
          <a:xfrm>
            <a:off x="6208713" y="3140075"/>
            <a:ext cx="1095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a:t>
            </a:r>
          </a:p>
        </p:txBody>
      </p:sp>
      <p:sp>
        <p:nvSpPr>
          <p:cNvPr id="70685" name="TextBox 21">
            <a:extLst>
              <a:ext uri="{FF2B5EF4-FFF2-40B4-BE49-F238E27FC236}">
                <a16:creationId xmlns:a16="http://schemas.microsoft.com/office/drawing/2014/main" id="{416B9781-CAE3-6630-2ABC-15FE7417AF61}"/>
              </a:ext>
            </a:extLst>
          </p:cNvPr>
          <p:cNvSpPr txBox="1">
            <a:spLocks noChangeArrowheads="1"/>
          </p:cNvSpPr>
          <p:nvPr/>
        </p:nvSpPr>
        <p:spPr bwMode="auto">
          <a:xfrm>
            <a:off x="6216650" y="3321050"/>
            <a:ext cx="9366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T</a:t>
            </a:r>
          </a:p>
        </p:txBody>
      </p:sp>
      <p:sp>
        <p:nvSpPr>
          <p:cNvPr id="70686" name="TextBox 22">
            <a:extLst>
              <a:ext uri="{FF2B5EF4-FFF2-40B4-BE49-F238E27FC236}">
                <a16:creationId xmlns:a16="http://schemas.microsoft.com/office/drawing/2014/main" id="{F1D06092-9519-8201-B712-2D0158CF2BAD}"/>
              </a:ext>
            </a:extLst>
          </p:cNvPr>
          <p:cNvSpPr txBox="1">
            <a:spLocks noChangeArrowheads="1"/>
          </p:cNvSpPr>
          <p:nvPr/>
        </p:nvSpPr>
        <p:spPr bwMode="auto">
          <a:xfrm>
            <a:off x="6203950" y="3503613"/>
            <a:ext cx="119063"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G</a:t>
            </a:r>
          </a:p>
        </p:txBody>
      </p:sp>
      <p:sp>
        <p:nvSpPr>
          <p:cNvPr id="70687" name="TextBox 23">
            <a:extLst>
              <a:ext uri="{FF2B5EF4-FFF2-40B4-BE49-F238E27FC236}">
                <a16:creationId xmlns:a16="http://schemas.microsoft.com/office/drawing/2014/main" id="{3819E95E-B3CB-6C07-C567-EE1846154205}"/>
              </a:ext>
            </a:extLst>
          </p:cNvPr>
          <p:cNvSpPr txBox="1">
            <a:spLocks noChangeArrowheads="1"/>
          </p:cNvSpPr>
          <p:nvPr/>
        </p:nvSpPr>
        <p:spPr bwMode="auto">
          <a:xfrm>
            <a:off x="6216650" y="3684588"/>
            <a:ext cx="1365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T </a:t>
            </a:r>
          </a:p>
        </p:txBody>
      </p:sp>
      <p:sp>
        <p:nvSpPr>
          <p:cNvPr id="70688" name="TextBox 24">
            <a:extLst>
              <a:ext uri="{FF2B5EF4-FFF2-40B4-BE49-F238E27FC236}">
                <a16:creationId xmlns:a16="http://schemas.microsoft.com/office/drawing/2014/main" id="{879E4E78-0947-84B5-D3AF-19CA9E946EDB}"/>
              </a:ext>
            </a:extLst>
          </p:cNvPr>
          <p:cNvSpPr txBox="1">
            <a:spLocks noChangeArrowheads="1"/>
          </p:cNvSpPr>
          <p:nvPr/>
        </p:nvSpPr>
        <p:spPr bwMode="auto">
          <a:xfrm>
            <a:off x="6203950" y="3863975"/>
            <a:ext cx="11906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G</a:t>
            </a:r>
          </a:p>
        </p:txBody>
      </p:sp>
      <p:sp>
        <p:nvSpPr>
          <p:cNvPr id="70689" name="TextBox 25">
            <a:extLst>
              <a:ext uri="{FF2B5EF4-FFF2-40B4-BE49-F238E27FC236}">
                <a16:creationId xmlns:a16="http://schemas.microsoft.com/office/drawing/2014/main" id="{7650E6FF-7751-78A3-BF0D-E5F0EB73C359}"/>
              </a:ext>
            </a:extLst>
          </p:cNvPr>
          <p:cNvSpPr txBox="1">
            <a:spLocks noChangeArrowheads="1"/>
          </p:cNvSpPr>
          <p:nvPr/>
        </p:nvSpPr>
        <p:spPr bwMode="auto">
          <a:xfrm>
            <a:off x="6203950" y="4044950"/>
            <a:ext cx="119063"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G</a:t>
            </a:r>
          </a:p>
        </p:txBody>
      </p:sp>
      <p:sp>
        <p:nvSpPr>
          <p:cNvPr id="70690" name="TextBox 26">
            <a:extLst>
              <a:ext uri="{FF2B5EF4-FFF2-40B4-BE49-F238E27FC236}">
                <a16:creationId xmlns:a16="http://schemas.microsoft.com/office/drawing/2014/main" id="{B9E42F74-6626-DCE5-E537-8CA67A9A8513}"/>
              </a:ext>
            </a:extLst>
          </p:cNvPr>
          <p:cNvSpPr txBox="1">
            <a:spLocks noChangeArrowheads="1"/>
          </p:cNvSpPr>
          <p:nvPr/>
        </p:nvSpPr>
        <p:spPr bwMode="auto">
          <a:xfrm>
            <a:off x="6208713" y="4224338"/>
            <a:ext cx="147637"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 </a:t>
            </a:r>
          </a:p>
        </p:txBody>
      </p:sp>
      <p:sp>
        <p:nvSpPr>
          <p:cNvPr id="70691" name="TextBox 27">
            <a:extLst>
              <a:ext uri="{FF2B5EF4-FFF2-40B4-BE49-F238E27FC236}">
                <a16:creationId xmlns:a16="http://schemas.microsoft.com/office/drawing/2014/main" id="{BDB9E400-6C29-DB96-282E-FDB24A8659BA}"/>
              </a:ext>
            </a:extLst>
          </p:cNvPr>
          <p:cNvSpPr txBox="1">
            <a:spLocks noChangeArrowheads="1"/>
          </p:cNvSpPr>
          <p:nvPr/>
        </p:nvSpPr>
        <p:spPr bwMode="auto">
          <a:xfrm>
            <a:off x="6216650" y="4405313"/>
            <a:ext cx="1365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T </a:t>
            </a:r>
          </a:p>
        </p:txBody>
      </p:sp>
      <p:sp>
        <p:nvSpPr>
          <p:cNvPr id="70692" name="TextBox 13">
            <a:extLst>
              <a:ext uri="{FF2B5EF4-FFF2-40B4-BE49-F238E27FC236}">
                <a16:creationId xmlns:a16="http://schemas.microsoft.com/office/drawing/2014/main" id="{0BADE905-46AE-8509-6E8B-A65C1E3A2E99}"/>
              </a:ext>
            </a:extLst>
          </p:cNvPr>
          <p:cNvSpPr txBox="1">
            <a:spLocks noChangeArrowheads="1"/>
          </p:cNvSpPr>
          <p:nvPr/>
        </p:nvSpPr>
        <p:spPr bwMode="auto">
          <a:xfrm>
            <a:off x="3257550" y="3684588"/>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a:t>
            </a:r>
          </a:p>
        </p:txBody>
      </p:sp>
      <p:sp>
        <p:nvSpPr>
          <p:cNvPr id="70693" name="TextBox 14">
            <a:extLst>
              <a:ext uri="{FF2B5EF4-FFF2-40B4-BE49-F238E27FC236}">
                <a16:creationId xmlns:a16="http://schemas.microsoft.com/office/drawing/2014/main" id="{0980443C-25B2-9591-CC24-3DC5FABB5B1C}"/>
              </a:ext>
            </a:extLst>
          </p:cNvPr>
          <p:cNvSpPr txBox="1">
            <a:spLocks noChangeArrowheads="1"/>
          </p:cNvSpPr>
          <p:nvPr/>
        </p:nvSpPr>
        <p:spPr bwMode="auto">
          <a:xfrm>
            <a:off x="3257550" y="3863975"/>
            <a:ext cx="1111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C</a:t>
            </a:r>
          </a:p>
        </p:txBody>
      </p:sp>
      <p:sp>
        <p:nvSpPr>
          <p:cNvPr id="70694" name="TextBox 15">
            <a:extLst>
              <a:ext uri="{FF2B5EF4-FFF2-40B4-BE49-F238E27FC236}">
                <a16:creationId xmlns:a16="http://schemas.microsoft.com/office/drawing/2014/main" id="{92D82B51-74DD-D4A3-DB56-236C1B0C4390}"/>
              </a:ext>
            </a:extLst>
          </p:cNvPr>
          <p:cNvSpPr txBox="1">
            <a:spLocks noChangeArrowheads="1"/>
          </p:cNvSpPr>
          <p:nvPr/>
        </p:nvSpPr>
        <p:spPr bwMode="auto">
          <a:xfrm>
            <a:off x="3257550" y="4044950"/>
            <a:ext cx="111125"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C</a:t>
            </a:r>
          </a:p>
        </p:txBody>
      </p:sp>
      <p:sp>
        <p:nvSpPr>
          <p:cNvPr id="70695" name="TextBox 16">
            <a:extLst>
              <a:ext uri="{FF2B5EF4-FFF2-40B4-BE49-F238E27FC236}">
                <a16:creationId xmlns:a16="http://schemas.microsoft.com/office/drawing/2014/main" id="{39227D4C-72DF-95DC-89F8-181C64BDA40E}"/>
              </a:ext>
            </a:extLst>
          </p:cNvPr>
          <p:cNvSpPr txBox="1">
            <a:spLocks noChangeArrowheads="1"/>
          </p:cNvSpPr>
          <p:nvPr/>
        </p:nvSpPr>
        <p:spPr bwMode="auto">
          <a:xfrm>
            <a:off x="3252788" y="4224338"/>
            <a:ext cx="1206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G</a:t>
            </a:r>
          </a:p>
        </p:txBody>
      </p:sp>
      <p:sp>
        <p:nvSpPr>
          <p:cNvPr id="70696" name="TextBox 17">
            <a:extLst>
              <a:ext uri="{FF2B5EF4-FFF2-40B4-BE49-F238E27FC236}">
                <a16:creationId xmlns:a16="http://schemas.microsoft.com/office/drawing/2014/main" id="{809F04B4-F0D0-AAF4-95BD-C7A7D271EE33}"/>
              </a:ext>
            </a:extLst>
          </p:cNvPr>
          <p:cNvSpPr txBox="1">
            <a:spLocks noChangeArrowheads="1"/>
          </p:cNvSpPr>
          <p:nvPr/>
        </p:nvSpPr>
        <p:spPr bwMode="auto">
          <a:xfrm>
            <a:off x="3257550" y="4405313"/>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a:t>
            </a:r>
          </a:p>
        </p:txBody>
      </p:sp>
      <p:sp>
        <p:nvSpPr>
          <p:cNvPr id="70697" name="TextBox 13">
            <a:extLst>
              <a:ext uri="{FF2B5EF4-FFF2-40B4-BE49-F238E27FC236}">
                <a16:creationId xmlns:a16="http://schemas.microsoft.com/office/drawing/2014/main" id="{84C48E83-ACD6-7D3B-29A9-E3A4F04CCCE1}"/>
              </a:ext>
            </a:extLst>
          </p:cNvPr>
          <p:cNvSpPr txBox="1">
            <a:spLocks noChangeArrowheads="1"/>
          </p:cNvSpPr>
          <p:nvPr/>
        </p:nvSpPr>
        <p:spPr bwMode="auto">
          <a:xfrm>
            <a:off x="6342063" y="3684588"/>
            <a:ext cx="109537"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a:t>
            </a:r>
          </a:p>
        </p:txBody>
      </p:sp>
      <p:sp>
        <p:nvSpPr>
          <p:cNvPr id="70698" name="TextBox 14">
            <a:extLst>
              <a:ext uri="{FF2B5EF4-FFF2-40B4-BE49-F238E27FC236}">
                <a16:creationId xmlns:a16="http://schemas.microsoft.com/office/drawing/2014/main" id="{757A7C80-E422-604B-A10B-777B2C73E2F6}"/>
              </a:ext>
            </a:extLst>
          </p:cNvPr>
          <p:cNvSpPr txBox="1">
            <a:spLocks noChangeArrowheads="1"/>
          </p:cNvSpPr>
          <p:nvPr/>
        </p:nvSpPr>
        <p:spPr bwMode="auto">
          <a:xfrm>
            <a:off x="6342063" y="3863975"/>
            <a:ext cx="1095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C</a:t>
            </a:r>
          </a:p>
        </p:txBody>
      </p:sp>
      <p:sp>
        <p:nvSpPr>
          <p:cNvPr id="70699" name="TextBox 15">
            <a:extLst>
              <a:ext uri="{FF2B5EF4-FFF2-40B4-BE49-F238E27FC236}">
                <a16:creationId xmlns:a16="http://schemas.microsoft.com/office/drawing/2014/main" id="{F2B2F0D5-DA83-F58E-1790-308F540CD9D5}"/>
              </a:ext>
            </a:extLst>
          </p:cNvPr>
          <p:cNvSpPr txBox="1">
            <a:spLocks noChangeArrowheads="1"/>
          </p:cNvSpPr>
          <p:nvPr/>
        </p:nvSpPr>
        <p:spPr bwMode="auto">
          <a:xfrm>
            <a:off x="6342063" y="4044950"/>
            <a:ext cx="109537" cy="179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C</a:t>
            </a:r>
          </a:p>
        </p:txBody>
      </p:sp>
      <p:sp>
        <p:nvSpPr>
          <p:cNvPr id="70700" name="TextBox 16">
            <a:extLst>
              <a:ext uri="{FF2B5EF4-FFF2-40B4-BE49-F238E27FC236}">
                <a16:creationId xmlns:a16="http://schemas.microsoft.com/office/drawing/2014/main" id="{61825EF6-9E19-822E-92A9-BB40F0A1CADD}"/>
              </a:ext>
            </a:extLst>
          </p:cNvPr>
          <p:cNvSpPr txBox="1">
            <a:spLocks noChangeArrowheads="1"/>
          </p:cNvSpPr>
          <p:nvPr/>
        </p:nvSpPr>
        <p:spPr bwMode="auto">
          <a:xfrm>
            <a:off x="6337300" y="4224338"/>
            <a:ext cx="120650"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G</a:t>
            </a:r>
          </a:p>
        </p:txBody>
      </p:sp>
      <p:sp>
        <p:nvSpPr>
          <p:cNvPr id="70701" name="TextBox 17">
            <a:extLst>
              <a:ext uri="{FF2B5EF4-FFF2-40B4-BE49-F238E27FC236}">
                <a16:creationId xmlns:a16="http://schemas.microsoft.com/office/drawing/2014/main" id="{3CD84013-4489-ABFA-4C8E-33449BE54A18}"/>
              </a:ext>
            </a:extLst>
          </p:cNvPr>
          <p:cNvSpPr txBox="1">
            <a:spLocks noChangeArrowheads="1"/>
          </p:cNvSpPr>
          <p:nvPr/>
        </p:nvSpPr>
        <p:spPr bwMode="auto">
          <a:xfrm>
            <a:off x="6342063" y="4405313"/>
            <a:ext cx="109537"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A</a:t>
            </a:r>
          </a:p>
        </p:txBody>
      </p:sp>
      <p:sp>
        <p:nvSpPr>
          <p:cNvPr id="70702" name="TextBox 22">
            <a:extLst>
              <a:ext uri="{FF2B5EF4-FFF2-40B4-BE49-F238E27FC236}">
                <a16:creationId xmlns:a16="http://schemas.microsoft.com/office/drawing/2014/main" id="{9C6101AD-94CB-7A26-3069-D74CA4265050}"/>
              </a:ext>
            </a:extLst>
          </p:cNvPr>
          <p:cNvSpPr txBox="1">
            <a:spLocks noChangeArrowheads="1"/>
          </p:cNvSpPr>
          <p:nvPr/>
        </p:nvSpPr>
        <p:spPr bwMode="auto">
          <a:xfrm>
            <a:off x="6335713" y="3503613"/>
            <a:ext cx="111125" cy="179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425"/>
              </a:lnSpc>
              <a:spcBef>
                <a:spcPct val="0"/>
              </a:spcBef>
              <a:buClrTx/>
              <a:buSzTx/>
              <a:buFontTx/>
              <a:buNone/>
            </a:pPr>
            <a:r>
              <a:rPr lang="en-US" altLang="en-US" sz="1200" b="1">
                <a:solidFill>
                  <a:srgbClr val="000000"/>
                </a:solidFill>
                <a:ea typeface="ヒラギノ角ゴ Pro W3"/>
                <a:cs typeface="ヒラギノ角ゴ Pro W3"/>
              </a:rPr>
              <a:t>C</a:t>
            </a:r>
          </a:p>
        </p:txBody>
      </p:sp>
      <p:grpSp>
        <p:nvGrpSpPr>
          <p:cNvPr id="70703" name="Group 1">
            <a:extLst>
              <a:ext uri="{FF2B5EF4-FFF2-40B4-BE49-F238E27FC236}">
                <a16:creationId xmlns:a16="http://schemas.microsoft.com/office/drawing/2014/main" id="{34E6267E-4315-6227-C3FF-020DF670ADB8}"/>
              </a:ext>
            </a:extLst>
          </p:cNvPr>
          <p:cNvGrpSpPr>
            <a:grpSpLocks/>
          </p:cNvGrpSpPr>
          <p:nvPr/>
        </p:nvGrpSpPr>
        <p:grpSpPr bwMode="auto">
          <a:xfrm>
            <a:off x="2820988" y="4914900"/>
            <a:ext cx="246062" cy="246063"/>
            <a:chOff x="2820717" y="4921685"/>
            <a:chExt cx="246888" cy="246888"/>
          </a:xfrm>
        </p:grpSpPr>
        <p:sp>
          <p:nvSpPr>
            <p:cNvPr id="70705" name="Oval 50">
              <a:extLst>
                <a:ext uri="{FF2B5EF4-FFF2-40B4-BE49-F238E27FC236}">
                  <a16:creationId xmlns:a16="http://schemas.microsoft.com/office/drawing/2014/main" id="{CD848101-FBFD-BB78-5099-7FA8DF28EF6D}"/>
                </a:ext>
              </a:extLst>
            </p:cNvPr>
            <p:cNvSpPr>
              <a:spLocks noChangeArrowheads="1"/>
            </p:cNvSpPr>
            <p:nvPr/>
          </p:nvSpPr>
          <p:spPr bwMode="auto">
            <a:xfrm>
              <a:off x="2820717" y="4921685"/>
              <a:ext cx="246888" cy="246888"/>
            </a:xfrm>
            <a:prstGeom prst="ellipse">
              <a:avLst/>
            </a:prstGeom>
            <a:solidFill>
              <a:srgbClr val="0092C8"/>
            </a:solidFill>
            <a:ln>
              <a:noFill/>
            </a:ln>
            <a:extLst>
              <a:ext uri="{91240B29-F687-4F45-9708-019B960494DF}">
                <a14:hiddenLine xmlns:a14="http://schemas.microsoft.com/office/drawing/2010/main" w="12700" algn="ctr">
                  <a:solidFill>
                    <a:srgbClr val="000000"/>
                  </a:solidFill>
                  <a:round/>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endParaRPr lang="en-US" altLang="en-US" sz="2400">
                <a:solidFill>
                  <a:srgbClr val="000000"/>
                </a:solidFill>
                <a:latin typeface="Times" charset="0"/>
                <a:ea typeface="ヒラギノ角ゴ Pro W3"/>
                <a:cs typeface="ヒラギノ角ゴ Pro W3"/>
              </a:endParaRPr>
            </a:p>
          </p:txBody>
        </p:sp>
        <p:sp>
          <p:nvSpPr>
            <p:cNvPr id="70706" name="TextBox 4">
              <a:extLst>
                <a:ext uri="{FF2B5EF4-FFF2-40B4-BE49-F238E27FC236}">
                  <a16:creationId xmlns:a16="http://schemas.microsoft.com/office/drawing/2014/main" id="{C705D888-FE9B-A909-6DAE-4B20F19357C0}"/>
                </a:ext>
              </a:extLst>
            </p:cNvPr>
            <p:cNvSpPr txBox="1">
              <a:spLocks noChangeArrowheads="1"/>
            </p:cNvSpPr>
            <p:nvPr/>
          </p:nvSpPr>
          <p:spPr bwMode="auto">
            <a:xfrm>
              <a:off x="2883247" y="4923301"/>
              <a:ext cx="121828" cy="243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ctr">
                <a:lnSpc>
                  <a:spcPts val="1900"/>
                </a:lnSpc>
                <a:spcBef>
                  <a:spcPct val="0"/>
                </a:spcBef>
                <a:buClrTx/>
                <a:buSzTx/>
                <a:buFontTx/>
                <a:buNone/>
              </a:pPr>
              <a:r>
                <a:rPr lang="en-US" altLang="en-US" sz="1700" b="1">
                  <a:solidFill>
                    <a:srgbClr val="FFFFFF"/>
                  </a:solidFill>
                  <a:ea typeface="ヒラギノ角ゴ Pro W3"/>
                  <a:cs typeface="ヒラギノ角ゴ Pro W3"/>
                </a:rPr>
                <a:t>8</a:t>
              </a:r>
            </a:p>
          </p:txBody>
        </p:sp>
      </p:grpSp>
      <p:sp>
        <p:nvSpPr>
          <p:cNvPr id="70704" name="Footer Placeholder 1">
            <a:extLst>
              <a:ext uri="{FF2B5EF4-FFF2-40B4-BE49-F238E27FC236}">
                <a16:creationId xmlns:a16="http://schemas.microsoft.com/office/drawing/2014/main" id="{20C1F440-777F-643A-F65B-7B1A301CCA7A}"/>
              </a:ext>
            </a:extLst>
          </p:cNvPr>
          <p:cNvSpPr txBox="1">
            <a:spLocks/>
          </p:cNvSpPr>
          <p:nvPr/>
        </p:nvSpPr>
        <p:spPr bwMode="auto">
          <a:xfrm>
            <a:off x="66675" y="6586538"/>
            <a:ext cx="3086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900">
                <a:solidFill>
                  <a:srgbClr val="000000"/>
                </a:solidFill>
                <a:ea typeface="ヒラギノ角ゴ Pro W3"/>
                <a:cs typeface="ヒラギノ角ゴ Pro W3"/>
              </a:rPr>
              <a:t>© 2018 Pearson Education Ltd.</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706" name="Picture 1" descr="D:\Manjubharkavi\Production\October\17-Oct\Chapter 20\Unlabeled\20_03dNextGenSequencing-U.jpg">
            <a:extLst>
              <a:ext uri="{FF2B5EF4-FFF2-40B4-BE49-F238E27FC236}">
                <a16:creationId xmlns:a16="http://schemas.microsoft.com/office/drawing/2014/main" id="{5E65BB1A-7631-E4BA-5FE6-62BAC0F88AF2}"/>
              </a:ext>
            </a:extLst>
          </p:cNvPr>
          <p:cNvPicPr>
            <a:picLocks noChangeAspect="1"/>
          </p:cNvPicPr>
          <p:nvPr/>
        </p:nvPicPr>
        <p:blipFill>
          <a:blip r:embed="rId3" r:link="rId4">
            <a:extLst>
              <a:ext uri="{28A0092B-C50C-407E-A947-70E740481C1C}">
                <a14:useLocalDpi xmlns:a14="http://schemas.microsoft.com/office/drawing/2010/main" val="0"/>
              </a:ext>
            </a:extLst>
          </a:blip>
          <a:srcRect b="3609"/>
          <a:stretch>
            <a:fillRect/>
          </a:stretch>
        </p:blipFill>
        <p:spPr bwMode="auto">
          <a:xfrm>
            <a:off x="298450" y="1392238"/>
            <a:ext cx="8547100" cy="407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7" name="TextBox 2">
            <a:extLst>
              <a:ext uri="{FF2B5EF4-FFF2-40B4-BE49-F238E27FC236}">
                <a16:creationId xmlns:a16="http://schemas.microsoft.com/office/drawing/2014/main" id="{5E0376C2-48E5-9020-8D25-6E12656BED7A}"/>
              </a:ext>
            </a:extLst>
          </p:cNvPr>
          <p:cNvSpPr txBox="1">
            <a:spLocks noChangeArrowheads="1"/>
          </p:cNvSpPr>
          <p:nvPr/>
        </p:nvSpPr>
        <p:spPr bwMode="auto">
          <a:xfrm>
            <a:off x="323850" y="1398588"/>
            <a:ext cx="788988"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C16533"/>
                </a:solidFill>
                <a:ea typeface="ヒラギノ角ゴ Pro W3"/>
                <a:cs typeface="ヒラギノ角ゴ Pro W3"/>
              </a:rPr>
              <a:t>Results</a:t>
            </a:r>
          </a:p>
        </p:txBody>
      </p:sp>
      <p:sp>
        <p:nvSpPr>
          <p:cNvPr id="7" name="TextBox 6">
            <a:extLst>
              <a:ext uri="{FF2B5EF4-FFF2-40B4-BE49-F238E27FC236}">
                <a16:creationId xmlns:a16="http://schemas.microsoft.com/office/drawing/2014/main" id="{136A4E77-7969-051E-A06C-4A04D581AFEC}"/>
              </a:ext>
            </a:extLst>
          </p:cNvPr>
          <p:cNvSpPr txBox="1"/>
          <p:nvPr/>
        </p:nvSpPr>
        <p:spPr>
          <a:xfrm>
            <a:off x="421014" y="1878012"/>
            <a:ext cx="243656" cy="3215624"/>
          </a:xfrm>
          <a:prstGeom prst="rect">
            <a:avLst/>
          </a:prstGeom>
          <a:noFill/>
        </p:spPr>
        <p:txBody>
          <a:bodyPr vert="vert270" wrap="none" lIns="0" tIns="0" rIns="0" bIns="0">
            <a:spAutoFit/>
          </a:bodyPr>
          <a:lstStyle/>
          <a:p>
            <a:pPr fontAlgn="auto">
              <a:lnSpc>
                <a:spcPts val="1940"/>
              </a:lnSpc>
              <a:spcBef>
                <a:spcPts val="0"/>
              </a:spcBef>
              <a:spcAft>
                <a:spcPts val="0"/>
              </a:spcAft>
              <a:defRPr/>
            </a:pPr>
            <a:r>
              <a:rPr lang="en-US" sz="1700" b="1" dirty="0">
                <a:solidFill>
                  <a:srgbClr val="000000"/>
                </a:solidFill>
                <a:latin typeface="Arial"/>
                <a:ea typeface="ヒラギノ角ゴ Pro W3" charset="-128"/>
              </a:rPr>
              <a:t>No. of nucleotides in sequence</a:t>
            </a:r>
          </a:p>
        </p:txBody>
      </p:sp>
      <p:sp>
        <p:nvSpPr>
          <p:cNvPr id="72709" name="TextBox 4">
            <a:extLst>
              <a:ext uri="{FF2B5EF4-FFF2-40B4-BE49-F238E27FC236}">
                <a16:creationId xmlns:a16="http://schemas.microsoft.com/office/drawing/2014/main" id="{1819D4DF-1B75-A797-738F-CABBB4DDBF46}"/>
              </a:ext>
            </a:extLst>
          </p:cNvPr>
          <p:cNvSpPr txBox="1">
            <a:spLocks noChangeArrowheads="1"/>
          </p:cNvSpPr>
          <p:nvPr/>
        </p:nvSpPr>
        <p:spPr bwMode="auto">
          <a:xfrm>
            <a:off x="812800" y="2151063"/>
            <a:ext cx="122238"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4</a:t>
            </a:r>
          </a:p>
        </p:txBody>
      </p:sp>
      <p:sp>
        <p:nvSpPr>
          <p:cNvPr id="72710" name="TextBox 5">
            <a:extLst>
              <a:ext uri="{FF2B5EF4-FFF2-40B4-BE49-F238E27FC236}">
                <a16:creationId xmlns:a16="http://schemas.microsoft.com/office/drawing/2014/main" id="{C1646FF1-8718-D686-9A98-47726EF8D35F}"/>
              </a:ext>
            </a:extLst>
          </p:cNvPr>
          <p:cNvSpPr txBox="1">
            <a:spLocks noChangeArrowheads="1"/>
          </p:cNvSpPr>
          <p:nvPr/>
        </p:nvSpPr>
        <p:spPr bwMode="auto">
          <a:xfrm>
            <a:off x="812800" y="2871788"/>
            <a:ext cx="122238"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3</a:t>
            </a:r>
          </a:p>
        </p:txBody>
      </p:sp>
      <p:sp>
        <p:nvSpPr>
          <p:cNvPr id="72711" name="TextBox 6">
            <a:extLst>
              <a:ext uri="{FF2B5EF4-FFF2-40B4-BE49-F238E27FC236}">
                <a16:creationId xmlns:a16="http://schemas.microsoft.com/office/drawing/2014/main" id="{0E07E975-A37B-0695-94F0-C5A57E9BF2CD}"/>
              </a:ext>
            </a:extLst>
          </p:cNvPr>
          <p:cNvSpPr txBox="1">
            <a:spLocks noChangeArrowheads="1"/>
          </p:cNvSpPr>
          <p:nvPr/>
        </p:nvSpPr>
        <p:spPr bwMode="auto">
          <a:xfrm>
            <a:off x="812800" y="3602038"/>
            <a:ext cx="122238"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2</a:t>
            </a:r>
          </a:p>
        </p:txBody>
      </p:sp>
      <p:sp>
        <p:nvSpPr>
          <p:cNvPr id="72712" name="TextBox 7">
            <a:extLst>
              <a:ext uri="{FF2B5EF4-FFF2-40B4-BE49-F238E27FC236}">
                <a16:creationId xmlns:a16="http://schemas.microsoft.com/office/drawing/2014/main" id="{20A1858A-07C2-EDA9-5A49-C6226511D140}"/>
              </a:ext>
            </a:extLst>
          </p:cNvPr>
          <p:cNvSpPr txBox="1">
            <a:spLocks noChangeArrowheads="1"/>
          </p:cNvSpPr>
          <p:nvPr/>
        </p:nvSpPr>
        <p:spPr bwMode="auto">
          <a:xfrm>
            <a:off x="812800" y="4332288"/>
            <a:ext cx="122238"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1</a:t>
            </a:r>
          </a:p>
        </p:txBody>
      </p:sp>
      <p:sp>
        <p:nvSpPr>
          <p:cNvPr id="72713" name="TextBox 8">
            <a:extLst>
              <a:ext uri="{FF2B5EF4-FFF2-40B4-BE49-F238E27FC236}">
                <a16:creationId xmlns:a16="http://schemas.microsoft.com/office/drawing/2014/main" id="{031830F8-18C4-5176-FFFE-2E4D31B383F0}"/>
              </a:ext>
            </a:extLst>
          </p:cNvPr>
          <p:cNvSpPr txBox="1">
            <a:spLocks noChangeArrowheads="1"/>
          </p:cNvSpPr>
          <p:nvPr/>
        </p:nvSpPr>
        <p:spPr bwMode="auto">
          <a:xfrm>
            <a:off x="2117725" y="2017713"/>
            <a:ext cx="157163"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A</a:t>
            </a:r>
          </a:p>
        </p:txBody>
      </p:sp>
      <p:sp>
        <p:nvSpPr>
          <p:cNvPr id="72714" name="TextBox 9">
            <a:extLst>
              <a:ext uri="{FF2B5EF4-FFF2-40B4-BE49-F238E27FC236}">
                <a16:creationId xmlns:a16="http://schemas.microsoft.com/office/drawing/2014/main" id="{10B9D55A-773C-C5F6-F3E1-1739CBFD1EF6}"/>
              </a:ext>
            </a:extLst>
          </p:cNvPr>
          <p:cNvSpPr txBox="1">
            <a:spLocks noChangeArrowheads="1"/>
          </p:cNvSpPr>
          <p:nvPr/>
        </p:nvSpPr>
        <p:spPr bwMode="auto">
          <a:xfrm>
            <a:off x="2130425" y="2357438"/>
            <a:ext cx="133350"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T</a:t>
            </a:r>
          </a:p>
        </p:txBody>
      </p:sp>
      <p:sp>
        <p:nvSpPr>
          <p:cNvPr id="72715" name="TextBox 10">
            <a:extLst>
              <a:ext uri="{FF2B5EF4-FFF2-40B4-BE49-F238E27FC236}">
                <a16:creationId xmlns:a16="http://schemas.microsoft.com/office/drawing/2014/main" id="{21A9C7BD-5F24-5CA1-B2BB-13F4FF9757DF}"/>
              </a:ext>
            </a:extLst>
          </p:cNvPr>
          <p:cNvSpPr txBox="1">
            <a:spLocks noChangeArrowheads="1"/>
          </p:cNvSpPr>
          <p:nvPr/>
        </p:nvSpPr>
        <p:spPr bwMode="auto">
          <a:xfrm>
            <a:off x="2112963" y="2695575"/>
            <a:ext cx="169862"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G</a:t>
            </a:r>
          </a:p>
        </p:txBody>
      </p:sp>
      <p:sp>
        <p:nvSpPr>
          <p:cNvPr id="72716" name="TextBox 11">
            <a:extLst>
              <a:ext uri="{FF2B5EF4-FFF2-40B4-BE49-F238E27FC236}">
                <a16:creationId xmlns:a16="http://schemas.microsoft.com/office/drawing/2014/main" id="{C29734B2-3CE1-0D31-561B-9C0D7415A589}"/>
              </a:ext>
            </a:extLst>
          </p:cNvPr>
          <p:cNvSpPr txBox="1">
            <a:spLocks noChangeArrowheads="1"/>
          </p:cNvSpPr>
          <p:nvPr/>
        </p:nvSpPr>
        <p:spPr bwMode="auto">
          <a:xfrm>
            <a:off x="2117725" y="3035300"/>
            <a:ext cx="157163" cy="242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000000"/>
                </a:solidFill>
                <a:ea typeface="ヒラギノ角ゴ Pro W3"/>
                <a:cs typeface="ヒラギノ角ゴ Pro W3"/>
              </a:rPr>
              <a:t>C</a:t>
            </a:r>
          </a:p>
        </p:txBody>
      </p:sp>
      <p:sp>
        <p:nvSpPr>
          <p:cNvPr id="72717" name="TextBox 12">
            <a:extLst>
              <a:ext uri="{FF2B5EF4-FFF2-40B4-BE49-F238E27FC236}">
                <a16:creationId xmlns:a16="http://schemas.microsoft.com/office/drawing/2014/main" id="{836F5FB0-C936-CF6B-9CCF-7AC381362384}"/>
              </a:ext>
            </a:extLst>
          </p:cNvPr>
          <p:cNvSpPr txBox="1">
            <a:spLocks noChangeArrowheads="1"/>
          </p:cNvSpPr>
          <p:nvPr/>
        </p:nvSpPr>
        <p:spPr bwMode="auto">
          <a:xfrm>
            <a:off x="6778625" y="2871788"/>
            <a:ext cx="1366838" cy="242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nSpc>
                <a:spcPts val="1938"/>
              </a:lnSpc>
              <a:spcBef>
                <a:spcPct val="0"/>
              </a:spcBef>
              <a:buClrTx/>
              <a:buSzTx/>
              <a:buFontTx/>
              <a:buNone/>
            </a:pPr>
            <a:r>
              <a:rPr lang="en-US" altLang="en-US" sz="1700" b="1">
                <a:solidFill>
                  <a:srgbClr val="9BD3AE"/>
                </a:solidFill>
                <a:ea typeface="ヒラギノ角ゴ Pro W3"/>
                <a:cs typeface="ヒラギノ角ゴ Pro W3"/>
              </a:rPr>
              <a:t>TT</a:t>
            </a:r>
            <a:r>
              <a:rPr lang="en-US" altLang="en-US" sz="1700" b="1">
                <a:solidFill>
                  <a:srgbClr val="FABE6E"/>
                </a:solidFill>
                <a:ea typeface="ヒラギノ角ゴ Pro W3"/>
                <a:cs typeface="ヒラギノ角ゴ Pro W3"/>
              </a:rPr>
              <a:t>C</a:t>
            </a:r>
            <a:r>
              <a:rPr lang="en-US" altLang="en-US" sz="1700" b="1">
                <a:solidFill>
                  <a:srgbClr val="9BD3AE"/>
                </a:solidFill>
                <a:ea typeface="ヒラギノ角ゴ Pro W3"/>
                <a:cs typeface="ヒラギノ角ゴ Pro W3"/>
              </a:rPr>
              <a:t>T</a:t>
            </a:r>
            <a:r>
              <a:rPr lang="en-US" altLang="en-US" sz="1700" b="1">
                <a:solidFill>
                  <a:srgbClr val="F46F1F"/>
                </a:solidFill>
                <a:ea typeface="ヒラギノ角ゴ Pro W3"/>
                <a:cs typeface="ヒラギノ角ゴ Pro W3"/>
              </a:rPr>
              <a:t>G</a:t>
            </a:r>
            <a:r>
              <a:rPr lang="en-US" altLang="en-US" sz="1700" b="1">
                <a:solidFill>
                  <a:srgbClr val="FABE6E"/>
                </a:solidFill>
                <a:ea typeface="ヒラギノ角ゴ Pro W3"/>
                <a:cs typeface="ヒラギノ角ゴ Pro W3"/>
              </a:rPr>
              <a:t>C</a:t>
            </a:r>
            <a:r>
              <a:rPr lang="en-US" altLang="en-US" sz="1700" b="1">
                <a:solidFill>
                  <a:srgbClr val="F46F1F"/>
                </a:solidFill>
                <a:ea typeface="ヒラギノ角ゴ Pro W3"/>
                <a:cs typeface="ヒラギノ角ゴ Pro W3"/>
              </a:rPr>
              <a:t>G</a:t>
            </a:r>
            <a:r>
              <a:rPr lang="en-US" altLang="en-US" sz="1700" b="1">
                <a:solidFill>
                  <a:srgbClr val="00A050"/>
                </a:solidFill>
                <a:ea typeface="ヒラギノ角ゴ Pro W3"/>
                <a:cs typeface="ヒラギノ角ゴ Pro W3"/>
              </a:rPr>
              <a:t>AA</a:t>
            </a:r>
          </a:p>
        </p:txBody>
      </p:sp>
      <p:sp>
        <p:nvSpPr>
          <p:cNvPr id="17" name="Freeform 16">
            <a:extLst>
              <a:ext uri="{FF2B5EF4-FFF2-40B4-BE49-F238E27FC236}">
                <a16:creationId xmlns:a16="http://schemas.microsoft.com/office/drawing/2014/main" id="{26CBF42C-779C-D50F-D547-5C477E53ECA1}"/>
              </a:ext>
            </a:extLst>
          </p:cNvPr>
          <p:cNvSpPr/>
          <p:nvPr/>
        </p:nvSpPr>
        <p:spPr>
          <a:xfrm>
            <a:off x="6800850" y="3100388"/>
            <a:ext cx="307975" cy="588962"/>
          </a:xfrm>
          <a:custGeom>
            <a:avLst/>
            <a:gdLst>
              <a:gd name="connsiteX0" fmla="*/ 6350 w 307056"/>
              <a:gd name="connsiteY0" fmla="*/ 6350 h 588194"/>
              <a:gd name="connsiteX1" fmla="*/ 300706 w 307056"/>
              <a:gd name="connsiteY1" fmla="*/ 581844 h 588194"/>
            </a:gdLst>
            <a:ahLst/>
            <a:cxnLst>
              <a:cxn ang="0">
                <a:pos x="connsiteX0" y="connsiteY0"/>
              </a:cxn>
              <a:cxn ang="1">
                <a:pos x="connsiteX1" y="connsiteY1"/>
              </a:cxn>
            </a:cxnLst>
            <a:rect l="l" t="t" r="r" b="b"/>
            <a:pathLst>
              <a:path w="307056" h="588194">
                <a:moveTo>
                  <a:pt x="6350" y="6350"/>
                </a:moveTo>
                <a:lnTo>
                  <a:pt x="300706" y="581844"/>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18" name="Freeform 3">
            <a:extLst>
              <a:ext uri="{FF2B5EF4-FFF2-40B4-BE49-F238E27FC236}">
                <a16:creationId xmlns:a16="http://schemas.microsoft.com/office/drawing/2014/main" id="{196FC0EB-D058-4888-AD47-30E05B9BA305}"/>
              </a:ext>
            </a:extLst>
          </p:cNvPr>
          <p:cNvSpPr/>
          <p:nvPr/>
        </p:nvSpPr>
        <p:spPr>
          <a:xfrm>
            <a:off x="7913688" y="3084513"/>
            <a:ext cx="265112" cy="488950"/>
          </a:xfrm>
          <a:custGeom>
            <a:avLst/>
            <a:gdLst>
              <a:gd name="connsiteX0" fmla="*/ 6350 w 264731"/>
              <a:gd name="connsiteY0" fmla="*/ 482353 h 488703"/>
              <a:gd name="connsiteX1" fmla="*/ 258381 w 264731"/>
              <a:gd name="connsiteY1" fmla="*/ 6350 h 488703"/>
            </a:gdLst>
            <a:ahLst/>
            <a:cxnLst>
              <a:cxn ang="0">
                <a:pos x="connsiteX0" y="connsiteY0"/>
              </a:cxn>
              <a:cxn ang="1">
                <a:pos x="connsiteX1" y="connsiteY1"/>
              </a:cxn>
            </a:cxnLst>
            <a:rect l="l" t="t" r="r" b="b"/>
            <a:pathLst>
              <a:path w="264731" h="488703">
                <a:moveTo>
                  <a:pt x="6350" y="482353"/>
                </a:moveTo>
                <a:lnTo>
                  <a:pt x="258381" y="6350"/>
                </a:lnTo>
              </a:path>
            </a:pathLst>
          </a:custGeom>
          <a:ln w="12700">
            <a:solidFill>
              <a:schemeClr val="tx1"/>
            </a:solidFill>
          </a:ln>
        </p:spPr>
        <p:style>
          <a:lnRef idx="1">
            <a:schemeClr val="dk1"/>
          </a:lnRef>
          <a:fillRef idx="0">
            <a:schemeClr val="dk1"/>
          </a:fillRef>
          <a:effectRef idx="0">
            <a:schemeClr val="dk1"/>
          </a:effectRef>
          <a:fontRef idx="minor">
            <a:schemeClr val="tx1"/>
          </a:fontRef>
        </p:style>
        <p:txBody>
          <a:bodyPr anchor="ctr"/>
          <a:lstStyle/>
          <a:p>
            <a:pPr algn="ctr">
              <a:defRPr/>
            </a:pPr>
            <a:endParaRPr lang="zh-CN" altLang="en-US" sz="2400" b="1">
              <a:solidFill>
                <a:srgbClr val="000000"/>
              </a:solidFill>
            </a:endParaRPr>
          </a:p>
        </p:txBody>
      </p:sp>
      <p:sp>
        <p:nvSpPr>
          <p:cNvPr id="72720" name="Footer Placeholder 1">
            <a:extLst>
              <a:ext uri="{FF2B5EF4-FFF2-40B4-BE49-F238E27FC236}">
                <a16:creationId xmlns:a16="http://schemas.microsoft.com/office/drawing/2014/main" id="{86D37BC5-548B-09E1-EDD1-2106D7720A66}"/>
              </a:ext>
            </a:extLst>
          </p:cNvPr>
          <p:cNvSpPr txBox="1">
            <a:spLocks/>
          </p:cNvSpPr>
          <p:nvPr/>
        </p:nvSpPr>
        <p:spPr bwMode="auto">
          <a:xfrm>
            <a:off x="66675" y="6586538"/>
            <a:ext cx="3086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900">
                <a:solidFill>
                  <a:srgbClr val="000000"/>
                </a:solidFill>
                <a:ea typeface="ヒラギノ角ゴ Pro W3"/>
                <a:cs typeface="ヒラギノ角ゴ Pro W3"/>
              </a:rPr>
              <a:t>© 2018 Pearson Education Ltd.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3">
            <a:extLst>
              <a:ext uri="{FF2B5EF4-FFF2-40B4-BE49-F238E27FC236}">
                <a16:creationId xmlns:a16="http://schemas.microsoft.com/office/drawing/2014/main" id="{36389D50-16A9-A6B3-A0BC-D0F9AD4B0A58}"/>
              </a:ext>
            </a:extLst>
          </p:cNvPr>
          <p:cNvSpPr>
            <a:spLocks noGrp="1" noChangeArrowheads="1"/>
          </p:cNvSpPr>
          <p:nvPr>
            <p:ph idx="1"/>
          </p:nvPr>
        </p:nvSpPr>
        <p:spPr>
          <a:xfrm>
            <a:off x="466725" y="1484313"/>
            <a:ext cx="8210550" cy="4419600"/>
          </a:xfrm>
        </p:spPr>
        <p:txBody>
          <a:bodyPr/>
          <a:lstStyle/>
          <a:p>
            <a:pPr marL="346075" indent="-346075"/>
            <a:r>
              <a:rPr lang="en-US" altLang="en-US" sz="2800"/>
              <a:t>In “</a:t>
            </a:r>
            <a:r>
              <a:rPr lang="en-US" altLang="en-US" sz="2800" b="1"/>
              <a:t>third-generation sequencing</a:t>
            </a:r>
            <a:r>
              <a:rPr lang="en-US" altLang="en-US" sz="2800"/>
              <a:t>,” the techniques used are even faster and less expensive</a:t>
            </a:r>
          </a:p>
          <a:p>
            <a:pPr marL="346075" indent="-346075"/>
            <a:r>
              <a:rPr lang="en-US" altLang="en-US" sz="2800"/>
              <a:t>In some methods, a single long DNA molecule is sequenced as it moves through a very small pore (nanopore)</a:t>
            </a:r>
          </a:p>
          <a:p>
            <a:pPr marL="346075" indent="-346075"/>
            <a:r>
              <a:rPr lang="en-US" altLang="en-US" sz="2800" b="1">
                <a:solidFill>
                  <a:srgbClr val="FF0000"/>
                </a:solidFill>
              </a:rPr>
              <a:t>In one such approach, each base is identified by the way it interrupts an electric current as it passes through the pore.</a:t>
            </a:r>
          </a:p>
        </p:txBody>
      </p:sp>
      <p:sp>
        <p:nvSpPr>
          <p:cNvPr id="74755" name="Text Box 4">
            <a:extLst>
              <a:ext uri="{FF2B5EF4-FFF2-40B4-BE49-F238E27FC236}">
                <a16:creationId xmlns:a16="http://schemas.microsoft.com/office/drawing/2014/main" id="{71045132-0F77-808B-AC96-6351FD491F5B}"/>
              </a:ext>
            </a:extLst>
          </p:cNvPr>
          <p:cNvSpPr txBox="1">
            <a:spLocks noChangeArrowheads="1"/>
          </p:cNvSpPr>
          <p:nvPr/>
        </p:nvSpPr>
        <p:spPr bwMode="auto">
          <a:xfrm>
            <a:off x="6362700" y="5183188"/>
            <a:ext cx="1628775"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lgn="r">
              <a:spcBef>
                <a:spcPct val="0"/>
              </a:spcBef>
              <a:buClrTx/>
              <a:buSzTx/>
              <a:buFontTx/>
              <a:buNone/>
            </a:pPr>
            <a:endParaRPr lang="en-US" altLang="en-US" sz="1800">
              <a:solidFill>
                <a:srgbClr val="000000"/>
              </a:solidFill>
              <a:ea typeface="Geneva" panose="020B0503030404040204" pitchFamily="34" charset="0"/>
              <a:cs typeface="Geneva" panose="020B0503030404040204" pitchFamily="34" charset="0"/>
            </a:endParaRPr>
          </a:p>
        </p:txBody>
      </p:sp>
      <p:sp>
        <p:nvSpPr>
          <p:cNvPr id="74756" name="Footer Placeholder 1">
            <a:extLst>
              <a:ext uri="{FF2B5EF4-FFF2-40B4-BE49-F238E27FC236}">
                <a16:creationId xmlns:a16="http://schemas.microsoft.com/office/drawing/2014/main" id="{651D7E7B-F81D-6744-6AF6-78D841986F7A}"/>
              </a:ext>
            </a:extLst>
          </p:cNvPr>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900">
                <a:solidFill>
                  <a:srgbClr val="000000"/>
                </a:solidFill>
                <a:latin typeface="Arial Rounded MT Bold" panose="020F0704030504030204" pitchFamily="34" charset="77"/>
              </a:rPr>
              <a:t>© 2018 Pearson Education Ltd.</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2" name="Picture 2">
            <a:extLst>
              <a:ext uri="{FF2B5EF4-FFF2-40B4-BE49-F238E27FC236}">
                <a16:creationId xmlns:a16="http://schemas.microsoft.com/office/drawing/2014/main" id="{914F3396-AAEE-678B-57D3-BB71B0CE2AD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55650" y="1674813"/>
            <a:ext cx="7713663" cy="416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3" name="Footer Placeholder 1">
            <a:extLst>
              <a:ext uri="{FF2B5EF4-FFF2-40B4-BE49-F238E27FC236}">
                <a16:creationId xmlns:a16="http://schemas.microsoft.com/office/drawing/2014/main" id="{2092DE56-74DE-D8D8-D1D2-56BA53761ABA}"/>
              </a:ext>
            </a:extLst>
          </p:cNvPr>
          <p:cNvSpPr txBox="1">
            <a:spLocks/>
          </p:cNvSpPr>
          <p:nvPr/>
        </p:nvSpPr>
        <p:spPr bwMode="auto">
          <a:xfrm>
            <a:off x="66675" y="6586538"/>
            <a:ext cx="3086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a:spcBef>
                <a:spcPct val="0"/>
              </a:spcBef>
              <a:buClrTx/>
              <a:buSzTx/>
              <a:buFontTx/>
              <a:buNone/>
            </a:pPr>
            <a:r>
              <a:rPr lang="en-US" altLang="en-US" sz="900">
                <a:solidFill>
                  <a:srgbClr val="000000"/>
                </a:solidFill>
                <a:ea typeface="ヒラギノ角ゴ Pro W3"/>
                <a:cs typeface="ヒラギノ角ゴ Pro W3"/>
              </a:rPr>
              <a:t>© 2018 Pearson Education Ltd.</a:t>
            </a:r>
          </a:p>
        </p:txBody>
      </p:sp>
      <p:sp>
        <p:nvSpPr>
          <p:cNvPr id="76804" name="Title 1">
            <a:extLst>
              <a:ext uri="{FF2B5EF4-FFF2-40B4-BE49-F238E27FC236}">
                <a16:creationId xmlns:a16="http://schemas.microsoft.com/office/drawing/2014/main" id="{EE721FDC-4FB0-053C-7C92-51824F04D377}"/>
              </a:ext>
            </a:extLst>
          </p:cNvPr>
          <p:cNvSpPr>
            <a:spLocks noGrp="1"/>
          </p:cNvSpPr>
          <p:nvPr>
            <p:ph type="title"/>
          </p:nvPr>
        </p:nvSpPr>
        <p:spPr>
          <a:xfrm>
            <a:off x="273050" y="115888"/>
            <a:ext cx="8015288" cy="1203325"/>
          </a:xfrm>
        </p:spPr>
        <p:txBody>
          <a:bodyPr/>
          <a:lstStyle/>
          <a:p>
            <a:r>
              <a:rPr lang="en-US" altLang="en-US" sz="3200" b="1">
                <a:solidFill>
                  <a:schemeClr val="bg1"/>
                </a:solidFill>
                <a:ea typeface="ヒラギノ角ゴ Pro W3"/>
                <a:cs typeface="ヒラギノ角ゴ Pro W3"/>
              </a:rPr>
              <a:t>Next-generation DNA sequencing machines</a:t>
            </a:r>
            <a:endParaRPr lang="en-US" altLang="en-US" sz="3200">
              <a:solidFill>
                <a:schemeClr val="bg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E52DEFA9-21CD-1EF8-A427-78747345D2F4}"/>
              </a:ext>
            </a:extLst>
          </p:cNvPr>
          <p:cNvSpPr>
            <a:spLocks noGrp="1" noChangeArrowheads="1"/>
          </p:cNvSpPr>
          <p:nvPr>
            <p:ph type="title"/>
          </p:nvPr>
        </p:nvSpPr>
        <p:spPr/>
        <p:txBody>
          <a:bodyPr/>
          <a:lstStyle/>
          <a:p>
            <a:pPr eaLnBrk="1" hangingPunct="1"/>
            <a:r>
              <a:rPr lang="en-US" altLang="zh-CN" sz="3200">
                <a:latin typeface="Cooper Black" panose="0208090404030B020404" pitchFamily="18" charset="77"/>
              </a:rPr>
              <a:t>Strategy for construction and sequencing of whole genome libraries</a:t>
            </a:r>
          </a:p>
        </p:txBody>
      </p:sp>
      <p:pic>
        <p:nvPicPr>
          <p:cNvPr id="78851" name="Picture 3" descr="fg20-16">
            <a:extLst>
              <a:ext uri="{FF2B5EF4-FFF2-40B4-BE49-F238E27FC236}">
                <a16:creationId xmlns:a16="http://schemas.microsoft.com/office/drawing/2014/main" id="{964B3824-13AC-EB4C-DAF8-F9ADCC45C40A}"/>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r="-882" b="18112"/>
          <a:stretch>
            <a:fillRect/>
          </a:stretch>
        </p:blipFill>
        <p:spPr>
          <a:xfrm>
            <a:off x="538163" y="1935163"/>
            <a:ext cx="7994650" cy="3581400"/>
          </a:xfrm>
          <a:noFill/>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4D895BA1-9E47-81E1-1794-FD35C1E7818B}"/>
              </a:ext>
            </a:extLst>
          </p:cNvPr>
          <p:cNvSpPr>
            <a:spLocks noGrp="1" noChangeArrowheads="1"/>
          </p:cNvSpPr>
          <p:nvPr>
            <p:ph type="title"/>
          </p:nvPr>
        </p:nvSpPr>
        <p:spPr/>
        <p:txBody>
          <a:bodyPr/>
          <a:lstStyle/>
          <a:p>
            <a:pPr eaLnBrk="1" hangingPunct="1"/>
            <a:r>
              <a:rPr lang="en-US" altLang="zh-CN" sz="2800">
                <a:latin typeface="Cooper Black" panose="0208090404030B020404" pitchFamily="18" charset="77"/>
              </a:rPr>
              <a:t>The shotgun strategy permits a partial assembly of large genome sequence</a:t>
            </a:r>
          </a:p>
        </p:txBody>
      </p:sp>
      <p:sp>
        <p:nvSpPr>
          <p:cNvPr id="79875" name="Rectangle 3">
            <a:extLst>
              <a:ext uri="{FF2B5EF4-FFF2-40B4-BE49-F238E27FC236}">
                <a16:creationId xmlns:a16="http://schemas.microsoft.com/office/drawing/2014/main" id="{E4B73168-F4F8-EB6E-7027-E8AFBFFECE82}"/>
              </a:ext>
            </a:extLst>
          </p:cNvPr>
          <p:cNvSpPr>
            <a:spLocks noGrp="1" noChangeArrowheads="1"/>
          </p:cNvSpPr>
          <p:nvPr>
            <p:ph type="body" idx="1"/>
          </p:nvPr>
        </p:nvSpPr>
        <p:spPr/>
        <p:txBody>
          <a:bodyPr/>
          <a:lstStyle/>
          <a:p>
            <a:pPr eaLnBrk="1" hangingPunct="1">
              <a:lnSpc>
                <a:spcPct val="80000"/>
              </a:lnSpc>
            </a:pPr>
            <a:r>
              <a:rPr lang="en-US" altLang="zh-CN" sz="2000" b="1">
                <a:latin typeface="Lucida Sans" panose="020B0602030504020204" pitchFamily="34" charset="77"/>
              </a:rPr>
              <a:t>Human Genome Project (HGP):</a:t>
            </a:r>
          </a:p>
          <a:p>
            <a:pPr eaLnBrk="1" hangingPunct="1">
              <a:lnSpc>
                <a:spcPct val="80000"/>
              </a:lnSpc>
              <a:buFont typeface="Wingdings" pitchFamily="2" charset="2"/>
              <a:buNone/>
            </a:pPr>
            <a:r>
              <a:rPr lang="en-US" altLang="zh-CN" sz="2000">
                <a:latin typeface="Lucida Sans" panose="020B0602030504020204" pitchFamily="34" charset="77"/>
              </a:rPr>
              <a:t>ⅰ.DNA was prepared from each of the  23 chromosomes that constitute the human genome, and then reduced into pools or libriaries of small fragments using small-gauge pressurized needles. (typically, two or three libraries are constructed for fragments of differing sizes)</a:t>
            </a:r>
          </a:p>
          <a:p>
            <a:pPr eaLnBrk="1" hangingPunct="1">
              <a:lnSpc>
                <a:spcPct val="80000"/>
              </a:lnSpc>
              <a:buFont typeface="Wingdings" pitchFamily="2" charset="2"/>
              <a:buNone/>
            </a:pPr>
            <a:r>
              <a:rPr lang="en-US" altLang="zh-CN" sz="2000">
                <a:latin typeface="Lucida Sans" panose="020B0602030504020204" pitchFamily="34" charset="77"/>
              </a:rPr>
              <a:t>ⅱ.These fragments were </a:t>
            </a:r>
            <a:r>
              <a:rPr lang="en-US" altLang="zh-CN" sz="2000" b="1">
                <a:solidFill>
                  <a:srgbClr val="FF0000"/>
                </a:solidFill>
                <a:latin typeface="Lucida Sans" panose="020B0602030504020204" pitchFamily="34" charset="77"/>
              </a:rPr>
              <a:t>randomly</a:t>
            </a:r>
            <a:r>
              <a:rPr lang="en-US" altLang="zh-CN" sz="2000">
                <a:latin typeface="Lucida Sans" panose="020B0602030504020204" pitchFamily="34" charset="77"/>
              </a:rPr>
              <a:t> cloned into bacterial plasmids </a:t>
            </a:r>
          </a:p>
          <a:p>
            <a:pPr eaLnBrk="1" hangingPunct="1">
              <a:lnSpc>
                <a:spcPct val="80000"/>
              </a:lnSpc>
              <a:buFont typeface="Wingdings" pitchFamily="2" charset="2"/>
              <a:buNone/>
            </a:pPr>
            <a:r>
              <a:rPr lang="en-US" altLang="zh-CN" sz="2000">
                <a:latin typeface="Lucida Sans" panose="020B0602030504020204" pitchFamily="34" charset="77"/>
              </a:rPr>
              <a:t>ⅲ.Recombinant DNA was isolated from bacterial plasmids and then quickly sequenced using Sequenator (with an average of 600 bp of DNA sequence per fragment, an average of two million random DNA fragments are processed, that is one billion bp of sequence data)</a:t>
            </a:r>
          </a:p>
          <a:p>
            <a:pPr eaLnBrk="1" hangingPunct="1">
              <a:lnSpc>
                <a:spcPct val="80000"/>
              </a:lnSpc>
              <a:buFont typeface="Wingdings" pitchFamily="2" charset="2"/>
              <a:buNone/>
            </a:pPr>
            <a:r>
              <a:rPr lang="en-US" altLang="zh-CN" sz="2000">
                <a:latin typeface="Lucida Sans" panose="020B0602030504020204" pitchFamily="34" charset="77"/>
              </a:rPr>
              <a:t>ⅳ.Sophisticated computer programs assemble the shotgun sequences into large contiguous sequences called </a:t>
            </a:r>
            <a:r>
              <a:rPr lang="en-US" altLang="zh-CN" sz="2000" b="1">
                <a:solidFill>
                  <a:srgbClr val="FF0000"/>
                </a:solidFill>
                <a:latin typeface="Lucida Sans" panose="020B0602030504020204" pitchFamily="34" charset="77"/>
              </a:rPr>
              <a:t>contigs</a:t>
            </a:r>
            <a:r>
              <a:rPr lang="en-US" altLang="zh-CN" sz="2000">
                <a:latin typeface="Lucida Sans" panose="020B0602030504020204" pitchFamily="34" charset="77"/>
              </a:rPr>
              <a:t> </a:t>
            </a:r>
          </a:p>
          <a:p>
            <a:pPr eaLnBrk="1" hangingPunct="1">
              <a:lnSpc>
                <a:spcPct val="80000"/>
              </a:lnSpc>
              <a:buFont typeface="Wingdings" pitchFamily="2" charset="2"/>
              <a:buNone/>
            </a:pPr>
            <a:endParaRPr lang="en-US" altLang="zh-CN" sz="2000">
              <a:latin typeface="Lucida Sans" panose="020B0602030504020204" pitchFamily="34" charset="77"/>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a:extLst>
              <a:ext uri="{FF2B5EF4-FFF2-40B4-BE49-F238E27FC236}">
                <a16:creationId xmlns:a16="http://schemas.microsoft.com/office/drawing/2014/main" id="{06C67108-C345-156C-FA9A-94031801012B}"/>
              </a:ext>
            </a:extLst>
          </p:cNvPr>
          <p:cNvSpPr>
            <a:spLocks noGrp="1" noChangeArrowheads="1"/>
          </p:cNvSpPr>
          <p:nvPr>
            <p:ph type="title"/>
          </p:nvPr>
        </p:nvSpPr>
        <p:spPr/>
        <p:txBody>
          <a:bodyPr/>
          <a:lstStyle/>
          <a:p>
            <a:pPr eaLnBrk="1" hangingPunct="1"/>
            <a:r>
              <a:rPr lang="en-US" altLang="zh-CN" sz="3200">
                <a:latin typeface="Cooper Black" panose="0208090404030B020404" pitchFamily="18" charset="77"/>
              </a:rPr>
              <a:t>The paired-end strategy permits the assembly of large genome scaffolds</a:t>
            </a:r>
          </a:p>
        </p:txBody>
      </p:sp>
      <p:sp>
        <p:nvSpPr>
          <p:cNvPr id="80899" name="Rectangle 3">
            <a:extLst>
              <a:ext uri="{FF2B5EF4-FFF2-40B4-BE49-F238E27FC236}">
                <a16:creationId xmlns:a16="http://schemas.microsoft.com/office/drawing/2014/main" id="{16DD9DB9-5CA8-F636-6E5B-5EFA4C37A11F}"/>
              </a:ext>
            </a:extLst>
          </p:cNvPr>
          <p:cNvSpPr>
            <a:spLocks noGrp="1" noChangeArrowheads="1"/>
          </p:cNvSpPr>
          <p:nvPr>
            <p:ph type="body" sz="half" idx="1"/>
          </p:nvPr>
        </p:nvSpPr>
        <p:spPr/>
        <p:txBody>
          <a:bodyPr/>
          <a:lstStyle/>
          <a:p>
            <a:pPr eaLnBrk="1" hangingPunct="1">
              <a:buFont typeface="Wingdings" pitchFamily="2" charset="2"/>
              <a:buNone/>
            </a:pPr>
            <a:r>
              <a:rPr lang="en-US" altLang="zh-CN" sz="2800">
                <a:latin typeface="Lucida Sans" panose="020B0602030504020204" pitchFamily="34" charset="77"/>
              </a:rPr>
              <a:t>ⅴ.Relatively short contigs are assembled into larger scaffolds using </a:t>
            </a:r>
            <a:r>
              <a:rPr lang="en-US" altLang="zh-CN" sz="2800" b="1">
                <a:latin typeface="Lucida Sans" panose="020B0602030504020204" pitchFamily="34" charset="77"/>
              </a:rPr>
              <a:t>paired-end sequencing</a:t>
            </a:r>
          </a:p>
          <a:p>
            <a:pPr eaLnBrk="1" hangingPunct="1">
              <a:buFont typeface="Wingdings" pitchFamily="2" charset="2"/>
              <a:buNone/>
            </a:pPr>
            <a:endParaRPr lang="en-US" altLang="zh-CN" sz="2800">
              <a:solidFill>
                <a:schemeClr val="folHlink"/>
              </a:solidFill>
              <a:latin typeface="Lucida Sans" panose="020B0602030504020204" pitchFamily="34" charset="77"/>
            </a:endParaRPr>
          </a:p>
        </p:txBody>
      </p:sp>
      <p:pic>
        <p:nvPicPr>
          <p:cNvPr id="80900" name="Picture 4" descr="fg20-17">
            <a:extLst>
              <a:ext uri="{FF2B5EF4-FFF2-40B4-BE49-F238E27FC236}">
                <a16:creationId xmlns:a16="http://schemas.microsoft.com/office/drawing/2014/main" id="{77DACB36-26A0-2FD7-D5D3-29EDFC821E57}"/>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r="1064" b="30316"/>
          <a:stretch>
            <a:fillRect/>
          </a:stretch>
        </p:blipFill>
        <p:spPr>
          <a:xfrm>
            <a:off x="827088" y="3141663"/>
            <a:ext cx="7324725" cy="2878137"/>
          </a:xfrm>
          <a:noFill/>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2">
            <a:extLst>
              <a:ext uri="{FF2B5EF4-FFF2-40B4-BE49-F238E27FC236}">
                <a16:creationId xmlns:a16="http://schemas.microsoft.com/office/drawing/2014/main" id="{CC042E6F-F30C-BF2A-0B74-45DC67ABA8F3}"/>
              </a:ext>
            </a:extLst>
          </p:cNvPr>
          <p:cNvSpPr>
            <a:spLocks noGrp="1" noChangeArrowheads="1"/>
          </p:cNvSpPr>
          <p:nvPr>
            <p:ph type="title"/>
          </p:nvPr>
        </p:nvSpPr>
        <p:spPr/>
        <p:txBody>
          <a:bodyPr/>
          <a:lstStyle/>
          <a:p>
            <a:pPr eaLnBrk="1" hangingPunct="1"/>
            <a:r>
              <a:rPr lang="en-US" altLang="zh-CN">
                <a:solidFill>
                  <a:schemeClr val="bg1"/>
                </a:solidFill>
                <a:latin typeface="Cooper Black" panose="0208090404030B020404" pitchFamily="18" charset="77"/>
              </a:rPr>
              <a:t>Genome-wide Analyses</a:t>
            </a:r>
          </a:p>
        </p:txBody>
      </p:sp>
      <p:sp>
        <p:nvSpPr>
          <p:cNvPr id="81923" name="Rectangle 3">
            <a:extLst>
              <a:ext uri="{FF2B5EF4-FFF2-40B4-BE49-F238E27FC236}">
                <a16:creationId xmlns:a16="http://schemas.microsoft.com/office/drawing/2014/main" id="{8CCFF619-92DA-0E9D-A8E7-C211FF5E8E64}"/>
              </a:ext>
            </a:extLst>
          </p:cNvPr>
          <p:cNvSpPr>
            <a:spLocks noGrp="1" noChangeArrowheads="1"/>
          </p:cNvSpPr>
          <p:nvPr>
            <p:ph type="body" idx="1"/>
          </p:nvPr>
        </p:nvSpPr>
        <p:spPr/>
        <p:txBody>
          <a:bodyPr/>
          <a:lstStyle/>
          <a:p>
            <a:pPr eaLnBrk="1" hangingPunct="1"/>
            <a:r>
              <a:rPr lang="en-US" altLang="zh-CN">
                <a:latin typeface="Footlight MT Light" panose="0204060206030A020304" pitchFamily="18" charset="77"/>
              </a:rPr>
              <a:t>Finding protein coding genes in bacteria and simple eukaryotes is relatively straightforward, essentially amounting to </a:t>
            </a:r>
            <a:r>
              <a:rPr lang="en-US" altLang="zh-CN" b="1">
                <a:latin typeface="Footlight MT Light" panose="0204060206030A020304" pitchFamily="18" charset="77"/>
              </a:rPr>
              <a:t>the identification of ORFs</a:t>
            </a:r>
            <a:r>
              <a:rPr lang="en-US" altLang="zh-CN">
                <a:latin typeface="Footlight MT Light" panose="0204060206030A020304" pitchFamily="18" charset="77"/>
              </a:rPr>
              <a:t>.</a:t>
            </a:r>
          </a:p>
          <a:p>
            <a:pPr eaLnBrk="1" hangingPunct="1"/>
            <a:r>
              <a:rPr lang="en-US" altLang="zh-CN">
                <a:latin typeface="Footlight MT Light" panose="0204060206030A020304" pitchFamily="18" charset="77"/>
              </a:rPr>
              <a:t>For animal genomes with complex exon-intron structures, the challenge is far greater.</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9B31C387-592E-4F7D-E595-8E283ECB259F}"/>
              </a:ext>
            </a:extLst>
          </p:cNvPr>
          <p:cNvSpPr>
            <a:spLocks noGrp="1" noChangeArrowheads="1"/>
          </p:cNvSpPr>
          <p:nvPr>
            <p:ph type="title"/>
          </p:nvPr>
        </p:nvSpPr>
        <p:spPr/>
        <p:txBody>
          <a:bodyPr/>
          <a:lstStyle/>
          <a:p>
            <a:pPr eaLnBrk="1" hangingPunct="1"/>
            <a:r>
              <a:rPr lang="en-US" altLang="zh-CN">
                <a:solidFill>
                  <a:schemeClr val="bg1"/>
                </a:solidFill>
                <a:latin typeface="Cooper Black" panose="0208090404030B020404" pitchFamily="18" charset="77"/>
              </a:rPr>
              <a:t>Genome-wide Analyses</a:t>
            </a:r>
          </a:p>
        </p:txBody>
      </p:sp>
      <p:sp>
        <p:nvSpPr>
          <p:cNvPr id="82947" name="Rectangle 3">
            <a:extLst>
              <a:ext uri="{FF2B5EF4-FFF2-40B4-BE49-F238E27FC236}">
                <a16:creationId xmlns:a16="http://schemas.microsoft.com/office/drawing/2014/main" id="{EC9CFE13-E3AF-3820-6336-1AFDBE77E8F4}"/>
              </a:ext>
            </a:extLst>
          </p:cNvPr>
          <p:cNvSpPr>
            <a:spLocks noGrp="1" noChangeArrowheads="1"/>
          </p:cNvSpPr>
          <p:nvPr>
            <p:ph type="body" idx="1"/>
          </p:nvPr>
        </p:nvSpPr>
        <p:spPr/>
        <p:txBody>
          <a:bodyPr/>
          <a:lstStyle/>
          <a:p>
            <a:pPr eaLnBrk="1" hangingPunct="1">
              <a:lnSpc>
                <a:spcPct val="80000"/>
              </a:lnSpc>
            </a:pPr>
            <a:r>
              <a:rPr lang="en-US" altLang="zh-CN" sz="2800">
                <a:latin typeface="Footlight MT Light" panose="0204060206030A020304" pitchFamily="18" charset="77"/>
              </a:rPr>
              <a:t>A variety of </a:t>
            </a:r>
            <a:r>
              <a:rPr lang="en-US" altLang="zh-CN" sz="2800" b="1">
                <a:latin typeface="Footlight MT Light" panose="0204060206030A020304" pitchFamily="18" charset="77"/>
              </a:rPr>
              <a:t>bioinformatics</a:t>
            </a:r>
            <a:r>
              <a:rPr lang="en-US" altLang="zh-CN" sz="2800">
                <a:latin typeface="Footlight MT Light" panose="0204060206030A020304" pitchFamily="18" charset="77"/>
              </a:rPr>
              <a:t> tools are required to identify genes and determine the genetic composition of complex genomes.</a:t>
            </a:r>
          </a:p>
          <a:p>
            <a:pPr eaLnBrk="1" hangingPunct="1">
              <a:lnSpc>
                <a:spcPct val="80000"/>
              </a:lnSpc>
            </a:pPr>
            <a:r>
              <a:rPr lang="en-US" altLang="zh-CN" sz="2800">
                <a:latin typeface="Footlight MT Light" panose="0204060206030A020304" pitchFamily="18" charset="77"/>
              </a:rPr>
              <a:t>A notable limitation of current </a:t>
            </a:r>
            <a:r>
              <a:rPr lang="en-US" altLang="zh-CN" sz="2800" b="1">
                <a:latin typeface="Footlight MT Light" panose="0204060206030A020304" pitchFamily="18" charset="77"/>
              </a:rPr>
              <a:t>gene finder programs</a:t>
            </a:r>
            <a:r>
              <a:rPr lang="en-US" altLang="zh-CN" sz="2800">
                <a:latin typeface="Footlight MT Light" panose="0204060206030A020304" pitchFamily="18" charset="77"/>
              </a:rPr>
              <a:t> is the failure to identify promoters (such as TATA, INR, and DPE which are noncoding exons)</a:t>
            </a:r>
          </a:p>
          <a:p>
            <a:pPr eaLnBrk="1" hangingPunct="1">
              <a:lnSpc>
                <a:spcPct val="80000"/>
              </a:lnSpc>
            </a:pPr>
            <a:r>
              <a:rPr lang="en-US" altLang="zh-CN" sz="2800">
                <a:latin typeface="Footlight MT Light" panose="0204060206030A020304" pitchFamily="18" charset="77"/>
              </a:rPr>
              <a:t>Computer programs should exploit more properties of a gene: core promoter elements, ORFs, splice sites etc. to identify protein coding genes in a consistent and effienct manner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2">
            <a:extLst>
              <a:ext uri="{FF2B5EF4-FFF2-40B4-BE49-F238E27FC236}">
                <a16:creationId xmlns:a16="http://schemas.microsoft.com/office/drawing/2014/main" id="{6A8B5471-A3D5-8EFA-06F2-FE6062EA97B0}"/>
              </a:ext>
            </a:extLst>
          </p:cNvPr>
          <p:cNvSpPr>
            <a:spLocks noGrp="1" noChangeArrowheads="1"/>
          </p:cNvSpPr>
          <p:nvPr>
            <p:ph type="title"/>
          </p:nvPr>
        </p:nvSpPr>
        <p:spPr/>
        <p:txBody>
          <a:bodyPr/>
          <a:lstStyle/>
          <a:p>
            <a:pPr eaLnBrk="1" hangingPunct="1"/>
            <a:r>
              <a:rPr lang="en-US" altLang="zh-CN">
                <a:solidFill>
                  <a:schemeClr val="bg1"/>
                </a:solidFill>
                <a:latin typeface="Cooper Black" panose="0208090404030B020404" pitchFamily="18" charset="77"/>
              </a:rPr>
              <a:t>Genome-wide Analyses</a:t>
            </a:r>
          </a:p>
        </p:txBody>
      </p:sp>
      <p:sp>
        <p:nvSpPr>
          <p:cNvPr id="83971" name="Rectangle 3">
            <a:extLst>
              <a:ext uri="{FF2B5EF4-FFF2-40B4-BE49-F238E27FC236}">
                <a16:creationId xmlns:a16="http://schemas.microsoft.com/office/drawing/2014/main" id="{4E7CAB86-AFA9-356E-F8DC-4D2BE15F0C04}"/>
              </a:ext>
            </a:extLst>
          </p:cNvPr>
          <p:cNvSpPr>
            <a:spLocks noGrp="1" noChangeArrowheads="1"/>
          </p:cNvSpPr>
          <p:nvPr>
            <p:ph type="body" sz="half" idx="1"/>
          </p:nvPr>
        </p:nvSpPr>
        <p:spPr>
          <a:xfrm>
            <a:off x="609600" y="1600200"/>
            <a:ext cx="7924800" cy="2836863"/>
          </a:xfrm>
        </p:spPr>
        <p:txBody>
          <a:bodyPr/>
          <a:lstStyle/>
          <a:p>
            <a:pPr eaLnBrk="1" hangingPunct="1"/>
            <a:r>
              <a:rPr lang="en-US" altLang="zh-CN" sz="2800">
                <a:latin typeface="Footlight MT Light" panose="0204060206030A020304" pitchFamily="18" charset="77"/>
              </a:rPr>
              <a:t>The use of cDNA sequence data is an important way for validating predicted protein coding genes and identifying those missed by current gene finder programs.</a:t>
            </a:r>
          </a:p>
          <a:p>
            <a:pPr eaLnBrk="1" hangingPunct="1"/>
            <a:r>
              <a:rPr lang="en-US" altLang="zh-CN" sz="2800" b="1">
                <a:latin typeface="Footlight MT Light" panose="0204060206030A020304" pitchFamily="18" charset="77"/>
              </a:rPr>
              <a:t>EST</a:t>
            </a:r>
            <a:r>
              <a:rPr lang="en-US" altLang="zh-CN" sz="2800">
                <a:latin typeface="Footlight MT Light" panose="0204060206030A020304" pitchFamily="18" charset="77"/>
              </a:rPr>
              <a:t> (</a:t>
            </a:r>
            <a:r>
              <a:rPr lang="en-US" altLang="zh-CN" sz="2800" b="1">
                <a:latin typeface="Footlight MT Light" panose="0204060206030A020304" pitchFamily="18" charset="77"/>
              </a:rPr>
              <a:t>expressed sequence tag</a:t>
            </a:r>
            <a:r>
              <a:rPr lang="en-US" altLang="zh-CN" sz="2800">
                <a:latin typeface="Footlight MT Light" panose="0204060206030A020304" pitchFamily="18" charset="77"/>
              </a:rPr>
              <a:t>) is simply a short sequence read from a larger cDNA.</a:t>
            </a:r>
          </a:p>
        </p:txBody>
      </p:sp>
      <p:pic>
        <p:nvPicPr>
          <p:cNvPr id="83972" name="Picture 4" descr="fg20-18">
            <a:extLst>
              <a:ext uri="{FF2B5EF4-FFF2-40B4-BE49-F238E27FC236}">
                <a16:creationId xmlns:a16="http://schemas.microsoft.com/office/drawing/2014/main" id="{62871D1C-DAB8-5F3F-41F0-324935A4E750}"/>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r="1463" b="34988"/>
          <a:stretch>
            <a:fillRect/>
          </a:stretch>
        </p:blipFill>
        <p:spPr>
          <a:xfrm>
            <a:off x="827088" y="4581525"/>
            <a:ext cx="4649787" cy="1565275"/>
          </a:xfrm>
          <a:noFill/>
        </p:spPr>
      </p:pic>
      <p:sp>
        <p:nvSpPr>
          <p:cNvPr id="83973" name="Text Box 5">
            <a:extLst>
              <a:ext uri="{FF2B5EF4-FFF2-40B4-BE49-F238E27FC236}">
                <a16:creationId xmlns:a16="http://schemas.microsoft.com/office/drawing/2014/main" id="{F7B01CFB-3C36-24F1-3049-C8254F3D7D42}"/>
              </a:ext>
            </a:extLst>
          </p:cNvPr>
          <p:cNvSpPr txBox="1">
            <a:spLocks noChangeArrowheads="1"/>
          </p:cNvSpPr>
          <p:nvPr/>
        </p:nvSpPr>
        <p:spPr bwMode="auto">
          <a:xfrm>
            <a:off x="5724525" y="4664075"/>
            <a:ext cx="2486025" cy="120015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latin typeface="Arial Rounded MT Bold" panose="020F0704030504030204" pitchFamily="34" charset="77"/>
              </a:rPr>
              <a:t>gene finder methods</a:t>
            </a:r>
          </a:p>
          <a:p>
            <a:pPr eaLnBrk="1" hangingPunct="1">
              <a:spcBef>
                <a:spcPct val="0"/>
              </a:spcBef>
              <a:buClrTx/>
              <a:buSzTx/>
              <a:buFontTx/>
              <a:buNone/>
            </a:pPr>
            <a:r>
              <a:rPr lang="en-US" altLang="zh-CN" sz="1800">
                <a:latin typeface="Arial Rounded MT Bold" panose="020F0704030504030204" pitchFamily="34" charset="77"/>
              </a:rPr>
              <a:t>Analysis of protein–coding regions in Ciona </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a:extLst>
              <a:ext uri="{FF2B5EF4-FFF2-40B4-BE49-F238E27FC236}">
                <a16:creationId xmlns:a16="http://schemas.microsoft.com/office/drawing/2014/main" id="{A7125907-56D0-F59B-054F-ED34F7313730}"/>
              </a:ext>
            </a:extLst>
          </p:cNvPr>
          <p:cNvSpPr>
            <a:spLocks noGrp="1" noChangeArrowheads="1"/>
          </p:cNvSpPr>
          <p:nvPr>
            <p:ph type="title"/>
          </p:nvPr>
        </p:nvSpPr>
        <p:spPr/>
        <p:txBody>
          <a:bodyPr/>
          <a:lstStyle/>
          <a:p>
            <a:pPr eaLnBrk="1" hangingPunct="1"/>
            <a:r>
              <a:rPr lang="en-US" altLang="zh-CN" sz="3600">
                <a:latin typeface="Cooper Black" panose="0208090404030B020404" pitchFamily="18" charset="77"/>
              </a:rPr>
              <a:t>Comparative Genome Analysis</a:t>
            </a:r>
          </a:p>
        </p:txBody>
      </p:sp>
      <p:sp>
        <p:nvSpPr>
          <p:cNvPr id="84995" name="Rectangle 3">
            <a:extLst>
              <a:ext uri="{FF2B5EF4-FFF2-40B4-BE49-F238E27FC236}">
                <a16:creationId xmlns:a16="http://schemas.microsoft.com/office/drawing/2014/main" id="{5A8F7B0B-36A2-4865-17D0-402FF85AD373}"/>
              </a:ext>
            </a:extLst>
          </p:cNvPr>
          <p:cNvSpPr>
            <a:spLocks noGrp="1" noChangeArrowheads="1"/>
          </p:cNvSpPr>
          <p:nvPr>
            <p:ph type="body" idx="1"/>
          </p:nvPr>
        </p:nvSpPr>
        <p:spPr>
          <a:xfrm>
            <a:off x="609600" y="1962150"/>
            <a:ext cx="7924800" cy="4419600"/>
          </a:xfrm>
        </p:spPr>
        <p:txBody>
          <a:bodyPr/>
          <a:lstStyle/>
          <a:p>
            <a:pPr eaLnBrk="1" hangingPunct="1"/>
            <a:r>
              <a:rPr lang="en-US" altLang="zh-CN">
                <a:latin typeface="Footlight MT Light" panose="0204060206030A020304" pitchFamily="18" charset="77"/>
              </a:rPr>
              <a:t>The comparisons of different animal genomes not only permit a direct assessment of changes in gene structure and sequence that arisen during </a:t>
            </a:r>
            <a:r>
              <a:rPr lang="en-US" altLang="zh-CN" b="1">
                <a:solidFill>
                  <a:srgbClr val="FF0000"/>
                </a:solidFill>
                <a:latin typeface="Footlight MT Light" panose="0204060206030A020304" pitchFamily="18" charset="77"/>
              </a:rPr>
              <a:t>evolution</a:t>
            </a:r>
            <a:r>
              <a:rPr lang="en-US" altLang="zh-CN">
                <a:latin typeface="Footlight MT Light" panose="0204060206030A020304" pitchFamily="18" charset="77"/>
              </a:rPr>
              <a:t> but refine the identification of </a:t>
            </a:r>
            <a:r>
              <a:rPr lang="en-US" altLang="zh-CN" b="1">
                <a:latin typeface="Footlight MT Light" panose="0204060206030A020304" pitchFamily="18" charset="77"/>
              </a:rPr>
              <a:t>protein-coding genes within a given genome.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FC3FB040-9F2A-FB94-4181-3CFE9B85F62A}"/>
              </a:ext>
            </a:extLst>
          </p:cNvPr>
          <p:cNvSpPr>
            <a:spLocks noGrp="1" noChangeArrowheads="1"/>
          </p:cNvSpPr>
          <p:nvPr>
            <p:ph type="title"/>
          </p:nvPr>
        </p:nvSpPr>
        <p:spPr/>
        <p:txBody>
          <a:bodyPr/>
          <a:lstStyle/>
          <a:p>
            <a:pPr eaLnBrk="1" hangingPunct="1"/>
            <a:r>
              <a:rPr lang="en-US" altLang="zh-CN" sz="3600">
                <a:latin typeface="Cooper Black" panose="0208090404030B020404" pitchFamily="18" charset="77"/>
              </a:rPr>
              <a:t>Comparative Genome Analysis</a:t>
            </a:r>
          </a:p>
        </p:txBody>
      </p:sp>
      <p:sp>
        <p:nvSpPr>
          <p:cNvPr id="86019" name="Rectangle 3">
            <a:extLst>
              <a:ext uri="{FF2B5EF4-FFF2-40B4-BE49-F238E27FC236}">
                <a16:creationId xmlns:a16="http://schemas.microsoft.com/office/drawing/2014/main" id="{643A18BD-8EFB-C724-89CC-C2EB36AB8023}"/>
              </a:ext>
            </a:extLst>
          </p:cNvPr>
          <p:cNvSpPr>
            <a:spLocks noGrp="1" noChangeArrowheads="1"/>
          </p:cNvSpPr>
          <p:nvPr>
            <p:ph type="body" sz="half" idx="1"/>
          </p:nvPr>
        </p:nvSpPr>
        <p:spPr>
          <a:xfrm>
            <a:off x="609600" y="2033588"/>
            <a:ext cx="3886200" cy="4419600"/>
          </a:xfrm>
        </p:spPr>
        <p:txBody>
          <a:bodyPr/>
          <a:lstStyle/>
          <a:p>
            <a:pPr eaLnBrk="1" hangingPunct="1"/>
            <a:r>
              <a:rPr lang="en-US" altLang="zh-CN" sz="2800">
                <a:latin typeface="Footlight MT Light" panose="0204060206030A020304" pitchFamily="18" charset="77"/>
              </a:rPr>
              <a:t>There is a high degree of </a:t>
            </a:r>
            <a:r>
              <a:rPr lang="en-US" altLang="zh-CN" sz="2800" b="1">
                <a:latin typeface="Footlight MT Light" panose="0204060206030A020304" pitchFamily="18" charset="77"/>
              </a:rPr>
              <a:t>synteny</a:t>
            </a:r>
            <a:r>
              <a:rPr lang="en-US" altLang="zh-CN" sz="2800">
                <a:latin typeface="Footlight MT Light" panose="0204060206030A020304" pitchFamily="18" charset="77"/>
              </a:rPr>
              <a:t>, conservation in genetic linkage, between </a:t>
            </a:r>
            <a:r>
              <a:rPr lang="en-US" altLang="zh-CN" sz="2800">
                <a:solidFill>
                  <a:srgbClr val="FF0000"/>
                </a:solidFill>
                <a:latin typeface="Footlight MT Light" panose="0204060206030A020304" pitchFamily="18" charset="77"/>
              </a:rPr>
              <a:t>distantly</a:t>
            </a:r>
            <a:r>
              <a:rPr lang="en-US" altLang="zh-CN" sz="2800">
                <a:latin typeface="Footlight MT Light" panose="0204060206030A020304" pitchFamily="18" charset="77"/>
              </a:rPr>
              <a:t> related animals.</a:t>
            </a:r>
          </a:p>
        </p:txBody>
      </p:sp>
      <p:pic>
        <p:nvPicPr>
          <p:cNvPr id="86020" name="Picture 4" descr="fg20-19">
            <a:extLst>
              <a:ext uri="{FF2B5EF4-FFF2-40B4-BE49-F238E27FC236}">
                <a16:creationId xmlns:a16="http://schemas.microsoft.com/office/drawing/2014/main" id="{58BDDEE3-884A-6CDE-A057-5A2F6BD46A58}"/>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368800" y="1484313"/>
            <a:ext cx="4165600" cy="4416425"/>
          </a:xfrm>
          <a:noFill/>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2">
            <a:extLst>
              <a:ext uri="{FF2B5EF4-FFF2-40B4-BE49-F238E27FC236}">
                <a16:creationId xmlns:a16="http://schemas.microsoft.com/office/drawing/2014/main" id="{0908CAF4-DB2B-481C-F041-2338C91319CC}"/>
              </a:ext>
            </a:extLst>
          </p:cNvPr>
          <p:cNvSpPr>
            <a:spLocks noGrp="1" noChangeArrowheads="1"/>
          </p:cNvSpPr>
          <p:nvPr>
            <p:ph type="title"/>
          </p:nvPr>
        </p:nvSpPr>
        <p:spPr/>
        <p:txBody>
          <a:bodyPr/>
          <a:lstStyle/>
          <a:p>
            <a:pPr eaLnBrk="1" hangingPunct="1"/>
            <a:r>
              <a:rPr lang="en-US" altLang="zh-CN" sz="3600">
                <a:latin typeface="Cooper Black" panose="0208090404030B020404" pitchFamily="18" charset="77"/>
              </a:rPr>
              <a:t>Comparative Genome Analysis</a:t>
            </a:r>
          </a:p>
        </p:txBody>
      </p:sp>
      <p:sp>
        <p:nvSpPr>
          <p:cNvPr id="87043" name="Rectangle 3">
            <a:extLst>
              <a:ext uri="{FF2B5EF4-FFF2-40B4-BE49-F238E27FC236}">
                <a16:creationId xmlns:a16="http://schemas.microsoft.com/office/drawing/2014/main" id="{9C3E10B2-C6CB-A250-6664-96344831DC69}"/>
              </a:ext>
            </a:extLst>
          </p:cNvPr>
          <p:cNvSpPr>
            <a:spLocks noGrp="1" noChangeArrowheads="1"/>
          </p:cNvSpPr>
          <p:nvPr>
            <p:ph type="body" sz="half" idx="1"/>
          </p:nvPr>
        </p:nvSpPr>
        <p:spPr>
          <a:xfrm>
            <a:off x="539750" y="1600200"/>
            <a:ext cx="3746500" cy="4419600"/>
          </a:xfrm>
        </p:spPr>
        <p:txBody>
          <a:bodyPr/>
          <a:lstStyle/>
          <a:p>
            <a:pPr eaLnBrk="1" hangingPunct="1"/>
            <a:r>
              <a:rPr lang="en-US" altLang="zh-CN" sz="2800">
                <a:solidFill>
                  <a:srgbClr val="FF0000"/>
                </a:solidFill>
                <a:latin typeface="Footlight MT Light" panose="0204060206030A020304" pitchFamily="18" charset="77"/>
              </a:rPr>
              <a:t>Protein-coding</a:t>
            </a:r>
            <a:r>
              <a:rPr lang="en-US" altLang="zh-CN" sz="2800">
                <a:latin typeface="Footlight MT Light" panose="0204060206030A020304" pitchFamily="18" charset="77"/>
              </a:rPr>
              <a:t> sequences and regulatory sequences are both tend to be conserved. But the identification of </a:t>
            </a:r>
            <a:r>
              <a:rPr lang="en-US" altLang="zh-CN" sz="2800">
                <a:solidFill>
                  <a:srgbClr val="FF0000"/>
                </a:solidFill>
                <a:latin typeface="Footlight MT Light" panose="0204060206030A020304" pitchFamily="18" charset="77"/>
              </a:rPr>
              <a:t>regulatory sequences </a:t>
            </a:r>
            <a:r>
              <a:rPr lang="en-US" altLang="zh-CN" sz="2800">
                <a:latin typeface="Footlight MT Light" panose="0204060206030A020304" pitchFamily="18" charset="77"/>
              </a:rPr>
              <a:t>poses a greater challenge. </a:t>
            </a:r>
          </a:p>
          <a:p>
            <a:pPr eaLnBrk="1" hangingPunct="1"/>
            <a:endParaRPr lang="en-US" altLang="zh-CN" sz="2800">
              <a:latin typeface="Footlight MT Light" panose="0204060206030A020304" pitchFamily="18" charset="77"/>
            </a:endParaRPr>
          </a:p>
          <a:p>
            <a:pPr eaLnBrk="1" hangingPunct="1"/>
            <a:endParaRPr lang="en-US" altLang="zh-CN" sz="2800"/>
          </a:p>
        </p:txBody>
      </p:sp>
      <p:pic>
        <p:nvPicPr>
          <p:cNvPr id="87044" name="Picture 4" descr="fg20-20">
            <a:extLst>
              <a:ext uri="{FF2B5EF4-FFF2-40B4-BE49-F238E27FC236}">
                <a16:creationId xmlns:a16="http://schemas.microsoft.com/office/drawing/2014/main" id="{AA304C20-2CC7-0F25-A1A7-C2913818816C}"/>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4356100" y="1844675"/>
            <a:ext cx="4178300" cy="3889375"/>
          </a:xfrm>
          <a:noFill/>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a:extLst>
              <a:ext uri="{FF2B5EF4-FFF2-40B4-BE49-F238E27FC236}">
                <a16:creationId xmlns:a16="http://schemas.microsoft.com/office/drawing/2014/main" id="{6A1FABF1-E5D4-A9B1-9754-27193AD9C800}"/>
              </a:ext>
            </a:extLst>
          </p:cNvPr>
          <p:cNvSpPr>
            <a:spLocks noGrp="1" noChangeArrowheads="1"/>
          </p:cNvSpPr>
          <p:nvPr>
            <p:ph type="title"/>
          </p:nvPr>
        </p:nvSpPr>
        <p:spPr/>
        <p:txBody>
          <a:bodyPr/>
          <a:lstStyle/>
          <a:p>
            <a:pPr eaLnBrk="1" hangingPunct="1"/>
            <a:r>
              <a:rPr lang="en-US" altLang="zh-CN" sz="3600">
                <a:latin typeface="Cooper Black" panose="0208090404030B020404" pitchFamily="18" charset="77"/>
              </a:rPr>
              <a:t>Comparative Genome Analysis</a:t>
            </a:r>
          </a:p>
        </p:txBody>
      </p:sp>
      <p:sp>
        <p:nvSpPr>
          <p:cNvPr id="88067" name="Rectangle 3">
            <a:extLst>
              <a:ext uri="{FF2B5EF4-FFF2-40B4-BE49-F238E27FC236}">
                <a16:creationId xmlns:a16="http://schemas.microsoft.com/office/drawing/2014/main" id="{8FE92E77-01C2-A228-2158-B9194B031A39}"/>
              </a:ext>
            </a:extLst>
          </p:cNvPr>
          <p:cNvSpPr>
            <a:spLocks noGrp="1" noChangeArrowheads="1"/>
          </p:cNvSpPr>
          <p:nvPr>
            <p:ph type="body" idx="1"/>
          </p:nvPr>
        </p:nvSpPr>
        <p:spPr/>
        <p:txBody>
          <a:bodyPr/>
          <a:lstStyle/>
          <a:p>
            <a:pPr eaLnBrk="1" hangingPunct="1"/>
            <a:r>
              <a:rPr lang="en-US" altLang="zh-CN" sz="2800" b="1">
                <a:latin typeface="Footlight MT Light" panose="0204060206030A020304" pitchFamily="18" charset="77"/>
              </a:rPr>
              <a:t>BLAST (basic local alignment search tool) </a:t>
            </a:r>
            <a:r>
              <a:rPr lang="en-US" altLang="zh-CN" sz="2800">
                <a:latin typeface="Footlight MT Light" panose="0204060206030A020304" pitchFamily="18" charset="77"/>
              </a:rPr>
              <a:t>is a genome tool used to identify </a:t>
            </a:r>
          </a:p>
          <a:p>
            <a:pPr eaLnBrk="1" hangingPunct="1"/>
            <a:r>
              <a:rPr lang="en-US" altLang="zh-CN" sz="2800">
                <a:latin typeface="Footlight MT Light" panose="0204060206030A020304" pitchFamily="18" charset="77"/>
              </a:rPr>
              <a:t>BLAST search shares a common feature of finding regions of similarity between different protein coding genes.</a:t>
            </a:r>
          </a:p>
          <a:p>
            <a:pPr eaLnBrk="1" hangingPunct="1"/>
            <a:r>
              <a:rPr lang="en-US" altLang="zh-CN" sz="2800">
                <a:latin typeface="Footlight MT Light" panose="0204060206030A020304" pitchFamily="18" charset="77"/>
              </a:rPr>
              <a:t>A BLAST search can be done in several ways</a:t>
            </a:r>
          </a:p>
          <a:p>
            <a:pPr eaLnBrk="1" hangingPunct="1">
              <a:buFont typeface="Wingdings" pitchFamily="2" charset="2"/>
              <a:buChar char="Ø"/>
            </a:pPr>
            <a:r>
              <a:rPr lang="en-US" altLang="zh-CN" sz="2800">
                <a:latin typeface="Footlight MT Light" panose="0204060206030A020304" pitchFamily="18" charset="77"/>
              </a:rPr>
              <a:t>One involves searching the genome or many genomes for all of the predicted protein sequences that are related to </a:t>
            </a:r>
            <a:r>
              <a:rPr lang="en-US" altLang="zh-CN" sz="2800" b="1">
                <a:latin typeface="Footlight MT Light" panose="0204060206030A020304" pitchFamily="18" charset="77"/>
              </a:rPr>
              <a:t>query sequence</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2">
            <a:extLst>
              <a:ext uri="{FF2B5EF4-FFF2-40B4-BE49-F238E27FC236}">
                <a16:creationId xmlns:a16="http://schemas.microsoft.com/office/drawing/2014/main" id="{2F2A2EB3-6D48-5B11-73C3-D31FAC98E3D3}"/>
              </a:ext>
            </a:extLst>
          </p:cNvPr>
          <p:cNvSpPr>
            <a:spLocks noGrp="1" noChangeArrowheads="1"/>
          </p:cNvSpPr>
          <p:nvPr>
            <p:ph type="title"/>
          </p:nvPr>
        </p:nvSpPr>
        <p:spPr/>
        <p:txBody>
          <a:bodyPr/>
          <a:lstStyle/>
          <a:p>
            <a:pPr eaLnBrk="1" hangingPunct="1"/>
            <a:r>
              <a:rPr lang="en-US" altLang="zh-CN" sz="3600">
                <a:latin typeface="Cooper Black" panose="0208090404030B020404" pitchFamily="18" charset="77"/>
              </a:rPr>
              <a:t>Comparative Genome Analysis</a:t>
            </a:r>
          </a:p>
        </p:txBody>
      </p:sp>
      <p:sp>
        <p:nvSpPr>
          <p:cNvPr id="89091" name="Text Box 4">
            <a:extLst>
              <a:ext uri="{FF2B5EF4-FFF2-40B4-BE49-F238E27FC236}">
                <a16:creationId xmlns:a16="http://schemas.microsoft.com/office/drawing/2014/main" id="{FFC798FB-038B-5E16-ADA1-840BA1425420}"/>
              </a:ext>
            </a:extLst>
          </p:cNvPr>
          <p:cNvSpPr txBox="1">
            <a:spLocks noChangeArrowheads="1"/>
          </p:cNvSpPr>
          <p:nvPr/>
        </p:nvSpPr>
        <p:spPr bwMode="auto">
          <a:xfrm>
            <a:off x="2259013" y="6407150"/>
            <a:ext cx="3887787" cy="3683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hlink"/>
              </a:buClr>
              <a:buSzPct val="80000"/>
              <a:buFont typeface="Wingdings" pitchFamily="2" charset="2"/>
              <a:buChar char="l"/>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1"/>
              </a:buClr>
              <a:buSzPct val="70000"/>
              <a:buFont typeface="Wingdings" pitchFamily="2" charset="2"/>
              <a:buChar char="l"/>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itchFamily="2" charset="2"/>
              <a:buChar char="l"/>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hlink"/>
              </a:buClr>
              <a:buSzPct val="60000"/>
              <a:buFont typeface="Wingdings" pitchFamily="2" charset="2"/>
              <a:buChar char="l"/>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SzPct val="40000"/>
              <a:buFont typeface="Wingdings" pitchFamily="2" charset="2"/>
              <a:buChar char="l"/>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ClrTx/>
              <a:buSzTx/>
              <a:buFontTx/>
              <a:buNone/>
            </a:pPr>
            <a:r>
              <a:rPr lang="en-US" altLang="zh-CN" sz="1800">
                <a:latin typeface="Arial Rounded MT Bold" panose="020F0704030504030204" pitchFamily="34" charset="77"/>
              </a:rPr>
              <a:t>Example of a  BLAST search</a:t>
            </a:r>
          </a:p>
        </p:txBody>
      </p:sp>
      <p:pic>
        <p:nvPicPr>
          <p:cNvPr id="89092" name="Picture 5">
            <a:extLst>
              <a:ext uri="{FF2B5EF4-FFF2-40B4-BE49-F238E27FC236}">
                <a16:creationId xmlns:a16="http://schemas.microsoft.com/office/drawing/2014/main" id="{4E053913-F207-DEAC-60AE-8A3826A027E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76225" y="1052513"/>
            <a:ext cx="4464050" cy="2765425"/>
          </a:xfr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89093" name="Picture 7" descr="Image result for BLAST RESULT Comparative Genome Analysis">
            <a:extLst>
              <a:ext uri="{FF2B5EF4-FFF2-40B4-BE49-F238E27FC236}">
                <a16:creationId xmlns:a16="http://schemas.microsoft.com/office/drawing/2014/main" id="{006E7171-761B-77B0-E9E3-3F27EC9404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2988" y="4057650"/>
            <a:ext cx="674370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9094" name="Picture 10">
            <a:extLst>
              <a:ext uri="{FF2B5EF4-FFF2-40B4-BE49-F238E27FC236}">
                <a16:creationId xmlns:a16="http://schemas.microsoft.com/office/drawing/2014/main" id="{175598F8-F835-B6AB-D74B-7BEB897328B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5363" y="1052513"/>
            <a:ext cx="3775075" cy="280828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C8040B95-D3BD-2FAA-F4BF-1643ADD2EF04}"/>
              </a:ext>
            </a:extLst>
          </p:cNvPr>
          <p:cNvSpPr>
            <a:spLocks noGrp="1" noChangeArrowheads="1"/>
          </p:cNvSpPr>
          <p:nvPr>
            <p:ph type="title"/>
          </p:nvPr>
        </p:nvSpPr>
        <p:spPr/>
        <p:txBody>
          <a:bodyPr/>
          <a:lstStyle/>
          <a:p>
            <a:pPr eaLnBrk="1" hangingPunct="1"/>
            <a:r>
              <a:rPr lang="en-US" altLang="zh-CN" sz="6000">
                <a:solidFill>
                  <a:srgbClr val="7030A0"/>
                </a:solidFill>
                <a:latin typeface="Cooper Black" panose="0208090404030B020404" pitchFamily="18" charset="77"/>
              </a:rPr>
              <a:t>Proteins</a:t>
            </a:r>
            <a:endParaRPr lang="en-US" altLang="zh-CN" sz="4400">
              <a:solidFill>
                <a:srgbClr val="7030A0"/>
              </a:solidFill>
              <a:latin typeface="Cooper Black" panose="0208090404030B020404" pitchFamily="18" charset="77"/>
            </a:endParaRPr>
          </a:p>
        </p:txBody>
      </p:sp>
      <p:pic>
        <p:nvPicPr>
          <p:cNvPr id="90115" name="Picture 3" descr="fg12-04">
            <a:extLst>
              <a:ext uri="{FF2B5EF4-FFF2-40B4-BE49-F238E27FC236}">
                <a16:creationId xmlns:a16="http://schemas.microsoft.com/office/drawing/2014/main" id="{563F1E30-8B1B-5076-2697-47A720E1BCC5}"/>
              </a:ext>
            </a:extLst>
          </p:cNvPr>
          <p:cNvPicPr>
            <a:picLocks noChangeAspect="1" noChangeArrowheads="1"/>
          </p:cNvPicPr>
          <p:nvPr>
            <p:ph sz="half" idx="1"/>
          </p:nvPr>
        </p:nvPicPr>
        <p:blipFill>
          <a:blip r:embed="rId2">
            <a:extLst>
              <a:ext uri="{28A0092B-C50C-407E-A947-70E740481C1C}">
                <a14:useLocalDpi xmlns:a14="http://schemas.microsoft.com/office/drawing/2010/main" val="0"/>
              </a:ext>
            </a:extLst>
          </a:blip>
          <a:srcRect r="883" b="5032"/>
          <a:stretch>
            <a:fillRect/>
          </a:stretch>
        </p:blipFill>
        <p:spPr>
          <a:xfrm>
            <a:off x="762000" y="2473325"/>
            <a:ext cx="3738563" cy="2755900"/>
          </a:xfrm>
          <a:noFill/>
        </p:spPr>
      </p:pic>
      <p:pic>
        <p:nvPicPr>
          <p:cNvPr id="90116" name="Picture 4" descr="fg12-11">
            <a:extLst>
              <a:ext uri="{FF2B5EF4-FFF2-40B4-BE49-F238E27FC236}">
                <a16:creationId xmlns:a16="http://schemas.microsoft.com/office/drawing/2014/main" id="{CAC8D619-692B-F948-CA14-A9A3145F4CE6}"/>
              </a:ext>
            </a:extLst>
          </p:cNvPr>
          <p:cNvPicPr>
            <a:picLocks noChangeAspect="1" noChangeArrowheads="1"/>
          </p:cNvPicPr>
          <p:nvPr>
            <p:ph sz="half" idx="2"/>
          </p:nvPr>
        </p:nvPicPr>
        <p:blipFill>
          <a:blip r:embed="rId3">
            <a:extLst>
              <a:ext uri="{28A0092B-C50C-407E-A947-70E740481C1C}">
                <a14:useLocalDpi xmlns:a14="http://schemas.microsoft.com/office/drawing/2010/main" val="0"/>
              </a:ext>
            </a:extLst>
          </a:blip>
          <a:srcRect l="-1137" b="4398"/>
          <a:stretch>
            <a:fillRect/>
          </a:stretch>
        </p:blipFill>
        <p:spPr>
          <a:xfrm>
            <a:off x="4643438" y="1938338"/>
            <a:ext cx="3814762" cy="3795712"/>
          </a:xfrm>
          <a:noFill/>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2">
            <a:extLst>
              <a:ext uri="{FF2B5EF4-FFF2-40B4-BE49-F238E27FC236}">
                <a16:creationId xmlns:a16="http://schemas.microsoft.com/office/drawing/2014/main" id="{E8D855EC-4C82-40CC-93C5-51D4BB18926F}"/>
              </a:ext>
            </a:extLst>
          </p:cNvPr>
          <p:cNvSpPr>
            <a:spLocks noGrp="1" noChangeArrowheads="1"/>
          </p:cNvSpPr>
          <p:nvPr>
            <p:ph type="title"/>
          </p:nvPr>
        </p:nvSpPr>
        <p:spPr/>
        <p:txBody>
          <a:bodyPr/>
          <a:lstStyle/>
          <a:p>
            <a:pPr eaLnBrk="1" hangingPunct="1"/>
            <a:r>
              <a:rPr lang="en-US" altLang="zh-CN">
                <a:solidFill>
                  <a:srgbClr val="7030A0"/>
                </a:solidFill>
                <a:latin typeface="Cooper Black" panose="0208090404030B020404" pitchFamily="18" charset="77"/>
              </a:rPr>
              <a:t>Specific proteins can be purified from cell extracts</a:t>
            </a:r>
          </a:p>
        </p:txBody>
      </p:sp>
      <p:sp>
        <p:nvSpPr>
          <p:cNvPr id="91139" name="Rectangle 3">
            <a:extLst>
              <a:ext uri="{FF2B5EF4-FFF2-40B4-BE49-F238E27FC236}">
                <a16:creationId xmlns:a16="http://schemas.microsoft.com/office/drawing/2014/main" id="{68D0C962-B330-18D1-3775-1EB35C4F512C}"/>
              </a:ext>
            </a:extLst>
          </p:cNvPr>
          <p:cNvSpPr>
            <a:spLocks noGrp="1" noChangeArrowheads="1"/>
          </p:cNvSpPr>
          <p:nvPr>
            <p:ph type="body" sz="half" idx="1"/>
          </p:nvPr>
        </p:nvSpPr>
        <p:spPr>
          <a:xfrm>
            <a:off x="762000" y="1905000"/>
            <a:ext cx="7696200" cy="1019175"/>
          </a:xfrm>
        </p:spPr>
        <p:txBody>
          <a:bodyPr/>
          <a:lstStyle/>
          <a:p>
            <a:pPr eaLnBrk="1" hangingPunct="1"/>
            <a:r>
              <a:rPr lang="en-US" altLang="zh-CN" sz="2700"/>
              <a:t>The purification of individual proteins is critical to understanding their function.</a:t>
            </a:r>
          </a:p>
          <a:p>
            <a:pPr eaLnBrk="1" hangingPunct="1">
              <a:buFont typeface="Wingdings" pitchFamily="2" charset="2"/>
              <a:buNone/>
            </a:pPr>
            <a:endParaRPr lang="en-US" altLang="zh-CN" sz="2700"/>
          </a:p>
        </p:txBody>
      </p:sp>
      <p:pic>
        <p:nvPicPr>
          <p:cNvPr id="91140" name="Picture 4" descr="fg08-21a">
            <a:extLst>
              <a:ext uri="{FF2B5EF4-FFF2-40B4-BE49-F238E27FC236}">
                <a16:creationId xmlns:a16="http://schemas.microsoft.com/office/drawing/2014/main" id="{26CF6FF2-F881-FADA-FD57-CE7C98AD8E7A}"/>
              </a:ext>
            </a:extLst>
          </p:cNvPr>
          <p:cNvPicPr>
            <a:picLocks noChangeAspect="1" noChangeArrowheads="1"/>
          </p:cNvPicPr>
          <p:nvPr>
            <p:ph sz="half" idx="2"/>
          </p:nvPr>
        </p:nvPicPr>
        <p:blipFill>
          <a:blip r:embed="rId2">
            <a:extLst>
              <a:ext uri="{28A0092B-C50C-407E-A947-70E740481C1C}">
                <a14:useLocalDpi xmlns:a14="http://schemas.microsoft.com/office/drawing/2010/main" val="0"/>
              </a:ext>
            </a:extLst>
          </a:blip>
          <a:srcRect t="3339" b="3882"/>
          <a:stretch>
            <a:fillRect/>
          </a:stretch>
        </p:blipFill>
        <p:spPr>
          <a:xfrm>
            <a:off x="4572000" y="3040063"/>
            <a:ext cx="3960813" cy="3173412"/>
          </a:xfrm>
          <a:noFill/>
        </p:spPr>
      </p:pic>
      <p:sp>
        <p:nvSpPr>
          <p:cNvPr id="45061" name="Text Box 5">
            <a:extLst>
              <a:ext uri="{FF2B5EF4-FFF2-40B4-BE49-F238E27FC236}">
                <a16:creationId xmlns:a16="http://schemas.microsoft.com/office/drawing/2014/main" id="{B30AB4DC-AAF7-9E03-E279-EFC548EB4BFF}"/>
              </a:ext>
            </a:extLst>
          </p:cNvPr>
          <p:cNvSpPr txBox="1">
            <a:spLocks noChangeArrowheads="1"/>
          </p:cNvSpPr>
          <p:nvPr/>
        </p:nvSpPr>
        <p:spPr bwMode="auto">
          <a:xfrm>
            <a:off x="539750" y="3211513"/>
            <a:ext cx="3816350" cy="2678112"/>
          </a:xfrm>
          <a:prstGeom prst="rect">
            <a:avLst/>
          </a:prstGeom>
          <a:solidFill>
            <a:schemeClr val="accent1">
              <a:lumMod val="40000"/>
              <a:lumOff val="60000"/>
            </a:schemeClr>
          </a:solidFill>
          <a:ln>
            <a:noFill/>
          </a:ln>
        </p:spPr>
        <p:txBody>
          <a:bodyPr>
            <a:spAutoFit/>
          </a:bodyPr>
          <a:lstStyle>
            <a:lvl1pPr eaLnBrk="0" hangingPunct="0">
              <a:defRPr>
                <a:solidFill>
                  <a:schemeClr val="tx1"/>
                </a:solidFill>
                <a:latin typeface="Arial Rounded MT Bold" pitchFamily="34" charset="0"/>
                <a:ea typeface="宋体" pitchFamily="2" charset="-122"/>
              </a:defRPr>
            </a:lvl1pPr>
            <a:lvl2pPr marL="742950" indent="-285750" eaLnBrk="0" hangingPunct="0">
              <a:defRPr>
                <a:solidFill>
                  <a:schemeClr val="tx1"/>
                </a:solidFill>
                <a:latin typeface="Arial Rounded MT Bold" pitchFamily="34" charset="0"/>
                <a:ea typeface="宋体" pitchFamily="2" charset="-122"/>
              </a:defRPr>
            </a:lvl2pPr>
            <a:lvl3pPr marL="1143000" indent="-228600" eaLnBrk="0" hangingPunct="0">
              <a:defRPr>
                <a:solidFill>
                  <a:schemeClr val="tx1"/>
                </a:solidFill>
                <a:latin typeface="Arial Rounded MT Bold" pitchFamily="34" charset="0"/>
                <a:ea typeface="宋体" pitchFamily="2" charset="-122"/>
              </a:defRPr>
            </a:lvl3pPr>
            <a:lvl4pPr marL="1600200" indent="-228600" eaLnBrk="0" hangingPunct="0">
              <a:defRPr>
                <a:solidFill>
                  <a:schemeClr val="tx1"/>
                </a:solidFill>
                <a:latin typeface="Arial Rounded MT Bold" pitchFamily="34" charset="0"/>
                <a:ea typeface="宋体" pitchFamily="2" charset="-122"/>
              </a:defRPr>
            </a:lvl4pPr>
            <a:lvl5pPr marL="2057400" indent="-228600" eaLnBrk="0" hangingPunct="0">
              <a:defRPr>
                <a:solidFill>
                  <a:schemeClr val="tx1"/>
                </a:solidFill>
                <a:latin typeface="Arial Rounded MT Bold"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Rounded MT Bold"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Rounded MT Bold"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Rounded MT Bold"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Rounded MT Bold" pitchFamily="34" charset="0"/>
                <a:ea typeface="宋体" pitchFamily="2" charset="-122"/>
              </a:defRPr>
            </a:lvl9pPr>
          </a:lstStyle>
          <a:p>
            <a:pPr eaLnBrk="1" hangingPunct="1">
              <a:defRPr/>
            </a:pPr>
            <a:r>
              <a:rPr lang="en-US" altLang="zh-CN" sz="2400" dirty="0">
                <a:latin typeface="Arial" charset="0"/>
              </a:rPr>
              <a:t>The purification of a protein is designed to exploit its unique characteristics, including size, charge, shape, and function.</a:t>
            </a:r>
          </a:p>
          <a:p>
            <a:pPr eaLnBrk="1" hangingPunct="1">
              <a:defRPr/>
            </a:pPr>
            <a:endParaRPr lang="en-US" altLang="zh-CN" sz="2400" dirty="0">
              <a:solidFill>
                <a:schemeClr val="folHlink"/>
              </a:solidFill>
              <a:latin typeface="Arial" charset="0"/>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2">
            <a:extLst>
              <a:ext uri="{FF2B5EF4-FFF2-40B4-BE49-F238E27FC236}">
                <a16:creationId xmlns:a16="http://schemas.microsoft.com/office/drawing/2014/main" id="{BEAE0894-4BD1-CEA7-1B5C-837AFABA7A75}"/>
              </a:ext>
            </a:extLst>
          </p:cNvPr>
          <p:cNvSpPr>
            <a:spLocks noGrp="1" noChangeArrowheads="1"/>
          </p:cNvSpPr>
          <p:nvPr>
            <p:ph type="title"/>
          </p:nvPr>
        </p:nvSpPr>
        <p:spPr/>
        <p:txBody>
          <a:bodyPr/>
          <a:lstStyle/>
          <a:p>
            <a:pPr eaLnBrk="1" hangingPunct="1"/>
            <a:r>
              <a:rPr lang="en-US" altLang="zh-CN">
                <a:solidFill>
                  <a:srgbClr val="7030A0"/>
                </a:solidFill>
                <a:latin typeface="Cooper Black" panose="0208090404030B020404" pitchFamily="18" charset="77"/>
              </a:rPr>
              <a:t>Purification of a protein requires a specific assay</a:t>
            </a:r>
          </a:p>
        </p:txBody>
      </p:sp>
      <p:sp>
        <p:nvSpPr>
          <p:cNvPr id="92163" name="Rectangle 3">
            <a:extLst>
              <a:ext uri="{FF2B5EF4-FFF2-40B4-BE49-F238E27FC236}">
                <a16:creationId xmlns:a16="http://schemas.microsoft.com/office/drawing/2014/main" id="{019E49FF-6E65-4646-0741-1D7EAFD5BE06}"/>
              </a:ext>
            </a:extLst>
          </p:cNvPr>
          <p:cNvSpPr>
            <a:spLocks noGrp="1" noChangeArrowheads="1"/>
          </p:cNvSpPr>
          <p:nvPr>
            <p:ph type="body" idx="1"/>
          </p:nvPr>
        </p:nvSpPr>
        <p:spPr>
          <a:xfrm>
            <a:off x="762000" y="2270125"/>
            <a:ext cx="7696200" cy="4038600"/>
          </a:xfrm>
        </p:spPr>
        <p:txBody>
          <a:bodyPr/>
          <a:lstStyle/>
          <a:p>
            <a:pPr eaLnBrk="1" hangingPunct="1"/>
            <a:r>
              <a:rPr lang="en-US" altLang="zh-CN" b="1"/>
              <a:t>Incorporation assay</a:t>
            </a:r>
            <a:r>
              <a:rPr lang="en-US" altLang="zh-CN"/>
              <a:t> (get DNA, RNA or proteins labeled) are useful for monitoring the purification and function of many different enzymes catalyzing the synthesis of polymers like DNA, RNA, or proteins.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2">
            <a:extLst>
              <a:ext uri="{FF2B5EF4-FFF2-40B4-BE49-F238E27FC236}">
                <a16:creationId xmlns:a16="http://schemas.microsoft.com/office/drawing/2014/main" id="{0E710652-5CF4-94D0-D700-FE852C903323}"/>
              </a:ext>
            </a:extLst>
          </p:cNvPr>
          <p:cNvSpPr>
            <a:spLocks noGrp="1" noChangeArrowheads="1"/>
          </p:cNvSpPr>
          <p:nvPr>
            <p:ph type="title"/>
          </p:nvPr>
        </p:nvSpPr>
        <p:spPr/>
        <p:txBody>
          <a:bodyPr/>
          <a:lstStyle/>
          <a:p>
            <a:pPr eaLnBrk="1" hangingPunct="1"/>
            <a:r>
              <a:rPr lang="en-US" altLang="zh-CN">
                <a:solidFill>
                  <a:srgbClr val="7030A0"/>
                </a:solidFill>
                <a:latin typeface="Cooper Black" panose="0208090404030B020404" pitchFamily="18" charset="77"/>
              </a:rPr>
              <a:t>Preparation of cell extracts containing active proteins</a:t>
            </a:r>
          </a:p>
        </p:txBody>
      </p:sp>
      <p:sp>
        <p:nvSpPr>
          <p:cNvPr id="93187" name="Rectangle 3">
            <a:extLst>
              <a:ext uri="{FF2B5EF4-FFF2-40B4-BE49-F238E27FC236}">
                <a16:creationId xmlns:a16="http://schemas.microsoft.com/office/drawing/2014/main" id="{81F40748-966E-9EAF-A494-11EC54919EB8}"/>
              </a:ext>
            </a:extLst>
          </p:cNvPr>
          <p:cNvSpPr>
            <a:spLocks noGrp="1" noChangeArrowheads="1"/>
          </p:cNvSpPr>
          <p:nvPr>
            <p:ph type="body" idx="1"/>
          </p:nvPr>
        </p:nvSpPr>
        <p:spPr>
          <a:xfrm>
            <a:off x="762000" y="2127250"/>
            <a:ext cx="7696200" cy="4038600"/>
          </a:xfrm>
        </p:spPr>
        <p:txBody>
          <a:bodyPr/>
          <a:lstStyle/>
          <a:p>
            <a:pPr eaLnBrk="1" hangingPunct="1"/>
            <a:r>
              <a:rPr lang="en-US" altLang="zh-CN"/>
              <a:t>Cell extracts can be lysed by detergent, shearing forces, treatment with low ionic salt or rapid changes in pressure.</a:t>
            </a:r>
          </a:p>
          <a:p>
            <a:pPr eaLnBrk="1" hangingPunct="1"/>
            <a:r>
              <a:rPr lang="en-US" altLang="zh-CN"/>
              <a:t>The goal is to weaken and break the membrane surrounding the cell to allow proteins to escape.</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086DDC48-D1FD-23A4-4CA3-E698D71954A5}"/>
              </a:ext>
            </a:extLst>
          </p:cNvPr>
          <p:cNvSpPr>
            <a:spLocks noGrp="1" noChangeArrowheads="1"/>
          </p:cNvSpPr>
          <p:nvPr>
            <p:ph type="title"/>
          </p:nvPr>
        </p:nvSpPr>
        <p:spPr/>
        <p:txBody>
          <a:bodyPr/>
          <a:lstStyle/>
          <a:p>
            <a:pPr eaLnBrk="1" hangingPunct="1"/>
            <a:r>
              <a:rPr lang="en-US" altLang="zh-CN" sz="2900">
                <a:solidFill>
                  <a:srgbClr val="7030A0"/>
                </a:solidFill>
                <a:latin typeface="Cooper Black" panose="0208090404030B020404" pitchFamily="18" charset="77"/>
              </a:rPr>
              <a:t>Proteins can be separated from one another using column chromatography</a:t>
            </a:r>
          </a:p>
        </p:txBody>
      </p:sp>
      <p:sp>
        <p:nvSpPr>
          <p:cNvPr id="94211" name="Rectangle 3">
            <a:extLst>
              <a:ext uri="{FF2B5EF4-FFF2-40B4-BE49-F238E27FC236}">
                <a16:creationId xmlns:a16="http://schemas.microsoft.com/office/drawing/2014/main" id="{60FC8E8D-94CE-76A1-C5BD-D10DECD4DE76}"/>
              </a:ext>
            </a:extLst>
          </p:cNvPr>
          <p:cNvSpPr>
            <a:spLocks noGrp="1" noChangeArrowheads="1"/>
          </p:cNvSpPr>
          <p:nvPr>
            <p:ph type="body" sz="half" idx="2"/>
          </p:nvPr>
        </p:nvSpPr>
        <p:spPr>
          <a:xfrm>
            <a:off x="4211638" y="2343150"/>
            <a:ext cx="4608512" cy="4038600"/>
          </a:xfrm>
        </p:spPr>
        <p:txBody>
          <a:bodyPr/>
          <a:lstStyle/>
          <a:p>
            <a:pPr eaLnBrk="1" hangingPunct="1"/>
            <a:r>
              <a:rPr lang="en-US" altLang="zh-CN" sz="2700"/>
              <a:t>The two commonly used methods – </a:t>
            </a:r>
            <a:r>
              <a:rPr lang="en-US" altLang="zh-CN" sz="2700" b="1"/>
              <a:t>ion  exchange </a:t>
            </a:r>
            <a:r>
              <a:rPr lang="en-US" altLang="zh-CN" sz="2700"/>
              <a:t>and</a:t>
            </a:r>
            <a:r>
              <a:rPr lang="en-US" altLang="zh-CN" sz="2700" b="1"/>
              <a:t> gel filtration chromatography</a:t>
            </a:r>
            <a:r>
              <a:rPr lang="en-US" altLang="zh-CN" sz="2700"/>
              <a:t> separate proteins on the basis of their charge and size respectively.</a:t>
            </a:r>
          </a:p>
        </p:txBody>
      </p:sp>
      <p:pic>
        <p:nvPicPr>
          <p:cNvPr id="94212" name="Picture 4" descr="fg20-22ab">
            <a:extLst>
              <a:ext uri="{FF2B5EF4-FFF2-40B4-BE49-F238E27FC236}">
                <a16:creationId xmlns:a16="http://schemas.microsoft.com/office/drawing/2014/main" id="{35EF01D3-856F-F4A5-32B6-EB2753D77A51}"/>
              </a:ext>
            </a:extLst>
          </p:cNvPr>
          <p:cNvPicPr>
            <a:picLocks noChangeAspect="1" noChangeArrowheads="1"/>
          </p:cNvPicPr>
          <p:nvPr>
            <p:ph sz="half" idx="1"/>
          </p:nvPr>
        </p:nvPicPr>
        <p:blipFill>
          <a:blip r:embed="rId3">
            <a:extLst>
              <a:ext uri="{28A0092B-C50C-407E-A947-70E740481C1C}">
                <a14:useLocalDpi xmlns:a14="http://schemas.microsoft.com/office/drawing/2010/main" val="0"/>
              </a:ext>
            </a:extLst>
          </a:blip>
          <a:srcRect l="19109" r="23653" b="4030"/>
          <a:stretch>
            <a:fillRect/>
          </a:stretch>
        </p:blipFill>
        <p:spPr>
          <a:xfrm>
            <a:off x="1331913" y="1844675"/>
            <a:ext cx="2554287" cy="4392613"/>
          </a:xfr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2">
            <a:extLst>
              <a:ext uri="{FF2B5EF4-FFF2-40B4-BE49-F238E27FC236}">
                <a16:creationId xmlns:a16="http://schemas.microsoft.com/office/drawing/2014/main" id="{79966DB9-958B-3C34-AE53-3FA11B19D88D}"/>
              </a:ext>
            </a:extLst>
          </p:cNvPr>
          <p:cNvSpPr>
            <a:spLocks noGrp="1" noChangeArrowheads="1"/>
          </p:cNvSpPr>
          <p:nvPr>
            <p:ph type="title"/>
          </p:nvPr>
        </p:nvSpPr>
        <p:spPr>
          <a:xfrm>
            <a:off x="762000" y="533400"/>
            <a:ext cx="8058150" cy="1143000"/>
          </a:xfrm>
        </p:spPr>
        <p:txBody>
          <a:bodyPr/>
          <a:lstStyle/>
          <a:p>
            <a:pPr eaLnBrk="1" hangingPunct="1"/>
            <a:r>
              <a:rPr lang="en-US" altLang="zh-CN" sz="3000">
                <a:solidFill>
                  <a:srgbClr val="7030A0"/>
                </a:solidFill>
                <a:latin typeface="Cooper Black" panose="0208090404030B020404" pitchFamily="18" charset="77"/>
              </a:rPr>
              <a:t>Affinity chromatography can facilitate more rapid protein purification</a:t>
            </a:r>
          </a:p>
        </p:txBody>
      </p:sp>
      <p:sp>
        <p:nvSpPr>
          <p:cNvPr id="96259" name="Rectangle 3">
            <a:extLst>
              <a:ext uri="{FF2B5EF4-FFF2-40B4-BE49-F238E27FC236}">
                <a16:creationId xmlns:a16="http://schemas.microsoft.com/office/drawing/2014/main" id="{557FB63F-1486-92A8-4DAB-9E6AA12ECA88}"/>
              </a:ext>
            </a:extLst>
          </p:cNvPr>
          <p:cNvSpPr>
            <a:spLocks noGrp="1" noChangeArrowheads="1"/>
          </p:cNvSpPr>
          <p:nvPr>
            <p:ph type="body" idx="1"/>
          </p:nvPr>
        </p:nvSpPr>
        <p:spPr>
          <a:xfrm>
            <a:off x="762000" y="2486025"/>
            <a:ext cx="7696200" cy="4038600"/>
          </a:xfrm>
        </p:spPr>
        <p:txBody>
          <a:bodyPr/>
          <a:lstStyle/>
          <a:p>
            <a:pPr eaLnBrk="1" hangingPunct="1"/>
            <a:r>
              <a:rPr lang="en-US" altLang="zh-CN"/>
              <a:t>Other reagents can be attached to columns to allow the rapid purification of proteins, which is called </a:t>
            </a:r>
            <a:r>
              <a:rPr lang="en-US" altLang="zh-CN" b="1"/>
              <a:t>affinity chromatography</a:t>
            </a:r>
            <a:r>
              <a:rPr lang="en-US" altLang="zh-CN"/>
              <a: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a:extLst>
              <a:ext uri="{FF2B5EF4-FFF2-40B4-BE49-F238E27FC236}">
                <a16:creationId xmlns:a16="http://schemas.microsoft.com/office/drawing/2014/main" id="{28DC533E-BA80-5CE0-BEDA-5559D739F1D1}"/>
              </a:ext>
            </a:extLst>
          </p:cNvPr>
          <p:cNvSpPr>
            <a:spLocks noGrp="1" noChangeArrowheads="1"/>
          </p:cNvSpPr>
          <p:nvPr>
            <p:ph type="title"/>
          </p:nvPr>
        </p:nvSpPr>
        <p:spPr/>
        <p:txBody>
          <a:bodyPr/>
          <a:lstStyle/>
          <a:p>
            <a:pPr eaLnBrk="1" hangingPunct="1"/>
            <a:r>
              <a:rPr lang="en-US" altLang="zh-CN">
                <a:solidFill>
                  <a:srgbClr val="7030A0"/>
                </a:solidFill>
                <a:latin typeface="Cooper Black" panose="0208090404030B020404" pitchFamily="18" charset="77"/>
              </a:rPr>
              <a:t>Immunoaffinity chromatography</a:t>
            </a:r>
          </a:p>
        </p:txBody>
      </p:sp>
      <p:sp>
        <p:nvSpPr>
          <p:cNvPr id="97283" name="Rectangle 3">
            <a:extLst>
              <a:ext uri="{FF2B5EF4-FFF2-40B4-BE49-F238E27FC236}">
                <a16:creationId xmlns:a16="http://schemas.microsoft.com/office/drawing/2014/main" id="{4FCFF483-C096-BD3A-610D-6EE1BDFFD3E2}"/>
              </a:ext>
            </a:extLst>
          </p:cNvPr>
          <p:cNvSpPr>
            <a:spLocks noGrp="1" noChangeArrowheads="1"/>
          </p:cNvSpPr>
          <p:nvPr>
            <p:ph type="body" idx="1"/>
          </p:nvPr>
        </p:nvSpPr>
        <p:spPr>
          <a:xfrm>
            <a:off x="762000" y="2054225"/>
            <a:ext cx="7696200" cy="4038600"/>
          </a:xfrm>
        </p:spPr>
        <p:txBody>
          <a:bodyPr/>
          <a:lstStyle/>
          <a:p>
            <a:pPr eaLnBrk="1" hangingPunct="1"/>
            <a:r>
              <a:rPr lang="en-US" altLang="zh-CN"/>
              <a:t>In this approach, an </a:t>
            </a:r>
            <a:r>
              <a:rPr lang="en-US" altLang="zh-CN">
                <a:solidFill>
                  <a:srgbClr val="FF0000"/>
                </a:solidFill>
              </a:rPr>
              <a:t>antibody</a:t>
            </a:r>
            <a:r>
              <a:rPr lang="en-US" altLang="zh-CN"/>
              <a:t> that is specific for target protein is attached to beads. Ideally, this antibody will interact only with the intended target protein. The bound protein can then be eluted from the column using salt or mild detergent.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26CF6847-D202-FC2B-E2B8-A93C42077B3B}"/>
              </a:ext>
            </a:extLst>
          </p:cNvPr>
          <p:cNvSpPr>
            <a:spLocks noGrp="1" noChangeArrowheads="1"/>
          </p:cNvSpPr>
          <p:nvPr>
            <p:ph type="title"/>
          </p:nvPr>
        </p:nvSpPr>
        <p:spPr/>
        <p:txBody>
          <a:bodyPr/>
          <a:lstStyle/>
          <a:p>
            <a:pPr eaLnBrk="1" hangingPunct="1"/>
            <a:r>
              <a:rPr lang="en-US" altLang="zh-CN">
                <a:solidFill>
                  <a:srgbClr val="7030A0"/>
                </a:solidFill>
                <a:latin typeface="Cooper Black" panose="0208090404030B020404" pitchFamily="18" charset="77"/>
              </a:rPr>
              <a:t>Immunoaffinity chromatography</a:t>
            </a:r>
          </a:p>
        </p:txBody>
      </p:sp>
      <p:sp>
        <p:nvSpPr>
          <p:cNvPr id="98307" name="Rectangle 3">
            <a:extLst>
              <a:ext uri="{FF2B5EF4-FFF2-40B4-BE49-F238E27FC236}">
                <a16:creationId xmlns:a16="http://schemas.microsoft.com/office/drawing/2014/main" id="{D137AE6C-5E57-DC91-471F-0511A8317250}"/>
              </a:ext>
            </a:extLst>
          </p:cNvPr>
          <p:cNvSpPr>
            <a:spLocks noGrp="1" noChangeArrowheads="1"/>
          </p:cNvSpPr>
          <p:nvPr>
            <p:ph type="body" idx="1"/>
          </p:nvPr>
        </p:nvSpPr>
        <p:spPr/>
        <p:txBody>
          <a:bodyPr/>
          <a:lstStyle/>
          <a:p>
            <a:pPr eaLnBrk="1" hangingPunct="1"/>
            <a:r>
              <a:rPr lang="en-US" altLang="zh-CN"/>
              <a:t>Proteins can be modified to facilitate their purification, adding short additional amino acid sequences to the N-terminus or C-terminus of a target protein.</a:t>
            </a:r>
          </a:p>
          <a:p>
            <a:pPr eaLnBrk="1" hangingPunct="1"/>
            <a:r>
              <a:rPr lang="en-US" altLang="zh-CN"/>
              <a:t>This modification can be generated using molecular cloning methods or specific </a:t>
            </a:r>
            <a:r>
              <a:rPr lang="en-US" altLang="zh-CN" b="1"/>
              <a:t>epitopes</a:t>
            </a:r>
            <a:r>
              <a:rPr lang="en-US" altLang="zh-CN"/>
              <a:t>, which can be attached to any protein.</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4F0EA05F-8F18-ECF1-FEB0-BFB608CFFD0F}"/>
              </a:ext>
            </a:extLst>
          </p:cNvPr>
          <p:cNvSpPr>
            <a:spLocks noGrp="1" noChangeArrowheads="1"/>
          </p:cNvSpPr>
          <p:nvPr>
            <p:ph type="title"/>
          </p:nvPr>
        </p:nvSpPr>
        <p:spPr/>
        <p:txBody>
          <a:bodyPr/>
          <a:lstStyle/>
          <a:p>
            <a:pPr eaLnBrk="1" hangingPunct="1"/>
            <a:r>
              <a:rPr lang="en-US" altLang="zh-CN">
                <a:solidFill>
                  <a:srgbClr val="7030A0"/>
                </a:solidFill>
                <a:latin typeface="Cooper Black" panose="0208090404030B020404" pitchFamily="18" charset="77"/>
              </a:rPr>
              <a:t>Immunoaffinity chromatography</a:t>
            </a:r>
          </a:p>
        </p:txBody>
      </p:sp>
      <p:sp>
        <p:nvSpPr>
          <p:cNvPr id="99331" name="Rectangle 3">
            <a:extLst>
              <a:ext uri="{FF2B5EF4-FFF2-40B4-BE49-F238E27FC236}">
                <a16:creationId xmlns:a16="http://schemas.microsoft.com/office/drawing/2014/main" id="{E46343DA-12DD-8709-1B32-68B9D68AC9EC}"/>
              </a:ext>
            </a:extLst>
          </p:cNvPr>
          <p:cNvSpPr>
            <a:spLocks noGrp="1" noChangeArrowheads="1"/>
          </p:cNvSpPr>
          <p:nvPr>
            <p:ph type="body" idx="1"/>
          </p:nvPr>
        </p:nvSpPr>
        <p:spPr/>
        <p:txBody>
          <a:bodyPr/>
          <a:lstStyle/>
          <a:p>
            <a:pPr eaLnBrk="1" hangingPunct="1">
              <a:lnSpc>
                <a:spcPct val="90000"/>
              </a:lnSpc>
            </a:pPr>
            <a:r>
              <a:rPr lang="en-US" altLang="zh-CN" sz="2700" b="1"/>
              <a:t>Immunoprecipitation</a:t>
            </a:r>
          </a:p>
          <a:p>
            <a:pPr eaLnBrk="1" hangingPunct="1">
              <a:lnSpc>
                <a:spcPct val="90000"/>
              </a:lnSpc>
              <a:buFont typeface="Wingdings" pitchFamily="2" charset="2"/>
              <a:buNone/>
            </a:pPr>
            <a:r>
              <a:rPr lang="en-US" altLang="zh-CN" sz="2700"/>
              <a:t>   Precipitation is achieved by attaching the antibody to the same type of bead used in a column chromatography. Because these beads are relatively large, they rapidly sink to the bottom of a test tube along with the antibody and any proteins bound to the antibody. </a:t>
            </a:r>
          </a:p>
          <a:p>
            <a:pPr eaLnBrk="1" hangingPunct="1">
              <a:lnSpc>
                <a:spcPct val="90000"/>
              </a:lnSpc>
            </a:pPr>
            <a:r>
              <a:rPr lang="en-US" altLang="zh-CN" sz="2700"/>
              <a:t>Immunoprecipitation is used to rapidly purify proteins or protein complexes from </a:t>
            </a:r>
            <a:r>
              <a:rPr lang="en-US" altLang="zh-CN" sz="2700">
                <a:solidFill>
                  <a:srgbClr val="FF0000"/>
                </a:solidFill>
              </a:rPr>
              <a:t>crude extracts.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03CCCC10-A263-4992-479C-2BBD5B90E643}"/>
              </a:ext>
            </a:extLst>
          </p:cNvPr>
          <p:cNvSpPr>
            <a:spLocks noGrp="1" noChangeArrowheads="1"/>
          </p:cNvSpPr>
          <p:nvPr>
            <p:ph type="title"/>
          </p:nvPr>
        </p:nvSpPr>
        <p:spPr/>
        <p:txBody>
          <a:bodyPr/>
          <a:lstStyle/>
          <a:p>
            <a:pPr eaLnBrk="1" hangingPunct="1"/>
            <a:r>
              <a:rPr lang="en-US" altLang="zh-CN">
                <a:solidFill>
                  <a:srgbClr val="7030A0"/>
                </a:solidFill>
                <a:latin typeface="Cooper Black" panose="0208090404030B020404" pitchFamily="18" charset="77"/>
              </a:rPr>
              <a:t>Separation of proteins on polyacrylamide gels</a:t>
            </a:r>
          </a:p>
        </p:txBody>
      </p:sp>
      <p:sp>
        <p:nvSpPr>
          <p:cNvPr id="100355" name="Rectangle 3">
            <a:extLst>
              <a:ext uri="{FF2B5EF4-FFF2-40B4-BE49-F238E27FC236}">
                <a16:creationId xmlns:a16="http://schemas.microsoft.com/office/drawing/2014/main" id="{E04475AA-F25E-13CE-F4EC-1D521E01AD64}"/>
              </a:ext>
            </a:extLst>
          </p:cNvPr>
          <p:cNvSpPr>
            <a:spLocks noGrp="1" noChangeArrowheads="1"/>
          </p:cNvSpPr>
          <p:nvPr>
            <p:ph type="body" idx="1"/>
          </p:nvPr>
        </p:nvSpPr>
        <p:spPr/>
        <p:txBody>
          <a:bodyPr/>
          <a:lstStyle/>
          <a:p>
            <a:pPr eaLnBrk="1" hangingPunct="1">
              <a:lnSpc>
                <a:spcPct val="90000"/>
              </a:lnSpc>
            </a:pPr>
            <a:r>
              <a:rPr lang="en-US" altLang="zh-CN" b="1">
                <a:latin typeface="Century Schoolbook" panose="02040604050505020304" pitchFamily="18" charset="0"/>
              </a:rPr>
              <a:t>Sodium dodecyl sulphate (SDS)</a:t>
            </a:r>
          </a:p>
          <a:p>
            <a:pPr eaLnBrk="1" hangingPunct="1">
              <a:lnSpc>
                <a:spcPct val="90000"/>
              </a:lnSpc>
            </a:pPr>
            <a:r>
              <a:rPr lang="en-US" altLang="zh-CN">
                <a:latin typeface="Century Schoolbook" panose="02040604050505020304" pitchFamily="18" charset="0"/>
              </a:rPr>
              <a:t>Electrophoresis in the presence of </a:t>
            </a:r>
            <a:r>
              <a:rPr lang="en-US" altLang="zh-CN" b="1">
                <a:solidFill>
                  <a:srgbClr val="FF0000"/>
                </a:solidFill>
                <a:latin typeface="Century Schoolbook" panose="02040604050505020304" pitchFamily="18" charset="0"/>
              </a:rPr>
              <a:t>SDS</a:t>
            </a:r>
            <a:r>
              <a:rPr lang="en-US" altLang="zh-CN">
                <a:latin typeface="Century Schoolbook" panose="02040604050505020304" pitchFamily="18" charset="0"/>
              </a:rPr>
              <a:t> can be used to resolve mixtures of proteins according to the length of individual polypeptide chains.</a:t>
            </a:r>
          </a:p>
          <a:p>
            <a:pPr eaLnBrk="1" hangingPunct="1">
              <a:lnSpc>
                <a:spcPct val="90000"/>
              </a:lnSpc>
            </a:pPr>
            <a:r>
              <a:rPr lang="en-US" altLang="zh-CN">
                <a:solidFill>
                  <a:srgbClr val="FF0000"/>
                </a:solidFill>
                <a:latin typeface="Century Schoolbook" panose="02040604050505020304" pitchFamily="18" charset="0"/>
              </a:rPr>
              <a:t>After electrophoresis</a:t>
            </a:r>
            <a:r>
              <a:rPr lang="en-US" altLang="zh-CN">
                <a:latin typeface="Century Schoolbook" panose="02040604050505020304" pitchFamily="18" charset="0"/>
              </a:rPr>
              <a:t>, the proteins can be </a:t>
            </a:r>
            <a:r>
              <a:rPr lang="en-US" altLang="zh-CN" b="1">
                <a:latin typeface="Century Schoolbook" panose="02040604050505020304" pitchFamily="18" charset="0"/>
              </a:rPr>
              <a:t>visualized</a:t>
            </a:r>
            <a:r>
              <a:rPr lang="en-US" altLang="zh-CN">
                <a:latin typeface="Century Schoolbook" panose="02040604050505020304" pitchFamily="18" charset="0"/>
              </a:rPr>
              <a:t> with a stain, such as</a:t>
            </a:r>
            <a:r>
              <a:rPr lang="en-US" altLang="zh-CN" b="1">
                <a:latin typeface="Century Schoolbook" panose="02040604050505020304" pitchFamily="18" charset="0"/>
              </a:rPr>
              <a:t> Coomassie brilliant blue</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1378" name="Picture 1">
            <a:extLst>
              <a:ext uri="{FF2B5EF4-FFF2-40B4-BE49-F238E27FC236}">
                <a16:creationId xmlns:a16="http://schemas.microsoft.com/office/drawing/2014/main" id="{F5E02F33-794B-290A-0734-B7D88548B19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11188" y="28575"/>
            <a:ext cx="8137525" cy="650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02" name="Picture 2" descr="Principle and Protocol of Sodium Dodecyl Sulphate-Polyacrylamide Gel  Electrophoresis (SDS-PAGE) – Creative Biomart Blog">
            <a:extLst>
              <a:ext uri="{FF2B5EF4-FFF2-40B4-BE49-F238E27FC236}">
                <a16:creationId xmlns:a16="http://schemas.microsoft.com/office/drawing/2014/main" id="{D86BA8D9-C3FA-13C5-224E-9FF229C2E5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0"/>
            <a:ext cx="6372225" cy="318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3" name="Picture 4" descr="The principle and method of polyacrylamide gel electrophoresis (SDS-PAGE) |  MBL Life Science -JAPAN-">
            <a:extLst>
              <a:ext uri="{FF2B5EF4-FFF2-40B4-BE49-F238E27FC236}">
                <a16:creationId xmlns:a16="http://schemas.microsoft.com/office/drawing/2014/main" id="{7A71C62C-B38F-E70F-413A-DED7C382A1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068638"/>
            <a:ext cx="4752975" cy="3570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04" name="Picture 8" descr="SDS-PAGE - Kenzo">
            <a:extLst>
              <a:ext uri="{FF2B5EF4-FFF2-40B4-BE49-F238E27FC236}">
                <a16:creationId xmlns:a16="http://schemas.microsoft.com/office/drawing/2014/main" id="{955DA890-CAFD-593C-303D-6BBDA1EB539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3357563"/>
            <a:ext cx="4333875" cy="3095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426" name="Picture 3">
            <a:extLst>
              <a:ext uri="{FF2B5EF4-FFF2-40B4-BE49-F238E27FC236}">
                <a16:creationId xmlns:a16="http://schemas.microsoft.com/office/drawing/2014/main" id="{96880738-25E3-EAB0-EFF2-9677DE909128}"/>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539750" y="549275"/>
            <a:ext cx="8280400"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4450" name="Picture 2" descr="Lab discussion 1.Denaturing polyacrylamide gel electrophoresis (SDS-PAGE)  2.Purification table 3.Paper. - ppt download">
            <a:extLst>
              <a:ext uri="{FF2B5EF4-FFF2-40B4-BE49-F238E27FC236}">
                <a16:creationId xmlns:a16="http://schemas.microsoft.com/office/drawing/2014/main" id="{A24CBA72-A293-05F9-4908-BC126EA7BE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825" y="115888"/>
            <a:ext cx="8642350" cy="6535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5474" name="Picture 4" descr="Poly-acrylamide Gel Electrophoresis">
            <a:extLst>
              <a:ext uri="{FF2B5EF4-FFF2-40B4-BE49-F238E27FC236}">
                <a16:creationId xmlns:a16="http://schemas.microsoft.com/office/drawing/2014/main" id="{30C5777E-C1AE-C268-44C6-7E3038FA1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333375"/>
            <a:ext cx="7920037" cy="590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2" descr="SMA-PAGE: A new method to examine complexes of membrane proteins using  SMALP nano-encapsulation and native gel electrophoresis - ScienceDirect">
            <a:extLst>
              <a:ext uri="{FF2B5EF4-FFF2-40B4-BE49-F238E27FC236}">
                <a16:creationId xmlns:a16="http://schemas.microsoft.com/office/drawing/2014/main" id="{ABBC3AF3-850D-ED31-FF65-DA56CE2D5E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620713"/>
            <a:ext cx="8280400" cy="561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82E18129-75A4-774B-0D33-BFEDD0F68798}"/>
              </a:ext>
            </a:extLst>
          </p:cNvPr>
          <p:cNvSpPr>
            <a:spLocks noGrp="1" noChangeArrowheads="1"/>
          </p:cNvSpPr>
          <p:nvPr>
            <p:ph type="title"/>
          </p:nvPr>
        </p:nvSpPr>
        <p:spPr>
          <a:xfrm>
            <a:off x="762000" y="533400"/>
            <a:ext cx="7842250" cy="1143000"/>
          </a:xfrm>
        </p:spPr>
        <p:txBody>
          <a:bodyPr/>
          <a:lstStyle/>
          <a:p>
            <a:pPr eaLnBrk="1" hangingPunct="1"/>
            <a:r>
              <a:rPr lang="en-US" altLang="zh-CN" sz="3200">
                <a:solidFill>
                  <a:srgbClr val="7030A0"/>
                </a:solidFill>
                <a:latin typeface="Cooper Black" panose="0208090404030B020404" pitchFamily="18" charset="77"/>
              </a:rPr>
              <a:t>SDS-Polyacrylamide Gel Electrophoresis</a:t>
            </a:r>
          </a:p>
        </p:txBody>
      </p:sp>
      <p:pic>
        <p:nvPicPr>
          <p:cNvPr id="107523" name="Picture 4">
            <a:extLst>
              <a:ext uri="{FF2B5EF4-FFF2-40B4-BE49-F238E27FC236}">
                <a16:creationId xmlns:a16="http://schemas.microsoft.com/office/drawing/2014/main" id="{16B1E64B-8511-F49A-E623-4FDECEE3CB5E}"/>
              </a:ext>
            </a:extLst>
          </p:cNvPr>
          <p:cNvPicPr>
            <a:picLocks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500563" y="1695450"/>
            <a:ext cx="4491037" cy="3455988"/>
          </a:xfrm>
          <a:noFill/>
        </p:spPr>
      </p:pic>
      <p:pic>
        <p:nvPicPr>
          <p:cNvPr id="107524" name="Picture 5">
            <a:extLst>
              <a:ext uri="{FF2B5EF4-FFF2-40B4-BE49-F238E27FC236}">
                <a16:creationId xmlns:a16="http://schemas.microsoft.com/office/drawing/2014/main" id="{55F0E15E-A6BE-A296-FFCA-CB7761069884}"/>
              </a:ext>
            </a:extLst>
          </p:cNvPr>
          <p:cNvPicPr>
            <a:picLocks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762000" y="1844675"/>
            <a:ext cx="2862263" cy="1550988"/>
          </a:xfrm>
          <a:noFill/>
        </p:spPr>
      </p:pic>
      <p:pic>
        <p:nvPicPr>
          <p:cNvPr id="107525" name="Picture 1">
            <a:extLst>
              <a:ext uri="{FF2B5EF4-FFF2-40B4-BE49-F238E27FC236}">
                <a16:creationId xmlns:a16="http://schemas.microsoft.com/office/drawing/2014/main" id="{22F6891A-8FF6-BEB1-3DEF-C38578D9F291}"/>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15900" y="3563938"/>
            <a:ext cx="4068763" cy="279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a:extLst>
              <a:ext uri="{FF2B5EF4-FFF2-40B4-BE49-F238E27FC236}">
                <a16:creationId xmlns:a16="http://schemas.microsoft.com/office/drawing/2014/main" id="{36ADD15D-040C-C6C6-E6D4-44AB4E2A8173}"/>
              </a:ext>
            </a:extLst>
          </p:cNvPr>
          <p:cNvSpPr>
            <a:spLocks noGrp="1" noChangeArrowheads="1"/>
          </p:cNvSpPr>
          <p:nvPr>
            <p:ph type="title"/>
          </p:nvPr>
        </p:nvSpPr>
        <p:spPr/>
        <p:txBody>
          <a:bodyPr/>
          <a:lstStyle/>
          <a:p>
            <a:pPr eaLnBrk="1" hangingPunct="1"/>
            <a:r>
              <a:rPr lang="en-US" altLang="zh-CN" sz="2900">
                <a:solidFill>
                  <a:srgbClr val="7030A0"/>
                </a:solidFill>
                <a:latin typeface="Cooper Black" panose="0208090404030B020404" pitchFamily="18" charset="77"/>
              </a:rPr>
              <a:t>Antibodies visualize electrophoretically-separated proteins</a:t>
            </a:r>
          </a:p>
        </p:txBody>
      </p:sp>
      <p:sp>
        <p:nvSpPr>
          <p:cNvPr id="108547" name="Rectangle 3">
            <a:extLst>
              <a:ext uri="{FF2B5EF4-FFF2-40B4-BE49-F238E27FC236}">
                <a16:creationId xmlns:a16="http://schemas.microsoft.com/office/drawing/2014/main" id="{66B4518E-F043-D1D5-4644-4C82C336187F}"/>
              </a:ext>
            </a:extLst>
          </p:cNvPr>
          <p:cNvSpPr>
            <a:spLocks noGrp="1" noChangeArrowheads="1"/>
          </p:cNvSpPr>
          <p:nvPr>
            <p:ph type="body" idx="1"/>
          </p:nvPr>
        </p:nvSpPr>
        <p:spPr>
          <a:xfrm>
            <a:off x="684213" y="1916113"/>
            <a:ext cx="7696200" cy="4038600"/>
          </a:xfrm>
        </p:spPr>
        <p:txBody>
          <a:bodyPr/>
          <a:lstStyle/>
          <a:p>
            <a:pPr marL="590550" indent="-590550" eaLnBrk="1" hangingPunct="1">
              <a:lnSpc>
                <a:spcPct val="90000"/>
              </a:lnSpc>
            </a:pPr>
            <a:r>
              <a:rPr lang="en-US" altLang="zh-CN" sz="2700" b="1">
                <a:solidFill>
                  <a:srgbClr val="FF0000"/>
                </a:solidFill>
                <a:latin typeface="Eras Medium ITC" panose="020F0502020204030204" pitchFamily="34" charset="0"/>
              </a:rPr>
              <a:t>Immunoblotting (Westerns Blott)</a:t>
            </a:r>
          </a:p>
          <a:p>
            <a:pPr marL="590550" indent="-590550" eaLnBrk="1" hangingPunct="1">
              <a:lnSpc>
                <a:spcPct val="90000"/>
              </a:lnSpc>
              <a:buFont typeface="Wingdings" pitchFamily="2" charset="2"/>
              <a:buAutoNum type="arabicPeriod"/>
            </a:pPr>
            <a:r>
              <a:rPr lang="en-US" altLang="zh-CN" sz="2700">
                <a:latin typeface="Eras Medium ITC" panose="020F0502020204030204" pitchFamily="34" charset="0"/>
              </a:rPr>
              <a:t>Electrophoretically separated proteins are transferred and bound to a filter</a:t>
            </a:r>
          </a:p>
          <a:p>
            <a:pPr marL="590550" indent="-590550" eaLnBrk="1" hangingPunct="1">
              <a:lnSpc>
                <a:spcPct val="90000"/>
              </a:lnSpc>
              <a:buFont typeface="Wingdings" pitchFamily="2" charset="2"/>
              <a:buAutoNum type="arabicPeriod"/>
            </a:pPr>
            <a:r>
              <a:rPr lang="en-US" altLang="zh-CN" sz="2700">
                <a:latin typeface="Eras Medium ITC" panose="020F0502020204030204" pitchFamily="34" charset="0"/>
              </a:rPr>
              <a:t>The filter is then incubated in a solution of an antibody </a:t>
            </a:r>
          </a:p>
          <a:p>
            <a:pPr marL="590550" indent="-590550" eaLnBrk="1" hangingPunct="1">
              <a:lnSpc>
                <a:spcPct val="90000"/>
              </a:lnSpc>
              <a:buFont typeface="Wingdings" pitchFamily="2" charset="2"/>
              <a:buAutoNum type="arabicPeriod"/>
            </a:pPr>
            <a:r>
              <a:rPr lang="en-US" altLang="zh-CN" sz="2700">
                <a:solidFill>
                  <a:srgbClr val="FF0000"/>
                </a:solidFill>
                <a:latin typeface="Eras Medium ITC" panose="020F0502020204030204" pitchFamily="34" charset="0"/>
              </a:rPr>
              <a:t>The antibody finds the corresponding protein on the filter to which it avidly binds</a:t>
            </a:r>
          </a:p>
          <a:p>
            <a:pPr marL="590550" indent="-590550" eaLnBrk="1" hangingPunct="1">
              <a:lnSpc>
                <a:spcPct val="90000"/>
              </a:lnSpc>
              <a:buFont typeface="Wingdings" pitchFamily="2" charset="2"/>
              <a:buAutoNum type="arabicPeriod"/>
            </a:pPr>
            <a:r>
              <a:rPr lang="en-US" altLang="zh-CN" sz="2700">
                <a:latin typeface="Eras Medium ITC" panose="020F0502020204030204" pitchFamily="34" charset="0"/>
              </a:rPr>
              <a:t>A chromogenic enzyme is used to visualize the filter-bound antibody.</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1273AF37-AF59-A755-0A97-0D3AF4CE59D4}"/>
              </a:ext>
            </a:extLst>
          </p:cNvPr>
          <p:cNvSpPr>
            <a:spLocks noGrp="1" noChangeArrowheads="1"/>
          </p:cNvSpPr>
          <p:nvPr>
            <p:ph type="title"/>
          </p:nvPr>
        </p:nvSpPr>
        <p:spPr/>
        <p:txBody>
          <a:bodyPr/>
          <a:lstStyle/>
          <a:p>
            <a:pPr eaLnBrk="1" hangingPunct="1"/>
            <a:r>
              <a:rPr lang="en-US" altLang="zh-CN">
                <a:solidFill>
                  <a:srgbClr val="7030A0"/>
                </a:solidFill>
                <a:latin typeface="Cooper Black" panose="0208090404030B020404" pitchFamily="18" charset="77"/>
              </a:rPr>
              <a:t>Protein molecules can be directly sequenced</a:t>
            </a:r>
          </a:p>
        </p:txBody>
      </p:sp>
      <p:sp>
        <p:nvSpPr>
          <p:cNvPr id="109571" name="Rectangle 3">
            <a:extLst>
              <a:ext uri="{FF2B5EF4-FFF2-40B4-BE49-F238E27FC236}">
                <a16:creationId xmlns:a16="http://schemas.microsoft.com/office/drawing/2014/main" id="{D330A4B2-0934-3C58-CB46-B51EAF9FC7A9}"/>
              </a:ext>
            </a:extLst>
          </p:cNvPr>
          <p:cNvSpPr>
            <a:spLocks noGrp="1" noChangeArrowheads="1"/>
          </p:cNvSpPr>
          <p:nvPr>
            <p:ph type="body" idx="1"/>
          </p:nvPr>
        </p:nvSpPr>
        <p:spPr/>
        <p:txBody>
          <a:bodyPr/>
          <a:lstStyle/>
          <a:p>
            <a:pPr eaLnBrk="1" hangingPunct="1"/>
            <a:r>
              <a:rPr lang="en-US" altLang="zh-CN"/>
              <a:t>Because of the vast resource of complete or nearly complete genome sequences, the determination of even a</a:t>
            </a:r>
            <a:r>
              <a:rPr lang="en-US" altLang="zh-CN" b="1"/>
              <a:t> small stretch of protein</a:t>
            </a:r>
            <a:r>
              <a:rPr lang="en-US" altLang="zh-CN"/>
              <a:t> sequence is often sufficient to </a:t>
            </a:r>
            <a:r>
              <a:rPr lang="en-US" altLang="zh-CN" b="1"/>
              <a:t>identify the gene</a:t>
            </a:r>
            <a:r>
              <a:rPr lang="en-US" altLang="zh-CN"/>
              <a:t> </a:t>
            </a:r>
            <a:r>
              <a:rPr lang="en-US" altLang="zh-CN" b="1"/>
              <a:t>which encoded that protein</a:t>
            </a:r>
            <a:r>
              <a:rPr lang="en-US" altLang="zh-CN"/>
              <a:t> by finding a matching ORF.</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2">
            <a:extLst>
              <a:ext uri="{FF2B5EF4-FFF2-40B4-BE49-F238E27FC236}">
                <a16:creationId xmlns:a16="http://schemas.microsoft.com/office/drawing/2014/main" id="{6EFF7467-7A59-773D-9C93-AEC9F20C3544}"/>
              </a:ext>
            </a:extLst>
          </p:cNvPr>
          <p:cNvSpPr>
            <a:spLocks noGrp="1" noChangeArrowheads="1"/>
          </p:cNvSpPr>
          <p:nvPr>
            <p:ph type="title"/>
          </p:nvPr>
        </p:nvSpPr>
        <p:spPr/>
        <p:txBody>
          <a:bodyPr/>
          <a:lstStyle/>
          <a:p>
            <a:pPr eaLnBrk="1" hangingPunct="1"/>
            <a:r>
              <a:rPr lang="en-US" altLang="zh-CN" sz="4000">
                <a:solidFill>
                  <a:srgbClr val="7030A0"/>
                </a:solidFill>
                <a:latin typeface="Cooper Black" panose="0208090404030B020404" pitchFamily="18" charset="77"/>
              </a:rPr>
              <a:t>Edman degradation</a:t>
            </a:r>
          </a:p>
        </p:txBody>
      </p:sp>
      <p:pic>
        <p:nvPicPr>
          <p:cNvPr id="110595" name="Picture 3" descr="fg20-23">
            <a:extLst>
              <a:ext uri="{FF2B5EF4-FFF2-40B4-BE49-F238E27FC236}">
                <a16:creationId xmlns:a16="http://schemas.microsoft.com/office/drawing/2014/main" id="{92AF368E-D93F-0155-2177-8388B113CF2E}"/>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r="-1221" b="12343"/>
          <a:stretch>
            <a:fillRect/>
          </a:stretch>
        </p:blipFill>
        <p:spPr>
          <a:xfrm>
            <a:off x="971550" y="1905000"/>
            <a:ext cx="7416800" cy="4244975"/>
          </a:xfrm>
          <a:noFill/>
        </p:spPr>
      </p:pic>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2">
            <a:extLst>
              <a:ext uri="{FF2B5EF4-FFF2-40B4-BE49-F238E27FC236}">
                <a16:creationId xmlns:a16="http://schemas.microsoft.com/office/drawing/2014/main" id="{1BFF3B9B-DB41-4D81-1CF0-08C1B05F5B5C}"/>
              </a:ext>
            </a:extLst>
          </p:cNvPr>
          <p:cNvSpPr>
            <a:spLocks noGrp="1" noChangeArrowheads="1"/>
          </p:cNvSpPr>
          <p:nvPr>
            <p:ph type="title"/>
          </p:nvPr>
        </p:nvSpPr>
        <p:spPr/>
        <p:txBody>
          <a:bodyPr/>
          <a:lstStyle/>
          <a:p>
            <a:pPr eaLnBrk="1" hangingPunct="1"/>
            <a:r>
              <a:rPr lang="en-US" altLang="zh-CN">
                <a:solidFill>
                  <a:srgbClr val="7030A0"/>
                </a:solidFill>
                <a:latin typeface="Cooper Black" panose="0208090404030B020404" pitchFamily="18" charset="77"/>
              </a:rPr>
              <a:t>Tandem mass spectrometry (MS/MS)</a:t>
            </a:r>
          </a:p>
        </p:txBody>
      </p:sp>
      <p:pic>
        <p:nvPicPr>
          <p:cNvPr id="111619" name="Picture 3" descr="fg20-24">
            <a:extLst>
              <a:ext uri="{FF2B5EF4-FFF2-40B4-BE49-F238E27FC236}">
                <a16:creationId xmlns:a16="http://schemas.microsoft.com/office/drawing/2014/main" id="{A110FA93-5FCC-7CDD-2344-E90E886DA1FE}"/>
              </a:ext>
            </a:extLst>
          </p:cNvPr>
          <p:cNvPicPr>
            <a:picLocks noChangeAspect="1" noChangeArrowheads="1"/>
          </p:cNvPicPr>
          <p:nvPr>
            <p:ph idx="1"/>
          </p:nvPr>
        </p:nvPicPr>
        <p:blipFill>
          <a:blip r:embed="rId2">
            <a:extLst>
              <a:ext uri="{28A0092B-C50C-407E-A947-70E740481C1C}">
                <a14:useLocalDpi xmlns:a14="http://schemas.microsoft.com/office/drawing/2010/main" val="0"/>
              </a:ext>
            </a:extLst>
          </a:blip>
          <a:srcRect l="-150" b="5490"/>
          <a:stretch>
            <a:fillRect/>
          </a:stretch>
        </p:blipFill>
        <p:spPr>
          <a:xfrm>
            <a:off x="1403350" y="1773238"/>
            <a:ext cx="6626225" cy="4464050"/>
          </a:xfrm>
          <a:noFill/>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42" name="Picture 2" descr="Mass spectrometry | Hamamatsu Photonics">
            <a:extLst>
              <a:ext uri="{FF2B5EF4-FFF2-40B4-BE49-F238E27FC236}">
                <a16:creationId xmlns:a16="http://schemas.microsoft.com/office/drawing/2014/main" id="{627FEAE6-BD70-3EB9-FB77-0D8E1E3F3E2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188" y="404813"/>
            <a:ext cx="8137525" cy="417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2643" name="Picture 4" descr="Mass Spectrometry :: Introduction, Principle of Mass Spectrometry,  Components of Mass Spectrometer, Applications">
            <a:extLst>
              <a:ext uri="{FF2B5EF4-FFF2-40B4-BE49-F238E27FC236}">
                <a16:creationId xmlns:a16="http://schemas.microsoft.com/office/drawing/2014/main" id="{8A76C20D-601A-251A-1A9E-A23BB92C61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76375" y="4724400"/>
            <a:ext cx="6408738" cy="150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7EFE32D4-D56E-606F-1BA3-4981628F5800}"/>
              </a:ext>
            </a:extLst>
          </p:cNvPr>
          <p:cNvSpPr>
            <a:spLocks noGrp="1" noChangeArrowheads="1"/>
          </p:cNvSpPr>
          <p:nvPr>
            <p:ph type="title"/>
          </p:nvPr>
        </p:nvSpPr>
        <p:spPr/>
        <p:txBody>
          <a:bodyPr/>
          <a:lstStyle/>
          <a:p>
            <a:pPr eaLnBrk="1" hangingPunct="1"/>
            <a:r>
              <a:rPr lang="en-US" altLang="zh-CN">
                <a:solidFill>
                  <a:srgbClr val="7030A0"/>
                </a:solidFill>
                <a:latin typeface="Cooper Black" panose="0208090404030B020404" pitchFamily="18" charset="77"/>
              </a:rPr>
              <a:t>Tandem mass spectrometry (MS/MS)</a:t>
            </a:r>
          </a:p>
        </p:txBody>
      </p:sp>
      <p:sp>
        <p:nvSpPr>
          <p:cNvPr id="113667" name="Rectangle 3">
            <a:extLst>
              <a:ext uri="{FF2B5EF4-FFF2-40B4-BE49-F238E27FC236}">
                <a16:creationId xmlns:a16="http://schemas.microsoft.com/office/drawing/2014/main" id="{1FC98A9F-70E6-916F-45AE-9B0AE55C8996}"/>
              </a:ext>
            </a:extLst>
          </p:cNvPr>
          <p:cNvSpPr>
            <a:spLocks noGrp="1" noChangeArrowheads="1"/>
          </p:cNvSpPr>
          <p:nvPr>
            <p:ph type="body" idx="1"/>
          </p:nvPr>
        </p:nvSpPr>
        <p:spPr>
          <a:xfrm>
            <a:off x="762000" y="2198688"/>
            <a:ext cx="7696200" cy="4038600"/>
          </a:xfrm>
        </p:spPr>
        <p:txBody>
          <a:bodyPr/>
          <a:lstStyle/>
          <a:p>
            <a:pPr eaLnBrk="1" hangingPunct="1"/>
            <a:r>
              <a:rPr lang="en-US" altLang="zh-CN">
                <a:ea typeface="Batang" panose="02030600000101010101" pitchFamily="18" charset="-127"/>
              </a:rPr>
              <a:t>MS/MS has revolutionized protein sequencing and identification. </a:t>
            </a:r>
          </a:p>
          <a:p>
            <a:pPr eaLnBrk="1" hangingPunct="1"/>
            <a:r>
              <a:rPr lang="en-US" altLang="zh-CN">
                <a:ea typeface="Batang" panose="02030600000101010101" pitchFamily="18" charset="-127"/>
              </a:rPr>
              <a:t>Only </a:t>
            </a:r>
            <a:r>
              <a:rPr lang="en-US" altLang="zh-CN" b="1">
                <a:ea typeface="Batang" panose="02030600000101010101" pitchFamily="18" charset="-127"/>
              </a:rPr>
              <a:t>very small amounts</a:t>
            </a:r>
            <a:r>
              <a:rPr lang="en-US" altLang="zh-CN">
                <a:ea typeface="Batang" panose="02030600000101010101" pitchFamily="18" charset="-127"/>
              </a:rPr>
              <a:t> of material are needed, and complex mixtures of proteins can be </a:t>
            </a:r>
            <a:r>
              <a:rPr lang="en-US" altLang="zh-CN" b="1">
                <a:ea typeface="Batang" panose="02030600000101010101" pitchFamily="18" charset="-127"/>
              </a:rPr>
              <a:t>simultaneously</a:t>
            </a:r>
            <a:r>
              <a:rPr lang="en-US" altLang="zh-CN">
                <a:ea typeface="Batang" panose="02030600000101010101" pitchFamily="18" charset="-127"/>
              </a:rPr>
              <a:t> analyzed.</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2">
            <a:extLst>
              <a:ext uri="{FF2B5EF4-FFF2-40B4-BE49-F238E27FC236}">
                <a16:creationId xmlns:a16="http://schemas.microsoft.com/office/drawing/2014/main" id="{5A5024B3-1E01-6561-9D71-01F18313BB13}"/>
              </a:ext>
            </a:extLst>
          </p:cNvPr>
          <p:cNvSpPr>
            <a:spLocks noGrp="1" noChangeArrowheads="1"/>
          </p:cNvSpPr>
          <p:nvPr>
            <p:ph type="title"/>
          </p:nvPr>
        </p:nvSpPr>
        <p:spPr/>
        <p:txBody>
          <a:bodyPr/>
          <a:lstStyle/>
          <a:p>
            <a:pPr eaLnBrk="1" hangingPunct="1"/>
            <a:r>
              <a:rPr lang="en-US" altLang="zh-CN" sz="4000">
                <a:solidFill>
                  <a:srgbClr val="7030A0"/>
                </a:solidFill>
                <a:latin typeface="Cooper Black" panose="0208090404030B020404" pitchFamily="18" charset="77"/>
              </a:rPr>
              <a:t>Proteomics</a:t>
            </a:r>
            <a:endParaRPr lang="en-US" altLang="zh-CN" sz="3600">
              <a:latin typeface="Cooper Black" panose="0208090404030B020404" pitchFamily="18" charset="77"/>
            </a:endParaRPr>
          </a:p>
        </p:txBody>
      </p:sp>
      <p:sp>
        <p:nvSpPr>
          <p:cNvPr id="114691" name="Rectangle 3">
            <a:extLst>
              <a:ext uri="{FF2B5EF4-FFF2-40B4-BE49-F238E27FC236}">
                <a16:creationId xmlns:a16="http://schemas.microsoft.com/office/drawing/2014/main" id="{8B778818-10D4-1FAE-A46A-411AA1AAB994}"/>
              </a:ext>
            </a:extLst>
          </p:cNvPr>
          <p:cNvSpPr>
            <a:spLocks noGrp="1" noChangeArrowheads="1"/>
          </p:cNvSpPr>
          <p:nvPr>
            <p:ph type="body" idx="1"/>
          </p:nvPr>
        </p:nvSpPr>
        <p:spPr>
          <a:xfrm>
            <a:off x="762000" y="2270125"/>
            <a:ext cx="7696200" cy="4038600"/>
          </a:xfrm>
        </p:spPr>
        <p:txBody>
          <a:bodyPr/>
          <a:lstStyle/>
          <a:p>
            <a:pPr eaLnBrk="1" hangingPunct="1"/>
            <a:r>
              <a:rPr lang="en-US" altLang="zh-CN" b="1">
                <a:ea typeface="PMingLiU" panose="02020500000000000000" pitchFamily="18" charset="-120"/>
              </a:rPr>
              <a:t>Proteomics</a:t>
            </a:r>
            <a:r>
              <a:rPr lang="en-US" altLang="zh-CN">
                <a:ea typeface="PMingLiU" panose="02020500000000000000" pitchFamily="18" charset="-120"/>
              </a:rPr>
              <a:t> is concerned with the identification of the </a:t>
            </a:r>
            <a:r>
              <a:rPr lang="en-US" altLang="zh-CN" b="1">
                <a:solidFill>
                  <a:srgbClr val="FF0000"/>
                </a:solidFill>
                <a:ea typeface="PMingLiU" panose="02020500000000000000" pitchFamily="18" charset="-120"/>
              </a:rPr>
              <a:t>full set of proteins </a:t>
            </a:r>
            <a:r>
              <a:rPr lang="en-US" altLang="zh-CN">
                <a:solidFill>
                  <a:srgbClr val="FF0000"/>
                </a:solidFill>
                <a:ea typeface="PMingLiU" panose="02020500000000000000" pitchFamily="18" charset="-120"/>
              </a:rPr>
              <a:t>produced by a cell or tissue under a particular set of conditions</a:t>
            </a:r>
            <a:r>
              <a:rPr lang="en-US" altLang="zh-CN">
                <a:ea typeface="PMingLiU" panose="02020500000000000000" pitchFamily="18" charset="-120"/>
              </a:rPr>
              <a:t>, their relative abundance, and their interacting partner proteins. </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a:extLst>
              <a:ext uri="{FF2B5EF4-FFF2-40B4-BE49-F238E27FC236}">
                <a16:creationId xmlns:a16="http://schemas.microsoft.com/office/drawing/2014/main" id="{E3DE0A04-A50E-D17B-A5B1-AA84208ECCD6}"/>
              </a:ext>
            </a:extLst>
          </p:cNvPr>
          <p:cNvSpPr>
            <a:spLocks noGrp="1" noChangeArrowheads="1"/>
          </p:cNvSpPr>
          <p:nvPr>
            <p:ph type="title"/>
          </p:nvPr>
        </p:nvSpPr>
        <p:spPr/>
        <p:txBody>
          <a:bodyPr/>
          <a:lstStyle/>
          <a:p>
            <a:pPr eaLnBrk="1" hangingPunct="1"/>
            <a:r>
              <a:rPr lang="en-US" altLang="zh-CN" sz="4000">
                <a:solidFill>
                  <a:srgbClr val="7030A0"/>
                </a:solidFill>
                <a:latin typeface="Cooper Black" panose="0208090404030B020404" pitchFamily="18" charset="77"/>
              </a:rPr>
              <a:t>Three principal methods</a:t>
            </a:r>
          </a:p>
        </p:txBody>
      </p:sp>
      <p:sp>
        <p:nvSpPr>
          <p:cNvPr id="115715" name="Rectangle 3">
            <a:extLst>
              <a:ext uri="{FF2B5EF4-FFF2-40B4-BE49-F238E27FC236}">
                <a16:creationId xmlns:a16="http://schemas.microsoft.com/office/drawing/2014/main" id="{132A169C-FF0F-CE0F-411B-A5B36D6476C8}"/>
              </a:ext>
            </a:extLst>
          </p:cNvPr>
          <p:cNvSpPr>
            <a:spLocks noGrp="1" noChangeArrowheads="1"/>
          </p:cNvSpPr>
          <p:nvPr>
            <p:ph type="body" idx="1"/>
          </p:nvPr>
        </p:nvSpPr>
        <p:spPr/>
        <p:txBody>
          <a:bodyPr/>
          <a:lstStyle/>
          <a:p>
            <a:pPr eaLnBrk="1" hangingPunct="1"/>
            <a:r>
              <a:rPr lang="en-US" altLang="zh-CN" sz="2700" b="1"/>
              <a:t>Two-dimensional gel electrophoresis</a:t>
            </a:r>
            <a:r>
              <a:rPr lang="en-US" altLang="zh-CN" sz="2700"/>
              <a:t> for protein separation</a:t>
            </a:r>
          </a:p>
          <a:p>
            <a:pPr eaLnBrk="1" hangingPunct="1"/>
            <a:r>
              <a:rPr lang="en-US" altLang="zh-CN" sz="2700" b="1"/>
              <a:t>Mass spectrometry</a:t>
            </a:r>
            <a:r>
              <a:rPr lang="en-US" altLang="zh-CN" sz="2700"/>
              <a:t> for the precise determination of molecular weigh and identity if a protein </a:t>
            </a:r>
          </a:p>
          <a:p>
            <a:pPr eaLnBrk="1" hangingPunct="1"/>
            <a:r>
              <a:rPr lang="en-US" altLang="zh-CN" sz="2700" b="1"/>
              <a:t>Bioinformatics</a:t>
            </a:r>
            <a:r>
              <a:rPr lang="en-US" altLang="zh-CN" sz="2700"/>
              <a:t> for assigning proteins and peptides to the predicted products of protein-coding sequences in the genome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a:extLst>
              <a:ext uri="{FF2B5EF4-FFF2-40B4-BE49-F238E27FC236}">
                <a16:creationId xmlns:a16="http://schemas.microsoft.com/office/drawing/2014/main" id="{FC9A4144-A63E-DE69-8DF0-70D2D3B2128A}"/>
              </a:ext>
            </a:extLst>
          </p:cNvPr>
          <p:cNvSpPr>
            <a:spLocks noGrp="1" noChangeArrowheads="1"/>
          </p:cNvSpPr>
          <p:nvPr>
            <p:ph type="title"/>
          </p:nvPr>
        </p:nvSpPr>
        <p:spPr/>
        <p:txBody>
          <a:bodyPr/>
          <a:lstStyle/>
          <a:p>
            <a:pPr eaLnBrk="1" hangingPunct="1"/>
            <a:r>
              <a:rPr lang="en-US" altLang="zh-CN" sz="3600">
                <a:solidFill>
                  <a:srgbClr val="7030A0"/>
                </a:solidFill>
                <a:latin typeface="Cooper Black" panose="0208090404030B020404" pitchFamily="18" charset="77"/>
              </a:rPr>
              <a:t>Steps of proteomic analysis</a:t>
            </a:r>
          </a:p>
        </p:txBody>
      </p:sp>
      <p:sp>
        <p:nvSpPr>
          <p:cNvPr id="116739" name="Rectangle 3">
            <a:extLst>
              <a:ext uri="{FF2B5EF4-FFF2-40B4-BE49-F238E27FC236}">
                <a16:creationId xmlns:a16="http://schemas.microsoft.com/office/drawing/2014/main" id="{B33D9982-C326-ED5B-8B97-67551C216D54}"/>
              </a:ext>
            </a:extLst>
          </p:cNvPr>
          <p:cNvSpPr>
            <a:spLocks noGrp="1" noChangeArrowheads="1"/>
          </p:cNvSpPr>
          <p:nvPr>
            <p:ph type="body" idx="1"/>
          </p:nvPr>
        </p:nvSpPr>
        <p:spPr>
          <a:xfrm>
            <a:off x="762000" y="1982788"/>
            <a:ext cx="7696200" cy="4038600"/>
          </a:xfrm>
        </p:spPr>
        <p:txBody>
          <a:bodyPr/>
          <a:lstStyle/>
          <a:p>
            <a:pPr eaLnBrk="1" hangingPunct="1">
              <a:lnSpc>
                <a:spcPct val="90000"/>
              </a:lnSpc>
              <a:buFont typeface="Wingdings" pitchFamily="2" charset="2"/>
              <a:buNone/>
            </a:pPr>
            <a:r>
              <a:rPr lang="en-US" altLang="zh-CN" sz="2200" b="1">
                <a:solidFill>
                  <a:srgbClr val="FF0000"/>
                </a:solidFill>
                <a:latin typeface="Comic Sans MS" panose="030F0902030302020204" pitchFamily="66" charset="0"/>
                <a:sym typeface="Wingdings" pitchFamily="2" charset="2"/>
              </a:rPr>
              <a:t> </a:t>
            </a:r>
            <a:r>
              <a:rPr lang="en-US" altLang="zh-CN" sz="2400" b="1">
                <a:solidFill>
                  <a:srgbClr val="FF0000"/>
                </a:solidFill>
                <a:sym typeface="Wingdings" pitchFamily="2" charset="2"/>
              </a:rPr>
              <a:t>2- Dimensional Gel Electrophoresis (2DGE)</a:t>
            </a:r>
          </a:p>
          <a:p>
            <a:pPr eaLnBrk="1" hangingPunct="1">
              <a:lnSpc>
                <a:spcPct val="90000"/>
              </a:lnSpc>
              <a:buFont typeface="Wingdings" pitchFamily="2" charset="2"/>
              <a:buNone/>
            </a:pPr>
            <a:r>
              <a:rPr lang="en-US" altLang="zh-CN" sz="2400">
                <a:sym typeface="Wingdings" pitchFamily="2" charset="2"/>
              </a:rPr>
              <a:t>1. The proteins are fractionated according to their isoelectric point by isoelectric focusing</a:t>
            </a:r>
          </a:p>
          <a:p>
            <a:pPr eaLnBrk="1" hangingPunct="1">
              <a:lnSpc>
                <a:spcPct val="90000"/>
              </a:lnSpc>
              <a:buFont typeface="Wingdings" pitchFamily="2" charset="2"/>
              <a:buNone/>
            </a:pPr>
            <a:r>
              <a:rPr lang="en-US" altLang="zh-CN" sz="2400">
                <a:sym typeface="Wingdings" pitchFamily="2" charset="2"/>
              </a:rPr>
              <a:t>2.  The proteins are separated according to size by SDS gel electrophoresis</a:t>
            </a:r>
          </a:p>
          <a:p>
            <a:pPr eaLnBrk="1" hangingPunct="1">
              <a:lnSpc>
                <a:spcPct val="90000"/>
              </a:lnSpc>
              <a:buFont typeface="Wingdings" pitchFamily="2" charset="2"/>
              <a:buNone/>
            </a:pPr>
            <a:r>
              <a:rPr lang="en-US" altLang="zh-CN" sz="2400">
                <a:sym typeface="Wingdings" pitchFamily="2" charset="2"/>
              </a:rPr>
              <a:t>3. Each protein is separately subjected to MS/MS analysis which allows the precise sequence to be identified</a:t>
            </a:r>
          </a:p>
          <a:p>
            <a:pPr eaLnBrk="1" hangingPunct="1">
              <a:lnSpc>
                <a:spcPct val="90000"/>
              </a:lnSpc>
              <a:buFont typeface="Wingdings" pitchFamily="2" charset="2"/>
              <a:buNone/>
            </a:pPr>
            <a:r>
              <a:rPr lang="en-US" altLang="zh-CN" sz="2400">
                <a:sym typeface="Wingdings" pitchFamily="2" charset="2"/>
              </a:rPr>
              <a:t>4. The peptide sequences are assigned to a particular protein-coding sequence in the genome using the tools of bioinformatics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7762" name="Picture 2" descr="Introduction and scope of Proteomics">
            <a:extLst>
              <a:ext uri="{FF2B5EF4-FFF2-40B4-BE49-F238E27FC236}">
                <a16:creationId xmlns:a16="http://schemas.microsoft.com/office/drawing/2014/main" id="{0B22422B-60B0-E59C-1842-063C1054A6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260350"/>
            <a:ext cx="8497887" cy="5905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786" name="Picture 2" descr="MS-based proteomic analysis usually begins with sample fractionation... |  Download Scientific Diagram">
            <a:extLst>
              <a:ext uri="{FF2B5EF4-FFF2-40B4-BE49-F238E27FC236}">
                <a16:creationId xmlns:a16="http://schemas.microsoft.com/office/drawing/2014/main" id="{D9F43EDC-8E86-4353-7FAE-2FA1487D56E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750" y="188913"/>
            <a:ext cx="8064500" cy="638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7">
            <a:extLst>
              <a:ext uri="{FF2B5EF4-FFF2-40B4-BE49-F238E27FC236}">
                <a16:creationId xmlns:a16="http://schemas.microsoft.com/office/drawing/2014/main" id="{1B9CC265-9268-276D-240C-9A21D9AFC0E9}"/>
              </a:ext>
            </a:extLst>
          </p:cNvPr>
          <p:cNvSpPr txBox="1">
            <a:spLocks/>
          </p:cNvSpPr>
          <p:nvPr/>
        </p:nvSpPr>
        <p:spPr>
          <a:xfrm>
            <a:off x="1331913" y="2781300"/>
            <a:ext cx="6629400" cy="1079500"/>
          </a:xfrm>
          <a:prstGeom prst="rect">
            <a:avLst/>
          </a:prstGeom>
          <a:solidFill>
            <a:schemeClr val="accent5">
              <a:lumMod val="90000"/>
            </a:schemeClr>
          </a:solidFill>
        </p:spPr>
        <p:txBody>
          <a:bodyPr/>
          <a:lstStyle>
            <a:lvl1pPr marL="342900" indent="-342900" algn="l" rtl="0" eaLnBrk="0" fontAlgn="base" hangingPunct="0">
              <a:spcBef>
                <a:spcPct val="20000"/>
              </a:spcBef>
              <a:spcAft>
                <a:spcPct val="0"/>
              </a:spcAft>
              <a:buClr>
                <a:schemeClr val="bg2"/>
              </a:buClr>
              <a:buSzPct val="70000"/>
              <a:buFont typeface="Wingdings" panose="05000000000000000000" pitchFamily="2" charset="2"/>
              <a:buChar char="l"/>
              <a:defRPr sz="3100">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SzPct val="150000"/>
              <a:buChar char="•"/>
              <a:defRPr sz="2600">
                <a:solidFill>
                  <a:schemeClr val="tx1"/>
                </a:solidFill>
                <a:latin typeface="+mn-lt"/>
                <a:ea typeface="+mn-ea"/>
              </a:defRPr>
            </a:lvl2pPr>
            <a:lvl3pPr marL="1143000" indent="-228600" algn="l" rtl="0" eaLnBrk="0" fontAlgn="base" hangingPunct="0">
              <a:spcBef>
                <a:spcPct val="20000"/>
              </a:spcBef>
              <a:spcAft>
                <a:spcPct val="0"/>
              </a:spcAft>
              <a:buClr>
                <a:schemeClr val="tx1"/>
              </a:buClr>
              <a:buSzPct val="150000"/>
              <a:buChar char="•"/>
              <a:defRPr sz="2200">
                <a:solidFill>
                  <a:schemeClr val="tx1"/>
                </a:solidFill>
                <a:latin typeface="+mn-lt"/>
                <a:ea typeface="+mn-ea"/>
              </a:defRPr>
            </a:lvl3pPr>
            <a:lvl4pPr marL="1600200" indent="-228600" algn="l" rtl="0" eaLnBrk="0" fontAlgn="base" hangingPunct="0">
              <a:spcBef>
                <a:spcPct val="20000"/>
              </a:spcBef>
              <a:spcAft>
                <a:spcPct val="0"/>
              </a:spcAft>
              <a:buClr>
                <a:schemeClr val="tx2"/>
              </a:buClr>
              <a:buSzPct val="150000"/>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folHlink"/>
              </a:buClr>
              <a:buSzPct val="150000"/>
              <a:buChar char="•"/>
              <a:defRPr sz="2000">
                <a:solidFill>
                  <a:schemeClr val="tx1"/>
                </a:solidFill>
                <a:latin typeface="+mn-lt"/>
                <a:ea typeface="+mn-ea"/>
              </a:defRPr>
            </a:lvl5pPr>
            <a:lvl6pPr marL="2514600" indent="-228600" algn="l" rtl="0" fontAlgn="base">
              <a:spcBef>
                <a:spcPct val="20000"/>
              </a:spcBef>
              <a:spcAft>
                <a:spcPct val="0"/>
              </a:spcAft>
              <a:buClr>
                <a:schemeClr val="folHlink"/>
              </a:buClr>
              <a:buSzPct val="150000"/>
              <a:buChar char="•"/>
              <a:defRPr sz="2000">
                <a:solidFill>
                  <a:schemeClr val="tx1"/>
                </a:solidFill>
                <a:latin typeface="+mn-lt"/>
                <a:ea typeface="+mn-ea"/>
              </a:defRPr>
            </a:lvl6pPr>
            <a:lvl7pPr marL="2971800" indent="-228600" algn="l" rtl="0" fontAlgn="base">
              <a:spcBef>
                <a:spcPct val="20000"/>
              </a:spcBef>
              <a:spcAft>
                <a:spcPct val="0"/>
              </a:spcAft>
              <a:buClr>
                <a:schemeClr val="folHlink"/>
              </a:buClr>
              <a:buSzPct val="150000"/>
              <a:buChar char="•"/>
              <a:defRPr sz="2000">
                <a:solidFill>
                  <a:schemeClr val="tx1"/>
                </a:solidFill>
                <a:latin typeface="+mn-lt"/>
                <a:ea typeface="+mn-ea"/>
              </a:defRPr>
            </a:lvl7pPr>
            <a:lvl8pPr marL="3429000" indent="-228600" algn="l" rtl="0" fontAlgn="base">
              <a:spcBef>
                <a:spcPct val="20000"/>
              </a:spcBef>
              <a:spcAft>
                <a:spcPct val="0"/>
              </a:spcAft>
              <a:buClr>
                <a:schemeClr val="folHlink"/>
              </a:buClr>
              <a:buSzPct val="150000"/>
              <a:buChar char="•"/>
              <a:defRPr sz="2000">
                <a:solidFill>
                  <a:schemeClr val="tx1"/>
                </a:solidFill>
                <a:latin typeface="+mn-lt"/>
                <a:ea typeface="+mn-ea"/>
              </a:defRPr>
            </a:lvl8pPr>
            <a:lvl9pPr marL="3886200" indent="-228600" algn="l" rtl="0" fontAlgn="base">
              <a:spcBef>
                <a:spcPct val="20000"/>
              </a:spcBef>
              <a:spcAft>
                <a:spcPct val="0"/>
              </a:spcAft>
              <a:buClr>
                <a:schemeClr val="folHlink"/>
              </a:buClr>
              <a:buSzPct val="150000"/>
              <a:buChar char="•"/>
              <a:defRPr sz="2000">
                <a:solidFill>
                  <a:schemeClr val="tx1"/>
                </a:solidFill>
                <a:latin typeface="+mn-lt"/>
                <a:ea typeface="+mn-ea"/>
              </a:defRPr>
            </a:lvl9pPr>
          </a:lstStyle>
          <a:p>
            <a:pPr marL="0" indent="0" algn="ctr" eaLnBrk="1" hangingPunct="1">
              <a:buFont typeface="Wingdings" panose="05000000000000000000" pitchFamily="2" charset="2"/>
              <a:buNone/>
              <a:defRPr/>
            </a:pPr>
            <a:r>
              <a:rPr lang="en-US" altLang="en-US" sz="6000" b="1" kern="0" dirty="0"/>
              <a:t>END</a:t>
            </a:r>
          </a:p>
        </p:txBody>
      </p:sp>
    </p:spTree>
  </p:cSld>
  <p:clrMapOvr>
    <a:masterClrMapping/>
  </p:clrMapOvr>
</p:sld>
</file>

<file path=ppt/theme/theme1.xml><?xml version="1.0" encoding="utf-8"?>
<a:theme xmlns:a="http://schemas.openxmlformats.org/drawingml/2006/main" name="Radial">
  <a:themeElements>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fontScheme name="Radial">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Radial 1">
        <a:dk1>
          <a:srgbClr val="000000"/>
        </a:dk1>
        <a:lt1>
          <a:srgbClr val="FFFFFF"/>
        </a:lt1>
        <a:dk2>
          <a:srgbClr val="FFFFFF"/>
        </a:dk2>
        <a:lt2>
          <a:srgbClr val="669999"/>
        </a:lt2>
        <a:accent1>
          <a:srgbClr val="99CCFF"/>
        </a:accent1>
        <a:accent2>
          <a:srgbClr val="9999FF"/>
        </a:accent2>
        <a:accent3>
          <a:srgbClr val="FFFFFF"/>
        </a:accent3>
        <a:accent4>
          <a:srgbClr val="000000"/>
        </a:accent4>
        <a:accent5>
          <a:srgbClr val="CAE2FF"/>
        </a:accent5>
        <a:accent6>
          <a:srgbClr val="8A8AE7"/>
        </a:accent6>
        <a:hlink>
          <a:srgbClr val="996666"/>
        </a:hlink>
        <a:folHlink>
          <a:srgbClr val="6666CC"/>
        </a:folHlink>
      </a:clrScheme>
      <a:clrMap bg1="lt1" tx1="dk1" bg2="lt2" tx2="dk2" accent1="accent1" accent2="accent2" accent3="accent3" accent4="accent4" accent5="accent5" accent6="accent6" hlink="hlink" folHlink="folHlink"/>
    </a:extraClrScheme>
    <a:extraClrScheme>
      <a:clrScheme name="Radial 2">
        <a:dk1>
          <a:srgbClr val="000000"/>
        </a:dk1>
        <a:lt1>
          <a:srgbClr val="FFFFFF"/>
        </a:lt1>
        <a:dk2>
          <a:srgbClr val="FFFFFF"/>
        </a:dk2>
        <a:lt2>
          <a:srgbClr val="817F3F"/>
        </a:lt2>
        <a:accent1>
          <a:srgbClr val="FFCC00"/>
        </a:accent1>
        <a:accent2>
          <a:srgbClr val="CC9900"/>
        </a:accent2>
        <a:accent3>
          <a:srgbClr val="FFFFFF"/>
        </a:accent3>
        <a:accent4>
          <a:srgbClr val="000000"/>
        </a:accent4>
        <a:accent5>
          <a:srgbClr val="FFE2AA"/>
        </a:accent5>
        <a:accent6>
          <a:srgbClr val="B98A00"/>
        </a:accent6>
        <a:hlink>
          <a:srgbClr val="996666"/>
        </a:hlink>
        <a:folHlink>
          <a:srgbClr val="C94503"/>
        </a:folHlink>
      </a:clrScheme>
      <a:clrMap bg1="lt1" tx1="dk1" bg2="lt2" tx2="dk2" accent1="accent1" accent2="accent2" accent3="accent3" accent4="accent4" accent5="accent5" accent6="accent6" hlink="hlink" folHlink="folHlink"/>
    </a:extraClrScheme>
    <a:extraClrScheme>
      <a:clrScheme name="Radial 3">
        <a:dk1>
          <a:srgbClr val="CC6600"/>
        </a:dk1>
        <a:lt1>
          <a:srgbClr val="FFFFFF"/>
        </a:lt1>
        <a:dk2>
          <a:srgbClr val="800000"/>
        </a:dk2>
        <a:lt2>
          <a:srgbClr val="FFFFFF"/>
        </a:lt2>
        <a:accent1>
          <a:srgbClr val="FF6600"/>
        </a:accent1>
        <a:accent2>
          <a:srgbClr val="33CCCC"/>
        </a:accent2>
        <a:accent3>
          <a:srgbClr val="C0AAAA"/>
        </a:accent3>
        <a:accent4>
          <a:srgbClr val="DADADA"/>
        </a:accent4>
        <a:accent5>
          <a:srgbClr val="FFB8AA"/>
        </a:accent5>
        <a:accent6>
          <a:srgbClr val="2DB9B9"/>
        </a:accent6>
        <a:hlink>
          <a:srgbClr val="99FF33"/>
        </a:hlink>
        <a:folHlink>
          <a:srgbClr val="CC3300"/>
        </a:folHlink>
      </a:clrScheme>
      <a:clrMap bg1="dk2" tx1="lt1" bg2="dk1" tx2="lt2" accent1="accent1" accent2="accent2" accent3="accent3" accent4="accent4" accent5="accent5" accent6="accent6" hlink="hlink" folHlink="folHlink"/>
    </a:extraClrScheme>
    <a:extraClrScheme>
      <a:clrScheme name="Radial 4">
        <a:dk1>
          <a:srgbClr val="993300"/>
        </a:dk1>
        <a:lt1>
          <a:srgbClr val="FFFFFF"/>
        </a:lt1>
        <a:dk2>
          <a:srgbClr val="431A01"/>
        </a:dk2>
        <a:lt2>
          <a:srgbClr val="FFFFFF"/>
        </a:lt2>
        <a:accent1>
          <a:srgbClr val="FFCC00"/>
        </a:accent1>
        <a:accent2>
          <a:srgbClr val="FF9966"/>
        </a:accent2>
        <a:accent3>
          <a:srgbClr val="B0ABAA"/>
        </a:accent3>
        <a:accent4>
          <a:srgbClr val="DADADA"/>
        </a:accent4>
        <a:accent5>
          <a:srgbClr val="FFE2AA"/>
        </a:accent5>
        <a:accent6>
          <a:srgbClr val="E78A5C"/>
        </a:accent6>
        <a:hlink>
          <a:srgbClr val="FF6600"/>
        </a:hlink>
        <a:folHlink>
          <a:srgbClr val="CC3300"/>
        </a:folHlink>
      </a:clrScheme>
      <a:clrMap bg1="dk2" tx1="lt1" bg2="dk1" tx2="lt2" accent1="accent1" accent2="accent2" accent3="accent3" accent4="accent4" accent5="accent5" accent6="accent6" hlink="hlink" folHlink="folHlink"/>
    </a:extraClrScheme>
    <a:extraClrScheme>
      <a:clrScheme name="Radial 5">
        <a:dk1>
          <a:srgbClr val="75878B"/>
        </a:dk1>
        <a:lt1>
          <a:srgbClr val="FFFFFF"/>
        </a:lt1>
        <a:dk2>
          <a:srgbClr val="260000"/>
        </a:dk2>
        <a:lt2>
          <a:srgbClr val="FFFFFF"/>
        </a:lt2>
        <a:accent1>
          <a:srgbClr val="0099CC"/>
        </a:accent1>
        <a:accent2>
          <a:srgbClr val="FF3300"/>
        </a:accent2>
        <a:accent3>
          <a:srgbClr val="ACAAAA"/>
        </a:accent3>
        <a:accent4>
          <a:srgbClr val="DADADA"/>
        </a:accent4>
        <a:accent5>
          <a:srgbClr val="AACAE2"/>
        </a:accent5>
        <a:accent6>
          <a:srgbClr val="E72D00"/>
        </a:accent6>
        <a:hlink>
          <a:srgbClr val="FFCC00"/>
        </a:hlink>
        <a:folHlink>
          <a:srgbClr val="CC0000"/>
        </a:folHlink>
      </a:clrScheme>
      <a:clrMap bg1="dk2" tx1="lt1" bg2="dk1" tx2="lt2" accent1="accent1" accent2="accent2" accent3="accent3" accent4="accent4" accent5="accent5" accent6="accent6" hlink="hlink" folHlink="folHlink"/>
    </a:extraClrScheme>
    <a:extraClrScheme>
      <a:clrScheme name="Radial 6">
        <a:dk1>
          <a:srgbClr val="666699"/>
        </a:dk1>
        <a:lt1>
          <a:srgbClr val="FFFFFF"/>
        </a:lt1>
        <a:dk2>
          <a:srgbClr val="000000"/>
        </a:dk2>
        <a:lt2>
          <a:srgbClr val="FFFFFF"/>
        </a:lt2>
        <a:accent1>
          <a:srgbClr val="9966FF"/>
        </a:accent1>
        <a:accent2>
          <a:srgbClr val="99CCFF"/>
        </a:accent2>
        <a:accent3>
          <a:srgbClr val="AAAAAA"/>
        </a:accent3>
        <a:accent4>
          <a:srgbClr val="DADADA"/>
        </a:accent4>
        <a:accent5>
          <a:srgbClr val="CAB8FF"/>
        </a:accent5>
        <a:accent6>
          <a:srgbClr val="8AB9E7"/>
        </a:accent6>
        <a:hlink>
          <a:srgbClr val="FFFFCC"/>
        </a:hlink>
        <a:folHlink>
          <a:srgbClr val="6600CC"/>
        </a:folHlink>
      </a:clrScheme>
      <a:clrMap bg1="dk2" tx1="lt1" bg2="dk1" tx2="lt2" accent1="accent1" accent2="accent2" accent3="accent3" accent4="accent4" accent5="accent5" accent6="accent6" hlink="hlink" folHlink="folHlink"/>
    </a:extraClrScheme>
    <a:extraClrScheme>
      <a:clrScheme name="Radial 7">
        <a:dk1>
          <a:srgbClr val="666699"/>
        </a:dk1>
        <a:lt1>
          <a:srgbClr val="FFFFFF"/>
        </a:lt1>
        <a:dk2>
          <a:srgbClr val="2A2A40"/>
        </a:dk2>
        <a:lt2>
          <a:srgbClr val="FFFFFF"/>
        </a:lt2>
        <a:accent1>
          <a:srgbClr val="006699"/>
        </a:accent1>
        <a:accent2>
          <a:srgbClr val="CC9900"/>
        </a:accent2>
        <a:accent3>
          <a:srgbClr val="ACACAF"/>
        </a:accent3>
        <a:accent4>
          <a:srgbClr val="DADADA"/>
        </a:accent4>
        <a:accent5>
          <a:srgbClr val="AAB8CA"/>
        </a:accent5>
        <a:accent6>
          <a:srgbClr val="B98A00"/>
        </a:accent6>
        <a:hlink>
          <a:srgbClr val="CC6600"/>
        </a:hlink>
        <a:folHlink>
          <a:srgbClr val="6C948A"/>
        </a:folHlink>
      </a:clrScheme>
      <a:clrMap bg1="dk2" tx1="lt1" bg2="dk1" tx2="lt2" accent1="accent1" accent2="accent2" accent3="accent3" accent4="accent4" accent5="accent5" accent6="accent6" hlink="hlink" folHlink="folHlink"/>
    </a:extraClrScheme>
    <a:extraClrScheme>
      <a:clrScheme name="Radial 8">
        <a:dk1>
          <a:srgbClr val="BECBD8"/>
        </a:dk1>
        <a:lt1>
          <a:srgbClr val="FFFFFF"/>
        </a:lt1>
        <a:dk2>
          <a:srgbClr val="2B335B"/>
        </a:dk2>
        <a:lt2>
          <a:srgbClr val="FFFFFF"/>
        </a:lt2>
        <a:accent1>
          <a:srgbClr val="0099CC"/>
        </a:accent1>
        <a:accent2>
          <a:srgbClr val="B5DBE3"/>
        </a:accent2>
        <a:accent3>
          <a:srgbClr val="ACADB5"/>
        </a:accent3>
        <a:accent4>
          <a:srgbClr val="DADADA"/>
        </a:accent4>
        <a:accent5>
          <a:srgbClr val="AACAE2"/>
        </a:accent5>
        <a:accent6>
          <a:srgbClr val="A4C6CE"/>
        </a:accent6>
        <a:hlink>
          <a:srgbClr val="FFCC00"/>
        </a:hlink>
        <a:folHlink>
          <a:srgbClr val="58648C"/>
        </a:folHlink>
      </a:clrScheme>
      <a:clrMap bg1="dk2" tx1="lt1" bg2="dk1" tx2="lt2" accent1="accent1" accent2="accent2" accent3="accent3" accent4="accent4" accent5="accent5" accent6="accent6" hlink="hlink" folHlink="folHlink"/>
    </a:extraClrScheme>
    <a:extraClrScheme>
      <a:clrScheme name="Radial 9">
        <a:dk1>
          <a:srgbClr val="3333FF"/>
        </a:dk1>
        <a:lt1>
          <a:srgbClr val="FFFFFF"/>
        </a:lt1>
        <a:dk2>
          <a:srgbClr val="000099"/>
        </a:dk2>
        <a:lt2>
          <a:srgbClr val="FFFFFF"/>
        </a:lt2>
        <a:accent1>
          <a:srgbClr val="339966"/>
        </a:accent1>
        <a:accent2>
          <a:srgbClr val="9999FF"/>
        </a:accent2>
        <a:accent3>
          <a:srgbClr val="AAAACA"/>
        </a:accent3>
        <a:accent4>
          <a:srgbClr val="DADADA"/>
        </a:accent4>
        <a:accent5>
          <a:srgbClr val="ADCAB8"/>
        </a:accent5>
        <a:accent6>
          <a:srgbClr val="8A8AE7"/>
        </a:accent6>
        <a:hlink>
          <a:srgbClr val="FFFF99"/>
        </a:hlink>
        <a:folHlink>
          <a:srgbClr val="17A0D1"/>
        </a:folHlink>
      </a:clrScheme>
      <a:clrMap bg1="dk2" tx1="lt1" bg2="dk1" tx2="lt2" accent1="accent1" accent2="accent2" accent3="accent3" accent4="accent4" accent5="accent5" accent6="accent6" hlink="hlink" folHlink="folHlink"/>
    </a:extraClrScheme>
    <a:extraClrScheme>
      <a:clrScheme name="Radial 10">
        <a:dk1>
          <a:srgbClr val="808000"/>
        </a:dk1>
        <a:lt1>
          <a:srgbClr val="FFFFFF"/>
        </a:lt1>
        <a:dk2>
          <a:srgbClr val="354418"/>
        </a:dk2>
        <a:lt2>
          <a:srgbClr val="FFFFFF"/>
        </a:lt2>
        <a:accent1>
          <a:srgbClr val="60897C"/>
        </a:accent1>
        <a:accent2>
          <a:srgbClr val="99CC00"/>
        </a:accent2>
        <a:accent3>
          <a:srgbClr val="AEB0AB"/>
        </a:accent3>
        <a:accent4>
          <a:srgbClr val="DADADA"/>
        </a:accent4>
        <a:accent5>
          <a:srgbClr val="B6C4BF"/>
        </a:accent5>
        <a:accent6>
          <a:srgbClr val="8AB900"/>
        </a:accent6>
        <a:hlink>
          <a:srgbClr val="CCCC00"/>
        </a:hlink>
        <a:folHlink>
          <a:srgbClr val="6699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Eclipse">
  <a:themeElements>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fontScheme name="Eclips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lipse 1">
        <a:dk1>
          <a:srgbClr val="000000"/>
        </a:dk1>
        <a:lt1>
          <a:srgbClr val="FFFFFF"/>
        </a:lt1>
        <a:dk2>
          <a:srgbClr val="006666"/>
        </a:dk2>
        <a:lt2>
          <a:srgbClr val="5F5F5F"/>
        </a:lt2>
        <a:accent1>
          <a:srgbClr val="33CCCC"/>
        </a:accent1>
        <a:accent2>
          <a:srgbClr val="99CCCC"/>
        </a:accent2>
        <a:accent3>
          <a:srgbClr val="FFFFFF"/>
        </a:accent3>
        <a:accent4>
          <a:srgbClr val="000000"/>
        </a:accent4>
        <a:accent5>
          <a:srgbClr val="ADE2E2"/>
        </a:accent5>
        <a:accent6>
          <a:srgbClr val="8A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lipse 2">
        <a:dk1>
          <a:srgbClr val="000000"/>
        </a:dk1>
        <a:lt1>
          <a:srgbClr val="FFFFFF"/>
        </a:lt1>
        <a:dk2>
          <a:srgbClr val="333366"/>
        </a:dk2>
        <a:lt2>
          <a:srgbClr val="5F5F5F"/>
        </a:lt2>
        <a:accent1>
          <a:srgbClr val="CC99FF"/>
        </a:accent1>
        <a:accent2>
          <a:srgbClr val="99CCCC"/>
        </a:accent2>
        <a:accent3>
          <a:srgbClr val="FFFFFF"/>
        </a:accent3>
        <a:accent4>
          <a:srgbClr val="000000"/>
        </a:accent4>
        <a:accent5>
          <a:srgbClr val="E2CAFF"/>
        </a:accent5>
        <a:accent6>
          <a:srgbClr val="8AB9B9"/>
        </a:accent6>
        <a:hlink>
          <a:srgbClr val="666699"/>
        </a:hlink>
        <a:folHlink>
          <a:srgbClr val="660066"/>
        </a:folHlink>
      </a:clrScheme>
      <a:clrMap bg1="lt1" tx1="dk1" bg2="lt2" tx2="dk2" accent1="accent1" accent2="accent2" accent3="accent3" accent4="accent4" accent5="accent5" accent6="accent6" hlink="hlink" folHlink="folHlink"/>
    </a:extraClrScheme>
    <a:extraClrScheme>
      <a:clrScheme name="Eclipse 3">
        <a:dk1>
          <a:srgbClr val="000000"/>
        </a:dk1>
        <a:lt1>
          <a:srgbClr val="FFFFFF"/>
        </a:lt1>
        <a:dk2>
          <a:srgbClr val="0000CC"/>
        </a:dk2>
        <a:lt2>
          <a:srgbClr val="434343"/>
        </a:lt2>
        <a:accent1>
          <a:srgbClr val="99CC00"/>
        </a:accent1>
        <a:accent2>
          <a:srgbClr val="FFCC00"/>
        </a:accent2>
        <a:accent3>
          <a:srgbClr val="FFFFFF"/>
        </a:accent3>
        <a:accent4>
          <a:srgbClr val="000000"/>
        </a:accent4>
        <a:accent5>
          <a:srgbClr val="CAE2AA"/>
        </a:accent5>
        <a:accent6>
          <a:srgbClr val="E7B900"/>
        </a:accent6>
        <a:hlink>
          <a:srgbClr val="FF0000"/>
        </a:hlink>
        <a:folHlink>
          <a:srgbClr val="808080"/>
        </a:folHlink>
      </a:clrScheme>
      <a:clrMap bg1="lt1" tx1="dk1" bg2="lt2" tx2="dk2" accent1="accent1" accent2="accent2" accent3="accent3" accent4="accent4" accent5="accent5" accent6="accent6" hlink="hlink" folHlink="folHlink"/>
    </a:extraClrScheme>
    <a:extraClrScheme>
      <a:clrScheme name="Eclipse 4">
        <a:dk1>
          <a:srgbClr val="000000"/>
        </a:dk1>
        <a:lt1>
          <a:srgbClr val="64AAAE"/>
        </a:lt1>
        <a:dk2>
          <a:srgbClr val="FFFFCC"/>
        </a:dk2>
        <a:lt2>
          <a:srgbClr val="5F5F5F"/>
        </a:lt2>
        <a:accent1>
          <a:srgbClr val="B4B1DB"/>
        </a:accent1>
        <a:accent2>
          <a:srgbClr val="61C1D7"/>
        </a:accent2>
        <a:accent3>
          <a:srgbClr val="B8D2D3"/>
        </a:accent3>
        <a:accent4>
          <a:srgbClr val="000000"/>
        </a:accent4>
        <a:accent5>
          <a:srgbClr val="D6D5EA"/>
        </a:accent5>
        <a:accent6>
          <a:srgbClr val="57AFC3"/>
        </a:accent6>
        <a:hlink>
          <a:srgbClr val="257177"/>
        </a:hlink>
        <a:folHlink>
          <a:srgbClr val="CCCCCC"/>
        </a:folHlink>
      </a:clrScheme>
      <a:clrMap bg1="lt1" tx1="dk1" bg2="lt2" tx2="dk2" accent1="accent1" accent2="accent2" accent3="accent3" accent4="accent4" accent5="accent5" accent6="accent6" hlink="hlink" folHlink="folHlink"/>
    </a:extraClrScheme>
    <a:extraClrScheme>
      <a:clrScheme name="Eclipse 5">
        <a:dk1>
          <a:srgbClr val="5F5F5F"/>
        </a:dk1>
        <a:lt1>
          <a:srgbClr val="F8F8F8"/>
        </a:lt1>
        <a:dk2>
          <a:srgbClr val="2A285A"/>
        </a:dk2>
        <a:lt2>
          <a:srgbClr val="FFFFFF"/>
        </a:lt2>
        <a:accent1>
          <a:srgbClr val="999966"/>
        </a:accent1>
        <a:accent2>
          <a:srgbClr val="8C8B9D"/>
        </a:accent2>
        <a:accent3>
          <a:srgbClr val="ACACB5"/>
        </a:accent3>
        <a:accent4>
          <a:srgbClr val="D4D4D4"/>
        </a:accent4>
        <a:accent5>
          <a:srgbClr val="CACAB8"/>
        </a:accent5>
        <a:accent6>
          <a:srgbClr val="7E7D8E"/>
        </a:accent6>
        <a:hlink>
          <a:srgbClr val="465174"/>
        </a:hlink>
        <a:folHlink>
          <a:srgbClr val="C0C0C0"/>
        </a:folHlink>
      </a:clrScheme>
      <a:clrMap bg1="dk2" tx1="lt1" bg2="dk1" tx2="lt2" accent1="accent1" accent2="accent2" accent3="accent3" accent4="accent4" accent5="accent5" accent6="accent6" hlink="hlink" folHlink="folHlink"/>
    </a:extraClrScheme>
    <a:extraClrScheme>
      <a:clrScheme name="Eclipse 6">
        <a:dk1>
          <a:srgbClr val="434343"/>
        </a:dk1>
        <a:lt1>
          <a:srgbClr val="FFFFFF"/>
        </a:lt1>
        <a:dk2>
          <a:srgbClr val="360404"/>
        </a:dk2>
        <a:lt2>
          <a:srgbClr val="FFFFFF"/>
        </a:lt2>
        <a:accent1>
          <a:srgbClr val="669900"/>
        </a:accent1>
        <a:accent2>
          <a:srgbClr val="CC6600"/>
        </a:accent2>
        <a:accent3>
          <a:srgbClr val="AEAAAA"/>
        </a:accent3>
        <a:accent4>
          <a:srgbClr val="DADADA"/>
        </a:accent4>
        <a:accent5>
          <a:srgbClr val="B8CAAA"/>
        </a:accent5>
        <a:accent6>
          <a:srgbClr val="B95C00"/>
        </a:accent6>
        <a:hlink>
          <a:srgbClr val="CC3300"/>
        </a:hlink>
        <a:folHlink>
          <a:srgbClr val="808080"/>
        </a:folHlink>
      </a:clrScheme>
      <a:clrMap bg1="dk2" tx1="lt1" bg2="dk1" tx2="lt2" accent1="accent1" accent2="accent2" accent3="accent3" accent4="accent4" accent5="accent5" accent6="accent6" hlink="hlink" folHlink="folHlink"/>
    </a:extraClrScheme>
    <a:extraClrScheme>
      <a:clrScheme name="Eclipse 7">
        <a:dk1>
          <a:srgbClr val="434343"/>
        </a:dk1>
        <a:lt1>
          <a:srgbClr val="FFFFFF"/>
        </a:lt1>
        <a:dk2>
          <a:srgbClr val="000000"/>
        </a:dk2>
        <a:lt2>
          <a:srgbClr val="8285FE"/>
        </a:lt2>
        <a:accent1>
          <a:srgbClr val="669900"/>
        </a:accent1>
        <a:accent2>
          <a:srgbClr val="9900FF"/>
        </a:accent2>
        <a:accent3>
          <a:srgbClr val="AAAAAA"/>
        </a:accent3>
        <a:accent4>
          <a:srgbClr val="DADADA"/>
        </a:accent4>
        <a:accent5>
          <a:srgbClr val="B8CAAA"/>
        </a:accent5>
        <a:accent6>
          <a:srgbClr val="8A00E7"/>
        </a:accent6>
        <a:hlink>
          <a:srgbClr val="6600CC"/>
        </a:hlink>
        <a:folHlink>
          <a:srgbClr val="808080"/>
        </a:folHlink>
      </a:clrScheme>
      <a:clrMap bg1="dk2" tx1="lt1" bg2="dk1" tx2="lt2" accent1="accent1" accent2="accent2" accent3="accent3" accent4="accent4" accent5="accent5" accent6="accent6" hlink="hlink" folHlink="folHlink"/>
    </a:extraClrScheme>
    <a:extraClrScheme>
      <a:clrScheme name="Eclipse 8">
        <a:dk1>
          <a:srgbClr val="434343"/>
        </a:dk1>
        <a:lt1>
          <a:srgbClr val="FFFFFF"/>
        </a:lt1>
        <a:dk2>
          <a:srgbClr val="000000"/>
        </a:dk2>
        <a:lt2>
          <a:srgbClr val="0066FF"/>
        </a:lt2>
        <a:accent1>
          <a:srgbClr val="339966"/>
        </a:accent1>
        <a:accent2>
          <a:srgbClr val="FFCC00"/>
        </a:accent2>
        <a:accent3>
          <a:srgbClr val="AAAAAA"/>
        </a:accent3>
        <a:accent4>
          <a:srgbClr val="DADADA"/>
        </a:accent4>
        <a:accent5>
          <a:srgbClr val="ADCAB8"/>
        </a:accent5>
        <a:accent6>
          <a:srgbClr val="E7B900"/>
        </a:accent6>
        <a:hlink>
          <a:srgbClr val="CC0000"/>
        </a:hlink>
        <a:folHlink>
          <a:srgbClr val="808080"/>
        </a:folHlink>
      </a:clrScheme>
      <a:clrMap bg1="dk2" tx1="lt1" bg2="dk1" tx2="lt2" accent1="accent1" accent2="accent2" accent3="accent3" accent4="accent4" accent5="accent5" accent6="accent6" hlink="hlink" folHlink="folHlink"/>
    </a:extraClrScheme>
    <a:extraClrScheme>
      <a:clrScheme name="Eclipse 9">
        <a:dk1>
          <a:srgbClr val="333300"/>
        </a:dk1>
        <a:lt1>
          <a:srgbClr val="FFFFFF"/>
        </a:lt1>
        <a:dk2>
          <a:srgbClr val="669900"/>
        </a:dk2>
        <a:lt2>
          <a:srgbClr val="FFFFCC"/>
        </a:lt2>
        <a:accent1>
          <a:srgbClr val="CCCC00"/>
        </a:accent1>
        <a:accent2>
          <a:srgbClr val="99CC00"/>
        </a:accent2>
        <a:accent3>
          <a:srgbClr val="B8CAAA"/>
        </a:accent3>
        <a:accent4>
          <a:srgbClr val="DADADA"/>
        </a:accent4>
        <a:accent5>
          <a:srgbClr val="E2E2AA"/>
        </a:accent5>
        <a:accent6>
          <a:srgbClr val="8AB900"/>
        </a:accent6>
        <a:hlink>
          <a:srgbClr val="336600"/>
        </a:hlink>
        <a:folHlink>
          <a:srgbClr val="FFFF66"/>
        </a:folHlink>
      </a:clrScheme>
      <a:clrMap bg1="dk2" tx1="lt1" bg2="dk1" tx2="lt2" accent1="accent1" accent2="accent2" accent3="accent3" accent4="accent4" accent5="accent5" accent6="accent6" hlink="hlink" folHlink="folHlink"/>
    </a:extraClrScheme>
    <a:extraClrScheme>
      <a:clrScheme name="Eclipse 10">
        <a:dk1>
          <a:srgbClr val="333333"/>
        </a:dk1>
        <a:lt1>
          <a:srgbClr val="FFFFCC"/>
        </a:lt1>
        <a:dk2>
          <a:srgbClr val="660000"/>
        </a:dk2>
        <a:lt2>
          <a:srgbClr val="CCCCCC"/>
        </a:lt2>
        <a:accent1>
          <a:srgbClr val="FF6600"/>
        </a:accent1>
        <a:accent2>
          <a:srgbClr val="CC3300"/>
        </a:accent2>
        <a:accent3>
          <a:srgbClr val="B8AAAA"/>
        </a:accent3>
        <a:accent4>
          <a:srgbClr val="DADAAE"/>
        </a:accent4>
        <a:accent5>
          <a:srgbClr val="FFB8AA"/>
        </a:accent5>
        <a:accent6>
          <a:srgbClr val="B92D00"/>
        </a:accent6>
        <a:hlink>
          <a:srgbClr val="990000"/>
        </a:hlink>
        <a:folHlink>
          <a:srgbClr val="CC990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Echo">
  <a:themeElements>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fontScheme name="Echo">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Echo 1">
        <a:dk1>
          <a:srgbClr val="25252F"/>
        </a:dk1>
        <a:lt1>
          <a:srgbClr val="9999FF"/>
        </a:lt1>
        <a:dk2>
          <a:srgbClr val="000000"/>
        </a:dk2>
        <a:lt2>
          <a:srgbClr val="FFFFFF"/>
        </a:lt2>
        <a:accent1>
          <a:srgbClr val="3366FF"/>
        </a:accent1>
        <a:accent2>
          <a:srgbClr val="003399"/>
        </a:accent2>
        <a:accent3>
          <a:srgbClr val="AAAAAA"/>
        </a:accent3>
        <a:accent4>
          <a:srgbClr val="8282DA"/>
        </a:accent4>
        <a:accent5>
          <a:srgbClr val="ADB8FF"/>
        </a:accent5>
        <a:accent6>
          <a:srgbClr val="002D8A"/>
        </a:accent6>
        <a:hlink>
          <a:srgbClr val="009999"/>
        </a:hlink>
        <a:folHlink>
          <a:srgbClr val="B2B2B2"/>
        </a:folHlink>
      </a:clrScheme>
      <a:clrMap bg1="dk2" tx1="lt1" bg2="dk1" tx2="lt2" accent1="accent1" accent2="accent2" accent3="accent3" accent4="accent4" accent5="accent5" accent6="accent6" hlink="hlink" folHlink="folHlink"/>
    </a:extraClrScheme>
    <a:extraClrScheme>
      <a:clrScheme name="Echo 2">
        <a:dk1>
          <a:srgbClr val="314183"/>
        </a:dk1>
        <a:lt1>
          <a:srgbClr val="FFFFFF"/>
        </a:lt1>
        <a:dk2>
          <a:srgbClr val="0B1E45"/>
        </a:dk2>
        <a:lt2>
          <a:srgbClr val="FFFFFF"/>
        </a:lt2>
        <a:accent1>
          <a:srgbClr val="6666FF"/>
        </a:accent1>
        <a:accent2>
          <a:srgbClr val="0066FF"/>
        </a:accent2>
        <a:accent3>
          <a:srgbClr val="AAABB0"/>
        </a:accent3>
        <a:accent4>
          <a:srgbClr val="DADADA"/>
        </a:accent4>
        <a:accent5>
          <a:srgbClr val="B8B8FF"/>
        </a:accent5>
        <a:accent6>
          <a:srgbClr val="005CE7"/>
        </a:accent6>
        <a:hlink>
          <a:srgbClr val="006699"/>
        </a:hlink>
        <a:folHlink>
          <a:srgbClr val="B2B2B2"/>
        </a:folHlink>
      </a:clrScheme>
      <a:clrMap bg1="dk2" tx1="lt1" bg2="dk1" tx2="lt2" accent1="accent1" accent2="accent2" accent3="accent3" accent4="accent4" accent5="accent5" accent6="accent6" hlink="hlink" folHlink="folHlink"/>
    </a:extraClrScheme>
    <a:extraClrScheme>
      <a:clrScheme name="Echo 3">
        <a:dk1>
          <a:srgbClr val="194349"/>
        </a:dk1>
        <a:lt1>
          <a:srgbClr val="FFFFCC"/>
        </a:lt1>
        <a:dk2>
          <a:srgbClr val="006666"/>
        </a:dk2>
        <a:lt2>
          <a:srgbClr val="FFFFFF"/>
        </a:lt2>
        <a:accent1>
          <a:srgbClr val="99CC00"/>
        </a:accent1>
        <a:accent2>
          <a:srgbClr val="00B6B2"/>
        </a:accent2>
        <a:accent3>
          <a:srgbClr val="AAB8B8"/>
        </a:accent3>
        <a:accent4>
          <a:srgbClr val="DADAAE"/>
        </a:accent4>
        <a:accent5>
          <a:srgbClr val="CAE2AA"/>
        </a:accent5>
        <a:accent6>
          <a:srgbClr val="00A5A1"/>
        </a:accent6>
        <a:hlink>
          <a:srgbClr val="669900"/>
        </a:hlink>
        <a:folHlink>
          <a:srgbClr val="666699"/>
        </a:folHlink>
      </a:clrScheme>
      <a:clrMap bg1="dk2" tx1="lt1" bg2="dk1" tx2="lt2" accent1="accent1" accent2="accent2" accent3="accent3" accent4="accent4" accent5="accent5" accent6="accent6" hlink="hlink" folHlink="folHlink"/>
    </a:extraClrScheme>
    <a:extraClrScheme>
      <a:clrScheme name="Echo 4">
        <a:dk1>
          <a:srgbClr val="194349"/>
        </a:dk1>
        <a:lt1>
          <a:srgbClr val="FFFFCC"/>
        </a:lt1>
        <a:dk2>
          <a:srgbClr val="0000FF"/>
        </a:dk2>
        <a:lt2>
          <a:srgbClr val="FFFFFF"/>
        </a:lt2>
        <a:accent1>
          <a:srgbClr val="0099FF"/>
        </a:accent1>
        <a:accent2>
          <a:srgbClr val="33CC33"/>
        </a:accent2>
        <a:accent3>
          <a:srgbClr val="AAAAFF"/>
        </a:accent3>
        <a:accent4>
          <a:srgbClr val="DADAAE"/>
        </a:accent4>
        <a:accent5>
          <a:srgbClr val="AACAFF"/>
        </a:accent5>
        <a:accent6>
          <a:srgbClr val="2DB92D"/>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5">
        <a:dk1>
          <a:srgbClr val="194349"/>
        </a:dk1>
        <a:lt1>
          <a:srgbClr val="FFFFCC"/>
        </a:lt1>
        <a:dk2>
          <a:srgbClr val="72A497"/>
        </a:dk2>
        <a:lt2>
          <a:srgbClr val="000000"/>
        </a:lt2>
        <a:accent1>
          <a:srgbClr val="805D32"/>
        </a:accent1>
        <a:accent2>
          <a:srgbClr val="7D2F3C"/>
        </a:accent2>
        <a:accent3>
          <a:srgbClr val="BCCFC9"/>
        </a:accent3>
        <a:accent4>
          <a:srgbClr val="DADAAE"/>
        </a:accent4>
        <a:accent5>
          <a:srgbClr val="C0B6AD"/>
        </a:accent5>
        <a:accent6>
          <a:srgbClr val="712A35"/>
        </a:accent6>
        <a:hlink>
          <a:srgbClr val="CC9900"/>
        </a:hlink>
        <a:folHlink>
          <a:srgbClr val="B2B2B2"/>
        </a:folHlink>
      </a:clrScheme>
      <a:clrMap bg1="dk2" tx1="lt1" bg2="dk1" tx2="lt2" accent1="accent1" accent2="accent2" accent3="accent3" accent4="accent4" accent5="accent5" accent6="accent6" hlink="hlink" folHlink="folHlink"/>
    </a:extraClrScheme>
    <a:extraClrScheme>
      <a:clrScheme name="Echo 6">
        <a:dk1>
          <a:srgbClr val="1C1C1C"/>
        </a:dk1>
        <a:lt1>
          <a:srgbClr val="FFFFFF"/>
        </a:lt1>
        <a:dk2>
          <a:srgbClr val="710F0F"/>
        </a:dk2>
        <a:lt2>
          <a:srgbClr val="FFFFFF"/>
        </a:lt2>
        <a:accent1>
          <a:srgbClr val="FF9900"/>
        </a:accent1>
        <a:accent2>
          <a:srgbClr val="FF3300"/>
        </a:accent2>
        <a:accent3>
          <a:srgbClr val="BBAAAA"/>
        </a:accent3>
        <a:accent4>
          <a:srgbClr val="DADADA"/>
        </a:accent4>
        <a:accent5>
          <a:srgbClr val="FFCAAA"/>
        </a:accent5>
        <a:accent6>
          <a:srgbClr val="E72D00"/>
        </a:accent6>
        <a:hlink>
          <a:srgbClr val="666699"/>
        </a:hlink>
        <a:folHlink>
          <a:srgbClr val="996633"/>
        </a:folHlink>
      </a:clrScheme>
      <a:clrMap bg1="dk2" tx1="lt1" bg2="dk1" tx2="lt2" accent1="accent1" accent2="accent2" accent3="accent3" accent4="accent4" accent5="accent5" accent6="accent6" hlink="hlink" folHlink="folHlink"/>
    </a:extraClrScheme>
    <a:extraClrScheme>
      <a:clrScheme name="Echo 7">
        <a:dk1>
          <a:srgbClr val="336666"/>
        </a:dk1>
        <a:lt1>
          <a:srgbClr val="FFFFFF"/>
        </a:lt1>
        <a:dk2>
          <a:srgbClr val="000000"/>
        </a:dk2>
        <a:lt2>
          <a:srgbClr val="666699"/>
        </a:lt2>
        <a:accent1>
          <a:srgbClr val="99CCCC"/>
        </a:accent1>
        <a:accent2>
          <a:srgbClr val="CCCCCC"/>
        </a:accent2>
        <a:accent3>
          <a:srgbClr val="FFFFFF"/>
        </a:accent3>
        <a:accent4>
          <a:srgbClr val="2A5656"/>
        </a:accent4>
        <a:accent5>
          <a:srgbClr val="CAE2E2"/>
        </a:accent5>
        <a:accent6>
          <a:srgbClr val="B9B9B9"/>
        </a:accent6>
        <a:hlink>
          <a:srgbClr val="006666"/>
        </a:hlink>
        <a:folHlink>
          <a:srgbClr val="B2B2B2"/>
        </a:folHlink>
      </a:clrScheme>
      <a:clrMap bg1="lt1" tx1="dk1" bg2="lt2" tx2="dk2" accent1="accent1" accent2="accent2" accent3="accent3" accent4="accent4" accent5="accent5" accent6="accent6" hlink="hlink" folHlink="folHlink"/>
    </a:extraClrScheme>
    <a:extraClrScheme>
      <a:clrScheme name="Echo 8">
        <a:dk1>
          <a:srgbClr val="000000"/>
        </a:dk1>
        <a:lt1>
          <a:srgbClr val="FFFFFF"/>
        </a:lt1>
        <a:dk2>
          <a:srgbClr val="000000"/>
        </a:dk2>
        <a:lt2>
          <a:srgbClr val="666699"/>
        </a:lt2>
        <a:accent1>
          <a:srgbClr val="FF9900"/>
        </a:accent1>
        <a:accent2>
          <a:srgbClr val="FF0000"/>
        </a:accent2>
        <a:accent3>
          <a:srgbClr val="FFFFFF"/>
        </a:accent3>
        <a:accent4>
          <a:srgbClr val="000000"/>
        </a:accent4>
        <a:accent5>
          <a:srgbClr val="FFCAAA"/>
        </a:accent5>
        <a:accent6>
          <a:srgbClr val="E70000"/>
        </a:accent6>
        <a:hlink>
          <a:srgbClr val="336699"/>
        </a:hlink>
        <a:folHlink>
          <a:srgbClr val="808080"/>
        </a:folHlink>
      </a:clrScheme>
      <a:clrMap bg1="lt1" tx1="dk1" bg2="lt2" tx2="dk2" accent1="accent1" accent2="accent2" accent3="accent3" accent4="accent4" accent5="accent5" accent6="accent6" hlink="hlink" folHlink="folHlink"/>
    </a:extraClrScheme>
    <a:extraClrScheme>
      <a:clrScheme name="Echo 9">
        <a:dk1>
          <a:srgbClr val="000000"/>
        </a:dk1>
        <a:lt1>
          <a:srgbClr val="FFFFFF"/>
        </a:lt1>
        <a:dk2>
          <a:srgbClr val="000000"/>
        </a:dk2>
        <a:lt2>
          <a:srgbClr val="666699"/>
        </a:lt2>
        <a:accent1>
          <a:srgbClr val="CC3300"/>
        </a:accent1>
        <a:accent2>
          <a:srgbClr val="CC9900"/>
        </a:accent2>
        <a:accent3>
          <a:srgbClr val="FFFFFF"/>
        </a:accent3>
        <a:accent4>
          <a:srgbClr val="000000"/>
        </a:accent4>
        <a:accent5>
          <a:srgbClr val="E2ADAA"/>
        </a:accent5>
        <a:accent6>
          <a:srgbClr val="B98A00"/>
        </a:accent6>
        <a:hlink>
          <a:srgbClr val="CC6600"/>
        </a:hlink>
        <a:folHlink>
          <a:srgbClr val="808080"/>
        </a:folHlink>
      </a:clrScheme>
      <a:clrMap bg1="lt1" tx1="dk1" bg2="lt2" tx2="dk2" accent1="accent1" accent2="accent2" accent3="accent3" accent4="accent4" accent5="accent5" accent6="accent6" hlink="hlink" folHlink="folHlink"/>
    </a:extraClrScheme>
    <a:extraClrScheme>
      <a:clrScheme name="Echo 10">
        <a:dk1>
          <a:srgbClr val="000000"/>
        </a:dk1>
        <a:lt1>
          <a:srgbClr val="FFFFFF"/>
        </a:lt1>
        <a:dk2>
          <a:srgbClr val="000000"/>
        </a:dk2>
        <a:lt2>
          <a:srgbClr val="666699"/>
        </a:lt2>
        <a:accent1>
          <a:srgbClr val="666699"/>
        </a:accent1>
        <a:accent2>
          <a:srgbClr val="9999FF"/>
        </a:accent2>
        <a:accent3>
          <a:srgbClr val="FFFFFF"/>
        </a:accent3>
        <a:accent4>
          <a:srgbClr val="000000"/>
        </a:accent4>
        <a:accent5>
          <a:srgbClr val="B8B8CA"/>
        </a:accent5>
        <a:accent6>
          <a:srgbClr val="8A8AE7"/>
        </a:accent6>
        <a:hlink>
          <a:srgbClr val="3366FF"/>
        </a:hlink>
        <a:folHlink>
          <a:srgbClr val="80808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Studio">
  <a:themeElements>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fontScheme name="Studio">
      <a:majorFont>
        <a:latin typeface="Arial Black"/>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Studio 1">
        <a:dk1>
          <a:srgbClr val="000000"/>
        </a:dk1>
        <a:lt1>
          <a:srgbClr val="FFFFFF"/>
        </a:lt1>
        <a:dk2>
          <a:srgbClr val="336666"/>
        </a:dk2>
        <a:lt2>
          <a:srgbClr val="CCCC99"/>
        </a:lt2>
        <a:accent1>
          <a:srgbClr val="97CDCC"/>
        </a:accent1>
        <a:accent2>
          <a:srgbClr val="D6E0E0"/>
        </a:accent2>
        <a:accent3>
          <a:srgbClr val="FFFFFF"/>
        </a:accent3>
        <a:accent4>
          <a:srgbClr val="000000"/>
        </a:accent4>
        <a:accent5>
          <a:srgbClr val="C9E3E2"/>
        </a:accent5>
        <a:accent6>
          <a:srgbClr val="C2CBCB"/>
        </a:accent6>
        <a:hlink>
          <a:srgbClr val="99CC00"/>
        </a:hlink>
        <a:folHlink>
          <a:srgbClr val="336666"/>
        </a:folHlink>
      </a:clrScheme>
      <a:clrMap bg1="lt1" tx1="dk1" bg2="lt2" tx2="dk2" accent1="accent1" accent2="accent2" accent3="accent3" accent4="accent4" accent5="accent5" accent6="accent6" hlink="hlink" folHlink="folHlink"/>
    </a:extraClrScheme>
    <a:extraClrScheme>
      <a:clrScheme name="Studio 2">
        <a:dk1>
          <a:srgbClr val="000000"/>
        </a:dk1>
        <a:lt1>
          <a:srgbClr val="FFFFFF"/>
        </a:lt1>
        <a:dk2>
          <a:srgbClr val="3732A0"/>
        </a:dk2>
        <a:lt2>
          <a:srgbClr val="666699"/>
        </a:lt2>
        <a:accent1>
          <a:srgbClr val="CCCCFF"/>
        </a:accent1>
        <a:accent2>
          <a:srgbClr val="009999"/>
        </a:accent2>
        <a:accent3>
          <a:srgbClr val="FFFFFF"/>
        </a:accent3>
        <a:accent4>
          <a:srgbClr val="000000"/>
        </a:accent4>
        <a:accent5>
          <a:srgbClr val="E2E2FF"/>
        </a:accent5>
        <a:accent6>
          <a:srgbClr val="008A8A"/>
        </a:accent6>
        <a:hlink>
          <a:srgbClr val="3366CC"/>
        </a:hlink>
        <a:folHlink>
          <a:srgbClr val="9094B8"/>
        </a:folHlink>
      </a:clrScheme>
      <a:clrMap bg1="lt1" tx1="dk1" bg2="lt2" tx2="dk2" accent1="accent1" accent2="accent2" accent3="accent3" accent4="accent4" accent5="accent5" accent6="accent6" hlink="hlink" folHlink="folHlink"/>
    </a:extraClrScheme>
    <a:extraClrScheme>
      <a:clrScheme name="Studio 3">
        <a:dk1>
          <a:srgbClr val="000000"/>
        </a:dk1>
        <a:lt1>
          <a:srgbClr val="FFFFFF"/>
        </a:lt1>
        <a:dk2>
          <a:srgbClr val="CD0505"/>
        </a:dk2>
        <a:lt2>
          <a:srgbClr val="5F5F5F"/>
        </a:lt2>
        <a:accent1>
          <a:srgbClr val="D2D5DE"/>
        </a:accent1>
        <a:accent2>
          <a:srgbClr val="D55757"/>
        </a:accent2>
        <a:accent3>
          <a:srgbClr val="FFFFFF"/>
        </a:accent3>
        <a:accent4>
          <a:srgbClr val="000000"/>
        </a:accent4>
        <a:accent5>
          <a:srgbClr val="E5E7EC"/>
        </a:accent5>
        <a:accent6>
          <a:srgbClr val="C14E4E"/>
        </a:accent6>
        <a:hlink>
          <a:srgbClr val="F42D1E"/>
        </a:hlink>
        <a:folHlink>
          <a:srgbClr val="7C849E"/>
        </a:folHlink>
      </a:clrScheme>
      <a:clrMap bg1="lt1" tx1="dk1" bg2="lt2" tx2="dk2" accent1="accent1" accent2="accent2" accent3="accent3" accent4="accent4" accent5="accent5" accent6="accent6" hlink="hlink" folHlink="folHlink"/>
    </a:extraClrScheme>
    <a:extraClrScheme>
      <a:clrScheme name="Studio 4">
        <a:dk1>
          <a:srgbClr val="000000"/>
        </a:dk1>
        <a:lt1>
          <a:srgbClr val="FFFFFF"/>
        </a:lt1>
        <a:dk2>
          <a:srgbClr val="551A07"/>
        </a:dk2>
        <a:lt2>
          <a:srgbClr val="CC3300"/>
        </a:lt2>
        <a:accent1>
          <a:srgbClr val="F4B400"/>
        </a:accent1>
        <a:accent2>
          <a:srgbClr val="993300"/>
        </a:accent2>
        <a:accent3>
          <a:srgbClr val="FFFFFF"/>
        </a:accent3>
        <a:accent4>
          <a:srgbClr val="000000"/>
        </a:accent4>
        <a:accent5>
          <a:srgbClr val="F8D6AA"/>
        </a:accent5>
        <a:accent6>
          <a:srgbClr val="8A2D00"/>
        </a:accent6>
        <a:hlink>
          <a:srgbClr val="FF3300"/>
        </a:hlink>
        <a:folHlink>
          <a:srgbClr val="666699"/>
        </a:folHlink>
      </a:clrScheme>
      <a:clrMap bg1="lt1" tx1="dk1" bg2="lt2" tx2="dk2" accent1="accent1" accent2="accent2" accent3="accent3" accent4="accent4" accent5="accent5" accent6="accent6" hlink="hlink" folHlink="folHlink"/>
    </a:extraClrScheme>
    <a:extraClrScheme>
      <a:clrScheme name="Studio 5">
        <a:dk1>
          <a:srgbClr val="000000"/>
        </a:dk1>
        <a:lt1>
          <a:srgbClr val="FFFFFF"/>
        </a:lt1>
        <a:dk2>
          <a:srgbClr val="FF0000"/>
        </a:dk2>
        <a:lt2>
          <a:srgbClr val="FFCC00"/>
        </a:lt2>
        <a:accent1>
          <a:srgbClr val="66CCFF"/>
        </a:accent1>
        <a:accent2>
          <a:srgbClr val="009900"/>
        </a:accent2>
        <a:accent3>
          <a:srgbClr val="FFFFFF"/>
        </a:accent3>
        <a:accent4>
          <a:srgbClr val="000000"/>
        </a:accent4>
        <a:accent5>
          <a:srgbClr val="B8E2FF"/>
        </a:accent5>
        <a:accent6>
          <a:srgbClr val="008A00"/>
        </a:accent6>
        <a:hlink>
          <a:srgbClr val="FF3300"/>
        </a:hlink>
        <a:folHlink>
          <a:srgbClr val="6600FF"/>
        </a:folHlink>
      </a:clrScheme>
      <a:clrMap bg1="lt1" tx1="dk1" bg2="lt2" tx2="dk2" accent1="accent1" accent2="accent2" accent3="accent3" accent4="accent4" accent5="accent5" accent6="accent6" hlink="hlink" folHlink="folHlink"/>
    </a:extraClrScheme>
    <a:extraClrScheme>
      <a:clrScheme name="Studio 6">
        <a:dk1>
          <a:srgbClr val="666633"/>
        </a:dk1>
        <a:lt1>
          <a:srgbClr val="FFFFFF"/>
        </a:lt1>
        <a:dk2>
          <a:srgbClr val="000000"/>
        </a:dk2>
        <a:lt2>
          <a:srgbClr val="CC3300"/>
        </a:lt2>
        <a:accent1>
          <a:srgbClr val="808000"/>
        </a:accent1>
        <a:accent2>
          <a:srgbClr val="FF9900"/>
        </a:accent2>
        <a:accent3>
          <a:srgbClr val="AAAAAA"/>
        </a:accent3>
        <a:accent4>
          <a:srgbClr val="DADADA"/>
        </a:accent4>
        <a:accent5>
          <a:srgbClr val="C0C0AA"/>
        </a:accent5>
        <a:accent6>
          <a:srgbClr val="E78A00"/>
        </a:accent6>
        <a:hlink>
          <a:srgbClr val="CC6600"/>
        </a:hlink>
        <a:folHlink>
          <a:srgbClr val="434B1F"/>
        </a:folHlink>
      </a:clrScheme>
      <a:clrMap bg1="dk2" tx1="lt1" bg2="dk1" tx2="lt2" accent1="accent1" accent2="accent2" accent3="accent3" accent4="accent4" accent5="accent5" accent6="accent6" hlink="hlink" folHlink="folHlink"/>
    </a:extraClrScheme>
    <a:extraClrScheme>
      <a:clrScheme name="Studio 7">
        <a:dk1>
          <a:srgbClr val="766997"/>
        </a:dk1>
        <a:lt1>
          <a:srgbClr val="FFFFFF"/>
        </a:lt1>
        <a:dk2>
          <a:srgbClr val="530901"/>
        </a:dk2>
        <a:lt2>
          <a:srgbClr val="FFFFFF"/>
        </a:lt2>
        <a:accent1>
          <a:srgbClr val="FF3300"/>
        </a:accent1>
        <a:accent2>
          <a:srgbClr val="CC6600"/>
        </a:accent2>
        <a:accent3>
          <a:srgbClr val="B3AAAA"/>
        </a:accent3>
        <a:accent4>
          <a:srgbClr val="DADADA"/>
        </a:accent4>
        <a:accent5>
          <a:srgbClr val="FFADAA"/>
        </a:accent5>
        <a:accent6>
          <a:srgbClr val="B95C00"/>
        </a:accent6>
        <a:hlink>
          <a:srgbClr val="FF9900"/>
        </a:hlink>
        <a:folHlink>
          <a:srgbClr val="993300"/>
        </a:folHlink>
      </a:clrScheme>
      <a:clrMap bg1="dk2" tx1="lt1" bg2="dk1" tx2="lt2" accent1="accent1" accent2="accent2" accent3="accent3" accent4="accent4" accent5="accent5" accent6="accent6" hlink="hlink" folHlink="folHlink"/>
    </a:extraClrScheme>
    <a:extraClrScheme>
      <a:clrScheme name="Studio 8">
        <a:dk1>
          <a:srgbClr val="666699"/>
        </a:dk1>
        <a:lt1>
          <a:srgbClr val="FFFFFF"/>
        </a:lt1>
        <a:dk2>
          <a:srgbClr val="4C004C"/>
        </a:dk2>
        <a:lt2>
          <a:srgbClr val="FFFFFF"/>
        </a:lt2>
        <a:accent1>
          <a:srgbClr val="0099CC"/>
        </a:accent1>
        <a:accent2>
          <a:srgbClr val="993366"/>
        </a:accent2>
        <a:accent3>
          <a:srgbClr val="B2AAB2"/>
        </a:accent3>
        <a:accent4>
          <a:srgbClr val="DADADA"/>
        </a:accent4>
        <a:accent5>
          <a:srgbClr val="AACAE2"/>
        </a:accent5>
        <a:accent6>
          <a:srgbClr val="8A2D5C"/>
        </a:accent6>
        <a:hlink>
          <a:srgbClr val="99CC00"/>
        </a:hlink>
        <a:folHlink>
          <a:srgbClr val="006699"/>
        </a:folHlink>
      </a:clrScheme>
      <a:clrMap bg1="dk2" tx1="lt1" bg2="dk1" tx2="lt2" accent1="accent1" accent2="accent2" accent3="accent3" accent4="accent4" accent5="accent5" accent6="accent6" hlink="hlink" folHlink="folHlink"/>
    </a:extraClrScheme>
    <a:extraClrScheme>
      <a:clrScheme name="Studio 9">
        <a:dk1>
          <a:srgbClr val="565682"/>
        </a:dk1>
        <a:lt1>
          <a:srgbClr val="FFFFFF"/>
        </a:lt1>
        <a:dk2>
          <a:srgbClr val="1E1551"/>
        </a:dk2>
        <a:lt2>
          <a:srgbClr val="CCFFFF"/>
        </a:lt2>
        <a:accent1>
          <a:srgbClr val="33CCCC"/>
        </a:accent1>
        <a:accent2>
          <a:srgbClr val="009999"/>
        </a:accent2>
        <a:accent3>
          <a:srgbClr val="ABAAB3"/>
        </a:accent3>
        <a:accent4>
          <a:srgbClr val="DADADA"/>
        </a:accent4>
        <a:accent5>
          <a:srgbClr val="ADE2E2"/>
        </a:accent5>
        <a:accent6>
          <a:srgbClr val="008A8A"/>
        </a:accent6>
        <a:hlink>
          <a:srgbClr val="FF9900"/>
        </a:hlink>
        <a:folHlink>
          <a:srgbClr val="005986"/>
        </a:folHlink>
      </a:clrScheme>
      <a:clrMap bg1="dk2" tx1="lt1" bg2="dk1" tx2="lt2" accent1="accent1" accent2="accent2" accent3="accent3" accent4="accent4" accent5="accent5" accent6="accent6" hlink="hlink" folHlink="folHlink"/>
    </a:extraClrScheme>
    <a:extraClrScheme>
      <a:clrScheme name="Studio 10">
        <a:dk1>
          <a:srgbClr val="CCCC99"/>
        </a:dk1>
        <a:lt1>
          <a:srgbClr val="FFFFFF"/>
        </a:lt1>
        <a:dk2>
          <a:srgbClr val="2E5D5C"/>
        </a:dk2>
        <a:lt2>
          <a:srgbClr val="FFFFFF"/>
        </a:lt2>
        <a:accent1>
          <a:srgbClr val="0099CC"/>
        </a:accent1>
        <a:accent2>
          <a:srgbClr val="D6E0E0"/>
        </a:accent2>
        <a:accent3>
          <a:srgbClr val="ADB6B5"/>
        </a:accent3>
        <a:accent4>
          <a:srgbClr val="DADADA"/>
        </a:accent4>
        <a:accent5>
          <a:srgbClr val="AACAE2"/>
        </a:accent5>
        <a:accent6>
          <a:srgbClr val="C2CBCB"/>
        </a:accent6>
        <a:hlink>
          <a:srgbClr val="CCCC99"/>
        </a:hlink>
        <a:folHlink>
          <a:srgbClr val="428A8C"/>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Campbell11e_LectureDesign">
  <a:themeElements>
    <a:clrScheme name="1_CC4eActiveLectureQuestions 15">
      <a:dk1>
        <a:srgbClr val="000000"/>
      </a:dk1>
      <a:lt1>
        <a:srgbClr val="FFFFFF"/>
      </a:lt1>
      <a:dk2>
        <a:srgbClr val="0060AF"/>
      </a:dk2>
      <a:lt2>
        <a:srgbClr val="000000"/>
      </a:lt2>
      <a:accent1>
        <a:srgbClr val="F7955A"/>
      </a:accent1>
      <a:accent2>
        <a:srgbClr val="009247"/>
      </a:accent2>
      <a:accent3>
        <a:srgbClr val="FFFFFF"/>
      </a:accent3>
      <a:accent4>
        <a:srgbClr val="000000"/>
      </a:accent4>
      <a:accent5>
        <a:srgbClr val="FAC8B5"/>
      </a:accent5>
      <a:accent6>
        <a:srgbClr val="00843F"/>
      </a:accent6>
      <a:hlink>
        <a:srgbClr val="009999"/>
      </a:hlink>
      <a:folHlink>
        <a:srgbClr val="99CC00"/>
      </a:folHlink>
    </a:clrScheme>
    <a:fontScheme name="1_CC4eActiveLectureQuestions">
      <a:majorFont>
        <a:latin typeface="Times New Roman"/>
        <a:ea typeface="Arial"/>
        <a:cs typeface="Arial"/>
      </a:majorFont>
      <a:minorFont>
        <a:latin typeface="Tahoma"/>
        <a:ea typeface="Arial"/>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a:ln>
              <a:noFill/>
            </a:ln>
            <a:solidFill>
              <a:schemeClr val="tx1"/>
            </a:solidFill>
            <a:effectLst/>
            <a:latin typeface="Arial" charset="0"/>
          </a:defRPr>
        </a:defPPr>
      </a:lstStyle>
    </a:lnDef>
  </a:objectDefaults>
  <a:extraClrSchemeLst>
    <a:extraClrScheme>
      <a:clrScheme name="1_CC4eActiveLectureQuestion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C4eActiveLectureQuestion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C4eActiveLectureQuestion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C4eActiveLectureQuestion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C4eActiveLectureQuestion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C4eActiveLectureQuestions 7">
        <a:dk1>
          <a:srgbClr val="5C1F00"/>
        </a:dk1>
        <a:lt1>
          <a:srgbClr val="FFFFFF"/>
        </a:lt1>
        <a:dk2>
          <a:srgbClr val="800000"/>
        </a:dk2>
        <a:lt2>
          <a:srgbClr val="DFD293"/>
        </a:lt2>
        <a:accent1>
          <a:srgbClr val="713E39"/>
        </a:accent1>
        <a:accent2>
          <a:srgbClr val="BE7960"/>
        </a:accent2>
        <a:accent3>
          <a:srgbClr val="C0AAAA"/>
        </a:accent3>
        <a:accent4>
          <a:srgbClr val="DADADA"/>
        </a:accent4>
        <a:accent5>
          <a:srgbClr val="BBAFAE"/>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C4eActiveLectureQuestion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C4eActiveLectureQuestion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C4eActiveLectureQuestion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C4eActiveLectureQuestion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C4eActiveLectureQuestion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1_CC4eActiveLectureQuestions 13">
        <a:dk1>
          <a:srgbClr val="000000"/>
        </a:dk1>
        <a:lt1>
          <a:srgbClr val="FFFFFF"/>
        </a:lt1>
        <a:dk2>
          <a:srgbClr val="005472"/>
        </a:dk2>
        <a:lt2>
          <a:srgbClr val="00000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14">
        <a:dk1>
          <a:srgbClr val="000000"/>
        </a:dk1>
        <a:lt1>
          <a:srgbClr val="FFFFFF"/>
        </a:lt1>
        <a:dk2>
          <a:srgbClr val="333399"/>
        </a:dk2>
        <a:lt2>
          <a:srgbClr val="000000"/>
        </a:lt2>
        <a:accent1>
          <a:srgbClr val="B7DAB8"/>
        </a:accent1>
        <a:accent2>
          <a:srgbClr val="005472"/>
        </a:accent2>
        <a:accent3>
          <a:srgbClr val="FFFFFF"/>
        </a:accent3>
        <a:accent4>
          <a:srgbClr val="000000"/>
        </a:accent4>
        <a:accent5>
          <a:srgbClr val="D8EAD8"/>
        </a:accent5>
        <a:accent6>
          <a:srgbClr val="004B67"/>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C4eActiveLectureQuestions 15">
        <a:dk1>
          <a:srgbClr val="000000"/>
        </a:dk1>
        <a:lt1>
          <a:srgbClr val="FFFFFF"/>
        </a:lt1>
        <a:dk2>
          <a:srgbClr val="0060AF"/>
        </a:dk2>
        <a:lt2>
          <a:srgbClr val="000000"/>
        </a:lt2>
        <a:accent1>
          <a:srgbClr val="F7955A"/>
        </a:accent1>
        <a:accent2>
          <a:srgbClr val="009247"/>
        </a:accent2>
        <a:accent3>
          <a:srgbClr val="FFFFFF"/>
        </a:accent3>
        <a:accent4>
          <a:srgbClr val="000000"/>
        </a:accent4>
        <a:accent5>
          <a:srgbClr val="FAC8B5"/>
        </a:accent5>
        <a:accent6>
          <a:srgbClr val="00843F"/>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ampbell11e_LectureDesign" id="{1E29558D-F693-462F-BFE8-09589E69881C}" vid="{70B05F25-2FB3-4FD4-980B-A633ABC17E0B}"/>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850</TotalTime>
  <Words>3318</Words>
  <Application>Microsoft Macintosh PowerPoint</Application>
  <PresentationFormat>On-screen Show (4:3)</PresentationFormat>
  <Paragraphs>653</Paragraphs>
  <Slides>81</Slides>
  <Notes>18</Notes>
  <HiddenSlides>0</HiddenSlides>
  <MMClips>0</MMClips>
  <ScaleCrop>false</ScaleCrop>
  <HeadingPairs>
    <vt:vector size="6" baseType="variant">
      <vt:variant>
        <vt:lpstr>Fonts Used</vt:lpstr>
      </vt:variant>
      <vt:variant>
        <vt:i4>31</vt:i4>
      </vt:variant>
      <vt:variant>
        <vt:lpstr>Theme</vt:lpstr>
      </vt:variant>
      <vt:variant>
        <vt:i4>5</vt:i4>
      </vt:variant>
      <vt:variant>
        <vt:lpstr>Slide Titles</vt:lpstr>
      </vt:variant>
      <vt:variant>
        <vt:i4>81</vt:i4>
      </vt:variant>
    </vt:vector>
  </HeadingPairs>
  <TitlesOfParts>
    <vt:vector size="117" baseType="lpstr">
      <vt:lpstr>Arial Rounded MT Bold</vt:lpstr>
      <vt:lpstr>宋体</vt:lpstr>
      <vt:lpstr>Arial</vt:lpstr>
      <vt:lpstr>Wingdings</vt:lpstr>
      <vt:lpstr>Calibri</vt:lpstr>
      <vt:lpstr>Verdana</vt:lpstr>
      <vt:lpstr>Arial Black</vt:lpstr>
      <vt:lpstr>Tahoma</vt:lpstr>
      <vt:lpstr>Times New Roman</vt:lpstr>
      <vt:lpstr>ヒラギノ角ゴ Pro W3</vt:lpstr>
      <vt:lpstr>Berlin Sans FB</vt:lpstr>
      <vt:lpstr>Cooper Black</vt:lpstr>
      <vt:lpstr>Arial Unicode MS</vt:lpstr>
      <vt:lpstr>Times</vt:lpstr>
      <vt:lpstr>Eras Medium ITC</vt:lpstr>
      <vt:lpstr>ＭＳ Ｐゴシック</vt:lpstr>
      <vt:lpstr>Geneva</vt:lpstr>
      <vt:lpstr>华文隶书</vt:lpstr>
      <vt:lpstr>楷体_GB2312</vt:lpstr>
      <vt:lpstr>Arial Narrow</vt:lpstr>
      <vt:lpstr>Centaur</vt:lpstr>
      <vt:lpstr>Californian FB</vt:lpstr>
      <vt:lpstr>Comic Sans MS</vt:lpstr>
      <vt:lpstr>Bookman Old Style</vt:lpstr>
      <vt:lpstr>Century Gothic</vt:lpstr>
      <vt:lpstr>Eras Light ITC</vt:lpstr>
      <vt:lpstr>Lucida Sans</vt:lpstr>
      <vt:lpstr>Footlight MT Light</vt:lpstr>
      <vt:lpstr>Century Schoolbook</vt:lpstr>
      <vt:lpstr>Batang</vt:lpstr>
      <vt:lpstr>PMingLiU</vt:lpstr>
      <vt:lpstr>Radial</vt:lpstr>
      <vt:lpstr>Eclipse</vt:lpstr>
      <vt:lpstr>Echo</vt:lpstr>
      <vt:lpstr>Studio</vt:lpstr>
      <vt:lpstr>Campbell11e_LectureDesign</vt:lpstr>
      <vt:lpstr>Techniques of Molecular Biology</vt:lpstr>
      <vt:lpstr>Techniques</vt:lpstr>
      <vt:lpstr>PowerPoint Presentation</vt:lpstr>
      <vt:lpstr>DNA Hybridization Can Be Used to Identify Specific DNA Molecules</vt:lpstr>
      <vt:lpstr>Hybridization Probes Can Identify Electrophoretically-separated DNAs and RNAs</vt:lpstr>
      <vt:lpstr> Methods for labeling DNA</vt:lpstr>
      <vt:lpstr>Southern blot hybridization</vt:lpstr>
      <vt:lpstr>Northern blot hybridization</vt:lpstr>
      <vt:lpstr>Libraries of DNA Molecules</vt:lpstr>
      <vt:lpstr>Using Restriction Enzymes to Make a Recombinant DNA Plasmid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Genomic Library</vt:lpstr>
      <vt:lpstr> cDNA library</vt:lpstr>
      <vt:lpstr>Hybridization Can Be Used to Identify a specific Clone in a DNA Library</vt:lpstr>
      <vt:lpstr>Chemically Synthesized Oligonucleotides</vt:lpstr>
      <vt:lpstr>site-directed mutagenesis</vt:lpstr>
      <vt:lpstr>Nested Sets of DNA Fragments Reveal Nucleotide Sequencing</vt:lpstr>
      <vt:lpstr>The underlying principle of DNA sequencing</vt:lpstr>
      <vt:lpstr>Two methods to create nested sets of DNA molecules</vt:lpstr>
      <vt:lpstr>chain-terminating nucleotides</vt:lpstr>
      <vt:lpstr>The chain termination method</vt:lpstr>
      <vt:lpstr>The chain termination method</vt:lpstr>
      <vt:lpstr>Technical advancement</vt:lpstr>
      <vt:lpstr>Technical advancement</vt:lpstr>
      <vt:lpstr> Shotgun Sequencing a Bacterial Genome</vt:lpstr>
      <vt:lpstr>“shotgun” sequencing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Next-generation DNA sequencing machines</vt:lpstr>
      <vt:lpstr>Strategy for construction and sequencing of whole genome libraries</vt:lpstr>
      <vt:lpstr>The shotgun strategy permits a partial assembly of large genome sequence</vt:lpstr>
      <vt:lpstr>The paired-end strategy permits the assembly of large genome scaffolds</vt:lpstr>
      <vt:lpstr>Genome-wide Analyses</vt:lpstr>
      <vt:lpstr>Genome-wide Analyses</vt:lpstr>
      <vt:lpstr>Genome-wide Analyses</vt:lpstr>
      <vt:lpstr>Comparative Genome Analysis</vt:lpstr>
      <vt:lpstr>Comparative Genome Analysis</vt:lpstr>
      <vt:lpstr>Comparative Genome Analysis</vt:lpstr>
      <vt:lpstr>Comparative Genome Analysis</vt:lpstr>
      <vt:lpstr>Comparative Genome Analysis</vt:lpstr>
      <vt:lpstr>Proteins</vt:lpstr>
      <vt:lpstr>Specific proteins can be purified from cell extracts</vt:lpstr>
      <vt:lpstr>Purification of a protein requires a specific assay</vt:lpstr>
      <vt:lpstr>Preparation of cell extracts containing active proteins</vt:lpstr>
      <vt:lpstr>Proteins can be separated from one another using column chromatography</vt:lpstr>
      <vt:lpstr>Affinity chromatography can facilitate more rapid protein purification</vt:lpstr>
      <vt:lpstr>Immunoaffinity chromatography</vt:lpstr>
      <vt:lpstr>Immunoaffinity chromatography</vt:lpstr>
      <vt:lpstr>Immunoaffinity chromatography</vt:lpstr>
      <vt:lpstr>Separation of proteins on polyacrylamide gels</vt:lpstr>
      <vt:lpstr>PowerPoint Presentation</vt:lpstr>
      <vt:lpstr>PowerPoint Presentation</vt:lpstr>
      <vt:lpstr>PowerPoint Presentation</vt:lpstr>
      <vt:lpstr>PowerPoint Presentation</vt:lpstr>
      <vt:lpstr>PowerPoint Presentation</vt:lpstr>
      <vt:lpstr>PowerPoint Presentation</vt:lpstr>
      <vt:lpstr>SDS-Polyacrylamide Gel Electrophoresis</vt:lpstr>
      <vt:lpstr>Antibodies visualize electrophoretically-separated proteins</vt:lpstr>
      <vt:lpstr>Protein molecules can be directly sequenced</vt:lpstr>
      <vt:lpstr>Edman degradation</vt:lpstr>
      <vt:lpstr>Tandem mass spectrometry (MS/MS)</vt:lpstr>
      <vt:lpstr>PowerPoint Presentation</vt:lpstr>
      <vt:lpstr>Tandem mass spectrometry (MS/MS)</vt:lpstr>
      <vt:lpstr>Proteomics</vt:lpstr>
      <vt:lpstr>Three principal methods</vt:lpstr>
      <vt:lpstr>Steps of proteomic analysis</vt:lpstr>
      <vt:lpstr>PowerPoint Presentation</vt:lpstr>
      <vt:lpstr>PowerPoint Presentation</vt:lpstr>
      <vt:lpstr>PowerPoint Presentation</vt:lpstr>
    </vt:vector>
  </TitlesOfParts>
  <Company>武汉大学生命科学学院</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Techniques of Molecular Biology</dc:title>
  <dc:creator>陈曦 </dc:creator>
  <cp:lastModifiedBy>Laith Al-Eitan</cp:lastModifiedBy>
  <cp:revision>100</cp:revision>
  <dcterms:created xsi:type="dcterms:W3CDTF">2005-06-03T16:18:04Z</dcterms:created>
  <dcterms:modified xsi:type="dcterms:W3CDTF">2024-12-01T12:09:17Z</dcterms:modified>
</cp:coreProperties>
</file>