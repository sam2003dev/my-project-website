
<file path=[Content_Types].xml><?xml version="1.0" encoding="utf-8"?>
<Types xmlns="http://schemas.openxmlformats.org/package/2006/content-types">
  <Default Extension="png" ContentType="image/png"/>
  <Default Extension="jpeg" ContentType="image/jpeg"/>
  <Default Extension="emf" ContentType="image/x-emf"/>
  <Default Extension="rels" ContentType="application/vnd.openxmlformats-package.relationships+xml"/>
  <Default Extension="xml" ContentType="application/xml"/>
  <Default Extension="gif" ContentType="image/gif"/>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customXml/itemProps5.xml" ContentType="application/vnd.openxmlformats-officedocument.customXmlProperties+xml"/>
  <Override PartName="/customXml/itemProps6.xml" ContentType="application/vnd.openxmlformats-officedocument.customXmlProperties+xml"/>
  <Override PartName="/customXml/itemProps7.xml" ContentType="application/vnd.openxmlformats-officedocument.customXmlProperties+xml"/>
  <Override PartName="/customXml/itemProps8.xml" ContentType="application/vnd.openxmlformats-officedocument.customXmlProperties+xml"/>
  <Override PartName="/customXml/itemProps9.xml" ContentType="application/vnd.openxmlformats-officedocument.customXmlProperties+xml"/>
  <Override PartName="/customXml/itemProps10.xml" ContentType="application/vnd.openxmlformats-officedocument.customXmlProperties+xml"/>
  <Override PartName="/customXml/itemProps11.xml" ContentType="application/vnd.openxmlformats-officedocument.customXmlProperties+xml"/>
  <Override PartName="/customXml/itemProps12.xml" ContentType="application/vnd.openxmlformats-officedocument.customXmlProperties+xml"/>
  <Override PartName="/customXml/itemProps13.xml" ContentType="application/vnd.openxmlformats-officedocument.customXmlProperties+xml"/>
  <Override PartName="/customXml/itemProps14.xml" ContentType="application/vnd.openxmlformats-officedocument.customXmlProperties+xml"/>
  <Override PartName="/customXml/itemProps15.xml" ContentType="application/vnd.openxmlformats-officedocument.customXmlProperties+xml"/>
  <Override PartName="/customXml/itemProps16.xml" ContentType="application/vnd.openxmlformats-officedocument.customXmlProperties+xml"/>
  <Override PartName="/customXml/itemProps17.xml" ContentType="application/vnd.openxmlformats-officedocument.customXmlProperties+xml"/>
  <Override PartName="/customXml/itemProps18.xml" ContentType="application/vnd.openxmlformats-officedocument.customXmlProperties+xml"/>
  <Override PartName="/customXml/itemProps19.xml" ContentType="application/vnd.openxmlformats-officedocument.customXmlProperties+xml"/>
  <Override PartName="/customXml/itemProps20.xml" ContentType="application/vnd.openxmlformats-officedocument.customXmlProperties+xml"/>
  <Override PartName="/customXml/itemProps21.xml" ContentType="application/vnd.openxmlformats-officedocument.customXmlProperties+xml"/>
  <Override PartName="/customXml/itemProps22.xml" ContentType="application/vnd.openxmlformats-officedocument.customXmlProperties+xml"/>
  <Override PartName="/customXml/itemProps23.xml" ContentType="application/vnd.openxmlformats-officedocument.customXmlProperties+xml"/>
  <Override PartName="/customXml/itemProps24.xml" ContentType="application/vnd.openxmlformats-officedocument.customXmlProperties+xml"/>
  <Override PartName="/customXml/itemProps25.xml" ContentType="application/vnd.openxmlformats-officedocument.customXmlProperties+xml"/>
  <Override PartName="/customXml/itemProps26.xml" ContentType="application/vnd.openxmlformats-officedocument.customXmlProperties+xml"/>
  <Override PartName="/customXml/itemProps27.xml" ContentType="application/vnd.openxmlformats-officedocument.customXmlProperties+xml"/>
  <Override PartName="/customXml/itemProps28.xml" ContentType="application/vnd.openxmlformats-officedocument.customXmlProperties+xml"/>
  <Override PartName="/customXml/itemProps29.xml" ContentType="application/vnd.openxmlformats-officedocument.customXmlProperties+xml"/>
  <Override PartName="/customXml/itemProps30.xml" ContentType="application/vnd.openxmlformats-officedocument.customXmlProperties+xml"/>
  <Override PartName="/customXml/itemProps31.xml" ContentType="application/vnd.openxmlformats-officedocument.customXmlProperties+xml"/>
  <Override PartName="/customXml/itemProps32.xml" ContentType="application/vnd.openxmlformats-officedocument.customXmlProperties+xml"/>
  <Override PartName="/customXml/itemProps33.xml" ContentType="application/vnd.openxmlformats-officedocument.customXmlProperties+xml"/>
  <Override PartName="/customXml/itemProps34.xml" ContentType="application/vnd.openxmlformats-officedocument.customXmlProperties+xml"/>
  <Override PartName="/customXml/itemProps35.xml" ContentType="application/vnd.openxmlformats-officedocument.customXmlProperties+xml"/>
  <Override PartName="/customXml/itemProps36.xml" ContentType="application/vnd.openxmlformats-officedocument.customXmlProperties+xml"/>
  <Override PartName="/customXml/itemProps37.xml" ContentType="application/vnd.openxmlformats-officedocument.customXmlProperties+xml"/>
  <Override PartName="/customXml/itemProps38.xml" ContentType="application/vnd.openxmlformats-officedocument.customXmlProperties+xml"/>
  <Override PartName="/customXml/itemProps39.xml" ContentType="application/vnd.openxmlformats-officedocument.customXmlProperties+xml"/>
  <Override PartName="/customXml/itemProps40.xml" ContentType="application/vnd.openxmlformats-officedocument.customXmlProperties+xml"/>
  <Override PartName="/customXml/itemProps41.xml" ContentType="application/vnd.openxmlformats-officedocument.customXmlProperties+xml"/>
  <Override PartName="/customXml/itemProps42.xml" ContentType="application/vnd.openxmlformats-officedocument.customXmlProperties+xml"/>
  <Override PartName="/customXml/itemProps43.xml" ContentType="application/vnd.openxmlformats-officedocument.customXmlProperties+xml"/>
  <Override PartName="/customXml/itemProps44.xml" ContentType="application/vnd.openxmlformats-officedocument.customXmlProperties+xml"/>
  <Override PartName="/customXml/itemProps45.xml" ContentType="application/vnd.openxmlformats-officedocument.customXmlProperties+xml"/>
  <Override PartName="/customXml/itemProps46.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ink/ink10.xml" ContentType="application/inkml+xml"/>
  <Override PartName="/ppt/ink/ink11.xml" ContentType="application/inkml+xml"/>
  <Override PartName="/ppt/ink/ink12.xml" ContentType="application/inkml+xml"/>
  <Override PartName="/ppt/ink/ink13.xml" ContentType="application/inkml+xml"/>
  <Override PartName="/ppt/ink/ink14.xml" ContentType="application/inkml+xml"/>
  <Override PartName="/ppt/ink/ink15.xml" ContentType="application/inkml+xml"/>
  <Override PartName="/ppt/ink/ink16.xml" ContentType="application/inkml+xml"/>
  <Override PartName="/ppt/ink/ink17.xml" ContentType="application/inkml+xml"/>
  <Override PartName="/ppt/ink/ink18.xml" ContentType="application/inkml+xml"/>
  <Override PartName="/ppt/ink/ink19.xml" ContentType="application/inkml+xml"/>
  <Override PartName="/ppt/ink/ink20.xml" ContentType="application/inkml+xml"/>
  <Override PartName="/ppt/ink/ink21.xml" ContentType="application/inkml+xml"/>
  <Override PartName="/ppt/ink/ink22.xml" ContentType="application/inkml+xml"/>
  <Override PartName="/ppt/ink/ink23.xml" ContentType="application/inkml+xml"/>
  <Override PartName="/ppt/ink/ink24.xml" ContentType="application/inkml+xml"/>
  <Override PartName="/ppt/ink/ink25.xml" ContentType="application/inkml+xml"/>
  <Override PartName="/ppt/ink/ink26.xml" ContentType="application/inkml+xml"/>
  <Override PartName="/ppt/ink/ink27.xml" ContentType="application/inkml+xml"/>
  <Override PartName="/ppt/ink/ink28.xml" ContentType="application/inkml+xml"/>
  <Override PartName="/ppt/ink/ink29.xml" ContentType="application/inkml+xml"/>
  <Override PartName="/ppt/ink/ink30.xml" ContentType="application/inkml+xml"/>
  <Override PartName="/ppt/ink/ink31.xml" ContentType="application/inkml+xml"/>
  <Override PartName="/ppt/ink/ink32.xml" ContentType="application/inkml+xml"/>
  <Override PartName="/ppt/ink/ink33.xml" ContentType="application/inkml+xml"/>
  <Override PartName="/ppt/tags/tag10.xml" ContentType="application/vnd.openxmlformats-officedocument.presentationml.tags+xml"/>
  <Override PartName="/ppt/tags/tag11.xml" ContentType="application/vnd.openxmlformats-officedocument.presentationml.tags+xml"/>
  <Override PartName="/ppt/ink/ink34.xml" ContentType="application/inkml+xml"/>
  <Override PartName="/ppt/ink/ink35.xml" ContentType="application/inkml+xml"/>
  <Override PartName="/ppt/ink/ink36.xml" ContentType="application/inkml+xml"/>
  <Override PartName="/ppt/ink/ink37.xml" ContentType="application/inkml+xml"/>
  <Override PartName="/ppt/ink/ink38.xml" ContentType="application/inkml+xml"/>
  <Override PartName="/ppt/ink/ink39.xml" ContentType="application/inkml+xml"/>
  <Override PartName="/ppt/ink/ink40.xml" ContentType="application/inkml+xml"/>
  <Override PartName="/ppt/ink/ink41.xml" ContentType="application/inkml+xml"/>
  <Override PartName="/ppt/ink/ink42.xml" ContentType="application/inkml+xml"/>
  <Override PartName="/ppt/ink/ink43.xml" ContentType="application/inkml+xml"/>
  <Override PartName="/ppt/ink/ink44.xml" ContentType="application/inkml+xml"/>
  <Override PartName="/ppt/ink/ink45.xml" ContentType="application/inkml+xml"/>
  <Override PartName="/ppt/ink/ink46.xml" ContentType="application/inkml+xml"/>
  <Override PartName="/ppt/ink/ink47.xml" ContentType="application/inkml+xml"/>
  <Override PartName="/ppt/ink/ink48.xml" ContentType="application/inkml+xml"/>
  <Override PartName="/ppt/ink/ink49.xml" ContentType="application/inkml+xml"/>
  <Override PartName="/ppt/ink/ink50.xml" ContentType="application/inkml+xml"/>
  <Override PartName="/ppt/ink/ink51.xml" ContentType="application/inkml+xml"/>
  <Override PartName="/ppt/ink/ink52.xml" ContentType="application/inkml+xml"/>
  <Override PartName="/ppt/ink/ink53.xml" ContentType="application/inkml+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7"/>
  </p:sldMasterIdLst>
  <p:sldIdLst>
    <p:sldId id="256" r:id="rId48"/>
    <p:sldId id="260" r:id="rId49"/>
    <p:sldId id="269" r:id="rId50"/>
    <p:sldId id="268" r:id="rId51"/>
    <p:sldId id="284" r:id="rId52"/>
    <p:sldId id="261" r:id="rId53"/>
    <p:sldId id="262" r:id="rId54"/>
    <p:sldId id="281" r:id="rId55"/>
    <p:sldId id="277" r:id="rId56"/>
    <p:sldId id="279" r:id="rId57"/>
    <p:sldId id="263" r:id="rId58"/>
    <p:sldId id="259" r:id="rId59"/>
    <p:sldId id="264" r:id="rId60"/>
    <p:sldId id="298" r:id="rId61"/>
    <p:sldId id="278" r:id="rId62"/>
    <p:sldId id="266" r:id="rId63"/>
    <p:sldId id="275" r:id="rId64"/>
    <p:sldId id="299" r:id="rId65"/>
    <p:sldId id="289" r:id="rId66"/>
    <p:sldId id="291" r:id="rId67"/>
    <p:sldId id="292" r:id="rId68"/>
    <p:sldId id="293" r:id="rId69"/>
    <p:sldId id="300" r:id="rId70"/>
    <p:sldId id="295" r:id="rId71"/>
    <p:sldId id="296" r:id="rId72"/>
    <p:sldId id="297" r:id="rId73"/>
    <p:sldId id="294" r:id="rId74"/>
    <p:sldId id="301" r:id="rId75"/>
    <p:sldId id="302" r:id="rId76"/>
    <p:sldId id="303" r:id="rId77"/>
    <p:sldId id="304" r:id="rId78"/>
    <p:sldId id="305" r:id="rId79"/>
    <p:sldId id="306" r:id="rId80"/>
    <p:sldId id="307" r:id="rId81"/>
    <p:sldId id="308" r:id="rId8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xmlns=""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p:scale>
          <a:sx n="65" d="100"/>
          <a:sy n="65" d="100"/>
        </p:scale>
        <p:origin x="-834" y="132"/>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customXml" Target="../customXml/item13.xml"/><Relationship Id="rId18" Type="http://schemas.openxmlformats.org/officeDocument/2006/relationships/customXml" Target="../customXml/item18.xml"/><Relationship Id="rId26" Type="http://schemas.openxmlformats.org/officeDocument/2006/relationships/customXml" Target="../customXml/item26.xml"/><Relationship Id="rId39" Type="http://schemas.openxmlformats.org/officeDocument/2006/relationships/customXml" Target="../customXml/item39.xml"/><Relationship Id="rId21" Type="http://schemas.openxmlformats.org/officeDocument/2006/relationships/customXml" Target="../customXml/item21.xml"/><Relationship Id="rId34" Type="http://schemas.openxmlformats.org/officeDocument/2006/relationships/customXml" Target="../customXml/item34.xml"/><Relationship Id="rId42" Type="http://schemas.openxmlformats.org/officeDocument/2006/relationships/customXml" Target="../customXml/item42.xml"/><Relationship Id="rId47" Type="http://schemas.openxmlformats.org/officeDocument/2006/relationships/slideMaster" Target="slideMasters/slideMaster1.xml"/><Relationship Id="rId50" Type="http://schemas.openxmlformats.org/officeDocument/2006/relationships/slide" Target="slides/slide3.xml"/><Relationship Id="rId55" Type="http://schemas.openxmlformats.org/officeDocument/2006/relationships/slide" Target="slides/slide8.xml"/><Relationship Id="rId63" Type="http://schemas.openxmlformats.org/officeDocument/2006/relationships/slide" Target="slides/slide16.xml"/><Relationship Id="rId68" Type="http://schemas.openxmlformats.org/officeDocument/2006/relationships/slide" Target="slides/slide21.xml"/><Relationship Id="rId76" Type="http://schemas.openxmlformats.org/officeDocument/2006/relationships/slide" Target="slides/slide29.xml"/><Relationship Id="rId84" Type="http://schemas.openxmlformats.org/officeDocument/2006/relationships/viewProps" Target="viewProps.xml"/><Relationship Id="rId7" Type="http://schemas.openxmlformats.org/officeDocument/2006/relationships/customXml" Target="../customXml/item7.xml"/><Relationship Id="rId71" Type="http://schemas.openxmlformats.org/officeDocument/2006/relationships/slide" Target="slides/slide24.xml"/><Relationship Id="rId2" Type="http://schemas.openxmlformats.org/officeDocument/2006/relationships/customXml" Target="../customXml/item2.xml"/><Relationship Id="rId16" Type="http://schemas.openxmlformats.org/officeDocument/2006/relationships/customXml" Target="../customXml/item16.xml"/><Relationship Id="rId29" Type="http://schemas.openxmlformats.org/officeDocument/2006/relationships/customXml" Target="../customXml/item29.xml"/><Relationship Id="rId11" Type="http://schemas.openxmlformats.org/officeDocument/2006/relationships/customXml" Target="../customXml/item11.xml"/><Relationship Id="rId24" Type="http://schemas.openxmlformats.org/officeDocument/2006/relationships/customXml" Target="../customXml/item24.xml"/><Relationship Id="rId32" Type="http://schemas.openxmlformats.org/officeDocument/2006/relationships/customXml" Target="../customXml/item32.xml"/><Relationship Id="rId37" Type="http://schemas.openxmlformats.org/officeDocument/2006/relationships/customXml" Target="../customXml/item37.xml"/><Relationship Id="rId40" Type="http://schemas.openxmlformats.org/officeDocument/2006/relationships/customXml" Target="../customXml/item40.xml"/><Relationship Id="rId45" Type="http://schemas.openxmlformats.org/officeDocument/2006/relationships/customXml" Target="../customXml/item45.xml"/><Relationship Id="rId53" Type="http://schemas.openxmlformats.org/officeDocument/2006/relationships/slide" Target="slides/slide6.xml"/><Relationship Id="rId58" Type="http://schemas.openxmlformats.org/officeDocument/2006/relationships/slide" Target="slides/slide11.xml"/><Relationship Id="rId66" Type="http://schemas.openxmlformats.org/officeDocument/2006/relationships/slide" Target="slides/slide19.xml"/><Relationship Id="rId74" Type="http://schemas.openxmlformats.org/officeDocument/2006/relationships/slide" Target="slides/slide27.xml"/><Relationship Id="rId79" Type="http://schemas.openxmlformats.org/officeDocument/2006/relationships/slide" Target="slides/slide32.xml"/><Relationship Id="rId5" Type="http://schemas.openxmlformats.org/officeDocument/2006/relationships/customXml" Target="../customXml/item5.xml"/><Relationship Id="rId61" Type="http://schemas.openxmlformats.org/officeDocument/2006/relationships/slide" Target="slides/slide14.xml"/><Relationship Id="rId82" Type="http://schemas.openxmlformats.org/officeDocument/2006/relationships/slide" Target="slides/slide35.xml"/><Relationship Id="rId19" Type="http://schemas.openxmlformats.org/officeDocument/2006/relationships/customXml" Target="../customXml/item19.xml"/><Relationship Id="rId4" Type="http://schemas.openxmlformats.org/officeDocument/2006/relationships/customXml" Target="../customXml/item4.xml"/><Relationship Id="rId9" Type="http://schemas.openxmlformats.org/officeDocument/2006/relationships/customXml" Target="../customXml/item9.xml"/><Relationship Id="rId14" Type="http://schemas.openxmlformats.org/officeDocument/2006/relationships/customXml" Target="../customXml/item14.xml"/><Relationship Id="rId22" Type="http://schemas.openxmlformats.org/officeDocument/2006/relationships/customXml" Target="../customXml/item22.xml"/><Relationship Id="rId27" Type="http://schemas.openxmlformats.org/officeDocument/2006/relationships/customXml" Target="../customXml/item27.xml"/><Relationship Id="rId30" Type="http://schemas.openxmlformats.org/officeDocument/2006/relationships/customXml" Target="../customXml/item30.xml"/><Relationship Id="rId35" Type="http://schemas.openxmlformats.org/officeDocument/2006/relationships/customXml" Target="../customXml/item35.xml"/><Relationship Id="rId43" Type="http://schemas.openxmlformats.org/officeDocument/2006/relationships/customXml" Target="../customXml/item43.xml"/><Relationship Id="rId48" Type="http://schemas.openxmlformats.org/officeDocument/2006/relationships/slide" Target="slides/slide1.xml"/><Relationship Id="rId56" Type="http://schemas.openxmlformats.org/officeDocument/2006/relationships/slide" Target="slides/slide9.xml"/><Relationship Id="rId64" Type="http://schemas.openxmlformats.org/officeDocument/2006/relationships/slide" Target="slides/slide17.xml"/><Relationship Id="rId69" Type="http://schemas.openxmlformats.org/officeDocument/2006/relationships/slide" Target="slides/slide22.xml"/><Relationship Id="rId77" Type="http://schemas.openxmlformats.org/officeDocument/2006/relationships/slide" Target="slides/slide30.xml"/><Relationship Id="rId8" Type="http://schemas.openxmlformats.org/officeDocument/2006/relationships/customXml" Target="../customXml/item8.xml"/><Relationship Id="rId51" Type="http://schemas.openxmlformats.org/officeDocument/2006/relationships/slide" Target="slides/slide4.xml"/><Relationship Id="rId72" Type="http://schemas.openxmlformats.org/officeDocument/2006/relationships/slide" Target="slides/slide25.xml"/><Relationship Id="rId80" Type="http://schemas.openxmlformats.org/officeDocument/2006/relationships/slide" Target="slides/slide33.xml"/><Relationship Id="rId85" Type="http://schemas.openxmlformats.org/officeDocument/2006/relationships/theme" Target="theme/theme1.xml"/><Relationship Id="rId3" Type="http://schemas.openxmlformats.org/officeDocument/2006/relationships/customXml" Target="../customXml/item3.xml"/><Relationship Id="rId12" Type="http://schemas.openxmlformats.org/officeDocument/2006/relationships/customXml" Target="../customXml/item12.xml"/><Relationship Id="rId17" Type="http://schemas.openxmlformats.org/officeDocument/2006/relationships/customXml" Target="../customXml/item17.xml"/><Relationship Id="rId25" Type="http://schemas.openxmlformats.org/officeDocument/2006/relationships/customXml" Target="../customXml/item25.xml"/><Relationship Id="rId33" Type="http://schemas.openxmlformats.org/officeDocument/2006/relationships/customXml" Target="../customXml/item33.xml"/><Relationship Id="rId38" Type="http://schemas.openxmlformats.org/officeDocument/2006/relationships/customXml" Target="../customXml/item38.xml"/><Relationship Id="rId46" Type="http://schemas.openxmlformats.org/officeDocument/2006/relationships/customXml" Target="../customXml/item46.xml"/><Relationship Id="rId59" Type="http://schemas.openxmlformats.org/officeDocument/2006/relationships/slide" Target="slides/slide12.xml"/><Relationship Id="rId67" Type="http://schemas.openxmlformats.org/officeDocument/2006/relationships/slide" Target="slides/slide20.xml"/><Relationship Id="rId20" Type="http://schemas.openxmlformats.org/officeDocument/2006/relationships/customXml" Target="../customXml/item20.xml"/><Relationship Id="rId41" Type="http://schemas.openxmlformats.org/officeDocument/2006/relationships/customXml" Target="../customXml/item41.xml"/><Relationship Id="rId54" Type="http://schemas.openxmlformats.org/officeDocument/2006/relationships/slide" Target="slides/slide7.xml"/><Relationship Id="rId62" Type="http://schemas.openxmlformats.org/officeDocument/2006/relationships/slide" Target="slides/slide15.xml"/><Relationship Id="rId70" Type="http://schemas.openxmlformats.org/officeDocument/2006/relationships/slide" Target="slides/slide23.xml"/><Relationship Id="rId75" Type="http://schemas.openxmlformats.org/officeDocument/2006/relationships/slide" Target="slides/slide28.xml"/><Relationship Id="rId83"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customXml" Target="../customXml/item6.xml"/><Relationship Id="rId15" Type="http://schemas.openxmlformats.org/officeDocument/2006/relationships/customXml" Target="../customXml/item15.xml"/><Relationship Id="rId23" Type="http://schemas.openxmlformats.org/officeDocument/2006/relationships/customXml" Target="../customXml/item23.xml"/><Relationship Id="rId28" Type="http://schemas.openxmlformats.org/officeDocument/2006/relationships/customXml" Target="../customXml/item28.xml"/><Relationship Id="rId36" Type="http://schemas.openxmlformats.org/officeDocument/2006/relationships/customXml" Target="../customXml/item36.xml"/><Relationship Id="rId49" Type="http://schemas.openxmlformats.org/officeDocument/2006/relationships/slide" Target="slides/slide2.xml"/><Relationship Id="rId57" Type="http://schemas.openxmlformats.org/officeDocument/2006/relationships/slide" Target="slides/slide10.xml"/><Relationship Id="rId10" Type="http://schemas.openxmlformats.org/officeDocument/2006/relationships/customXml" Target="../customXml/item10.xml"/><Relationship Id="rId31" Type="http://schemas.openxmlformats.org/officeDocument/2006/relationships/customXml" Target="../customXml/item31.xml"/><Relationship Id="rId44" Type="http://schemas.openxmlformats.org/officeDocument/2006/relationships/customXml" Target="../customXml/item44.xml"/><Relationship Id="rId52" Type="http://schemas.openxmlformats.org/officeDocument/2006/relationships/slide" Target="slides/slide5.xml"/><Relationship Id="rId60" Type="http://schemas.openxmlformats.org/officeDocument/2006/relationships/slide" Target="slides/slide13.xml"/><Relationship Id="rId65" Type="http://schemas.openxmlformats.org/officeDocument/2006/relationships/slide" Target="slides/slide18.xml"/><Relationship Id="rId73" Type="http://schemas.openxmlformats.org/officeDocument/2006/relationships/slide" Target="slides/slide26.xml"/><Relationship Id="rId78" Type="http://schemas.openxmlformats.org/officeDocument/2006/relationships/slide" Target="slides/slide31.xml"/><Relationship Id="rId81" Type="http://schemas.openxmlformats.org/officeDocument/2006/relationships/slide" Target="slides/slide34.xml"/><Relationship Id="rId86" Type="http://schemas.openxmlformats.org/officeDocument/2006/relationships/tableStyles" Target="tableStyles.xml"/></Relationships>
</file>

<file path=ppt/ink/ink1.xml><?xml version="1.0" encoding="utf-8"?>
<inkml:ink xmlns:inkml="http://www.w3.org/2003/InkML">
  <inkml:definitions>
    <inkml:context xml:id="ctx0">
      <inkml:inkSource xml:id="inkSrc0">
        <inkml:traceFormat>
          <inkml:channel name="X" type="integer" max="19500" units="cm"/>
          <inkml:channel name="Y" type="integer" max="11180" units="cm"/>
          <inkml:channel name="F" type="integer" max="4096" units="dev"/>
          <inkml:channel name="T" type="integer" max="2.14748E9" units="dev"/>
        </inkml:traceFormat>
        <inkml:channelProperties>
          <inkml:channelProperty channel="X" name="resolution" value="631.06793" units="1/cm"/>
          <inkml:channelProperty channel="Y" name="resolution" value="642.52875" units="1/cm"/>
          <inkml:channelProperty channel="F" name="resolution" value="0" units="1/dev"/>
          <inkml:channelProperty channel="T" name="resolution" value="1" units="1/dev"/>
        </inkml:channelProperties>
      </inkml:inkSource>
      <inkml:timestamp xml:id="ts0" timeString="2020-12-07T08:31:08.070"/>
    </inkml:context>
    <inkml:brush xml:id="br0">
      <inkml:brushProperty name="width" value="0.1" units="cm"/>
      <inkml:brushProperty name="height" value="0.1" units="cm"/>
      <inkml:brushProperty name="color" value="#3165BB"/>
      <inkml:brushProperty name="fitToCurve" value="1"/>
    </inkml:brush>
  </inkml:definitions>
  <inkml:traceGroup>
    <inkml:annotationXML>
      <emma:emma xmlns:emma="http://www.w3.org/2003/04/emma" version="1.0">
        <emma:interpretation id="{0A6ECE28-4BF8-42F3-A03E-3DF79454AD2D}" emma:medium="tactile" emma:mode="ink">
          <msink:context xmlns:msink="http://schemas.microsoft.com/ink/2010/main" type="inkDrawing" rotatedBoundingBox="6417,7618 6433,11405 6254,11406 6238,7619" semanticType="verticalRange" shapeName="Other">
            <msink:sourceLink direction="with" ref="{C159E5AD-ECFE-4D32-A1CB-2A887C59AA24}"/>
            <msink:destinationLink direction="with" ref="{E853BE19-176A-4B93-B894-6E3BFD779371}"/>
          </msink:context>
        </emma:interpretation>
      </emma:emma>
    </inkml:annotationXML>
    <inkml:trace contextRef="#ctx0" brushRef="#br0">95 14 113 0,'0'0'0'0,"11"0"0"16,-3-11 0-16,-8 11 0 0,0 0 0 0,6-3 1 16,-3 3-1-16,-3 0 24 0,0 0-24 0,0 0 25 15,-3 8-25-15,3-8 21 0,0 0-21 0,0 6 21 16,-6 2-21-16,6-8 26 0,0 0-26 0,-5 11 26 16,2 0-26-16,3-11 22 0,0 0-22 0,-6 13 23 15,-2 4-23-15,8-17 34 0,0 0-34 0,-5 16 35 16,-1 0-35-16,6-16 29 0,0 0-29 0,-6 17 29 15,4-1-29-15,2-16 39 0,0 0-39 0,-6 16 39 0,1 1-39 16,5-17 38-16,0 0-38 0,-6 16 39 0,3 1-39 16,3-17 45-16,0 0-45 0,-5 24 46 0,-1-5-46 15,6-19 46-15,0 0-46 0,-3 25 47 0,-2-9-47 16,5-16 47-16,0 0-47 0,-6 22 48 0,12 2-48 0,-6-24 37 16,0 0-37-16,0 22 37 0,0 0-37 0,0-22 45 15,0 0-45-15,0 22 46 0,0-3-46 0,0-19 41 16,0 0-41-16,-6 24 41 0,3-7-41 0,3-17 34 15,0 0-34-15,-2 19 35 0,-1 0-35 0,3-19 39 16,0 0-39-16,0 19 40 0,-9 6-40 0,9-25 44 16,0 0-44-16,-5 19 45 0,5 0-45 0,0-19 28 0,0 0-28 15,0 16 28-15,0 3-28 0,0-19 34 0,0 0-34 16,0 11 35-16,5 3-35 0,-5-14 22 0,0 0-22 16,3 13 22-16,-3-2-22 0,0-11-44 0,0 0 44 15,0 14-43-15,0 2 43 0,0-16-47 0,0 0 47 16,0 19-47-16,0 6 47 0,0-25-55 0,0 0 55 0,0 19-54 15,0-5 54-15,0-14-41 0,0 0 41 0,0 16-40 16,0 3 40-16,0-19-36 0,0 0 36 0,0 14-35 16,-3 2 35-16,3-16-15 0,0 0 15 0,-2 14-15 15,-1-1 15-15,3-13-20 0,0 0 20 0,0 22-20 16,0-3 20-16,0-19-4 0,0 0 4 0,0 19-3 16,0 3 3-16,0-22-8 0,0 0 8 0,0 19-7 15,0 0 7-15,0-19-8 0,0 0 8 0,0 19-7 16,0-2 7-16,0-17-8 0,0 0 8 0,3 16-7 15,-1 0 7-15,-2-16-4 0,0 0 4 0,3 14-3 16,3-3 3-16,-6-11-6 0,0 0 6 0,3 14-6 0,2-1 6 16,-5-13-3-16,0 0 3 0,6 17-3 0,-6-4 3 15,0-13-2-15,0 0 2 0,5 17-1 0,-5-4 1 16,0-13-1-16,0 0 1 0,0 17-1 0,0-4 1 16,0-13-1-16,0 0 1 0,0 17-1 0,3-1 1 0,-3-16-8 15,0 0 8-15,3 16-7 0,0 1 7 0,-3-17-8 16,0 0 8-16,5 16-8 0,-5 0 8 0,0-16-1 15,0 0 1-15,3 14-1 0,0 2 1 0,-3-16 4 16,0 0-4-16,3 8 5 0,2 3-5 0,-5-11 1 16,0 0-1-16,0 11 1 0,6-3-1 0,-6-8 0 15,0 0 0-15,0 11 0 0,2-5 0 0,-2-6 0 16,0 0 0-16,6 8 0 0,0 0 0 0,-6-8 0 0,0 0 0 16,0 8 0-16,5 1 0 0,-5-9 0 0,0 0 0 15,8 10 0-15,-2 4 0 0,-6-14 0 0,0 0 0 16,3 14 0-16,2-3 0 0,-5-11-2 0,0 0 2 0,0 11-1 15,6-3 1-15,-6-8 0 0,0 0 0 0,3 11 1 16,-1-6-1-16,-2-5 1 0,0 0-1 0,3 8 1 16,-3-2-1-16,0-6 1 0,0 0-1 0,0 8 1 15,6 0-1-15,-6-8 1 0,0 0-1 0,0 14 1 16,3-6-1-16,-3-8 1 0,0 0-1 0,2 11 1 16,1 0-1-16,-3-11 0 0,0 0 0 0,6 13 1 15,-6-5-1-15,0-8 0 0,0 0 0 0,0 11 1 16,0 3-1-16,0-14 0 0,0 0 0 0,0 11 1 15,5 0-1-15,-5-11 5 0,0 0-5 0,0 13 6 16,0 1-6-16,0-14 8 0,0 0-8 0,3 16 8 16,0 1-8-16,-3-17 15 0,0 0-15 0,3 19 15 0,2 3-15 15,-5-22 1-15,0 0-1 0,0 22 1 0,0 2-1 16,0-24 3-16,0 0-3 0,0 22 4 0,3 0-4 0,-3-22 6 16,0 0-6-16,0 27 6 0,-3 3-6 0,3-30 3 15,0 0-3-15,0 30 3 0,-5 0-3 0,5-30 2 16,0 0-2-16,-3 30 2 0,0-3-2 0,3-27 1 15,0 0-1-15,-3 25 2 0,3-3-2 0,0-22 1 16,0 0-1-16,-5 19 1 0,5-3-1 0,0-16 0 16,0 0 0-16,0 16 0 0,0 1 0 0,0-17 0 15,0 0 0-15,0 19 0 0,0 0 0 0,0-19 0 16,0 0 0-16,0 19 1 0,0-3-1 0,0-16 2 16,0 0-2-16,0 25 2 0,0-1-2 0,0-24 5 0,0 0-5 15,0 25 6-15,0-1-6 0,0-24 3 0,0 0-3 16,0 25 3-16,5-6-3 0,-5-19 6 0,0 0-6 0,0 30 6 15,3-3-6-15,-3-27 7 0,0 0-7 0,0 25 7 16,-3-3-7-16,3-22 7 0,0 0-7 0,0 24 8 16,0-5-8-16,0-19 8 0,0 0-8 0,-5 17 8 15,5 2-8-15,0-19 8 0,0 0-8 0,0 19 8 16,-6 0-8-16,6-19 3 0,0 0-3 0,-3 24 4 16,1 1-4-16,2-25 12 0,0 0-12 0,-3 24 12 15,3 4-12-15,0-28 14 0,0 0-14 0,0 27 15 16,0 0-15-16,0-27 15 0,0 0-15 0,0 28 15 15,0-1-15-15,0-27 9 0,0 0-9 0,0 30 10 16,-6-6-10-16,6-24 4 0,0 0-4 0,-3 25 4 0,-2-1-4 16,5-24 0-16,0 0 0 0,-6 30 0 0,1-8 0 15,5-22 0-15,0 0 0 0,-3 30 0 0,-3 0 0 16,6-30 1-16,0 0-1 0,-8 30 2 0,5 0-2 16,3-30 4-16,0 0-4 0,-2 27 5 0,-10 6-5 15,12-33 3-15,0 0-3 0,-2 33 3 0,-4-9-3 0,6-24 12 16,0 0-12-16,-5 30 12 0,2-5-12 0,3-25 8 15,0 0-8-15,-3 24 8 0,0 6-8 0,3-30 8 16,0 0-8-16,0 28 9 0,-5-4-9 0,5-24 8 16,0 0-8-16,-3 25 8 0,0-3-8 0,3-22 15 15,0 0-15-15,0 24 15 0,0-2-15 0,0-22 14 16,0 0-14-16,0 22 15 0,0 0-15 0,0-22 15 16,0 0-15-16,0 21 16 0,0 4-16 0,0-25 4 0,0 0-4 15,0 24 5-15,0 1-5 0,0-25 22 0,0 0-22 16,-3 19 22-16,-2 0-22 0,5-19 6 0,0 0-6 0,-6 19 7 15,3-2-7-15,3-17 25 0,0 0-25 0,-2 13 26 16,-1 1-26-16,3-14 12 0,0 0-12 0,0 16 13 16,-6 1-13-16,6-17 5 0,0 0-5 0,-3 13 5 15,1 1-5-15,2-14 8 0,0 0-8 0,-3 13 8 16,3 4-8-16,0-17 7 0,0 0-7 0,-6 13 8 16,6 1-8-16,0-14 7 0,0 0-7 0,0 11 8 15,0-6-8-15,0-5-46 0,0 0 46 0,0 6-45 16,0-6 45-16,0 0-162 0,0 0 162 0,6-14-162 15,8-8 162-15,8-13-782 0</inkml:trace>
  </inkml:traceGroup>
</inkml:ink>
</file>

<file path=ppt/ink/ink2.xml><?xml version="1.0" encoding="utf-8"?>
<inkml:ink xmlns:inkml="http://www.w3.org/2003/InkML">
  <inkml:definitions>
    <inkml:context xml:id="ctx0">
      <inkml:inkSource xml:id="inkSrc0">
        <inkml:traceFormat>
          <inkml:channel name="X" type="integer" max="19500" units="cm"/>
          <inkml:channel name="Y" type="integer" max="11180" units="cm"/>
          <inkml:channel name="F" type="integer" max="4096" units="dev"/>
          <inkml:channel name="T" type="integer" max="2.14748E9" units="dev"/>
        </inkml:traceFormat>
        <inkml:channelProperties>
          <inkml:channelProperty channel="X" name="resolution" value="631.06793" units="1/cm"/>
          <inkml:channelProperty channel="Y" name="resolution" value="642.52875" units="1/cm"/>
          <inkml:channelProperty channel="F" name="resolution" value="0" units="1/dev"/>
          <inkml:channelProperty channel="T" name="resolution" value="1" units="1/dev"/>
        </inkml:channelProperties>
      </inkml:inkSource>
      <inkml:timestamp xml:id="ts0" timeString="2020-12-07T08:31:10.126"/>
    </inkml:context>
    <inkml:brush xml:id="br0">
      <inkml:brushProperty name="width" value="0.1" units="cm"/>
      <inkml:brushProperty name="height" value="0.1" units="cm"/>
      <inkml:brushProperty name="color" value="#3165BB"/>
      <inkml:brushProperty name="fitToCurve" value="1"/>
    </inkml:brush>
  </inkml:definitions>
  <inkml:traceGroup>
    <inkml:annotationXML>
      <emma:emma xmlns:emma="http://www.w3.org/2003/04/emma" version="1.0">
        <emma:interpretation id="{23368881-EFB6-4808-8D32-DBE47C2DFADE}" emma:medium="tactile" emma:mode="ink">
          <msink:context xmlns:msink="http://schemas.microsoft.com/ink/2010/main" type="inkDrawing" rotatedBoundingBox="7926,7825 8151,11725 8061,11730 7835,7831" semanticType="verticalRange" shapeName="Line">
            <msink:sourceLink direction="with" ref="{3E21D672-CA5E-49B6-A32F-8EDC3AF8018E}"/>
          </msink:context>
        </emma:interpretation>
      </emma:emma>
    </inkml:annotationXML>
    <inkml:trace contextRef="#ctx0" brushRef="#br0">4 25 135 0,'0'0'0'0,"5"-11"0"0,1-3 0 16,-6 14 25-16,0 0-25 0,0 14 26 0,0 16-26 16,0-30 16-16,0 0-16 0,0 27 17 0,-3 3-17 15,3-30 30-15,0 0-30 0,-3 35 30 0,3-2-30 16,0-33 11-16,0 0-11 0,0 41 11 0,-5-3-11 15,5-38 19-15,0 0-19 0,-3 41 20 0,3 3-20 0,0-44 3 16,0 0-3-16,0 35 4 0,0-2-4 0,0-33 7 16,0 0-7-16,3 35 7 0,2 3-7 0,-5-38 22 15,0 0-22-15,0 33 23 0,6 0-23 0,-6-33 36 16,0 0-36-16,8 33 37 0,-2-9-37 0,-6-24 31 16,0 0-31-16,8 33 31 0,0 8-31 0,-8-41 38 15,0 0-38-15,6 35 39 0,-1-2-39 0,-5-33 24 0,0 0-24 16,6 38 25-16,-6 3-25 0,0-41 18 0,0 0-18 15,0 35 18-15,0 3-18 0,0-38 18 0,0 0-18 16,0 39 18-16,3 2-18 0,-3-41 15 0,0 0-15 16,0 38 15-16,2-3-15 0,-2-35 16 0,0 0-16 0,3 38 17 15,3-8-17-15,-6-30 15 0,0 0-15 0,0 33 16 16,5 2-16-16,-5-35 9 0,0 0-9 0,9 30 10 16,-4 9-10-16,-5-39 4 0,0 0-4 0,9 32 4 15,-1 4-4-15,-8-36 3 0,0 0-3 0,11 35 3 16,-5 3-3-16,-6-38 5 0,0 0-5 0,2 36 5 15,4-1-5-15,-6-35 6 0,0 0-6 0,5 38 6 16,-2-8-6-16,-3-30 7 0,0 0-7 0,3 41 8 16,5 6-8-16,-8-47 15 0,0 0-15 0,0 49 15 15,0 0-15-15,0-49 8 0,0 0-8 0,0 49 8 16,0-5-8-16,0-44 15 0,0 0-15 0,0 49 16 0,-5 5-16 16,5-54 15-16,0 0-15 0,-3 46 15 0,3 1-15 15,0-47 9-15,0 0-9 0,-3 52 9 0,3 5-9 16,0-57 25-16,0 0-25 0,-3 49 26 0,3-3-26 15,0-46 12-15,0 0-12 0,0 49 12 0,0 0-12 0,0-49 35 16,0 0-35-16,0 47 35 0,0-1-35 0,0-46 11 16,0 0-11-16,0 46 11 0,0 4-11 0,0-50 20 15,0 0-20-15,3 46 20 0,3 0-20 0,-6-46 24 16,0 0-24-16,8 44 25 0,3 5-25 0,-11-49 21 16,0 0-21-16,6 44 21 0,2 5-21 0,-8-49 16 15,0 0-16-15,6 41 17 0,-1-3-17 0,-5-38-22 16,0 0 22-16,9 35-22 0,-9 6 22 0,0-41-50 15,0 0 50-15,5 41-49 0,-5-6 49 0,0-35-28 0,0 0 28 16,3 44-28-16,-3-6 28 0,0-38-29 0,0 0 29 16,0 41-29-16,0 0 29 0,0-41-15 0,0 0 15 15,-3 41-14-15,3 0 14 0,0-41-11 0,0 0 11 0,-5 38-10 16,5-11 10-16,0-27-10 0,0 0 10 0,0 36-10 16,0 2 10-16,0-38-24 0,0 0 24 0,0 32-23 15,0 1 23-15,0-33-7 0,0 0 7 0,0 27-6 16,0 1 6-16,0-28-5 0,0 0 5 0,0 30-4 15,0 0 4-15,0-30 0 0,0 0 0 0,0 27 0 16,5-2 0-16,-5-25 13 0,0 0-13 0,0 32 13 16,3 9-13-16,-3-41 18 0,0 0-18 0,3 30 18 15,-3 0-18-15,0-30 9 0,0 0-9 0,0 25 9 16,0-4-9-16,0-21 4 0,0 0-4 0,0 22 5 16,-3-3-5-16,3-19 7 0,0 0-7 0,-3 14 7 15,3 0-7-15,0-14 3 0,0 0-3 0,0 11 3 0,0-1-3 16,0-10-7-16,0 0 7 0,0 9-7 0,0-7 7 15,0-2-10-15,0 0 10 0,0 0-10 0,0 0 10 16,0 0-26-16,0 0 26 0,0 0-26 0,0 0 26 0,0 0-71 16,0 0 71-16,0 0-71 0,8-2 71 0,-8 2-106 15,0 0 106-15,14-9-105 0,11-12 105 0,9-7-389 16</inkml:trace>
  </inkml:traceGroup>
</inkml:ink>
</file>

<file path=ppt/ink/ink3.xml><?xml version="1.0" encoding="utf-8"?>
<inkml:ink xmlns:inkml="http://www.w3.org/2003/InkML">
  <inkml:definitions/>
  <inkml:traceGroup>
    <inkml:annotationXML>
      <emma:emma xmlns:emma="http://www.w3.org/2003/04/emma" version="1.0">
        <emma:interpretation id="{CD90585B-3086-48F8-9A75-D7BED9A46783}" emma:medium="tactile" emma:mode="ink">
          <msink:context xmlns:msink="http://schemas.microsoft.com/ink/2010/main" type="writingRegion" rotatedBoundingBox="7244,8721 6646,9019 6425,8576 7023,8278"/>
        </emma:interpretation>
      </emma:emma>
    </inkml:annotationXML>
  </inkml:traceGroup>
</inkml:ink>
</file>

<file path=ppt/ink/ink4.xml><?xml version="1.0" encoding="utf-8"?>
<inkml:ink xmlns:inkml="http://www.w3.org/2003/InkML">
  <inkml:definitions>
    <inkml:context xml:id="ctx0">
      <inkml:inkSource xml:id="inkSrc0">
        <inkml:traceFormat>
          <inkml:channel name="X" type="integer" max="19500" units="cm"/>
          <inkml:channel name="Y" type="integer" max="11180" units="cm"/>
          <inkml:channel name="F" type="integer" max="4096" units="dev"/>
          <inkml:channel name="T" type="integer" max="2.14748E9" units="dev"/>
        </inkml:traceFormat>
        <inkml:channelProperties>
          <inkml:channelProperty channel="X" name="resolution" value="631.06793" units="1/cm"/>
          <inkml:channelProperty channel="Y" name="resolution" value="642.52875" units="1/cm"/>
          <inkml:channelProperty channel="F" name="resolution" value="0" units="1/dev"/>
          <inkml:channelProperty channel="T" name="resolution" value="1" units="1/dev"/>
        </inkml:channelProperties>
      </inkml:inkSource>
      <inkml:timestamp xml:id="ts0" timeString="2020-12-07T08:31:33.638"/>
    </inkml:context>
    <inkml:brush xml:id="br0">
      <inkml:brushProperty name="width" value="0.1" units="cm"/>
      <inkml:brushProperty name="height" value="0.1" units="cm"/>
      <inkml:brushProperty name="fitToCurve" value="1"/>
    </inkml:brush>
    <inkml:brush xml:id="br1">
      <inkml:brushProperty name="width" value="0.1" units="cm"/>
      <inkml:brushProperty name="height" value="0.1" units="cm"/>
      <inkml:brushProperty name="color" value="#ED1C24"/>
      <inkml:brushProperty name="fitToCurve" value="1"/>
    </inkml:brush>
  </inkml:definitions>
  <inkml:traceGroup>
    <inkml:annotationXML>
      <emma:emma xmlns:emma="http://www.w3.org/2003/04/emma" version="1.0">
        <emma:interpretation id="{3E21D672-CA5E-49B6-A32F-8EDC3AF8018E}" emma:medium="tactile" emma:mode="ink">
          <msink:context xmlns:msink="http://schemas.microsoft.com/ink/2010/main" type="writingRegion" rotatedBoundingBox="7749,8166 8482,10900 7206,11242 6473,8508">
            <msink:destinationLink direction="with" ref="{23368881-EFB6-4808-8D32-DBE47C2DFADE}"/>
            <msink:destinationLink direction="with" ref="{3755723D-3818-4BDB-9B01-1EB6C2F1E2B2}"/>
          </msink:context>
        </emma:interpretation>
      </emma:emma>
    </inkml:annotationXML>
    <inkml:traceGroup>
      <inkml:annotationXML>
        <emma:emma xmlns:emma="http://www.w3.org/2003/04/emma" version="1.0">
          <emma:interpretation id="{106EF320-96A3-4996-8CE8-3B46F95D68B5}" emma:medium="tactile" emma:mode="ink">
            <msink:context xmlns:msink="http://schemas.microsoft.com/ink/2010/main" type="paragraph" rotatedBoundingBox="7749,8166 8482,10900 7206,11242 6473,8508" alignmentLevel="1"/>
          </emma:interpretation>
        </emma:emma>
      </inkml:annotationXML>
      <inkml:traceGroup>
        <inkml:annotationXML>
          <emma:emma xmlns:emma="http://www.w3.org/2003/04/emma" version="1.0">
            <emma:interpretation id="{B8CE4C8E-494A-437A-9787-E5000045A203}" emma:medium="tactile" emma:mode="ink">
              <msink:context xmlns:msink="http://schemas.microsoft.com/ink/2010/main" type="line" rotatedBoundingBox="7749,8166 8482,10900 7206,11242 6473,8508"/>
            </emma:interpretation>
          </emma:emma>
        </inkml:annotationXML>
        <inkml:traceGroup>
          <inkml:annotationXML>
            <emma:emma xmlns:emma="http://www.w3.org/2003/04/emma" version="1.0">
              <emma:interpretation id="{ECC5A9DB-7886-40F3-9136-286293844B87}" emma:medium="tactile" emma:mode="ink">
                <msink:context xmlns:msink="http://schemas.microsoft.com/ink/2010/main" type="inkWord" rotatedBoundingBox="7749,8166 8482,10900 7206,11242 6473,8508"/>
              </emma:interpretation>
              <emma:one-of disjunction-type="recognition" id="oneOf0">
                <emma:interpretation id="interp0" emma:lang="en-US" emma:confidence="0">
                  <emma:literal>e.</emma:literal>
                </emma:interpretation>
                <emma:interpretation id="interp1" emma:lang="en-US" emma:confidence="0">
                  <emma:literal>car.</emma:literal>
                </emma:interpretation>
                <emma:interpretation id="interp2" emma:lang="en-US" emma:confidence="0">
                  <emma:literal>ear.</emma:literal>
                </emma:interpretation>
                <emma:interpretation id="interp3" emma:lang="en-US" emma:confidence="0">
                  <emma:literal>ca.</emma:literal>
                </emma:interpretation>
                <emma:interpretation id="interp4" emma:lang="en-US" emma:confidence="0">
                  <emma:literal>co.,</emma:literal>
                </emma:interpretation>
              </emma:one-of>
            </emma:emma>
          </inkml:annotationXML>
          <inkml:trace contextRef="#ctx0" brushRef="#br0">-324-447 662 0,'0'0'0'0,"23"0"0"0,18 0 0 0,-41 0 9 16,0 0-9-16,8-5 10 0,-2 0-10 0,-6 5-50 0,0 0 50 15,0-9-49-15,-6-3 49 0,6 12-23 0,0 0 23 0,-2-10-22 16,-4 1 22-16,6 9 19 0,0 0-19 0,0-12 20 16,-7 4-20-16,7 8 68 0,0 0-68 0,0-5 68 15,0-3-68-15,0 8 63 0,0 0-63 0,0-7 64 16,0 2-64-16,0 5 61 0,0 0-61 0,-5-6 62 16,2 1-62-16,3 5 47 0,0 0-47 0,-3-6 47 15,1-2-47-15,2 8 43 0,0 0-43 0,-10-6 43 16,7-2-43-16,3 8 35 0,0 0-35 0,-2-6 35 15,-4 1-35-15,6 5 39 0,0 0-39 0,-5-6 39 16,2 0-39-16,3 6 24 0,0 0-24 0,-7-3 25 16,-1 3-25-16,8 0 27 0,0 0-27 0,-11 0 27 15,-4 0-27-15,15 0 33 0,0 0-33 0,-14 3 33 16,-6 3-33-16,20-6 19 0,0 0-19 0,-24 8 20 0,4 1-20 16,20-9 29-16,0 0-29 0,-21 14 29 0,2 5-29 15,19-19 31-15,0 0-31 0,-26 15 31 0,3 1-31 16,23-16-12-16,0 0 12 0,-26 26-12 0,11-1 12 0,15-25-20 15,0 0 20-15,-14 19-20 0,-1 7 20 0,15-26-34 16,0 0 34-16,-11 20-34 0,2 6 34 0,9-26-3 16,0 0 3-16,-6 24-2 0,0 7 2 0,6-31-9 15,0 0 9-15,-2 26-8 0,2-1 8 0,0-25-39 16,0 0 39-16,0 26-39 0,0-1 39 0,0-25-5 16,0 0 5-16,0 30-5 0,2 1 5 0,-2-31-5 15,0 0 5-15,3 35-5 0,0-4 5 0,-3-31-4 16,0 0 4-16,6 25-3 0,-1 0 3 0,-5-25 0 0,0 0 0 15,4 23 0-15,7-7 0 0,-11-16 8 0,0 0-8 16,8 18 8-16,4-5-8 0,-12-13 17 0,0 0-17 0,14 12 17 16,1 2-17-16,-15-14 9 0,0 0-9 0,21 5 9 15,-2 1-9-15,-19-6 10 0,0 0-10 0,21 9 10 16,2-9-10-16,-23 0 3 0,0 0-3 0,20 5 4 16,1-5-4-16,-21 0 12 0,0 0-12 0,16 0 12 15,5 0-12-15,-21 0 0 0,0 0 0 0,26-5 1 16,-6-1-1-16,-20 6 0 0,0 0 0 0,29-9 1 15,-6-2-1-15,-23 11 3 0,0 0-3 0,26-17 3 16,0 3-3-16,-26 14 10 0,0 0-10 0,21-13 11 16,2-13-11-16,-23 26 1 0,0 0-1 0,20-20 1 15,-6-3-1-15,-14 23 1 0,0 0-1 0,15-19 1 16,-1-4-1-16,-14 23 0 0,0 0 0 0,12-16 1 0,2-1-1 16,-14 17-5-16,0 0 5 0,9-18-5 0,3 7 5 15,-12 11-4-15,0 0 4 0,2-16-4 0,4 1 4 16,-6 15 0-16,0 0 0 0,6-19 0 0,-6 2 0 15,0 17 0-15,0 0 0 0,0-14 0 0,0 0 0 0,0 14 7 16,0 0-7-16,-6-6 7 0,3-5-7 0,3 11 0 16,0 0 0-16,-3-6 0 0,1 3 0 0,2 3-10 15,0 0 10-15,-12-3-9 0,-2 3 9 0,14 0-10 16,0 0 10-16,-15 0-10 0,1 3 10 0,14-3-17 16,0 0 17-16,-26 3-17 0,3 3 17 0,23-6-1 15,0 0 1-15,-29 11-1 0,3-3 1 0,26-8-1 16,0 0 1-16,-36 18-1 0,8-7 1 0,28-11-3 0,0 0 3 15,-32 14-3-15,3-6 3 0,29-8-2 0,0 0 2 16,-34 20-1-16,-1 5 1 0,35-25-5 0,0 0 5 16,-29 23-5-16,0 2 5 0,29-25-7 0,0 0 7 0,-31 20-6 15,2 5 6-15,29-25-15 0,0 0 15 0,-24 20-14 16,-2 6 14-16,26-26-8 0,0 0 8 0,-23 31-8 16,3-7 8-16,20-24-1 0,0 0 1 0,-18 31-1 15,4 0 1-15,14-31-4 0,0 0 4 0,-9 34-3 16,-2 0 3-16,11-34-2 0,0 0 2 0,-3 33-2 15,-3 8 2-15,6-41 0 0,0 0 0 0,0 31 0 16,6 2 0-16,-6-33-1 0,0 0 1 0,3 37-1 16,8-9 1-16,-11-28-8 0,0 0 8 0,9 31-8 15,5 0 8-15,-14-31-1 0,0 0 1 0,18 31-1 16,2-3 1-16,-20-28-4 0,0 0 4 0,18 25-3 16,1-3 3-16,-19-22-12 0,0 0 12 0,29 21-12 0,7 4 12 15,-36-25 0-15,0 0 0 0,31 14 0 0,-2 2 0 16,-29-16 1-16,0 0-1 0,26 7 2 0,3-2-2 15,-29-5 5-15,0 0-5 0,23 0 5 0,3-3-5 0,-26 3 1 16,0 0-1-16,26-9 1 0,-3-7-1 0,-23 16-2 16,0 0 2-16,29-20-1 0,2-9 1 0,-31 29-2 15,0 0 2-15,30-24-2 0,-1-4 2 0,-29 28-2 16,0 0 2-16,20-31-2 0,0 2 2 0,-20 29-2 16,0 0 2-16,18-33-1 0,-7 2 1 0,-11 31 0 15,0 0 0-15,12-31 0 0,-4 5 0 0,-8 26 0 16,0 0 0-16,6-31 0 0,3 6 0 0,-9 25 1 0,0 0-1 15,0-25 2-15,-6 8-2 0,6 17 0 0,0 0 0 16,-9-14 0-16,-2 2 0 0,11 12-22 0,0 0 22 16,-20-3-22-16,-4 3 22 0,24 0-33 0,0 0 33 15,-28 6-33-15,-7 9 33 0,35-15-21 0,0 0 21 0,-32 19-21 16,-3 3 21-16,35-22-20 0,0 0 20 0,-34 29-19 16,-4 2 19-16,38-31-17 0,0 0 17 0,-34 31-17 15,-2 2 17-15,36-33-9 0,0 0 9 0,-34 37-9 16,0 8 9-16,34-45-17 0,0 0 17 0,-36 37-16 15,7 2 16-15,29-39-1 0,0 0 1 0,-26 42-1 16,7 1 1-16,19-43 1 0,0 0-1 0,-18 42 2 16,6-9-2-16,12-33 18 0,0 0-18 0,-5 34 18 15,2 0-18-15,3-34 9 0,0 0-9 0,3 31 10 16,9 5-10-16,-12-36 10 0,0 0-10 0,19 37 10 16,11-4-10-16,-30-33 3 0,0 0-3 0,29 34 4 0,2-8-4 15,-31-26 12-15,0 0-12 0,35 20 13 0,8 0-13 16,-43-20 8-16,0 0-8 0,35 16 8 0,-7-5-8 15,-28-11 3-15,0 0-3 0,41 15 4 0,3-7-4 16,-44-8 6-16,0 0-6 0,40 11 7 0,-5-5-7 0,-35-6 0 16,0 0 0-16,35 0 1 0,-1 0-1 0,-34 0 0 15,0 0 0-15,35-6 1 0,-6-2-1 0,-29 8 0 16,0 0 0-16,34-17 0 0,-5-3 0 0,-29 20 0 16,0 0 0-16,26-25 0 0,3-6 0 0,-29 31 1 15,0 0-1-15,15-31 2 0,-1 0-2 0,-14 31 5 16,0 0-5-16,6-31 5 0,-6 2-5 0,0 29 3 15,0 0-3-15,-6-24 3 0,-8 4-3 0,14 20-13 0,0 0 13 16,-21-20-12-16,-2 1 12 0,23 19-53 0,0 0 53 16,-20-12-52-16,-9 6 52 0,29 6-26 0,0 0 26 15,-29-5-26-15,-2 10 26 0,31-5-1 0,0 0 1 0,-29 6 0 16,0 8 0-16,29-14 4 0,0 0-4 0,-32 17 4 16,9 0-4-16,23-17 24 0,0 0-24 0,-30 26 25 15,11 5-25-15,19-31 22 0,0 0-22 0,-20 36 23 16,-1 9-23-16,21-45 25 0,0 0-25 0,-11 43 26 15,7 1-26-15,4-44 38 0,0 0-38 0,-8 45 39 16,5-2-39-16,3-43 22 0,0 0-22 0,3 42 22 16,5-6-22-16,-8-36 35 0,0 0-35 0,10 34 36 15,3-3-36-15,-13-31 31 0,0 0-31 0,21 28 31 16,5-2-31-16,-26-26 13 0,0 0-13 0,35 25 14 16,0-2-14-16,-35-23 31 0,0 0-31 0,34 16 31 15,4-1-31-15,-38-15-1 0,0 0 1 0,37 5 0 0,7-5 0 16,-44 0 0-16,0 0 0 0,34-9 0 0,4-2 0 15,-38 11-6-15,0 0 6 0,37-25-6 0,-2-6 6 16,-35 31-16-16,0 0 16 0,30-26-15 0,-8-1 15 0,-22 27-1 16,0 0 1-16,20-31-1 0,1-3 1 0,-21 34-4 15,0 0 4-15,15-28-3 0,-10 2 3 0,-5 26-13 16,0 0 13-16,6-20-12 0,-6 1 12 0,0 19-8 16,0 0 8-16,-3-12-8 0,0-1 8 0,3 13-25 15,0 0 25-15,-12-6-24 0,-5 6 24 0,17 0-20 16,0 0 20-16,-20 3-20 0,-12 8 20 0,32-11-5 15,0 0 5-15,-35 23-4 0,-2 10 4 0,37-33-4 0,0 0 4 16,-41 37-3-16,1 8 3 0,40-45-7 0,0 0 7 16,-38 48-6-16,4 6 6 0,34-54-1 0,0 0 1 15,-35 55 0-15,0 4 0 0,35-59 2 0,0 0-2 16,-34 60 2-16,8 2-2 0,26-62 43 0,0 0-43 0,-21 56 43 16,13-14-43-16,8-42 31 0,0 0-31 0,-10 37 31 15,10-6-31-15,0-31 8 0,0 0-8 0,10 25 9 16,1-2-9-16,-11-23 7 0,0 0-7 0,18 19 7 15,8-10-7-15,-26-9 8 0,0 0-8 0,20 3 8 16,9-11-8-16,-29 8 7 0,0 0-7 0,23-18 7 16,3-7-7-16,-26 25 3 0,0 0-3 0,26-31 3 15,-3-8-3-15,-23 39 0 0,0 0 0 0,26-40 1 16,-2-2-1-16,-24 42-1 0,0 0 1 0,19-37 0 16,-4-2 0-16,-15 39-4 0,0 0 4 0,8-31-3 15,-2 5 3-15,-6 26-15 0,0 0 15 0,0-25-14 16,-3 3 14-16,3 22-33 0,0 0 33 0,-14-23-33 15,-6 3 33-15,20 20-26 0,0 0 26 0,-26-11-26 16,-9-2 26-16,35 13-40 0,0 0 40 0,-38-7-40 0,-8 7 40 16,46 0-24-16,0 0 24 0,-43 7-23 0,-9 1 23 0,52-8-19 15,0 0 19-15,-52 11-18 0,-4 9 18 0,56-20-27 16,0 0 27-16,-55 19-27 0,-2 1 27 0,57-20-7 16,0 0 7-16,-55 26-6 0,0 5 6 0,55-31-17 15,0 0 17-15,-57 31-17 0,2 2 17 0,55-33-4 16,0 0 4-16,-47 37-3 0,4-6 3 0,43-31 5 15,0 0-5-15,-35 31 5 0,7-6-5 0,28-25 40 16,0 0-40-16,-21 26 40 0,6-7-40 0,15-19 31 0,0 0-31 16,-5 23 31-16,5 2-31 0,0-25 15 0,0 0-15 15,15 28 15-15,4 1-15 0,-19-29 13 0,0 0-13 16,35 22 13-16,8-2-13 0,-43-20 9 0,0 0-9 0,44 19 10 16,2-10-10-16,-46-9 1 0,0 0-1 0,49 5 1 15,6-7-1-15,-55 2 13 0,0 0-13 0,44-6 14 16,-4-6-14-16,-40 12 14 0,0 0-14 0,41-13 15 15,-7-10-15-15,-34 23 9 0,0 0-9 0,23-23 9 16,3-2-9-16,-26 25 17 0,0 0-17 0,14-31 17 16,-7-14-17-16,-7 45 0 0,0 0 0 0,3-37 0 15,-3 1 0-15,0 36-2 0,0 0 2 0,-10-42-1 16,-1-6 1-16,11 48-5 0,0 0 5 0,-18-45-5 16,-13 2 5-16,31 43-4 0,0 0 4 0,-32-42-3 15,-6 6 3-15,38 36-2 0,0 0 2 0,-34-26-2 16,0 13 2-16,34 13-5 0,0 0 5 0,-39-7-5 0,5 7 5 15,34 0-6-15,0 0 6 0,-41 15-6 0,1 5 6 16,40-20-8-16,0 0 8 0,-31 22-7 0,5 6 7 0,26-28-8 16,0 0 8-16,-26 36-8 0,11 10 8 0,15-46-8 15,0 0 8-15,-9 42-8 0,9 6 8 0,0-48-4 16,0 0 4-16,3 39-3 0,8-5 3 0,-11-34-6 16,0 0 6-16,24 26-6 0,7-7 6 0,-31-19-3 15,0 0 3-15,38 3-3 0,9-12 3 0,-47 9-5 16,0 0 5-16,42-22-5 0,13-7 5 0,-55 29-3 15,0 0 3-15,44-36-3 0,2-3 3 0,-46 39-2 16,0 0 2-16,40-48-1 0,4-5 1 0,-44 53-34 0,0 0 34 16,34-57-34-16,-4-2 34 0,-30 59-124 0,0 0 124 15,26-53-124-15,-3 5 124 0,-23 48-124 0,0 0 124 0,26-45-124 16,-6-1 124-16,23-41-443 0</inkml:trace>
          <inkml:trace contextRef="#ctx0" brushRef="#br0">-324-447 662 0,'0'0'0'0,"23"0"0"0,18 0 0 0,-41 0 9 16,0 0-9-16,8-5 10 0,-2 0-10 0,-6 5-50 0,0 0 50 15,0-9-49-15,-6-3 49 0,6 12-23 0,0 0 23 0,-2-10-22 16,-4 1 22-16,6 9 19 0,0 0-19 0,0-12 20 16,-7 4-20-16,7 8 68 0,0 0-68 0,0-5 68 15,0-3-68-15,0 8 63 0,0 0-63 0,0-7 64 16,0 2-64-16,0 5 61 0,0 0-61 0,-5-6 62 16,2 1-62-16,3 5 47 0,0 0-47 0,-3-6 47 15,1-2-47-15,2 8 43 0,0 0-43 0,-10-6 43 16,7-2-43-16,3 8 35 0,0 0-35 0,-2-6 35 15,-4 1-35-15,6 5 39 0,0 0-39 0,-5-6 39 16,2 0-39-16,3 6 24 0,0 0-24 0,-7-3 25 16,-1 3-25-16,8 0 27 0,0 0-27 0,-11 0 27 15,-4 0-27-15,15 0 33 0,0 0-33 0,-14 3 33 16,-6 3-33-16,20-6 19 0,0 0-19 0,-24 8 20 0,4 1-20 16,20-9 29-16,0 0-29 0,-21 14 29 0,2 5-29 15,19-19 31-15,0 0-31 0,-26 15 31 0,3 1-31 16,23-16-12-16,0 0 12 0,-26 26-12 0,11-1 12 0,15-25-20 15,0 0 20-15,-14 19-20 0,-1 7 20 0,15-26-34 16,0 0 34-16,-11 20-34 0,2 6 34 0,9-26-3 16,0 0 3-16,-6 24-2 0,0 7 2 0,6-31-9 15,0 0 9-15,-2 26-8 0,2-1 8 0,0-25-39 16,0 0 39-16,0 26-39 0,0-1 39 0,0-25-5 16,0 0 5-16,0 30-5 0,2 1 5 0,-2-31-5 15,0 0 5-15,3 35-5 0,0-4 5 0,-3-31-4 16,0 0 4-16,6 25-3 0,-1 0 3 0,-5-25 0 0,0 0 0 15,4 23 0-15,7-7 0 0,-11-16 8 0,0 0-8 16,8 18 8-16,4-5-8 0,-12-13 17 0,0 0-17 0,14 12 17 16,1 2-17-16,-15-14 9 0,0 0-9 0,21 5 9 15,-2 1-9-15,-19-6 10 0,0 0-10 0,21 9 10 16,2-9-10-16,-23 0 3 0,0 0-3 0,20 5 4 16,1-5-4-16,-21 0 12 0,0 0-12 0,16 0 12 15,5 0-12-15,-21 0 0 0,0 0 0 0,26-5 1 16,-6-1-1-16,-20 6 0 0,0 0 0 0,29-9 1 15,-6-2-1-15,-23 11 3 0,0 0-3 0,26-17 3 16,0 3-3-16,-26 14 10 0,0 0-10 0,21-13 11 16,2-13-11-16,-23 26 1 0,0 0-1 0,20-20 1 15,-6-3-1-15,-14 23 1 0,0 0-1 0,15-19 1 16,-1-4-1-16,-14 23 0 0,0 0 0 0,12-16 1 0,2-1-1 16,-14 17-5-16,0 0 5 0,9-18-5 0,3 7 5 15,-12 11-4-15,0 0 4 0,2-16-4 0,4 1 4 16,-6 15 0-16,0 0 0 0,6-19 0 0,-6 2 0 15,0 17 0-15,0 0 0 0,0-14 0 0,0 0 0 0,0 14 7 16,0 0-7-16,-6-6 7 0,3-5-7 0,3 11 0 16,0 0 0-16,-3-6 0 0,1 3 0 0,2 3-10 15,0 0 10-15,-12-3-9 0,-2 3 9 0,14 0-10 16,0 0 10-16,-15 0-10 0,1 3 10 0,14-3-17 16,0 0 17-16,-26 3-17 0,3 3 17 0,23-6-1 15,0 0 1-15,-29 11-1 0,3-3 1 0,26-8-1 16,0 0 1-16,-36 18-1 0,8-7 1 0,28-11-3 0,0 0 3 15,-32 14-3-15,3-6 3 0,29-8-2 0,0 0 2 16,-34 20-1-16,-1 5 1 0,35-25-5 0,0 0 5 16,-29 23-5-16,0 2 5 0,29-25-7 0,0 0 7 0,-31 20-6 15,2 5 6-15,29-25-15 0,0 0 15 0,-24 20-14 16,-2 6 14-16,26-26-8 0,0 0 8 0,-23 31-8 16,3-7 8-16,20-24-1 0,0 0 1 0,-18 31-1 15,4 0 1-15,14-31-4 0,0 0 4 0,-9 34-3 16,-2 0 3-16,11-34-2 0,0 0 2 0,-3 33-2 15,-3 8 2-15,6-41 0 0,0 0 0 0,0 31 0 16,6 2 0-16,-6-33-1 0,0 0 1 0,3 37-1 16,8-9 1-16,-11-28-8 0,0 0 8 0,9 31-8 15,5 0 8-15,-14-31-1 0,0 0 1 0,18 31-1 16,2-3 1-16,-20-28-4 0,0 0 4 0,18 25-3 16,1-3 3-16,-19-22-12 0,0 0 12 0,29 21-12 0,7 4 12 15,-36-25 0-15,0 0 0 0,31 14 0 0,-2 2 0 16,-29-16 1-16,0 0-1 0,26 7 2 0,3-2-2 15,-29-5 5-15,0 0-5 0,23 0 5 0,3-3-5 0,-26 3 1 16,0 0-1-16,26-9 1 0,-3-7-1 0,-23 16-2 16,0 0 2-16,29-20-1 0,2-9 1 0,-31 29-2 15,0 0 2-15,30-24-2 0,-1-4 2 0,-29 28-2 16,0 0 2-16,20-31-2 0,0 2 2 0,-20 29-2 16,0 0 2-16,18-33-1 0,-7 2 1 0,-11 31 0 15,0 0 0-15,12-31 0 0,-4 5 0 0,-8 26 0 16,0 0 0-16,6-31 0 0,3 6 0 0,-9 25 1 0,0 0-1 15,0-25 2-15,-6 8-2 0,6 17 0 0,0 0 0 16,-9-14 0-16,-2 2 0 0,11 12-22 0,0 0 22 16,-20-3-22-16,-4 3 22 0,24 0-33 0,0 0 33 15,-28 6-33-15,-7 9 33 0,35-15-21 0,0 0 21 0,-32 19-21 16,-3 3 21-16,35-22-20 0,0 0 20 0,-34 29-19 16,-4 2 19-16,38-31-17 0,0 0 17 0,-34 31-17 15,-2 2 17-15,36-33-9 0,0 0 9 0,-34 37-9 16,0 8 9-16,34-45-17 0,0 0 17 0,-36 37-16 15,7 2 16-15,29-39-1 0,0 0 1 0,-26 42-1 16,7 1 1-16,19-43 1 0,0 0-1 0,-18 42 2 16,6-9-2-16,12-33 18 0,0 0-18 0,-5 34 18 15,2 0-18-15,3-34 9 0,0 0-9 0,3 31 10 16,9 5-10-16,-12-36 10 0,0 0-10 0,19 37 10 16,11-4-10-16,-30-33 3 0,0 0-3 0,29 34 4 0,2-8-4 15,-31-26 12-15,0 0-12 0,35 20 13 0,8 0-13 16,-43-20 8-16,0 0-8 0,35 16 8 0,-7-5-8 15,-28-11 3-15,0 0-3 0,41 15 4 0,3-7-4 16,-44-8 6-16,0 0-6 0,40 11 7 0,-5-5-7 0,-35-6 0 16,0 0 0-16,35 0 1 0,-1 0-1 0,-34 0 0 15,0 0 0-15,35-6 1 0,-6-2-1 0,-29 8 0 16,0 0 0-16,34-17 0 0,-5-3 0 0,-29 20 0 16,0 0 0-16,26-25 0 0,3-6 0 0,-29 31 1 15,0 0-1-15,15-31 2 0,-1 0-2 0,-14 31 5 16,0 0-5-16,6-31 5 0,-6 2-5 0,0 29 3 15,0 0-3-15,-6-24 3 0,-8 4-3 0,14 20-13 0,0 0 13 16,-21-20-12-16,-2 1 12 0,23 19-53 0,0 0 53 16,-20-12-52-16,-9 6 52 0,29 6-26 0,0 0 26 15,-29-5-26-15,-2 10 26 0,31-5-1 0,0 0 1 0,-29 6 0 16,0 8 0-16,29-14 4 0,0 0-4 0,-32 17 4 16,9 0-4-16,23-17 24 0,0 0-24 0,-30 26 25 15,11 5-25-15,19-31 22 0,0 0-22 0,-20 36 23 16,-1 9-23-16,21-45 25 0,0 0-25 0,-11 43 26 15,7 1-26-15,4-44 38 0,0 0-38 0,-8 45 39 16,5-2-39-16,3-43 22 0,0 0-22 0,3 42 22 16,5-6-22-16,-8-36 35 0,0 0-35 0,10 34 36 15,3-3-36-15,-13-31 31 0,0 0-31 0,21 28 31 16,5-2-31-16,-26-26 13 0,0 0-13 0,35 25 14 16,0-2-14-16,-35-23 31 0,0 0-31 0,34 16 31 15,4-1-31-15,-38-15-1 0,0 0 1 0,37 5 0 0,7-5 0 16,-44 0 0-16,0 0 0 0,34-9 0 0,4-2 0 15,-38 11-6-15,0 0 6 0,37-25-6 0,-2-6 6 16,-35 31-16-16,0 0 16 0,30-26-15 0,-8-1 15 0,-22 27-1 16,0 0 1-16,20-31-1 0,1-3 1 0,-21 34-4 15,0 0 4-15,15-28-3 0,-10 2 3 0,-5 26-13 16,0 0 13-16,6-20-12 0,-6 1 12 0,0 19-8 16,0 0 8-16,-3-12-8 0,0-1 8 0,3 13-25 15,0 0 25-15,-12-6-24 0,-5 6 24 0,17 0-20 16,0 0 20-16,-20 3-20 0,-12 8 20 0,32-11-5 15,0 0 5-15,-35 23-4 0,-2 10 4 0,37-33-4 0,0 0 4 16,-41 37-3-16,1 8 3 0,40-45-7 0,0 0 7 16,-38 48-6-16,4 6 6 0,34-54-1 0,0 0 1 15,-35 55 0-15,0 4 0 0,35-59 2 0,0 0-2 16,-34 60 2-16,8 2-2 0,26-62 43 0,0 0-43 0,-21 56 43 16,13-14-43-16,8-42 31 0,0 0-31 0,-10 37 31 15,10-6-31-15,0-31 8 0,0 0-8 0,10 25 9 16,1-2-9-16,-11-23 7 0,0 0-7 0,18 19 7 15,8-10-7-15,-26-9 8 0,0 0-8 0,20 3 8 16,9-11-8-16,-29 8 7 0,0 0-7 0,23-18 7 16,3-7-7-16,-26 25 3 0,0 0-3 0,26-31 3 15,-3-8-3-15,-23 39 0 0,0 0 0 0,26-40 1 16,-2-2-1-16,-24 42-1 0,0 0 1 0,19-37 0 16,-4-2 0-16,-15 39-4 0,0 0 4 0,8-31-3 15,-2 5 3-15,-6 26-15 0,0 0 15 0,0-25-14 16,-3 3 14-16,3 22-33 0,0 0 33 0,-14-23-33 15,-6 3 33-15,20 20-26 0,0 0 26 0,-26-11-26 16,-9-2 26-16,35 13-40 0,0 0 40 0,-38-7-40 0,-8 7 40 16,46 0-24-16,0 0 24 0,-43 7-23 0,-9 1 23 0,52-8-19 15,0 0 19-15,-52 11-18 0,-4 9 18 0,56-20-27 16,0 0 27-16,-55 19-27 0,-2 1 27 0,57-20-7 16,0 0 7-16,-55 26-6 0,0 5 6 0,55-31-17 15,0 0 17-15,-57 31-17 0,2 2 17 0,55-33-4 16,0 0 4-16,-47 37-3 0,4-6 3 0,43-31 5 15,0 0-5-15,-35 31 5 0,7-6-5 0,28-25 40 16,0 0-40-16,-21 26 40 0,6-7-40 0,15-19 31 0,0 0-31 16,-5 23 31-16,5 2-31 0,0-25 15 0,0 0-15 15,15 28 15-15,4 1-15 0,-19-29 13 0,0 0-13 16,35 22 13-16,8-2-13 0,-43-20 9 0,0 0-9 0,44 19 10 16,2-10-10-16,-46-9 1 0,0 0-1 0,49 5 1 15,6-7-1-15,-55 2 13 0,0 0-13 0,44-6 14 16,-4-6-14-16,-40 12 14 0,0 0-14 0,41-13 15 15,-7-10-15-15,-34 23 9 0,0 0-9 0,23-23 9 16,3-2-9-16,-26 25 17 0,0 0-17 0,14-31 17 16,-7-14-17-16,-7 45 0 0,0 0 0 0,3-37 0 15,-3 1 0-15,0 36-2 0,0 0 2 0,-10-42-1 16,-1-6 1-16,11 48-5 0,0 0 5 0,-18-45-5 16,-13 2 5-16,31 43-4 0,0 0 4 0,-32-42-3 15,-6 6 3-15,38 36-2 0,0 0 2 0,-34-26-2 16,0 13 2-16,34 13-5 0,0 0 5 0,-39-7-5 0,5 7 5 15,34 0-6-15,0 0 6 0,-41 15-6 0,1 5 6 16,40-20-8-16,0 0 8 0,-31 22-7 0,5 6 7 0,26-28-8 16,0 0 8-16,-26 36-8 0,11 10 8 0,15-46-8 15,0 0 8-15,-9 42-8 0,9 6 8 0,0-48-4 16,0 0 4-16,3 39-3 0,8-5 3 0,-11-34-6 16,0 0 6-16,24 26-6 0,7-7 6 0,-31-19-3 15,0 0 3-15,38 3-3 0,9-12 3 0,-47 9-5 16,0 0 5-16,42-22-5 0,13-7 5 0,-55 29-3 15,0 0 3-15,44-36-3 0,2-3 3 0,-46 39-2 16,0 0 2-16,40-48-1 0,4-5 1 0,-44 53-34 0,0 0 34 16,34-57-34-16,-4-2 34 0,-30 59-124 0,0 0 124 15,26-53-124-15,-3 5 124 0,-23 48-124 0,0 0 124 0,26-45-124 16,-6-1 124-16,23-41-443 0</inkml:trace>
          <inkml:trace contextRef="#ctx0" brushRef="#br0">-324-447 662 0,'0'0'0'0,"23"0"0"0,18 0 0 0,-41 0 9 16,0 0-9-16,8-5 10 0,-2 0-10 0,-6 5-50 0,0 0 50 15,0-9-49-15,-6-3 49 0,6 12-23 0,0 0 23 0,-2-10-22 16,-4 1 22-16,6 9 19 0,0 0-19 0,0-12 20 16,-7 4-20-16,7 8 68 0,0 0-68 0,0-5 68 15,0-3-68-15,0 8 63 0,0 0-63 0,0-7 64 16,0 2-64-16,0 5 61 0,0 0-61 0,-5-6 62 16,2 1-62-16,3 5 47 0,0 0-47 0,-3-6 47 15,1-2-47-15,2 8 43 0,0 0-43 0,-10-6 43 16,7-2-43-16,3 8 35 0,0 0-35 0,-2-6 35 15,-4 1-35-15,6 5 39 0,0 0-39 0,-5-6 39 16,2 0-39-16,3 6 24 0,0 0-24 0,-7-3 25 16,-1 3-25-16,8 0 27 0,0 0-27 0,-11 0 27 15,-4 0-27-15,15 0 33 0,0 0-33 0,-14 3 33 16,-6 3-33-16,20-6 19 0,0 0-19 0,-24 8 20 0,4 1-20 16,20-9 29-16,0 0-29 0,-21 14 29 0,2 5-29 15,19-19 31-15,0 0-31 0,-26 15 31 0,3 1-31 16,23-16-12-16,0 0 12 0,-26 26-12 0,11-1 12 0,15-25-20 15,0 0 20-15,-14 19-20 0,-1 7 20 0,15-26-34 16,0 0 34-16,-11 20-34 0,2 6 34 0,9-26-3 16,0 0 3-16,-6 24-2 0,0 7 2 0,6-31-9 15,0 0 9-15,-2 26-8 0,2-1 8 0,0-25-39 16,0 0 39-16,0 26-39 0,0-1 39 0,0-25-5 16,0 0 5-16,0 30-5 0,2 1 5 0,-2-31-5 15,0 0 5-15,3 35-5 0,0-4 5 0,-3-31-4 16,0 0 4-16,6 25-3 0,-1 0 3 0,-5-25 0 0,0 0 0 15,4 23 0-15,7-7 0 0,-11-16 8 0,0 0-8 16,8 18 8-16,4-5-8 0,-12-13 17 0,0 0-17 0,14 12 17 16,1 2-17-16,-15-14 9 0,0 0-9 0,21 5 9 15,-2 1-9-15,-19-6 10 0,0 0-10 0,21 9 10 16,2-9-10-16,-23 0 3 0,0 0-3 0,20 5 4 16,1-5-4-16,-21 0 12 0,0 0-12 0,16 0 12 15,5 0-12-15,-21 0 0 0,0 0 0 0,26-5 1 16,-6-1-1-16,-20 6 0 0,0 0 0 0,29-9 1 15,-6-2-1-15,-23 11 3 0,0 0-3 0,26-17 3 16,0 3-3-16,-26 14 10 0,0 0-10 0,21-13 11 16,2-13-11-16,-23 26 1 0,0 0-1 0,20-20 1 15,-6-3-1-15,-14 23 1 0,0 0-1 0,15-19 1 16,-1-4-1-16,-14 23 0 0,0 0 0 0,12-16 1 0,2-1-1 16,-14 17-5-16,0 0 5 0,9-18-5 0,3 7 5 15,-12 11-4-15,0 0 4 0,2-16-4 0,4 1 4 16,-6 15 0-16,0 0 0 0,6-19 0 0,-6 2 0 15,0 17 0-15,0 0 0 0,0-14 0 0,0 0 0 0,0 14 7 16,0 0-7-16,-6-6 7 0,3-5-7 0,3 11 0 16,0 0 0-16,-3-6 0 0,1 3 0 0,2 3-10 15,0 0 10-15,-12-3-9 0,-2 3 9 0,14 0-10 16,0 0 10-16,-15 0-10 0,1 3 10 0,14-3-17 16,0 0 17-16,-26 3-17 0,3 3 17 0,23-6-1 15,0 0 1-15,-29 11-1 0,3-3 1 0,26-8-1 16,0 0 1-16,-36 18-1 0,8-7 1 0,28-11-3 0,0 0 3 15,-32 14-3-15,3-6 3 0,29-8-2 0,0 0 2 16,-34 20-1-16,-1 5 1 0,35-25-5 0,0 0 5 16,-29 23-5-16,0 2 5 0,29-25-7 0,0 0 7 0,-31 20-6 15,2 5 6-15,29-25-15 0,0 0 15 0,-24 20-14 16,-2 6 14-16,26-26-8 0,0 0 8 0,-23 31-8 16,3-7 8-16,20-24-1 0,0 0 1 0,-18 31-1 15,4 0 1-15,14-31-4 0,0 0 4 0,-9 34-3 16,-2 0 3-16,11-34-2 0,0 0 2 0,-3 33-2 15,-3 8 2-15,6-41 0 0,0 0 0 0,0 31 0 16,6 2 0-16,-6-33-1 0,0 0 1 0,3 37-1 16,8-9 1-16,-11-28-8 0,0 0 8 0,9 31-8 15,5 0 8-15,-14-31-1 0,0 0 1 0,18 31-1 16,2-3 1-16,-20-28-4 0,0 0 4 0,18 25-3 16,1-3 3-16,-19-22-12 0,0 0 12 0,29 21-12 0,7 4 12 15,-36-25 0-15,0 0 0 0,31 14 0 0,-2 2 0 16,-29-16 1-16,0 0-1 0,26 7 2 0,3-2-2 15,-29-5 5-15,0 0-5 0,23 0 5 0,3-3-5 0,-26 3 1 16,0 0-1-16,26-9 1 0,-3-7-1 0,-23 16-2 16,0 0 2-16,29-20-1 0,2-9 1 0,-31 29-2 15,0 0 2-15,30-24-2 0,-1-4 2 0,-29 28-2 16,0 0 2-16,20-31-2 0,0 2 2 0,-20 29-2 16,0 0 2-16,18-33-1 0,-7 2 1 0,-11 31 0 15,0 0 0-15,12-31 0 0,-4 5 0 0,-8 26 0 16,0 0 0-16,6-31 0 0,3 6 0 0,-9 25 1 0,0 0-1 15,0-25 2-15,-6 8-2 0,6 17 0 0,0 0 0 16,-9-14 0-16,-2 2 0 0,11 12-22 0,0 0 22 16,-20-3-22-16,-4 3 22 0,24 0-33 0,0 0 33 15,-28 6-33-15,-7 9 33 0,35-15-21 0,0 0 21 0,-32 19-21 16,-3 3 21-16,35-22-20 0,0 0 20 0,-34 29-19 16,-4 2 19-16,38-31-17 0,0 0 17 0,-34 31-17 15,-2 2 17-15,36-33-9 0,0 0 9 0,-34 37-9 16,0 8 9-16,34-45-17 0,0 0 17 0,-36 37-16 15,7 2 16-15,29-39-1 0,0 0 1 0,-26 42-1 16,7 1 1-16,19-43 1 0,0 0-1 0,-18 42 2 16,6-9-2-16,12-33 18 0,0 0-18 0,-5 34 18 15,2 0-18-15,3-34 9 0,0 0-9 0,3 31 10 16,9 5-10-16,-12-36 10 0,0 0-10 0,19 37 10 16,11-4-10-16,-30-33 3 0,0 0-3 0,29 34 4 0,2-8-4 15,-31-26 12-15,0 0-12 0,35 20 13 0,8 0-13 16,-43-20 8-16,0 0-8 0,35 16 8 0,-7-5-8 15,-28-11 3-15,0 0-3 0,41 15 4 0,3-7-4 16,-44-8 6-16,0 0-6 0,40 11 7 0,-5-5-7 0,-35-6 0 16,0 0 0-16,35 0 1 0,-1 0-1 0,-34 0 0 15,0 0 0-15,35-6 1 0,-6-2-1 0,-29 8 0 16,0 0 0-16,34-17 0 0,-5-3 0 0,-29 20 0 16,0 0 0-16,26-25 0 0,3-6 0 0,-29 31 1 15,0 0-1-15,15-31 2 0,-1 0-2 0,-14 31 5 16,0 0-5-16,6-31 5 0,-6 2-5 0,0 29 3 15,0 0-3-15,-6-24 3 0,-8 4-3 0,14 20-13 0,0 0 13 16,-21-20-12-16,-2 1 12 0,23 19-53 0,0 0 53 16,-20-12-52-16,-9 6 52 0,29 6-26 0,0 0 26 15,-29-5-26-15,-2 10 26 0,31-5-1 0,0 0 1 0,-29 6 0 16,0 8 0-16,29-14 4 0,0 0-4 0,-32 17 4 16,9 0-4-16,23-17 24 0,0 0-24 0,-30 26 25 15,11 5-25-15,19-31 22 0,0 0-22 0,-20 36 23 16,-1 9-23-16,21-45 25 0,0 0-25 0,-11 43 26 15,7 1-26-15,4-44 38 0,0 0-38 0,-8 45 39 16,5-2-39-16,3-43 22 0,0 0-22 0,3 42 22 16,5-6-22-16,-8-36 35 0,0 0-35 0,10 34 36 15,3-3-36-15,-13-31 31 0,0 0-31 0,21 28 31 16,5-2-31-16,-26-26 13 0,0 0-13 0,35 25 14 16,0-2-14-16,-35-23 31 0,0 0-31 0,34 16 31 15,4-1-31-15,-38-15-1 0,0 0 1 0,37 5 0 0,7-5 0 16,-44 0 0-16,0 0 0 0,34-9 0 0,4-2 0 15,-38 11-6-15,0 0 6 0,37-25-6 0,-2-6 6 16,-35 31-16-16,0 0 16 0,30-26-15 0,-8-1 15 0,-22 27-1 16,0 0 1-16,20-31-1 0,1-3 1 0,-21 34-4 15,0 0 4-15,15-28-3 0,-10 2 3 0,-5 26-13 16,0 0 13-16,6-20-12 0,-6 1 12 0,0 19-8 16,0 0 8-16,-3-12-8 0,0-1 8 0,3 13-25 15,0 0 25-15,-12-6-24 0,-5 6 24 0,17 0-20 16,0 0 20-16,-20 3-20 0,-12 8 20 0,32-11-5 15,0 0 5-15,-35 23-4 0,-2 10 4 0,37-33-4 0,0 0 4 16,-41 37-3-16,1 8 3 0,40-45-7 0,0 0 7 16,-38 48-6-16,4 6 6 0,34-54-1 0,0 0 1 15,-35 55 0-15,0 4 0 0,35-59 2 0,0 0-2 16,-34 60 2-16,8 2-2 0,26-62 43 0,0 0-43 0,-21 56 43 16,13-14-43-16,8-42 31 0,0 0-31 0,-10 37 31 15,10-6-31-15,0-31 8 0,0 0-8 0,10 25 9 16,1-2-9-16,-11-23 7 0,0 0-7 0,18 19 7 15,8-10-7-15,-26-9 8 0,0 0-8 0,20 3 8 16,9-11-8-16,-29 8 7 0,0 0-7 0,23-18 7 16,3-7-7-16,-26 25 3 0,0 0-3 0,26-31 3 15,-3-8-3-15,-23 39 0 0,0 0 0 0,26-40 1 16,-2-2-1-16,-24 42-1 0,0 0 1 0,19-37 0 16,-4-2 0-16,-15 39-4 0,0 0 4 0,8-31-3 15,-2 5 3-15,-6 26-15 0,0 0 15 0,0-25-14 16,-3 3 14-16,3 22-33 0,0 0 33 0,-14-23-33 15,-6 3 33-15,20 20-26 0,0 0 26 0,-26-11-26 16,-9-2 26-16,35 13-40 0,0 0 40 0,-38-7-40 0,-8 7 40 16,46 0-24-16,0 0 24 0,-43 7-23 0,-9 1 23 0,52-8-19 15,0 0 19-15,-52 11-18 0,-4 9 18 0,56-20-27 16,0 0 27-16,-55 19-27 0,-2 1 27 0,57-20-7 16,0 0 7-16,-55 26-6 0,0 5 6 0,55-31-17 15,0 0 17-15,-57 31-17 0,2 2 17 0,55-33-4 16,0 0 4-16,-47 37-3 0,4-6 3 0,43-31 5 15,0 0-5-15,-35 31 5 0,7-6-5 0,28-25 40 16,0 0-40-16,-21 26 40 0,6-7-40 0,15-19 31 0,0 0-31 16,-5 23 31-16,5 2-31 0,0-25 15 0,0 0-15 15,15 28 15-15,4 1-15 0,-19-29 13 0,0 0-13 16,35 22 13-16,8-2-13 0,-43-20 9 0,0 0-9 0,44 19 10 16,2-10-10-16,-46-9 1 0,0 0-1 0,49 5 1 15,6-7-1-15,-55 2 13 0,0 0-13 0,44-6 14 16,-4-6-14-16,-40 12 14 0,0 0-14 0,41-13 15 15,-7-10-15-15,-34 23 9 0,0 0-9 0,23-23 9 16,3-2-9-16,-26 25 17 0,0 0-17 0,14-31 17 16,-7-14-17-16,-7 45 0 0,0 0 0 0,3-37 0 15,-3 1 0-15,0 36-2 0,0 0 2 0,-10-42-1 16,-1-6 1-16,11 48-5 0,0 0 5 0,-18-45-5 16,-13 2 5-16,31 43-4 0,0 0 4 0,-32-42-3 15,-6 6 3-15,38 36-2 0,0 0 2 0,-34-26-2 16,0 13 2-16,34 13-5 0,0 0 5 0,-39-7-5 0,5 7 5 15,34 0-6-15,0 0 6 0,-41 15-6 0,1 5 6 16,40-20-8-16,0 0 8 0,-31 22-7 0,5 6 7 0,26-28-8 16,0 0 8-16,-26 36-8 0,11 10 8 0,15-46-8 15,0 0 8-15,-9 42-8 0,9 6 8 0,0-48-4 16,0 0 4-16,3 39-3 0,8-5 3 0,-11-34-6 16,0 0 6-16,24 26-6 0,7-7 6 0,-31-19-3 15,0 0 3-15,38 3-3 0,9-12 3 0,-47 9-5 16,0 0 5-16,42-22-5 0,13-7 5 0,-55 29-3 15,0 0 3-15,44-36-3 0,2-3 3 0,-46 39-2 16,0 0 2-16,40-48-1 0,4-5 1 0,-44 53-34 0,0 0 34 16,34-57-34-16,-4-2 34 0,-30 59-124 0,0 0 124 15,26-53-124-15,-3 5 124 0,-23 48-124 0,0 0 124 0,26-45-124 16,-6-1 124-16,23-41-443 0</inkml:trace>
          <inkml:trace contextRef="#ctx0" brushRef="#br1" timeOffset="84467.3441">505-416 147 0,'0'0'0'0,"26"-24"0"15,18-16 0-15,-44 40 40 0,0 0-40 0,0 0 41 16,-20 14-41-16,20-14 34 0,0 0-34 0,-14 9 35 0,-7 4-35 15,21-13 26-15,0 0-26 0,-15 12 26 0,7-1-26 16,8-11 16-16,0 0-16 0,-5 3 17 0,-1 2-17 16,6-5 28-16,0 0-28 0,0 0 28 0,-7 0-28 0,7 0 12 15,0 0-12-15,0 0 12 0,-5 3-12 0,5-3 10 16,0 0-10-16,0 0 11 0,0 0-11 0,0 0 17 16,0 0-17-16,0 0 17 0,-3 4-17 0,3-4 8 15,0 0-8-15,0 0 8 0,-8 2-8 0,8-2 9 16,0 0-9-16,0 0 9 0,-7 3-9 0,7-3 15 15,0 0-15-15,0 0 15 0,0 0-15 0,0 0 1 0,0 0-1 16,0 0 1-16,0 0-1 0,0 0 0 0,0 0 0 16,0 0 1-16,0 0-1 0,0 0-5 0,0 0 5 15,0 0-5-15,0 0 5 0,0 0-34 0,0 0 34 16,0 0-34-16,0 0 34 0,0 0-18 0,0 0 18 0,0 0-18 16,0 0 18-16,0 0-20 0,0 0 20 0,0 0-19 15,0 0 19-15,0 0-5 0,0 0 5 0,0 0-4 16,0 0 4-16,0 0-4 0,0 0 4 0,0 0-3 15,0-5 3-15,0 5-6 0,0 0 6 0,0 0-5 16,0-10 5-16,0 10-60 0,0 0 60 0,0-5-59 16,4-6 59-16,2-4-139 0</inkml:trace>
          <inkml:trace contextRef="#ctx0" brushRef="#br0" timeOffset="984.8149">11-933 1087 0,'0'0'0'0,"21"25"0"15,7 20 0-15,-28-45-60 0,0 0 60 0,3 5-60 0,-14-18 60 16,11 13-70-16,0 0 70 0,-5-11-70 0,-10 2 70 16,15 9-67-16,0 0 67 0,-11-6-67 0,1 12 67 15,10-6-51-15,0 0 51 0,-5 0-50 0,-4 5 50 0,9-5-2 16,0 0 2-16,-6 15-1 0,-3-4 1 0,9-11 19 16,0 0-19-16,-11 25 20 0,-4 14-20 0,15-39 47 15,0 0-47-15,-11 41 48 0,-1 6-48 0,12-47 27 16,0 0-27-16,-5 51 27 0,5-1-27 0,0-50 18 15,0 0-18-15,2 51 19 0,10-4-19 0,-12-47 5 16,0 0-5-16,6 43 5 0,2-9-5 0,-8-34 8 16,0 0-8-16,9 31 9 0,3-5-9 0,-12-26 3 0,0 0-3 15,5 24 3-15,10-9-3 0,-15-15 18 16,0 0-18-16,9 11 19 0,-4-3-19 0,-5-8 22 0,0 0-22 16,10 4 23-16,9-8-23 0,-19 4 22 0,0 0-22 15,15-8 23-15,5-3-23 0,-20 11 25 0,0 0-25 0,14-15 26 16,7-1-26-16,-21 16 8 0,0 0-8 0,8-15 8 15,4 2-8-15,-12 13 10 0,0 0-10 0,9-9 11 16,-4 3-11-16,-5 6 15 0,0 0-15 0,7-6 16 16,-5 4-16-16,-2 2 3 0,0 0-3 0,0 0 4 15,0 0-4-15,0 0 6 0,0 0-6 0,-2 5 7 16,-10 4-7-16,12-9 7 0,0 0-7 0,-9 11 8 16,-3 7-8-16,12-18 7 0,0 0-7 0,-8 16 8 15,-3 1-8-15,11-17 1 0,0 0-1 0,-4 17 1 16,-2 3-1-16,6-20-52 0,0 0 52 0,0 13-52 15,6-1 52-15,-6-12-102 0,0 0 102 0,4 11-102 16,7-11 102-16,-11 0-151 0,0 0 151 0,15-5-150 0,11-13 150 16,11-3-305-16</inkml:trace>
          <inkml:trace contextRef="#ctx0" brushRef="#br1" timeOffset="84467.3441">505-416 147 0,'0'0'0'0,"26"-24"0"15,18-16 0-15,-44 40 40 0,0 0-40 0,0 0 41 16,-20 14-41-16,20-14 34 0,0 0-34 0,-14 9 35 0,-7 4-35 15,21-13 26-15,0 0-26 0,-15 12 26 0,7-1-26 16,8-11 16-16,0 0-16 0,-5 3 17 0,-1 2-17 16,6-5 28-16,0 0-28 0,0 0 28 0,-7 0-28 0,7 0 12 15,0 0-12-15,0 0 12 0,-5 3-12 0,5-3 10 16,0 0-10-16,0 0 11 0,0 0-11 0,0 0 17 16,0 0-17-16,0 0 17 0,-3 4-17 0,3-4 8 15,0 0-8-15,0 0 8 0,-8 2-8 0,8-2 9 16,0 0-9-16,0 0 9 0,-7 3-9 0,7-3 15 15,0 0-15-15,0 0 15 0,0 0-15 0,0 0 1 0,0 0-1 16,0 0 1-16,0 0-1 0,0 0 0 0,0 0 0 16,0 0 1-16,0 0-1 0,0 0-5 0,0 0 5 15,0 0-5-15,0 0 5 0,0 0-34 0,0 0 34 16,0 0-34-16,0 0 34 0,0 0-18 0,0 0 18 0,0 0-18 16,0 0 18-16,0 0-20 0,0 0 20 0,0 0-19 15,0 0 19-15,0 0-5 0,0 0 5 0,0 0-4 16,0 0 4-16,0 0-4 0,0 0 4 0,0 0-3 15,0-5 3-15,0 5-6 0,0 0 6 0,0 0-5 16,0-10 5-16,0 10-60 0,0 0 60 0,0-5-59 16,4-6 59-16,2-4-139 0</inkml:trace>
          <inkml:trace contextRef="#ctx0" brushRef="#br0" timeOffset="2807.5152">208 171 1065 0,'0'0'0'0,"0"0"0"0,-29 36 0 0,29-36 72 15,0 0-72-15,-14 20 72 0,0-9-72 0,14-11 10 16,0 0-10-16,-15 14 11 0,-3-2-11 0,18-12-1 15,0 0 1-15,-19 13-1 0,1-7 1 0,18-6-13 16,0 0 13-16,-21 9-12 0,10 2 12 0,11-11 0 16,0 0 0-16,-9 5 0 0,3-2 0 0,6-3-1 15,0 0 1-15,0 8 0 0,13 7 0 0,-13-15-10 16,0 0 10-16,13 11-10 0,8 3 10 0,-21-14-16 16,0 0 16-16,29 11-15 0,-3 0 15 0,-26-11-10 0,0 0 10 15,29 9-9-15,-3-3 9 0,-26-6-2 0,0 0 2 0,23 2-1 16,-3-4 1-16,-20 2 1 0,0 0-1 15,14-9 1-15,7-8-1 0,-21 17 10 0,0 0-10 16,8-28 11-16,1-6-11 0,-9 34 1 0,0 0-1 0,6-44 2 16,-6-8-2-16,0 52 1 0,0 0-1 0,-3-44 2 15,-3 1-2-15,6 43 0 0,0 0 0 0,-6-34 0 16,-2 3 0-16,8 31-5 0,0 0 5 0,-6-19-5 16,-9 7 5-16,15 12-9 0,0 0 9 0,-14 0-9 15,-1 15 9-15,15-15-45 0,0 0 45 0,-14 31-45 16,2 8 45-16,12-39-110 0,0 0 110 0,-5 47-109 15,5 7 109-15,-3 47-529 0</inkml:trace>
          <inkml:trace contextRef="#ctx0" brushRef="#br0" timeOffset="3186.0636">101 1544 1446 0,'0'0'0'0,"3"-14"0"16,8-8 0-16,-11 22-128 0,0 0 128 0,10 2-128 16,9 15 128-16,-19-17-124 0,0 0 124 0,9 9-123 15,3 2 123-15,-12-11-110 0,0 0 110 0,2 8-109 16,4-2 109-16,-6-6-117 0,0 0 117 0,0 0-116 16,6 3 116-16,-6-3-53 0,0 0 53 0,0 0-52 15,0-9 52-15,0 9-40 0,0 0 40 0,-6-3-40 16,3-8 40-16,3 11-45 0,0 0 45 0,-5-8-45 15,-4 2 45-15,-3-13-91 0</inkml:trace>
          <inkml:trace contextRef="#ctx0" brushRef="#br0" timeOffset="3349.516">-9 1724 158 0,'0'0'0'0,"15"-20"0"0,5-13 0 15,-20 33 47-15,0 0-47 0,14 8 48 0,1 17-48 16,-15-25 75-16,0 0-75 0,14 20 76 0,1 0-76 0,-15-20 66 15,0 0-66-15,20 11 67 0,6-5-67 0,-26-6 13 16,0 0-13-16,21 0 14 0,7-6-14 0,-28 6-94 16,0 0 94-16,24-20-93 0,2-2 93 0,28-18-200 15</inkml:trace>
        </inkml:traceGroup>
      </inkml:traceGroup>
    </inkml:traceGroup>
  </inkml:traceGroup>
</inkml:ink>
</file>

<file path=ppt/ink/ink5.xml><?xml version="1.0" encoding="utf-8"?>
<inkml:ink xmlns:inkml="http://www.w3.org/2003/InkML">
  <inkml:definitions>
    <inkml:context xml:id="ctx0">
      <inkml:inkSource xml:id="inkSrc0">
        <inkml:traceFormat>
          <inkml:channel name="X" type="integer" max="19500" units="cm"/>
          <inkml:channel name="Y" type="integer" max="11180" units="cm"/>
          <inkml:channel name="F" type="integer" max="4096" units="dev"/>
          <inkml:channel name="T" type="integer" max="2.14748E9" units="dev"/>
        </inkml:traceFormat>
        <inkml:channelProperties>
          <inkml:channelProperty channel="X" name="resolution" value="631.06793" units="1/cm"/>
          <inkml:channelProperty channel="Y" name="resolution" value="642.52875" units="1/cm"/>
          <inkml:channelProperty channel="F" name="resolution" value="0" units="1/dev"/>
          <inkml:channelProperty channel="T" name="resolution" value="1" units="1/dev"/>
        </inkml:channelProperties>
      </inkml:inkSource>
      <inkml:timestamp xml:id="ts0" timeString="2020-12-07T08:31:13.941"/>
    </inkml:context>
    <inkml:brush xml:id="br0">
      <inkml:brushProperty name="width" value="0.1" units="cm"/>
      <inkml:brushProperty name="height" value="0.1" units="cm"/>
      <inkml:brushProperty name="color" value="#3165BB"/>
      <inkml:brushProperty name="fitToCurve" value="1"/>
    </inkml:brush>
  </inkml:definitions>
  <inkml:traceGroup>
    <inkml:annotationXML>
      <emma:emma xmlns:emma="http://www.w3.org/2003/04/emma" version="1.0">
        <emma:interpretation id="{E853BE19-176A-4B93-B894-6E3BFD779371}" emma:medium="tactile" emma:mode="ink">
          <msink:context xmlns:msink="http://schemas.microsoft.com/ink/2010/main" type="inkDrawing" rotatedBoundingBox="6174,11321 7052,11602 6941,11951 6062,11670" semanticType="callout" shapeName="Other">
            <msink:sourceLink direction="with" ref="{0A6ECE28-4BF8-42F3-A03E-3DF79454AD2D}"/>
            <msink:sourceLink direction="with" ref="{E30998AE-B7CA-408C-B40A-2E0784579616}"/>
          </msink:context>
        </emma:interpretation>
      </emma:emma>
    </inkml:annotationXML>
    <inkml:trace contextRef="#ctx0" brushRef="#br0">-603 2565 147 0,'0'0'0'0,"19"-11"0"0,9-8 0 0,-28 19 57 16,0 0-57-16,3 11 58 0,-17 19-58 0,14-30 43 15,0 0-43-15,-8 27 44 0,-6 3-44 0,14-30 22 16,0 0-22-16,-14 25 23 0,8 5-23 0,6-30 30 16,0 0-30-16,-8 24 30 0,8-4-30 0,0-20 12 0,0 0-12 15,0 19 12-15,3-6-12 0,-3-13 18 0,0 0-18 16,11 17 19-16,-3 2-19 0,-8-19 24 0,0 0-24 15,14 16 25-15,6 3-25 0,-20-19 21 0,0 0-21 0,19 19 21 16,0 0-21-16,-19-19 34 0,0 0-34 0,20 11 35 16,-1 3-35-16,-19-14 47 0,0 0-47 0,17 11 48 15,-3-3-48-15,-14-8 35 0,0 0-35 0,17 8 35 16,-3 0-35-16,-14-8 26 0,0 0-26 0,13 8 26 16,-4 1-26-16,-9-9 27 0,0 0-27 0,11 8 27 15,3-3-27-15,-14-5 7 0,0 0-7 0,8 8 8 16,6 1-8-16,-14-9 18 0,0 0-18 0,11 5 18 15,3 1-18-15,-14-6 8 0,0 0-8 0,8 5 8 16,3-5-8-16,-11 0 3 0,0 0-3 0,6 3 4 16,8-3-4-16,-14 0 7 0,0 0-7 0,5 2 7 0,4 1-7 15,-9-3 3-15,0 0-3 0,8 3 3 16,3-3-3-16,-11 0 0 0,0 0 0 0,14 3 0 0,-6-3 0 16,-8 0 0-16,0 0 0 0,12 2 0 0,1-2 0 15,-13 0 1-15,0 0-1 0,9 3 1 0,2 3-1 0,-11-6 3 16,0 0-3-16,14 0 4 0,-6 0-4 0,-8 0 7 15,0 0-7-15,11 2 7 0,3-2-7 0,-14 0 8 16,0 0-8-16,14 3 8 0,6-3-8 0,-20 0 3 16,0 0-3-16,16-3 4 0,9 1-4 0,-25 2 6 15,0 0-6-15,25-6 6 0,-8 1-6 0,-17 5 13 16,0 0-13-16,19-6 13 0,1 1-13 0,-20 5 23 16,0 0-23-16,19-3 24 0,1 3-24 0,-20 0 32 0,0 0-32 15,14-5 32-15,-3 5-32 0,-11 0 12 0,0 0-12 16,14 0 12-16,-1-3-12 0,-13 3 30 0,0 0-30 0,14 0 30 15,-5-3-30-15,-9 3 11 0,0 0-11 0,11 0 11 16,-3 3-11-16,-8-3 29 0,0 0-29 0,6 0 29 16,-3 0-29-16,-3 0 11 0,0 0-11 0,5 0 11 15,1-3-11-15,-6 3 36 0,0 0-36 0,5 0 36 16,4-3-36-16,-9 3 18 0,0 0-18 0,8 0 19 16,3-2-19-16,-11 2 29 0,0 0-29 0,3 0 29 15,2 0-29-15,-5 0 37 0,0 0-37 0,6 0 37 16,-1 0-37-16,-5 0 32 0,0 0-32 0,0 0 32 15,6 0-32-15,-6 0 32 0,0 0-32 0,0 0 33 16,8 0-33-16,-8 0 22 0,0 0-22 0,0 0 22 16,0 0-22-16,0 0 10 0,0 0-10 0,0 0 11 15,0 0-11-15,0 0 28 0,0 0-28 0,0 0 28 16,-11 2-28-16,11-2-21 0,0 0 21 0,-3 3-21 0,-2-3 21 16,5 0-43-16,0 0 43 0,-6 3-43 0,4-3 43 15,2 0-95-15,0 0 95 0,0 0-94 0,-6 3 94 0,6-3-199 16,0 0 199-16,6-6-199 0,7-8 199 0,1-5-788 15</inkml:trace>
  </inkml:traceGroup>
</inkml:ink>
</file>

<file path=ppt/ink/ink6.xml><?xml version="1.0" encoding="utf-8"?>
<inkml:ink xmlns:inkml="http://www.w3.org/2003/InkML">
  <inkml:definitions>
    <inkml:context xml:id="ctx0">
      <inkml:inkSource xml:id="inkSrc0">
        <inkml:traceFormat>
          <inkml:channel name="X" type="integer" max="19500" units="cm"/>
          <inkml:channel name="Y" type="integer" max="11180" units="cm"/>
          <inkml:channel name="F" type="integer" max="4096" units="dev"/>
          <inkml:channel name="T" type="integer" max="2.14748E9" units="dev"/>
        </inkml:traceFormat>
        <inkml:channelProperties>
          <inkml:channelProperty channel="X" name="resolution" value="631.06793" units="1/cm"/>
          <inkml:channelProperty channel="Y" name="resolution" value="642.52875" units="1/cm"/>
          <inkml:channelProperty channel="F" name="resolution" value="0" units="1/dev"/>
          <inkml:channelProperty channel="T" name="resolution" value="1" units="1/dev"/>
        </inkml:channelProperties>
      </inkml:inkSource>
      <inkml:timestamp xml:id="ts0" timeString="2020-12-07T08:31:12.004"/>
    </inkml:context>
    <inkml:brush xml:id="br0">
      <inkml:brushProperty name="width" value="0.1" units="cm"/>
      <inkml:brushProperty name="height" value="0.1" units="cm"/>
      <inkml:brushProperty name="color" value="#3165BB"/>
      <inkml:brushProperty name="fitToCurve" value="1"/>
    </inkml:brush>
  </inkml:definitions>
  <inkml:traceGroup>
    <inkml:annotationXML>
      <emma:emma xmlns:emma="http://www.w3.org/2003/04/emma" version="1.0">
        <emma:interpretation id="{A75F553A-A9BE-4D99-882C-4DAEA619997A}" emma:medium="tactile" emma:mode="ink">
          <msink:context xmlns:msink="http://schemas.microsoft.com/ink/2010/main" type="inkDrawing" rotatedBoundingBox="6584,8020 7944,7889 7952,7975 6592,8107" shapeName="Other"/>
        </emma:interpretation>
      </emma:emma>
    </inkml:annotationXML>
    <inkml:trace contextRef="#ctx0" brushRef="#br0">1150-856 124 0,'0'0'0'0,"11"-6"0"0,12-2 0 16,-23 8 49-16,0 0-49 0,0 0 50 0,-23-3-50 0,23 3 41 15,0 0-41-15,-11 0 41 0,-3 0-41 0,14 0 47 16,0 0-47-16,-13 0 48 0,-1 3-48 0,14-3 20 16,0 0-20-16,-11 0 20 0,2 0-20 0,9 0 43 15,0 0-43-15,-5 0 43 0,-4-3-43 0,9 3 43 16,0 0-43-16,-11-2 44 0,3 2-44 0,8 0 26 15,0 0-26-15,-20-6 26 0,1 6-26 0,19 0-13 16,0 0 13-16,-14 0-13 0,-5 0 13 0,19 0-44 16,0 0 44-16,-14 0-43 0,0 0 43 0,14 0-39 0,0 0 39 15,-14 6-38-15,-3-6 38 0,17 0-28 0,0 0 28 16,-16 2-28-16,-1 4 28 0,17-6-5 0,0 0 5 16,-17 5-4-16,3 1 4 0,14-6-5 0,0 0 5 15,-19 5-4-15,-6 1 4 0,25-6-1 0,0 0 1 0,-22 8 0 16,-3 3 0-16,25-11-10 0,0 0 10 0,-25 11-10 15,-3 2 10-15,28-13 0 0,0 0 0 0,-22 6 0 16,-3 2 0-16,25-8 1 0,0 0-1 0,-23 5 1 16,4 1-1-16,19-6 5 0,0 0-5 0,-20 5 5 15,1-2-5-15,19-3 22 0,0 0-22 0,-19 3 23 16,-1-1-23-16,20-2 7 0,0 0-7 0,-19 6 7 16,2-6-7-16,17 0 25 0,0 0-25 0,-19 0 26 15,-1 0-26-15,20 0 20 0,0 0-20 0,-14 0 20 16,-5 0-20-16,19 0 16 0,0 0-16 0,-14 0 17 15,-8 0-17-15,22 0 18 0,0 0-18 0,-20 0 18 16,3 0-18-16,17 0 8 0,0 0-8 0,-22 0 9 0,-3 5-9 16,25-5 16-16,0 0-16 0,-22 0 17 0,-6 3-17 15,28-3 8-15,0 0-8 0,-25 0 8 0,3 0-8 16,22 0 3-16,0 0-3 0,-22-3 4 0,5 3-4 0,17 0 3 16,0 0-3-16,-19-5 3 0,-1 5-3 0,20 0 10 15,0 0-10-15,-22-6 10 0,5 4-10 0,17 2 8 16,0 0-8-16,-16-3 8 0,2 3-8 0,14 0 15 15,0 0-15-15,-11 0 15 0,-3-3-15 0,14 3 3 16,0 0-3-16,-11 0 4 0,2-2-4 0,9 2 13 16,0 0-13-16,-11 0 13 0,3-3-13 0,8 3 3 0,0 0-3 15,-9 0 4-15,4 0-4 0,5 0 12 0,0 0-12 16,-8 0 13-16,-4-6-13 0,12 6 23 0,0 0-23 16,-8 0 24-16,3 0-24 0,5 0 13 0,0 0-13 0,-9 0 13 15,4-5-13-15,5 5 1 0,0 0-1 0,-6 0 2 16,3 0-2-16,3 0 0 0,0 0 0 0,-5 5 0 15,-1-5 0-15,6 0-1 0,0 0 1 0,-8 6 0 16,-6-1 0-16,14-5 0 0,0 0 0 0,-6 6 0 16,-5 2 0-16,11-8 0 0,0 0 0 0,-8 5 0 15,2-2 0-15,6-3 8 0,0 0-8 0,-5 6 8 16,2-4-8-16,3-2 34 0,0 0-34 0,-8 3 35 16,5 2-35-16,3-5 18 0,0 0-18 0,0 0 18 15,-3 0-18-15,3 0 30 0,0 0-30 0,0 0 30 16,-11 6-30-16,11-6 12 0,0 0-12 0,-5 0 12 15,2 0-12-15,3 0 2 0,0 0-2 0,-9 0 2 0,7 0-2 16,2 0 1-16,0 0-1 0,0 0 2 0,-3 0-2 16,3 0-8-16,0 0 8 0,0 0-8 0,0 0 8 15,0 0-126-15,0 0 126 0,3 0-125 0,8-11 125 0,3 0-540 16</inkml:trace>
  </inkml:traceGroup>
</inkml:ink>
</file>

<file path=ppt/ink/ink7.xml><?xml version="1.0" encoding="utf-8"?>
<inkml:ink xmlns:inkml="http://www.w3.org/2003/InkML">
  <inkml:definitions>
    <inkml:context xml:id="ctx0">
      <inkml:inkSource xml:id="inkSrc0">
        <inkml:traceFormat>
          <inkml:channel name="X" type="integer" max="19500" units="cm"/>
          <inkml:channel name="Y" type="integer" max="11180" units="cm"/>
          <inkml:channel name="F" type="integer" max="4096" units="dev"/>
          <inkml:channel name="T" type="integer" max="2.14748E9" units="dev"/>
        </inkml:traceFormat>
        <inkml:channelProperties>
          <inkml:channelProperty channel="X" name="resolution" value="631.06793" units="1/cm"/>
          <inkml:channelProperty channel="Y" name="resolution" value="642.52875" units="1/cm"/>
          <inkml:channelProperty channel="F" name="resolution" value="0" units="1/dev"/>
          <inkml:channelProperty channel="T" name="resolution" value="1" units="1/dev"/>
        </inkml:channelProperties>
      </inkml:inkSource>
      <inkml:timestamp xml:id="ts0" timeString="2020-12-07T08:33:02.142"/>
    </inkml:context>
    <inkml:brush xml:id="br0">
      <inkml:brushProperty name="width" value="0.1" units="cm"/>
      <inkml:brushProperty name="height" value="0.1" units="cm"/>
      <inkml:brushProperty name="color" value="#ED1C24"/>
      <inkml:brushProperty name="fitToCurve" value="1"/>
    </inkml:brush>
  </inkml:definitions>
  <inkml:traceGroup>
    <inkml:annotationXML>
      <emma:emma xmlns:emma="http://www.w3.org/2003/04/emma" version="1.0">
        <emma:interpretation id="{E5C3DF8F-D32B-47C0-AD64-B0A1CCB3519A}" emma:medium="tactile" emma:mode="ink">
          <msink:context xmlns:msink="http://schemas.microsoft.com/ink/2010/main" type="inkDrawing" rotatedBoundingBox="7333,9407 8713,8557 8741,8603 7362,9454" semanticType="callout" shapeName="Other">
            <msink:sourceLink direction="with" ref="{A6E3D797-F992-44EE-B3CD-C9A0A2D0CF18}"/>
            <msink:sourceLink direction="with" ref="{3755723D-3818-4BDB-9B01-1EB6C2F1E2B2}"/>
          </msink:context>
        </emma:interpretation>
      </emma:emma>
    </inkml:annotationXML>
    <inkml:trace contextRef="#ctx0" brushRef="#br0">0 835 236 0,'0'0'0'0,"5"-3"0"16,6 0 0-16,-11 3 24 0,0 0-24 16,9-3 25-16,-7 3-25 0,-2 0 62 0,0 0-62 0,0 0 62 15,6-2-62-15,-6 2 67 0,0 0-67 0,0 0 67 16,5 0-67-16,-5 0 52 0,0 0-52 0,0 0 52 16,6-6-52-16,-6 6 4 0,0 0-4 0,6-3 5 0,2-2-5 15,-8 5 31-15,0 0-31 0,5-5 31 0,9-1-31 16,-14 6 8-16,0 0-8 0,9-8 9 0,5 0-9 15,-14 8 10-15,0 0-10 0,11-3 10 0,3-8-10 0,-14 11 34 16,0 0-34-16,13-5 35 0,1-4-35 0,-14 9 9 16,0 0-9-16,9-5 10 0,5-3-10 0,-14 8 36 15,0 0-36-15,16-6 37 0,-2 1-37 0,-14 5 5 16,0 0-5-16,14-6 6 0,-3-4-6 0,-11 10 11 16,0 0-11-16,14-6 11 0,0-2-11 0,-14 8 25 15,0 0-25-15,8-6 26 0,6 1-26 0,-14 5 11 0,0 0-11 16,14-5 11-16,0 2-11 0,-14 3 10 0,0 0-10 15,14-6 11-15,3 1-11 0,-17 5 17 0,0 0-17 16,13-6 17-16,-4 1-17 0,-9 5 3 0,0 0-3 0,11-3 4 16,3-2-4-16,-14 5 2 0,0 0-2 0,14-8 3 15,0 2-3-15,-14 6 0 0,0 0 0 0,13-5 0 16,1-1 0-16,-14 6 4 0,0 0-4 0,11-11 4 16,3 3-4-16,-14 8 2 0,0 0-2 0,9-11 3 15,2 0-3-15,-11 11 5 0,0 0-5 0,14-8 6 16,-6 0-6-16,-8 8 7 0,0 0-7 0,11-8 8 15,3 5-8-15,-14 3 0 0,0 0 0 0,8-5 1 16,4-6-1-16,-12 11 0 0,0 0 0 0,13-6 0 16,1-2 0-16,-14 8-1 0,0 0 1 0,9-5 0 15,5-3 0-15,-14 8-1 0,0 0 1 0,11-6 0 16,3-5 0-16,-14 11 0 0,0 0 0 0,11-8 0 0,3 3 0 16,-14 5 0-16,0 0 0 0,13-11 0 0,1 2 0 15,-14 9-1-15,0 0 1 0,9-5 0 0,2-6 0 16,-11 11 0-16,0 0 0 0,14-8 1 0,-6 2-1 15,-8 6 2-15,0 0-2 0,14-8 2 0,0-3-2 0,-14 11 6 16,0 0-6-16,16-13 6 0,1 2-6 0,-17 11 8 16,0 0-8-16,17-17 8 0,2 4-8 0,-19 13 8 0,0 0-8 15,14-11 8-15,0 3-8 0,-14 8 8 16,0 0-8-16,14-11 8 0,-6 3-8 0,-8 8 3 16,0 0-3-16,11-6 4 0,-5 6-4 0,-6 0 6 15,0 0-6-15,8-5 6 0,6-3-6 0,-14 8 7 16,0 0-7-16,11-6 7 0,3 1-7 0,-14 5 3 15,0 0-3-15,17-14 3 0,0 3-3 0,-17 11 0 0,0 0 0 16,16-13 1-16,1 2-1 0,-17 11 0 0,0 0 0 16,17-14 0-16,2 3 0 0,-19 11 0 0,0 0 0 0,19-14 0 15,1 4 0-15,-20 10 0 0,0 0 0 0,19-17 0 16,1 4 0-16,-20 13 1 0,0 0-1 0,22-17 1 16,3 4-1-16,-25 13 4 0,0 0-4 0,22-14 4 15,3 3-4-15,-25 11 3 0,0 0-3 0,17-11 3 16,0-2-3-16,-17 13 0 0,0 0 0 0,16-11 0 15,1-3 0-15,-17 14 0 0,0 0 0 0,17-11 0 16,-1 3 0-16,-16 8 0 0,0 0 0 0,14-8 0 16,0 2 0-16,-14 6-1 0,0 0 1 0,8-5-1 15,4-3 1-15,-12 8 0 0,0 0 0 0,8-6 0 16,3 1 0-16,-11 5 1 0,0 0-1 0,3 0 1 16,2-6-1-16,-5 6 4 0,0 0-4 0,0 0 5 15,6 0-5-15,-6 0 0 0,0 0 0 0,0 0 1 0,0 0-1 16,0 0 3-16,0 0-3 0,0 0 3 0,0 0-3 15,0 0-1-15,0 0 1 0,0 0 0 0,0 0 0 16,0 0 0-16,0 0 0 0,0 0 0 0,0 0 0 0,0 0-9 16,0 0 9-16,0 0-8 0,0 0 8 0,0 0-113 15,0 0 113-15,0 0-112 0,0 0 112 0,0 0-124 16,0 0 124-16,0 0-124 0,0 0 124 0,0 0-488 16</inkml:trace>
  </inkml:traceGroup>
</inkml:ink>
</file>

<file path=ppt/ink/ink8.xml><?xml version="1.0" encoding="utf-8"?>
<inkml:ink xmlns:inkml="http://www.w3.org/2003/InkML">
  <inkml:definitions>
    <inkml:context xml:id="ctx0">
      <inkml:inkSource xml:id="inkSrc0">
        <inkml:traceFormat>
          <inkml:channel name="X" type="integer" max="19500" units="cm"/>
          <inkml:channel name="Y" type="integer" max="11180" units="cm"/>
          <inkml:channel name="F" type="integer" max="4096" units="dev"/>
          <inkml:channel name="T" type="integer" max="2.14748E9" units="dev"/>
        </inkml:traceFormat>
        <inkml:channelProperties>
          <inkml:channelProperty channel="X" name="resolution" value="631.06793" units="1/cm"/>
          <inkml:channelProperty channel="Y" name="resolution" value="642.52875" units="1/cm"/>
          <inkml:channelProperty channel="F" name="resolution" value="0" units="1/dev"/>
          <inkml:channelProperty channel="T" name="resolution" value="1" units="1/dev"/>
        </inkml:channelProperties>
      </inkml:inkSource>
      <inkml:timestamp xml:id="ts0" timeString="2020-12-07T08:33:13.823"/>
    </inkml:context>
    <inkml:brush xml:id="br0">
      <inkml:brushProperty name="width" value="0.1" units="cm"/>
      <inkml:brushProperty name="height" value="0.1" units="cm"/>
      <inkml:brushProperty name="color" value="#ED1C24"/>
      <inkml:brushProperty name="fitToCurve" value="1"/>
    </inkml:brush>
  </inkml:definitions>
  <inkml:traceGroup>
    <inkml:annotationXML>
      <emma:emma xmlns:emma="http://www.w3.org/2003/04/emma" version="1.0">
        <emma:interpretation id="{CB764021-6B82-43A8-9540-DC5C9861B9D5}" emma:medium="tactile" emma:mode="ink">
          <msink:context xmlns:msink="http://schemas.microsoft.com/ink/2010/main" type="inkDrawing" rotatedBoundingBox="10976,9748 11093,10225 11044,10237 10926,9760" semanticType="callout" shapeName="Other">
            <msink:sourceLink direction="with" ref="{6B557146-9340-4555-BE4A-521B38A56B56}"/>
            <msink:sourceLink direction="with" ref="{E3A64DDE-56B5-4AD4-B688-EC544D0E84A5}"/>
          </msink:context>
        </emma:interpretation>
      </emma:emma>
    </inkml:annotationXML>
    <inkml:trace contextRef="#ctx0" brushRef="#br0">7 56 807 0,'0'0'0'15,"17"0"0"-15,11-2 0 0,-28 2 61 0,0 0-61 0,5-3 62 16,-5 0-62-16,0 3 2 0,0 0-2 0,0 0 3 16,0 0-3-16,0 0-26 0,0 0 26 0,-5 0-25 15,-1 0 25-15,6 0-32 0,0 0 32 0,-5-5-32 16,2-1 32-16,3 6 3 0,0 0-3 0,-8-5 3 15,2-3-3-15,6 8 34 0,0 0-34 0,-5-6 35 16,-1-2-35-16,6 8 30 0,0 0-30 0,-6-5 30 16,4 5-30-16,2 0 24 0,0 0-24 0,0 0 25 15,-6-6-25-15,6 6 17 0,0 0-17 0,0 0 17 16,0 0-17-16,0 0 10 0,0 0-10 0,0 0 11 16,0 0-11-16,0 0 40 0,0 0-40 0,0 0 40 0,0 0-40 15,0 0 18-15,0 0-18 0,0 0 19 0,6 6-19 16,-6-6 30-16,0 0-30 0,5 8 30 0,9 3-30 15,-14-11 31-15,0 0-31 0,8 16 31 0,4 6-31 16,-12-22 30-16,0 0-30 0,13 22 30 0,-4 2-30 0,-9-24 32 16,0 0-32-16,8 28 33 0,3 2-33 0,-11-30 13 15,0 0-13-15,6 24 14 0,-1 1-14 0,-5-25 21 16,0 0-21-16,9 24 21 0,-9 6-21 0,0-30 8 16,0 0-8-16,2 25 8 0,1-1-8 0,-3-24 9 15,0 0-9-15,3 25 10 0,-3-6-10 0,0-19 15 16,0 0-15-16,0 19 15 0,0-5-15 0,0-14 22 15,0 0-22-15,6 16 23 0,-6-8-23 0,0-8 14 0,0 0-14 16,5 11 15-16,-2-3-15 0,-3-8 5 0,0 0-5 16,3 8 5-16,5-2-5 0,-8-6 3 0,0 0-3 15,0 8 4-15,0-5-4 0,0-3 5 0,0 0-5 16,0 0 6-16,0 5-6 0,0-5 2 0,0 0-2 0,0 0 3 16,-6 3-3-16,6-3-32 0,0 0 32 0,0 0-32 15,-5 3 32-15,5-3-131 0,0 0 131 0,0 0-131 16,-3 0 131-16,3 0-178 0,0 0 178 0,0 0-177 15,0 0 177-15,0 0-633 0</inkml:trace>
  </inkml:traceGroup>
</inkml:ink>
</file>

<file path=ppt/ink/ink9.xml><?xml version="1.0" encoding="utf-8"?>
<inkml:ink xmlns:inkml="http://www.w3.org/2003/InkML">
  <inkml:definitions>
    <inkml:context xml:id="ctx0">
      <inkml:inkSource xml:id="inkSrc0">
        <inkml:traceFormat>
          <inkml:channel name="X" type="integer" max="19500" units="cm"/>
          <inkml:channel name="Y" type="integer" max="11180" units="cm"/>
          <inkml:channel name="F" type="integer" max="4096" units="dev"/>
          <inkml:channel name="T" type="integer" max="2.14748E9" units="dev"/>
        </inkml:traceFormat>
        <inkml:channelProperties>
          <inkml:channelProperty channel="X" name="resolution" value="631.06793" units="1/cm"/>
          <inkml:channelProperty channel="Y" name="resolution" value="642.52875" units="1/cm"/>
          <inkml:channelProperty channel="F" name="resolution" value="0" units="1/dev"/>
          <inkml:channelProperty channel="T" name="resolution" value="1" units="1/dev"/>
        </inkml:channelProperties>
      </inkml:inkSource>
      <inkml:timestamp xml:id="ts0" timeString="2020-12-07T08:33:17.080"/>
    </inkml:context>
    <inkml:brush xml:id="br0">
      <inkml:brushProperty name="width" value="0.1" units="cm"/>
      <inkml:brushProperty name="height" value="0.1" units="cm"/>
      <inkml:brushProperty name="color" value="#ED1C24"/>
      <inkml:brushProperty name="fitToCurve" value="1"/>
    </inkml:brush>
  </inkml:definitions>
  <inkml:traceGroup>
    <inkml:annotationXML>
      <emma:emma xmlns:emma="http://www.w3.org/2003/04/emma" version="1.0">
        <emma:interpretation id="{E3496BF9-E7E4-4050-80ED-7863A65102CD}" emma:medium="tactile" emma:mode="ink">
          <msink:context xmlns:msink="http://schemas.microsoft.com/ink/2010/main" type="inkDrawing"/>
        </emma:interpretation>
      </emma:emma>
    </inkml:annotationXML>
    <inkml:trace contextRef="#ctx0" brushRef="#br0">7 0 1457 0,'0'0'0'0,"-5"27"0"0,2 20 0 0,3-47 63 0,0 0-63 0,0 8 64 16,3-19-64-16,-3 11-1 0,0 0 1 15,3-3 0-15,-1-10 0 0,-2 13-57 0,0 0 57 0,6-6-56 16,-6 1 56-16,0 5-73 0,0 0 73 0,0 0-73 16,3 0 73-16,-3 0-36 0,0 0 36 0,3 8-36 15,5 8 36-15,-8-16-11 0,0 0 11 0,0 11-10 16,5 3 10-16,-5-14-12 0,0 0 12 0,6 24-12 16,2 1 12-16,-8-25-1 0,0 0 1 0,3 24 0 15,3 4 0-15,-6-28 5 0,0 0-5 0,5 27 5 16,4 3-5-16,-9-30 9 0,0 0-9 0,11 25 10 15,3-1-10-15,-14-24 16 0,0 0-16 0,11 25 17 16,11 2-17-16,-22-27 3 0,0 0-3 0,14 19 4 16,0-3-4-16,-14-16 3 0,0 0-3 0,14 19 3 0,-3-8-3 15,-11-11 10-15,0 0-10 0,14 14 11 16,-6-6-11-16,-8-8 8 0,0 0-8 0,11 11 8 0,3-6-8 16,-14-5 8-16,0 0-8 0,8 0 9 0,3 3-9 15,-11-3 0-15,0 0 0 0,14-3 0 0,0-2 0 16,-14 5-58-16,0 0 58 0,20-11-57 0,-4 3 57 15,-16 8-142-15,0 0 142 0,23-22-142 0,-1-2 142 0,22-20-607 16</inkml:trace>
  </inkml:traceGroup>
</inkml:ink>
</file>

<file path=ppt/ink/ink10.xml><?xml version="1.0" encoding="utf-8"?>
<inkml:ink xmlns:inkml="http://www.w3.org/2003/InkML">
  <inkml:definitions>
    <inkml:context xml:id="ctx0">
      <inkml:inkSource xml:id="inkSrc0">
        <inkml:traceFormat>
          <inkml:channel name="X" type="integer" max="19500" units="cm"/>
          <inkml:channel name="Y" type="integer" max="11180" units="cm"/>
          <inkml:channel name="F" type="integer" max="4096" units="dev"/>
          <inkml:channel name="T" type="integer" max="2.14748E9" units="dev"/>
        </inkml:traceFormat>
        <inkml:channelProperties>
          <inkml:channelProperty channel="X" name="resolution" value="631.06793" units="1/cm"/>
          <inkml:channelProperty channel="Y" name="resolution" value="642.52875" units="1/cm"/>
          <inkml:channelProperty channel="F" name="resolution" value="0" units="1/dev"/>
          <inkml:channelProperty channel="T" name="resolution" value="1" units="1/dev"/>
        </inkml:channelProperties>
      </inkml:inkSource>
      <inkml:timestamp xml:id="ts0" timeString="2020-12-07T08:33:17.519"/>
    </inkml:context>
    <inkml:brush xml:id="br0">
      <inkml:brushProperty name="width" value="0.1" units="cm"/>
      <inkml:brushProperty name="height" value="0.1" units="cm"/>
      <inkml:brushProperty name="color" value="#ED1C24"/>
      <inkml:brushProperty name="fitToCurve" value="1"/>
    </inkml:brush>
  </inkml:definitions>
  <inkml:traceGroup>
    <inkml:annotationXML>
      <emma:emma xmlns:emma="http://www.w3.org/2003/04/emma" version="1.0">
        <emma:interpretation id="{698617D9-95C9-4920-AF4B-BE6D0AA0A098}" emma:medium="tactile" emma:mode="ink">
          <msink:context xmlns:msink="http://schemas.microsoft.com/ink/2010/main" type="inkDrawing"/>
        </emma:interpretation>
      </emma:emma>
    </inkml:annotationXML>
    <inkml:trace contextRef="#ctx0" brushRef="#br0">0 215 583 0,'0'0'0'0,"14"-2"0"0,11-7 0 15,-25 9 0-15,0 0 0 0,14-5 0 0,-6 2 0 16,-8 3 8-16,0 0-8 0,6-8 9 0,-1 5-9 16,-5 3 9-16,0 0-9 0,0 0 9 0,3-8-9 15,-3 8-2-15,0 0 2 0,3-5-2 0,5-1 2 0,-8 6 0 16,0 0 0-16,6-8 0 0,8 0 0 0,-14 8 2 15,0 0-2-15,14-11 2 0,2-5-2 0,-16 16 2 16,0 0-2-16,20-17 2 0,5 1-2 0,-25 16 2 16,0 0-2-16,22-11 2 0,-3-5-2 0,-19 16-1 15,0 0 1-15,20-14 0 0,-1 3 0 0,-19 11-96 16,0 0 96-16,20-8-96 0,-9-3 96 0,20-8-241 16</inkml:trace>
  </inkml:traceGroup>
</inkml:ink>
</file>

<file path=ppt/ink/ink11.xml><?xml version="1.0" encoding="utf-8"?>
<inkml:ink xmlns:inkml="http://www.w3.org/2003/InkML">
  <inkml:definitions>
    <inkml:context xml:id="ctx0">
      <inkml:inkSource xml:id="inkSrc0">
        <inkml:traceFormat>
          <inkml:channel name="X" type="integer" max="19500" units="cm"/>
          <inkml:channel name="Y" type="integer" max="11180" units="cm"/>
          <inkml:channel name="F" type="integer" max="4096" units="dev"/>
          <inkml:channel name="T" type="integer" max="2.14748E9" units="dev"/>
        </inkml:traceFormat>
        <inkml:channelProperties>
          <inkml:channelProperty channel="X" name="resolution" value="631.06793" units="1/cm"/>
          <inkml:channelProperty channel="Y" name="resolution" value="642.52875" units="1/cm"/>
          <inkml:channelProperty channel="F" name="resolution" value="0" units="1/dev"/>
          <inkml:channelProperty channel="T" name="resolution" value="1" units="1/dev"/>
        </inkml:channelProperties>
      </inkml:inkSource>
      <inkml:timestamp xml:id="ts0" timeString="2020-12-07T08:33:17.862"/>
    </inkml:context>
    <inkml:brush xml:id="br0">
      <inkml:brushProperty name="width" value="0.1" units="cm"/>
      <inkml:brushProperty name="height" value="0.1" units="cm"/>
      <inkml:brushProperty name="color" value="#ED1C24"/>
      <inkml:brushProperty name="fitToCurve" value="1"/>
    </inkml:brush>
  </inkml:definitions>
  <inkml:traceGroup>
    <inkml:annotationXML>
      <emma:emma xmlns:emma="http://www.w3.org/2003/04/emma" version="1.0">
        <emma:interpretation id="{4FE614B9-FF03-4B95-BF5F-3A7BB3FCDB56}" emma:medium="tactile" emma:mode="ink">
          <msink:context xmlns:msink="http://schemas.microsoft.com/ink/2010/main" type="inkDrawing"/>
        </emma:interpretation>
      </emma:emma>
    </inkml:annotationXML>
    <inkml:trace contextRef="#ctx0" brushRef="#br0">52-1 1099 0,'0'0'0'0,"-19"0"0"16,-15 0 0-16,34 0 120 0,0 0-120 0,0 0 120 0,25 5-120 16,-25-5 2-16,0 0-2 0,20 0 2 0,-1 0-2 15,-19 0-31-15,0 0 31 0,14 0-31 0,-3 0 31 16,-11 0-57-16,0 0 57 0,11 3-56 0,0 0 56 0,-11-3-38 15,0 0 38-15,6 5-37 0,2 3 37 0,-8-8-47 16,0 0 47-16,9 11-46 0,-4 3 46 0,-5-14-163 16,0 0 163-16,6 8-163 0,-1 0 163 0,9 11-405 15</inkml:trace>
  </inkml:traceGroup>
</inkml:ink>
</file>

<file path=ppt/ink/ink12.xml><?xml version="1.0" encoding="utf-8"?>
<inkml:ink xmlns:inkml="http://www.w3.org/2003/InkML">
  <inkml:definitions>
    <inkml:context xml:id="ctx0">
      <inkml:inkSource xml:id="inkSrc0">
        <inkml:traceFormat>
          <inkml:channel name="X" type="integer" max="19500" units="cm"/>
          <inkml:channel name="Y" type="integer" max="11180" units="cm"/>
          <inkml:channel name="F" type="integer" max="4096" units="dev"/>
          <inkml:channel name="T" type="integer" max="2.14748E9" units="dev"/>
        </inkml:traceFormat>
        <inkml:channelProperties>
          <inkml:channelProperty channel="X" name="resolution" value="631.06793" units="1/cm"/>
          <inkml:channelProperty channel="Y" name="resolution" value="642.52875" units="1/cm"/>
          <inkml:channelProperty channel="F" name="resolution" value="0" units="1/dev"/>
          <inkml:channelProperty channel="T" name="resolution" value="1" units="1/dev"/>
        </inkml:channelProperties>
      </inkml:inkSource>
      <inkml:timestamp xml:id="ts0" timeString="2020-12-07T08:33:18.160"/>
    </inkml:context>
    <inkml:brush xml:id="br0">
      <inkml:brushProperty name="width" value="0.1" units="cm"/>
      <inkml:brushProperty name="height" value="0.1" units="cm"/>
      <inkml:brushProperty name="color" value="#ED1C24"/>
      <inkml:brushProperty name="fitToCurve" value="1"/>
    </inkml:brush>
  </inkml:definitions>
  <inkml:traceGroup>
    <inkml:annotationXML>
      <emma:emma xmlns:emma="http://www.w3.org/2003/04/emma" version="1.0">
        <emma:interpretation id="{F3C7E1FD-5267-483E-A6E7-29F43E5AD8C7}" emma:medium="tactile" emma:mode="ink">
          <msink:context xmlns:msink="http://schemas.microsoft.com/ink/2010/main" type="inkDrawing"/>
        </emma:interpretation>
      </emma:emma>
    </inkml:annotationXML>
    <inkml:trace contextRef="#ctx0" brushRef="#br0">0 36 1143 0,'0'0'0'0,"16"16"0"16,9 14 0-16,-25-30 120 0,0 0-120 0,6 0 120 16,-12-16-120-16,6 16 66 0,0 0-66 0,0-14 66 15,-8 3-66-15,8 11 2 0,0 0-2 0,-3-11 2 16,1 3-2-16,2 8-74 0,0 0 74 0,0-5-73 0,0 5 73 16,0 0-200-16,0 0 200 0,0 0-200 0,5-11 200 15,3 3-619-15</inkml:trace>
  </inkml:traceGroup>
</inkml:ink>
</file>

<file path=ppt/ink/ink13.xml><?xml version="1.0" encoding="utf-8"?>
<inkml:ink xmlns:inkml="http://www.w3.org/2003/InkML">
  <inkml:definitions>
    <inkml:context xml:id="ctx0">
      <inkml:inkSource xml:id="inkSrc0">
        <inkml:traceFormat>
          <inkml:channel name="X" type="integer" max="19500" units="cm"/>
          <inkml:channel name="Y" type="integer" max="11180" units="cm"/>
          <inkml:channel name="F" type="integer" max="4096" units="dev"/>
          <inkml:channel name="T" type="integer" max="2.14748E9" units="dev"/>
        </inkml:traceFormat>
        <inkml:channelProperties>
          <inkml:channelProperty channel="X" name="resolution" value="631.06793" units="1/cm"/>
          <inkml:channelProperty channel="Y" name="resolution" value="642.52875" units="1/cm"/>
          <inkml:channelProperty channel="F" name="resolution" value="0" units="1/dev"/>
          <inkml:channelProperty channel="T" name="resolution" value="1" units="1/dev"/>
        </inkml:channelProperties>
      </inkml:inkSource>
      <inkml:timestamp xml:id="ts0" timeString="2020-12-07T08:33:22.456"/>
    </inkml:context>
    <inkml:brush xml:id="br0">
      <inkml:brushProperty name="width" value="0.1" units="cm"/>
      <inkml:brushProperty name="height" value="0.1" units="cm"/>
      <inkml:brushProperty name="color" value="#ED1C24"/>
      <inkml:brushProperty name="fitToCurve" value="1"/>
    </inkml:brush>
  </inkml:definitions>
  <inkml:traceGroup>
    <inkml:annotationXML>
      <emma:emma xmlns:emma="http://www.w3.org/2003/04/emma" version="1.0">
        <emma:interpretation id="{8252CD16-51B1-4CFD-A287-E0E038DBB17D}" emma:medium="tactile" emma:mode="ink">
          <msink:context xmlns:msink="http://schemas.microsoft.com/ink/2010/main" type="inkDrawing"/>
        </emma:interpretation>
      </emma:emma>
    </inkml:annotationXML>
    <inkml:trace contextRef="#ctx0" brushRef="#br0">0 8 830 0,'0'0'0'0,"19"17"0"0,17-1 0 0,-36-16 136 0,0 0-136 16,0 0 137-16,-8-11-137 0,8 11 93 0,0 0-93 15,-11-11 94-15,0 3-94 0,11 8 80 0,0 0-80 16,-6-5 80-16,-5-1-80 0,11 6 55 0,0 0-55 0,-5 0 56 15,5-5-56-15,0 5 55 0,0 0-55 0,0 0 55 16,0 0-55-16,0 0 67 0,0 0-67 0,5 5 68 16,6 1-68-16,-11-6 58 0,0 0-58 0,14 11 59 15,0 2-59-15,-14-13 10 0,0 0-10 0,19 14 10 16,1 5-10-16,-20-19 4 0,0 0-4 0,22 30 5 16,6 5-5-16,-28-35 12 0,0 0-12 0,25 33 13 15,3-3-13-15,-28-30 7 0,0 0-7 0,27 33 7 16,4-3-7-16,-31-30 0 0,0 0 0 0,25 33 1 15,3 2-1-15,-28-35 8 0,0 0-8 0,28 33 8 16,-6-3-8-16,-22-30 7 0,0 0-7 0,25 27 8 16,-3 3-8-16,-22-30 14 0,0 0-14 0,20 19 15 15,-1 0-15-15,-19-19 8 0,0 0-8 0,17 16 9 0,-3-2-9 16,-14-14 1-16,0 0-1 0,8 11 1 0,-3 3-1 16,-5-14 1-16,0 0-1 0,9 2 1 0,-9 1-1 0,0-3-64 15,0 0 64-15,0 0-63 0,5 6 63 0,-5-6-189 16,0 0 189-16,0 0-188 0,0 0 188 0,0 0-176 15,0 0 176-15,0 0-175 0,0-11 175 0,-5 0-810 16</inkml:trace>
  </inkml:traceGroup>
</inkml:ink>
</file>

<file path=ppt/ink/ink14.xml><?xml version="1.0" encoding="utf-8"?>
<inkml:ink xmlns:inkml="http://www.w3.org/2003/InkML">
  <inkml:definitions>
    <inkml:context xml:id="ctx0">
      <inkml:inkSource xml:id="inkSrc0">
        <inkml:traceFormat>
          <inkml:channel name="X" type="integer" max="19500" units="cm"/>
          <inkml:channel name="Y" type="integer" max="11180" units="cm"/>
          <inkml:channel name="F" type="integer" max="4096" units="dev"/>
          <inkml:channel name="T" type="integer" max="2.14748E9" units="dev"/>
        </inkml:traceFormat>
        <inkml:channelProperties>
          <inkml:channelProperty channel="X" name="resolution" value="631.06793" units="1/cm"/>
          <inkml:channelProperty channel="Y" name="resolution" value="642.52875" units="1/cm"/>
          <inkml:channelProperty channel="F" name="resolution" value="0" units="1/dev"/>
          <inkml:channelProperty channel="T" name="resolution" value="1" units="1/dev"/>
        </inkml:channelProperties>
      </inkml:inkSource>
      <inkml:timestamp xml:id="ts0" timeString="2020-12-07T08:33:23.071"/>
    </inkml:context>
    <inkml:brush xml:id="br0">
      <inkml:brushProperty name="width" value="0.1" units="cm"/>
      <inkml:brushProperty name="height" value="0.1" units="cm"/>
      <inkml:brushProperty name="color" value="#ED1C24"/>
      <inkml:brushProperty name="fitToCurve" value="1"/>
    </inkml:brush>
  </inkml:definitions>
  <inkml:traceGroup>
    <inkml:annotationXML>
      <emma:emma xmlns:emma="http://www.w3.org/2003/04/emma" version="1.0">
        <emma:interpretation id="{BEE2DCB7-EB19-4852-A141-CA9DA8BDA844}" emma:medium="tactile" emma:mode="ink">
          <msink:context xmlns:msink="http://schemas.microsoft.com/ink/2010/main" type="inkDrawing"/>
        </emma:interpretation>
      </emma:emma>
    </inkml:annotationXML>
    <inkml:trace contextRef="#ctx0" brushRef="#br0">0 462 382 0,'0'0'0'0,"14"-16"0"0,0-14 0 15,-14 30 0-15,0 0 0 0,9-11 1 0,-7 6-1 0,-2 5 75 16,0 0-75-16,0 0 76 0,0 0-76 0,0 0 91 16,0 0-91-16,0 0 92 0,0 0-92 0,0 0 89 15,0 0-89-15,9-3 89 0,-4-3-89 0,-5 6 84 16,0 0-84-16,11-5 85 0,6-11-85 0,-17 16 66 16,0 0-66-16,17-14 66 0,5-5-66 0,-22 19 43 0,0 0-43 15,22-25 44-15,6 1-44 0,-28 24 42 0,0 0-42 16,25-30 43-16,3 3-43 0,-28 27 26 0,0 0-26 15,28-28 26-15,-1-2-26 0,-27 30 34 0,0 0-34 0,31-27 35 16,5 2-35-16,-36 25 31 0,0 0-31 0,31-24 31 16,-4-1-31-16,-27 25 32 0,0 0-32 0,25-21 32 15,-5 1-32-15,-20 20 13 0,0 0-13 0,14-13 14 16,0 5-14-16,-14 8 37 0,0 0-37 0,5-6 37 16,3 1-37-16,-8 5-7 0,0 0 7 0,0 0-6 15,3 0 6-15,-3 0-143 0,0 0 143 0,0 0-143 16,-11 5 143-16,11-5-193 0,0 0 193 0,-5 8-192 15,-9 3 192-15,-6 8-666 0</inkml:trace>
  </inkml:traceGroup>
</inkml:ink>
</file>

<file path=ppt/ink/ink15.xml><?xml version="1.0" encoding="utf-8"?>
<inkml:ink xmlns:inkml="http://www.w3.org/2003/InkML">
  <inkml:definitions>
    <inkml:context xml:id="ctx0">
      <inkml:inkSource xml:id="inkSrc0">
        <inkml:traceFormat>
          <inkml:channel name="X" type="integer" max="19500" units="cm"/>
          <inkml:channel name="Y" type="integer" max="11180" units="cm"/>
          <inkml:channel name="F" type="integer" max="4096" units="dev"/>
          <inkml:channel name="T" type="integer" max="2.14748E9" units="dev"/>
        </inkml:traceFormat>
        <inkml:channelProperties>
          <inkml:channelProperty channel="X" name="resolution" value="631.06793" units="1/cm"/>
          <inkml:channelProperty channel="Y" name="resolution" value="642.52875" units="1/cm"/>
          <inkml:channelProperty channel="F" name="resolution" value="0" units="1/dev"/>
          <inkml:channelProperty channel="T" name="resolution" value="1" units="1/dev"/>
        </inkml:channelProperties>
      </inkml:inkSource>
      <inkml:timestamp xml:id="ts0" timeString="2020-12-07T08:33:23.640"/>
    </inkml:context>
    <inkml:brush xml:id="br0">
      <inkml:brushProperty name="width" value="0.1" units="cm"/>
      <inkml:brushProperty name="height" value="0.1" units="cm"/>
      <inkml:brushProperty name="color" value="#ED1C24"/>
      <inkml:brushProperty name="fitToCurve" value="1"/>
    </inkml:brush>
  </inkml:definitions>
  <inkml:traceGroup>
    <inkml:annotationXML>
      <emma:emma xmlns:emma="http://www.w3.org/2003/04/emma" version="1.0">
        <emma:interpretation id="{C2BF2B37-51CF-4DAF-BF65-24D9572935EA}" emma:medium="tactile" emma:mode="ink">
          <msink:context xmlns:msink="http://schemas.microsoft.com/ink/2010/main" type="inkDrawing"/>
        </emma:interpretation>
      </emma:emma>
    </inkml:annotationXML>
    <inkml:trace contextRef="#ctx0" brushRef="#br0">438 0 449 0,'0'0'0'0,"20"25"0"16,13 13 0-16,-33-38 107 0,0 0-107 16,0 5 107-16,-19-16-107 0,19 11 108 0,0 0-108 0,-14-10 108 15,0-4-108-15,14 14 82 0,0 0-82 0,-11-6 82 16,0 1-82-16,11 5 57 0,0 0-57 0,-11-3 58 15,2 1-58-15,9 2 63 0,0 0-63 0,-11 2 63 16,3 6-63-16,8-8 73 0,0 0-73 0,-14 11 74 16,0 0-74-16,14-11 88 0,0 0-88 0,-14 14 88 0,3 0-88 15,11-14 54-15,0 0-54 0,-14 19 54 16,0 0-54-16,14-19 42 0,0 0-42 0,-19 19 42 0,5 3-42 16,14-22 41-16,0 0-41 0,-20 19 42 0,6-3-42 15,14-16 8-15,0 0-8 0,-25 16 9 0,-2 1-9 16,27-17 32-16,0 0-32 0,-23 11 32 0,4 2-32 0,19-13 16 15,0 0-16-15,-19 14 17 0,2-3-17 0,17-11 5 16,0 0-5-16,-17 11 5 0,-2 2-5 0,19-13 4 16,0 0-4-16,-20 6 4 0,6 2-4 0,14-8-36 15,0 0 36-15,-13 5-36 0,4 1 36 0,9-6-155 16,0 0 155-16,-5 0-155 0,5 0 155 0,-6-6-1126 16</inkml:trace>
  </inkml:traceGroup>
</inkml:ink>
</file>

<file path=ppt/ink/ink16.xml><?xml version="1.0" encoding="utf-8"?>
<inkml:ink xmlns:inkml="http://www.w3.org/2003/InkML">
  <inkml:definitions>
    <inkml:context xml:id="ctx0">
      <inkml:inkSource xml:id="inkSrc0">
        <inkml:traceFormat>
          <inkml:channel name="X" type="integer" max="19500" units="cm"/>
          <inkml:channel name="Y" type="integer" max="11180" units="cm"/>
          <inkml:channel name="F" type="integer" max="4096" units="dev"/>
          <inkml:channel name="T" type="integer" max="2.14748E9" units="dev"/>
        </inkml:traceFormat>
        <inkml:channelProperties>
          <inkml:channelProperty channel="X" name="resolution" value="631.06793" units="1/cm"/>
          <inkml:channelProperty channel="Y" name="resolution" value="642.52875" units="1/cm"/>
          <inkml:channelProperty channel="F" name="resolution" value="0" units="1/dev"/>
          <inkml:channelProperty channel="T" name="resolution" value="1" units="1/dev"/>
        </inkml:channelProperties>
      </inkml:inkSource>
      <inkml:timestamp xml:id="ts0" timeString="2020-12-07T08:33:24.452"/>
    </inkml:context>
    <inkml:brush xml:id="br0">
      <inkml:brushProperty name="width" value="0.1" units="cm"/>
      <inkml:brushProperty name="height" value="0.1" units="cm"/>
      <inkml:brushProperty name="color" value="#ED1C24"/>
      <inkml:brushProperty name="fitToCurve" value="1"/>
    </inkml:brush>
  </inkml:definitions>
  <inkml:traceGroup>
    <inkml:annotationXML>
      <emma:emma xmlns:emma="http://www.w3.org/2003/04/emma" version="1.0">
        <emma:interpretation id="{17764C14-409D-4913-9DBD-CDB1766F73E7}" emma:medium="tactile" emma:mode="ink">
          <msink:context xmlns:msink="http://schemas.microsoft.com/ink/2010/main" type="inkDrawing"/>
        </emma:interpretation>
      </emma:emma>
    </inkml:annotationXML>
    <inkml:trace contextRef="#ctx0" brushRef="#br0">155 109 1681 0,'0'0'0'0,"0"0"21"16,0 0-21-16,-8-19 21 0,-1-11-21 0,9 30 7 16,0 0-7-16,-8-16 8 0,3 2-8 0,5 14-1 15,0 0 1-15,-3-11-1 0,0 3 1 0,3 8-32 16,0 0 32-16,0-6-32 0,-8 4 32 0,8 2-1 16,0 0 1-16,-11 2 0 0,-3 7 0 0,14-9 4 15,0 0-4-15,-14 10 5 0,0 4-5 0,14-14 16 16,0 0-16-16,-17 22 17 0,1 5-17 0,16-27 9 0,0 0-9 15,-12 25 9-15,4 2-9 0,8-27 10 0,0 0-10 16,-5 27 10-16,5-8-10 0,0-19 3 0,0 0-3 16,5 19 4-16,3-2-4 0,-8-17 6 0,0 0-6 0,17 13 6 15,5 1-6-15,-22-14 3 0,0 0-3 0,23 11 3 16,-1-6-3-16,-22-5 1 0,0 0-1 0,25 6 2 16,5-12-2-16,-30 6 4 0,0 0-4 0,20-8 5 15,2-3-5-15,-22 11 0 0,0 0 0 0,25-24 0 16,-3-6 0-16,-22 30 1 0,0 0-1 0,20-30 2 15,-6 3-2-15,-14 27 1 0,0 0-1 0,14-30 2 16,-1 0-2-16,-13 30 9 0,0 0-9 0,12-25 9 16,-4 6-9-16,-8 19 9 0,0 0-9 0,11-14 9 15,-8 6-9-15,-3 8 8 0,0 0-8 0,5-5 9 16,1 2-9-16,-6 3 1 0,0 0-1 0,5 0 1 16,4 8-1-16,-9-8 3 0,0 0-3 0,8 16 3 0,3 1-3 15,-11-17 1-15,0 0-1 0,9 24 2 0,2 4-2 16,-11-28 1-16,0 0-1 0,8 38 2 0,3 5-2 15,-11-43 3-15,0 0-3 0,8 47 4 0,-2 5-4 16,-6-52 6-16,0 0-6 0,6 54 6 0,-4 6-6 0,-2-60 38 16,0 0-38-16,6 55 38 0,-6-1-38 0,0-54 41 15,0 0-41-15,-6 49 41 0,4-2-41 0,2-47 39 16,0 0-39-16,-6 43 40 0,-2-2-40 0,8-41 35 16,0 0-35-16,-11 30 35 0,-3 0-35 0,14-30 34 15,0 0-34-15,-20 22 34 0,6-6-34 0,14-16-10 16,0 0 10-16,-19 3-10 0,5-3 10 0,14 0-122 15,0 0 122-15,-33-14-121 0,-15-13 121 0,-32-14-1404 0</inkml:trace>
  </inkml:traceGroup>
</inkml:ink>
</file>

<file path=ppt/ink/ink17.xml><?xml version="1.0" encoding="utf-8"?>
<inkml:ink xmlns:inkml="http://www.w3.org/2003/InkML">
  <inkml:definitions>
    <inkml:context xml:id="ctx0">
      <inkml:inkSource xml:id="inkSrc0">
        <inkml:traceFormat>
          <inkml:channel name="X" type="integer" max="19500" units="cm"/>
          <inkml:channel name="Y" type="integer" max="11180" units="cm"/>
          <inkml:channel name="F" type="integer" max="4096" units="dev"/>
          <inkml:channel name="T" type="integer" max="2.14748E9" units="dev"/>
        </inkml:traceFormat>
        <inkml:channelProperties>
          <inkml:channelProperty channel="X" name="resolution" value="631.06793" units="1/cm"/>
          <inkml:channelProperty channel="Y" name="resolution" value="642.52875" units="1/cm"/>
          <inkml:channelProperty channel="F" name="resolution" value="0" units="1/dev"/>
          <inkml:channelProperty channel="T" name="resolution" value="1" units="1/dev"/>
        </inkml:channelProperties>
      </inkml:inkSource>
      <inkml:timestamp xml:id="ts0" timeString="2020-12-07T08:33:14.873"/>
    </inkml:context>
    <inkml:brush xml:id="br0">
      <inkml:brushProperty name="width" value="0.1" units="cm"/>
      <inkml:brushProperty name="height" value="0.1" units="cm"/>
      <inkml:brushProperty name="color" value="#ED1C24"/>
      <inkml:brushProperty name="fitToCurve" value="1"/>
    </inkml:brush>
  </inkml:definitions>
  <inkml:traceGroup>
    <inkml:annotationXML>
      <emma:emma xmlns:emma="http://www.w3.org/2003/04/emma" version="1.0">
        <emma:interpretation id="{5EC0A2E8-1C82-4339-8579-73838F464829}" emma:medium="tactile" emma:mode="ink">
          <msink:context xmlns:msink="http://schemas.microsoft.com/ink/2010/main" type="writingRegion" rotatedBoundingBox="9308,11327 13949,8669 14446,9537 9805,12195"/>
        </emma:interpretation>
      </emma:emma>
    </inkml:annotationXML>
    <inkml:traceGroup>
      <inkml:annotationXML>
        <emma:emma xmlns:emma="http://www.w3.org/2003/04/emma" version="1.0">
          <emma:interpretation id="{576397BA-B4DF-4908-BCAD-42FB1F471A7B}" emma:medium="tactile" emma:mode="ink">
            <msink:context xmlns:msink="http://schemas.microsoft.com/ink/2010/main" type="paragraph" rotatedBoundingBox="9308,11327 13949,8669 14446,9537 9805,12195" alignmentLevel="1"/>
          </emma:interpretation>
        </emma:emma>
      </inkml:annotationXML>
      <inkml:traceGroup>
        <inkml:annotationXML>
          <emma:emma xmlns:emma="http://www.w3.org/2003/04/emma" version="1.0">
            <emma:interpretation id="{E0A707E1-31FB-4E29-A522-0563FACCABA0}" emma:medium="tactile" emma:mode="ink">
              <msink:context xmlns:msink="http://schemas.microsoft.com/ink/2010/main" type="line" rotatedBoundingBox="9308,11327 13949,8669 14446,9537 9805,12195"/>
            </emma:interpretation>
          </emma:emma>
        </inkml:annotationXML>
        <inkml:traceGroup>
          <inkml:annotationXML>
            <emma:emma xmlns:emma="http://www.w3.org/2003/04/emma" version="1.0">
              <emma:interpretation id="{6B557146-9340-4555-BE4A-521B38A56B56}" emma:medium="tactile" emma:mode="ink">
                <msink:context xmlns:msink="http://schemas.microsoft.com/ink/2010/main" type="inkWord" rotatedBoundingBox="9308,11327 10517,10635 11014,11503 9805,12195">
                  <msink:destinationLink direction="with" ref="{CB764021-6B82-43A8-9540-DC5C9861B9D5}"/>
                </msink:context>
              </emma:interpretation>
              <emma:one-of disjunction-type="recognition" id="oneOf0">
                <emma:interpretation id="interp0" emma:lang="en-US" emma:confidence="1">
                  <emma:literal>An</emma:literal>
                </emma:interpretation>
                <emma:interpretation id="interp1" emma:lang="en-US" emma:confidence="0">
                  <emma:literal>And</emma:literal>
                </emma:interpretation>
                <emma:interpretation id="interp2" emma:lang="en-US" emma:confidence="0">
                  <emma:literal>Any</emma:literal>
                </emma:interpretation>
                <emma:interpretation id="interp3" emma:lang="en-US" emma:confidence="0">
                  <emma:literal>AM</emma:literal>
                </emma:interpretation>
                <emma:interpretation id="interp4" emma:lang="en-US" emma:confidence="0">
                  <emma:literal>AN</emma:literal>
                </emma:interpretation>
              </emma:one-of>
            </emma:emma>
          </inkml:annotationXML>
          <inkml:trace contextRef="#ctx0" brushRef="#br0">-2198 2903 158 0,'0'0'0'0,"14"-19"0"0,3-17 0 16,-17 36 70-16,0 0-70 0,0 0 70 0,-14 8-70 0,14-8 52 15,0 0-52-15,-8 11 53 0,-1 0-53 0,9-11 63 16,0 0-63-16,-5 8 64 0,-6-2-64 0,11-6 58 15,0 0-58-15,-3 0 58 0,-3-6-58 0,6 6 67 0,0 0-67 16,-8-8 68-16,2-3-68 0,6 11 64 0,0 0-64 16,-14-19 65-16,1-5-65 0,13 24 47 0,0 0-47 15,-12-33 48-15,4-5-48 0,8 38 38 0,0 0-38 16,-11-44 39-16,8-8-39 0,3 52 16 0,0 0-16 0,0-54 17 16,3-3-17-16,-3 57 20 0,0 0-20 0,6-58 20 15,2 1-20-15,-8 57 15 0,0 0-15 0,11-57 15 16,3 2-15-16,-14 55 16 0,0 0-16 0,11-54 17 15,11 5-17-15,-22 49 15 0,0 0-15 0,20-49 16 16,5 0-16-16,-25 49 16 0,0 0-16 0,27-44 17 16,7 3-17-16,-34 41 15 0,0 0-15 0,30-38 16 15,4 2-16-15,-34 36 9 0,0 0-9 0,30-30 10 16,-7 6-10-16,-23 24 16 0,0 0-16 0,25-19 17 16,-12 3-17-16,-13 16 8 0,0 0-8 0,14-9 8 15,0 4-8-15,-14 5 15 0,0 0-15 0,11 0 16 16,3 3-16-16,-14-3 33 0,0 0-33 0,9 13 34 0,4 6-34 15,-13-19 10-15,0 0-10 0,12 28 10 0,-4 7-10 16,-8-35 12-16,0 0-12 0,11 33 13 0,-8-1-13 16,-3-32 9-16,0 0-9 0,5 39 10 0,4 2-10 15,-9-41 15-15,0 0-15 0,5 35 15 0,1-2-15 0,-6-33 14 16,0 0-14-16,5 30 15 0,4 5-15 0,-9-35 25 16,0 0-25-16,8 33 26 0,3-3-26 0,-11-30 12 15,0 0-12-15,6 27 13 0,8-2-13 0,-14-25 5 16,0 0-5-16,5 21 5 0,9-2-5 0,-14-19 3 15,0 0-3-15,6 20 4 0,2-10-4 0,-8-10 0 16,0 0 0-16,3 14 0 0,2-3 0 0,-5-11-66 0,0 0 66 16,6 8-65-16,-3 3 65 0,-3-11-156 15,0 0 156-15,5 3-155 0,1-3 155 0,5 5-841 0</inkml:trace>
          <inkml:trace contextRef="#ctx0" brushRef="#br0" timeOffset="496.0202">-2237 2554 729 0,'0'0'0'0,"25"0"0"0,20-6 0 0,-45 6 53 15,0 0-53-15,0 0 53 0,-22-5-53 0,22 5 48 0,0 0-48 16,-14-3 48-16,-6 3-48 0,20 0-1 16,0 0 1-16,-14-3-1 0,0 1 1 0,14 2-62 0,0 0 62 15,-5 0-61-15,-6-6 61 0,11 6-37 0,0 0 37 16,-3-5-37-16,-5 2 37 0,8 3-6 0,0 0 6 16,0-5-6-16,8-6 6 0,-8 11-21 0,0 0 21 15,8-17-21-15,12-7 21 0,-20 24 11 0,0 0-11 0,25-27 11 16,8-3-11-16,-33 30 57 0,0 0-57 0,36-33 58 15,9-3-58-15,-45 36 46 0,0 0-46 0,39-32 46 16,2 2-46-16,-41 30-52 0,0 0 52 0,36-25-51 16,-2 3 51-16,-34 22-124 0,0 0 124 0,33-19-124 15,3 0 124-15,34-19-326 0</inkml:trace>
          <inkml:trace contextRef="#ctx0" brushRef="#br0" timeOffset="1621.5454">-1453 2197 393 0,'0'0'0'0,"-8"-6"0"15,-6-5 0-15,14 11 33 0,0 0-33 0,-6-2 34 16,6-1-34-16,0 3 9 0,0 0-9 0,0 0 9 15,0 0-9-15,0 0 17 0,0 0-17 0,3 5 17 16,8 6-17-16,-11-11 10 0,0 0-10 0,6 6 10 0,2 2-10 16,-8-8 44-16,0 0-44 0,8 13 45 0,3 1-45 15,-11-14 31-15,0 0-31 0,9 16 31 0,2 4-31 16,-11-20 33-16,0 0-33 0,8 21 34 0,3-4-34 16,-11-17 14-16,0 0-14 0,6 16 15 0,2 0-15 0,-8-16 20 15,0 0-20-15,3 11 20 0,3 3-20 0,-6-14 3 16,0 0-3-16,5 8 4 0,-5 0-4 0,0-8 7 15,0 0-7-15,3 8 8 0,-3-2-8 0,0-6 3 16,0 0-3-16,0 5 3 0,0-2-3 0,0-3 5 16,0 0-5-16,0 0 6 0,0 0-6 0,0 0 3 15,0 0-3-15,0 0 3 0,0-5-3 0,0 5 0 16,0 0 0-16,0-6 0 0,-3-2 0 0,3 8-3 0,0 0 3 16,0-11-3-16,-5-5 3 0,5 16-33 0,0 0 33 15,-3-22-33-15,3-3 33 0,0 25-10 0,0 0 10 16,0-24-10-16,3-1 10 0,-3 25-13 0,0 0 13 0,5-30-12 15,3-2 12-15,-8 32-1 0,0 0 1 0,12-30-1 16,-7 0 1-16,-5 30-4 0,0 0 4 0,8-25-3 16,6 6 3-16,-14 19-1 0,0 0 1 0,9-19 0 15,2 3 0-15,-11 16 0 0,0 0 0 0,14-14 0 16,-3 0 0-16,-11 14 0 0,0 0 0 0,14-11 0 16,0 3 0-16,-14 8 0 0,0 0 0 0,13-8 0 15,1-3 0-15,-14 11 8 0,0 0-8 0,14-5 8 16,-3 5-8-16,-11 0 39 0,0 0-39 0,11 0 40 15,-2 0-40-15,-9 0 20 0,0 0-20 0,8 2 20 16,0 4-20-16,-8-6 30 0,0 0-30 0,6 5 30 0,0 4-30 16,-6-9 20-16,0 0-20 0,8 10 20 0,-3-4-20 15,-5-6 10-15,0 0-10 0,3 8 11 0,3 3-11 16,-6-11 18-16,0 0-18 0,5 11 18 0,4 3-18 16,-9-14 22-16,0 0-22 0,11 8 23 0,-3 0-23 15,-8-8 14-15,0 0-14 0,9 8 15 0,-4-2-15 0,-5-6 18 16,0 0-18-16,6 8 18 0,-1-3-18 0,-5-5 24 15,0 0-24-15,3 11 25 0,0 0-25 0,-3-11 21 16,0 0-21-16,3 14 21 0,-3-4-21 0,0-10 9 16,0 0-9-16,0 14 10 0,0-3-10 0,0-11 18 15,0 0-18-15,0 16 18 0,0 6-18 0,0-22 3 16,0 0-3-16,0 19 4 0,0-2-4 0,0-17 2 0,0 0-2 16,0 16 3-16,0 0-3 0,0-16 5 0,0 0-5 15,5 25 5-15,1-1-5 0,-6-24 0 0,0 0 0 16,8 17 0-16,0 2 0 0,-8-19-3 0,0 0 3 0,11 16-3 15,-5 1 3-15,-6-17-43 0,0 0 43 0,8 8-42 16,3 3 42-16,-11-11-76 0,0 0 76 0,12 5-76 16,1 1 76-16,-13-6-109 0,0 0 109 0,17-6-109 15,-3 1 109-15,19-4-548 0</inkml:trace>
        </inkml:traceGroup>
        <inkml:traceGroup>
          <inkml:annotationXML>
            <emma:emma xmlns:emma="http://www.w3.org/2003/04/emma" version="1.0">
              <emma:interpretation id="{BC2F3E79-A6F4-4D7E-A1E9-F9105F379F26}" emma:medium="tactile" emma:mode="ink">
                <msink:context xmlns:msink="http://schemas.microsoft.com/ink/2010/main" type="inkWord" rotatedBoundingBox="11812,9940 13969,8705 14374,9412 12216,10647"/>
              </emma:interpretation>
              <emma:one-of disjunction-type="recognition" id="oneOf1">
                <emma:interpretation id="interp5" emma:lang="en-US" emma:confidence="0">
                  <emma:literal>human</emma:literal>
                </emma:interpretation>
                <emma:interpretation id="interp6" emma:lang="en-US" emma:confidence="0">
                  <emma:literal>himen</emma:literal>
                </emma:interpretation>
                <emma:interpretation id="interp7" emma:lang="en-US" emma:confidence="0">
                  <emma:literal>homers</emma:literal>
                </emma:interpretation>
                <emma:interpretation id="interp8" emma:lang="en-US" emma:confidence="0">
                  <emma:literal>homen</emma:literal>
                </emma:interpretation>
                <emma:interpretation id="interp9" emma:lang="en-US" emma:confidence="0">
                  <emma:literal>Numen</emma:literal>
                </emma:interpretation>
              </emma:one-of>
            </emma:emma>
          </inkml:annotationXML>
          <inkml:trace contextRef="#ctx0" brushRef="#br0" timeOffset="6561.117">6 798 494 0,'0'0'0'0,"11"30"0"0,8 16 0 0,-19-46 44 0,0 0-44 0,0 0 45 16,-5-21-45-16,5 21 35 0,0 0-35 0,-9-14 35 15,4-5-35-15,5 19 49 0,0 0-49 0,-6-11 50 16,-2 0-50-16,8 11 5 0,0 0-5 0,-3-5 6 16,6 5-6-16,-3 0 12 0,0 0-12 0,0 5 13 15,3 6-13-15,-3-11 26 0,0 0-26 0,5 14 26 16,6 7-26-16,-11-21 1 0,0 0-1 0,14 25 2 15,3 5-2-15,-17-30 21 0,0 0-21 0,25 33 21 16,-3 5-21-16,-22-38 22 0,0 0-22 0,23 35 22 16,-1-2-22-16,-22-33 8 0,0 0-8 0,19 41 8 15,1 0-8-15,-20-41 10 0,0 0-10 0,14 41 11 16,-1 0-11-16,-13-41 8 0,0 0-8 0,14 38 9 16,-5 0-9-16,-9-38 8 0,0 0-8 0,11 33 8 0,-6-1-8 15,-5-32 15-15,0 0-15 0,9 25 15 0,-7 5-15 16,-2-30 14-16,0 0-14 0,6 24 15 0,0 6-15 15,-6-30 9-15,0 0-9 0,5 25 9 0,1-6-9 16,-6-19 16-16,0 0-16 0,8 19 17 0,-8-11-17 0,0-8 3 16,0 0-3-16,3 8 4 0,0 1-4 0,-3-9-11 15,0 0 11-15,0 0-11 0,2 2 11 0,-2-2-41 16,0 0 41-16,0 0-41 0,0-11 41 0,0 11-8 16,0 0 8-16,-5-21-8 0,2-9 8 0,3 30-1 15,0 0 1-15,-8-28 0 0,2 1 0 0,6 27 5 16,0 0-5-16,0-33 5 0,-5-10-5 0,5 43 10 0,0 0-10 15,5-38 11-15,-2-3-11 0,-3 41 10 0,0 0-10 16,5-36 10-16,4 4-10 0,-9 32 15 0,0 0-15 16,5-30 16-16,1 10-16 0,-6 20 38 0,0 0-38 0,5-19 39 15,-5 6-39-15,0 13 41 0,0 0-41 0,3-11 42 16,3 5-42-16,-6 6 40 0,0 0-40 0,5-8 40 16,4 8-40-16,-9 0 35 0,0 0-35 0,11 8 35 15,3 3-35-15,-14-11 34 0,0 0-34 0,14 17 34 16,5 4-34-16,-19-21 32 0,0 0-32 0,14 17 32 15,5 5-32-15,-19-22-27 0,0 0 27 0,14 24-27 16,6 1 27-16,-20-25-34 0,0 0 34 0,14 22-34 16,-3-1 34-16,-11-21-38 0,0 0 38 0,14 22-38 15,0-3 38-15,-14-19-35 0,0 0 35 0,13 19-35 16,1-2 35-16,-14-17-24 0,0 0 24 0,14 13-23 16,-5-5 23-16,-9-8-18 0,0 0 18 0,11 6-18 15,3-1 18-15,-14-5-5 0,0 0 5 0,11-5-5 16,3-1 5-16,-14 6-15 0,0 0 15 0,8-19-14 0,-3-11 14 15,-5 30-4-15,0 0 4 0,3-32-3 0,-6-9 3 16,3 41-6-16,0 0 6 0,-2-44-6 0,-1-8 6 16,3 52-8-16,0 0 8 0,-8-43-7 0,2 2 7 0,6 41-3 15,0 0 3-15,-11-38-3 0,8 10 3 0,3 28-6 16,0 0 6-16,-5-24-6 0,-1 2 6 0,6 22-3 16,0 0 3-16,-3-11-3 0,3-2 3 0,0 13-5 15,0 0 5-15,0-6-5 0,0 1 5 0,0 5-1 16,0 0 1-16,0 0 0 0,14 5 0 0,-14-5 2 15,0 0-2-15,6 6 2 0,5 7-2 0,-11-13 31 16,0 0-31-16,14 14 31 0,2 5-31 0,-16-19 27 0,0 0-27 16,14 22 27-16,6-3-27 0,-20-19 24 0,0 0-24 15,19 24 25-15,1-7-25 0,-20-17 34 0,0 0-34 16,16 16 35-16,1-5-35 0,-17-11 20 0,0 0-20 0,22 5 20 16,-2-5-20-16,-20 0 18 0,0 0-18 0,16-5 19 15,1-6-19-15,-17 11 10 0,0 0-10 0,17-19 10 16,2-6-10-16,-19 25 4 0,0 0-4 0,17-27 5 15,-3-3-5-15,-14 30 0 0,0 0 0 0,14-35 0 16,-1-3 0-16,-13 38-3 0,0 0 3 0,12-36-3 16,-4-2 3-16,-8 38-7 0,0 0 7 0,5-30-7 15,-2 5 7-15,-3 25 0 0,0 0 0 0,6-19 0 16,-6 3 0-16,0 16 10 0,0 0-10 0,0-8 11 16,0-3-11-16,0 11 10 0,0 0-10 0,0-6 11 15,0 1-11-15,0 5 5 0,0 0-5 0,0 0 5 0,0 0-5 16,0 0 7-16,0 0-7 0,0 5 7 0,-6 6-7 15,6-11 13-15,0 0-13 0,0 19 13 0,0 6-13 16,0-25 8-16,0 0-8 0,6 22 9 0,-6 2-9 16,0-24 15-16,0 0-15 0,5 25 16 0,4-1-16 0,-9-24 23 15,0 0-23-15,5 19 24 0,4 1-24 0,-9-20 7 16,0 0-7-16,5 10 8 0,3 4-8 0,-8-14 10 16,0 0-10-16,6 8 10 0,0 3-10 0,-6-11 3 15,0 0-3-15,0 6 4 0,2-1-4 0,-2-5 0 16,0 0 0-16,3 6 1 0,-3-4-1 0,0-2-1 15,0 0 1-15,0 0 0 0,3 6 0 0,-3-6-1 16,0 0 1-16,0 0-1 0,6-8 1 0,-6 8-9 0,0 0 9 16,0-17-8-16,0-2 8 0,0 19-4 0,0 0 4 15,0-24-3-15,0-6 3 0,0 30-3 0,0 0 3 16,2-33-2-16,1-3 2 0,-3 36-2 0,0 0 2 0,3-35-1 16,2 0 1-16,-5 35 0 0,0 0 0 0,6-28 0 15,-3 4 0-15,-3 24 4 0,0 0-4 0,3-19 5 16,5 0-5-16,-8 19 1 0,0 0-1 0,0-11 1 15,5 2-1-15,-5 9 0 0,0 0 0 0,9-8 0 16,-1 6 0-16,-8 2-5 0,0 0 5 0,11-6-5 16,3 6 5-16,-14 0-1 0,0 0 1 0,11 0-1 15,6 6 1-15,-17-6 0 0,0 0 0 0,17 8 0 16,-1 3 0-16,-16-11 1 0,0 0-1 0,14 11 2 16,-3 2-2-16,-11-13 11 0,0 0-11 0,9 14 11 15,-1 2-11-15,-8-16 9 0,0 0-9 0,5 14 9 16,1-1-9-16,-6-13 3 0,0 0-3 0,6 11 4 0,-6-5-4 15,0-6 13-15,0 0-13 0,0 5 13 0,0 1-13 16,0-6 14-16,0 0-14 0,0 0 15 0,0 5-15 16,0-5 3-16,0 0-3 0,0 0 4 0,-9-3-4 0,9 3 7 15,0 0-7-15,-3-8 8 0,-2-3-8 0,5 11 0 16,0 0 0-16,-3-19 1 0,-5-5-1 0,8 24 0 16,0 0 0-16,-3-30 1 0,3-3-1 0,0 33 0 15,0 0 0-15,3-30 0 0,0-5 0 0,-3 35 2 16,0 0-2-16,5-28 2 0,3 1-2 0,-8 27 0 15,0 0 0-15,12-22 0 0,-4 6 0 0,-8 16 0 16,0 0 0-16,11-16 0 0,3 7 0 0,-14 9 0 0,0 0 0 16,19-5 0-16,4 5 0 0,-23 0-1 0,0 0 1 0,25 5-1 15,-3 1 1-15,-22-6-4 0,0 0 4 16,28 11-3-16,2 2 3 0,-30-13-7 0,0 0 7 0,22 14-7 16,-2-3 7-16,-20-11-1 0,0 0 1 0,19 8-1 15,-10 3 1-15,-9-11-1 0,0 0 1 0,14 0 0 16,-3 0 0-16,-11 0-7 0,0 0 7 0,19-5-6 15,-5-4 6-15,-14 9-3 0,0 0 3 0,19-11-3 16,-5-8 3-16,-14 19-12 0,0 0 12 0,20-21-12 16,-6-4 12-16,-14 25-4 0,0 0 4 0,11-27-3 15,0-3 3-15,-11 30-3 0,0 0 3 0,11-25-2 16,-3 1 2-16,-8 24 0 0,0 0 0 0,6-25 1 16,0 6-1-16,-6 19 9 0,0 0-9 0,0-19 9 15,0 5-9-15,0 14 26 0,0 0-26 0,-6-11 26 16,6 6-26-16,0 5 12 0,0 0-12 0,0 0 13 0,-11-5-13 15,11 5 10-15,0 0-10 0,-8 10 11 0,-1 1-11 16,9-11 26-16,0 0-26 0,-8 17 26 0,2 5-26 16,6-22 12-16,0 0-12 0,-5 19 12 0,5 5-12 15,0-24 18-15,0 0-18 0,0 25 18 0,0-1-18 16,0-24 33-16,0 0-33 0,0 19 34 0,8-2-34 0,-8-17 10 16,0 0-10-16,11 13 11 0,3-2-11 0,-14-11 30 15,0 0-30-15,14 8 30 0,0-2-30 0,-14-6 28 16,0 0-28-16,19 0 28 0,-5-6-28 0,-14 6 3 15,0 0-3-15,14-8 3 0,0-3-3 0,-14 11 9 16,0 0-9-16,14-16 9 0,0-9-9 0,-14 25 3 0,0 0-3 16,11-24 4-16,0-3-4 0,-11 27 2 0,0 0-2 15,11-30 2-15,6 0-2 0,-17 30 5 0,0 0-5 16,8-28 5-16,3 1-5 0,-11 27 12 0,0 0-12 16,9-22 12-16,-4 0-12 0,-5 22 8 0,0 0-8 0,0-13 9 15,3-4-9-15,-3 17 15 0,0 0-15 0,3-8 16 16,-3 3-16-16,0 5 3 0,0 0-3 0,0 0 4 15,8-8-4-15,-8 8 7 0,0 0-7 0,3 2 7 16,8 4-7-16,-11-6-2 0,0 0 2 0,5 5-1 16,9 3 1-16,-14-8-2 0,0 0 2 0,6 11-2 15,5 6 2-15,-11-17-2 0,0 0 2 0,8 13-2 16,1 1 2-16,-9-14-2 0,0 0 2 0,8 14-1 16,-2 2 1-16,-6-16 1 0,0 0-1 0,5 8 1 15,1 3-1-15,-6-11 1 0,0 0-1 0,3 11 2 16,2-8-2-16,-5-3-1 0,0 0 1 0,0 5 0 15,0 1 0-15,0-6 0 0,0 0 0 0,0 0 0 0,3 5 0 16,-3-5-4-16,0 0 4 0,0 0-4 0,5 0 4 16,-5 0-3-16,0 0 3 0,0 0-3 0,6 0 3 15,-6 0-6-15,0 0 6 0,0 0-5 0,6-11 5 0,-6 11-8 16,0 0 8-16,2-5-7 0,1 2 7 0,-3 3-3 16,0 0 3-16,3-5-3 0,2-4 3 0,-5 9-20 15,0 0 20-15,6-2-19 0,2-1 19 0,-8 3-3 16,0 0 3-16,3-3-3 0,0 3 3 0,-3 0-3 15,0 0 3-15,8 0-2 0,-2 3 2 0,-6-3-6 16,0 0 6-16,3 3-5 0,2-1 5 0,-5-2-1 16,0 0 1-16,0 0 0 0,6 9 0 0,-6-9 2 15,0 0-2-15,2 5 2 0,4-2-2 0,-6-3 3 0,0 0-3 16,6 5 3-16,-1-2-3 0,-5-3 6 0,0 0-6 16,0 0 6-16,3 8-6 0,-3-8 7 0,0 0-7 15,0 0 8-15,0 0-8 0,0 0 0 0,0 0 0 0,0 0 1 16,0 0-1-16,0 0 3 0,0 0-3 0,0 0 3 15,0 0-3-15,0 0 5 0,0 0-5 0,0 0 5 16,0 0-5-16,0 0 3 0,0 0-3 0,0 0 3 16,3-11-3-16,-3 11 11 0,0 0-11 0,2-8 11 15,4-3-11-15,-6 11 3 0,0 0-3 0,0-14 4 16,0-7-4-16,0 21 6 0,0 0-6 0,0-22 7 16,3 0-7-16,-3 22 7 0,0 0-7 0,0-22 8 15,0 0-8-15,0 22 0 0,0 0 0 0,0-19 1 16,3 3-1-16,-3 16 0 0,0 0 0 0,8-16 0 15,0-1 0-15,-8 17-7 0,0 0 7 0,11-16-6 0,3 2 6 16,-14 14-4-16,0 0 4 0,9-11-4 0,2 3 4 16,-11 8-1-16,0 0 1 0,14-5 0 0,-6-1 0 15,-8 6-1-15,0 0 1 0,11 0 0 0,3 0 0 16,-14 0-2-16,0 0 2 0,14 3-1 0,5 5 1 0,-19-8 0 16,0 0 0-16,14 6 1 0,0-1-1 0,-14-5 0 15,0 0 0-15,14 8 0 0,-3 3 0 0,-11-11 0 16,0 0 0-16,14 6 0 0,-8-1 0 0,-6-5 1 15,0 0-1-15,8 8 1 0,0-2-1 0,-8-6 3 16,0 0-3-16,6 2 4 0,-1 1-4 0,-5-3 3 16,0 0-3-16,6 6 3 0,-3 2-3 0,-3-8 5 15,0 0-5-15,5 8 6 0,-5-3-6 0,0-5 0 0,0 0 0 16,3 6 0-16,-3-1 0 0,0-5-7 0,0 0 7 16,0 0-6-16,3 6 6 0,-3-6-118 0,0 0 118 0,0 0-118 15,3-6 118-15,-3 6-177 0,0 0 177 0,0-13-176 16,-3 2 176-16,0-14-1096 0</inkml:trace>
        </inkml:traceGroup>
      </inkml:traceGroup>
    </inkml:traceGroup>
  </inkml:traceGroup>
</inkml:ink>
</file>

<file path=ppt/ink/ink18.xml><?xml version="1.0" encoding="utf-8"?>
<inkml:ink xmlns:inkml="http://www.w3.org/2003/InkML">
  <inkml:definitions>
    <inkml:context xml:id="ctx0">
      <inkml:inkSource xml:id="inkSrc0">
        <inkml:traceFormat>
          <inkml:channel name="X" type="integer" max="19500" units="cm"/>
          <inkml:channel name="Y" type="integer" max="11180" units="cm"/>
          <inkml:channel name="F" type="integer" max="4096" units="dev"/>
          <inkml:channel name="T" type="integer" max="2.14748E9" units="dev"/>
        </inkml:traceFormat>
        <inkml:channelProperties>
          <inkml:channelProperty channel="X" name="resolution" value="631.06793" units="1/cm"/>
          <inkml:channelProperty channel="Y" name="resolution" value="642.52875" units="1/cm"/>
          <inkml:channelProperty channel="F" name="resolution" value="0" units="1/dev"/>
          <inkml:channelProperty channel="T" name="resolution" value="1" units="1/dev"/>
        </inkml:channelProperties>
      </inkml:inkSource>
      <inkml:timestamp xml:id="ts0" timeString="2020-12-07T08:34:00.753"/>
    </inkml:context>
    <inkml:brush xml:id="br0">
      <inkml:brushProperty name="width" value="0.1" units="cm"/>
      <inkml:brushProperty name="height" value="0.1" units="cm"/>
      <inkml:brushProperty name="color" value="#3165BB"/>
      <inkml:brushProperty name="fitToCurve" value="1"/>
    </inkml:brush>
    <inkml:brush xml:id="br1">
      <inkml:brushProperty name="width" value="0.1" units="cm"/>
      <inkml:brushProperty name="height" value="0.1" units="cm"/>
      <inkml:brushProperty name="color" value="#ED1C24"/>
      <inkml:brushProperty name="fitToCurve" value="1"/>
    </inkml:brush>
  </inkml:definitions>
  <inkml:traceGroup>
    <inkml:annotationXML>
      <emma:emma xmlns:emma="http://www.w3.org/2003/04/emma" version="1.0">
        <emma:interpretation id="{792276C2-43F0-4349-9E43-1C150452414F}" emma:medium="tactile" emma:mode="ink">
          <msink:context xmlns:msink="http://schemas.microsoft.com/ink/2010/main" type="writingRegion" rotatedBoundingBox="3193,6451 7357,6658 7290,8007 3126,7801"/>
        </emma:interpretation>
      </emma:emma>
    </inkml:annotationXML>
    <inkml:traceGroup>
      <inkml:annotationXML>
        <emma:emma xmlns:emma="http://www.w3.org/2003/04/emma" version="1.0">
          <emma:interpretation id="{19072064-F6B1-49E4-8127-D25B8505783F}" emma:medium="tactile" emma:mode="ink">
            <msink:context xmlns:msink="http://schemas.microsoft.com/ink/2010/main" type="paragraph" rotatedBoundingBox="3193,6451 7357,6658 7290,8007 3126,7801" alignmentLevel="1"/>
          </emma:interpretation>
        </emma:emma>
      </inkml:annotationXML>
      <inkml:traceGroup>
        <inkml:annotationXML>
          <emma:emma xmlns:emma="http://www.w3.org/2003/04/emma" version="1.0">
            <emma:interpretation id="{27EE9EBA-C15B-4A3C-8669-345AD22ADA7D}" emma:medium="tactile" emma:mode="ink">
              <msink:context xmlns:msink="http://schemas.microsoft.com/ink/2010/main" type="line" rotatedBoundingBox="3193,6451 7357,6658 7303,7742 3139,7536"/>
            </emma:interpretation>
          </emma:emma>
        </inkml:annotationXML>
        <inkml:traceGroup>
          <inkml:annotationXML>
            <emma:emma xmlns:emma="http://www.w3.org/2003/04/emma" version="1.0">
              <emma:interpretation id="{0B147ED2-3C75-49B9-9401-0001642F815B}" emma:medium="tactile" emma:mode="ink">
                <msink:context xmlns:msink="http://schemas.microsoft.com/ink/2010/main" type="inkWord" rotatedBoundingBox="5422,6562 7357,6658 7308,7647 5373,7551"/>
              </emma:interpretation>
              <emma:one-of disjunction-type="recognition" id="oneOf0">
                <emma:interpretation id="interp0" emma:lang="en-US" emma:confidence="1">
                  <emma:literal>0002</emma:literal>
                </emma:interpretation>
                <emma:interpretation id="interp1" emma:lang="en-US" emma:confidence="0">
                  <emma:literal>000 Z</emma:literal>
                </emma:interpretation>
                <emma:interpretation id="interp2" emma:lang="en-US" emma:confidence="0">
                  <emma:literal>000 2</emma:literal>
                </emma:interpretation>
                <emma:interpretation id="interp3" emma:lang="en-US" emma:confidence="0">
                  <emma:literal>000 z</emma:literal>
                </emma:interpretation>
                <emma:interpretation id="interp4" emma:lang="en-US" emma:confidence="0">
                  <emma:literal>000 a</emma:literal>
                </emma:interpretation>
              </emma:one-of>
            </emma:emma>
          </inkml:annotationXML>
          <inkml:trace contextRef="#ctx0" brushRef="#br0">2529-307 124 0,'0'0'0'0,"0"0"0"15,8 5 0-15,-8-5 33 0,0 0-33 0,-8 3 33 16,-6 3-33-16,14-6 21 0,0 0-21 0,-19 5 21 16,-1-2-21-16,20-3 36 0,0 0-36 0,-22 5 37 15,3 6-37-15,19-11 21 0,0 0-21 0,-28 6 21 16,3 7-21-16,25-13 28 0,0 0-28 0,-25 11 28 16,-3 8-28-16,28-19 21 0,0 0-21 0,-19 14 21 15,2 2-21-15,17-16 5 0,0 0-5 0,-11 19 5 16,3 0-5-16,8-19 8 0,0 0-8 0,-6 25 9 15,0-1-9-15,6-24 3 0,0 0-3 0,-2 25 4 16,4-1-4-16,-2-24 11 0,0 0-11 0,6 25 11 0,0-6-11 16,-6-19 23-16,0 0-23 0,13 25 24 0,1 5-24 15,-14-30 7-15,0 0-7 0,20 32 7 0,-1 9-7 16,-19-41 17-16,0 0-17 0,20 30 17 0,-4-5-17 0,-16-25 33 16,0 0-33-16,17 24 34 0,5 1-34 0,-22-25 4 15,0 0-4-15,20 22 5 0,2-1-5 0,-22-21 35 16,0 0-35-16,25 19 36 0,-6-2-36 0,-19-17 18 15,0 0-18-15,23 13 18 0,-4-4-18 0,-19-9 18 16,0 0-18-16,20 5 18 0,-1-5-18 0,-19 0 5 16,0 0-5-16,19 0 5 0,-2-3-5 0,-17 3 8 15,0 0-8-15,20-5 8 0,-1-1-8 0,-19 6 7 0,0 0-7 16,19-5 8-16,-5-6-8 0,-14 11 14 0,0 0-14 16,20-8 15-16,-6-3-15 0,-14 11 8 0,0 0-8 0,19-14 8 15,-5-2-8-15,-14 16 9 0,0 0-9 0,19-14 9 16,-5-5-9-16,-14 19 8 0,0 0-8 0,14-19 8 15,6-3-8-15,-20 22 8 0,0 0-8 0,14-21 8 16,0-1-8-16,-14 22 15 0,0 0-15 0,11-19 15 16,-3 0-15-16,-8 19 14 0,0 0-14 0,6-17 15 15,-1 1-15-15,-5 16 15 0,0 0-15 0,3-16 16 16,-3 2-16-16,0 14 26 0,0 0-26 0,-3-16 26 16,-2-3-26-16,5 19 30 0,0 0-30 0,-9-17 30 15,4 1-30-15,5 16 37 0,0 0-37 0,-11-11 37 16,2-5-37-16,9 16 23 0,0 0-23 0,-14-14 24 15,3 3-24-15,11 11 18 0,0 0-18 0,-8-8 19 16,-6-3-19-16,14 11 10 0,0 0-10 0,-14-6 10 0,-3 1-10 16,17 5-23-16,0 0 23 0,-14-3-22 0,-2-2 22 15,16 5-185-15,0 0 185 0,-17 0-185 0,-2-8 185 16,-17-1-581-16</inkml:trace>
          <inkml:trace contextRef="#ctx0" brushRef="#br0" timeOffset="-584.5766">2643-299 247 0,'0'0'0'0,"-8"11"0"0,-6 3 0 0,14-14-44 0,0 0 44 0,-6 5-43 15,1 1 43-15,-9-1-50 0</inkml:trace>
          <inkml:trace contextRef="#ctx0" brushRef="#br0" timeOffset="2417.3206">3274 1 158 0,'0'0'0'0,"0"0"0"0,11 0 0 0,-11 0 47 16,0 0-47-16,6 0 48 0,-4-5-48 0,-2 5 59 15,0 0-59-15,0 0 59 0,3-9-59 0,-3 9 40 16,0 0-40-16,0-5 40 0,0-1-40 0,0 6 20 16,0 0-20-16,0-5 20 0,0 0-20 0,0 5 20 0,0 0-20 15,3-6 20-15,2-2-20 0,-5 8 44 0,0 0-44 16,3-6 45-16,3-7-45 0,-6 13 43 0,0 0-43 0,11-11 44 15,3-3-44-15,-14 14 46 0,0 0-46 0,14-11 46 16,5 3-46-16,-19 8 37 0,0 0-37 0,20-8 37 16,-1 5-37-16,-19 3 26 0,0 0-26 0,22-5 26 15,3-1-26-15,-25 6 34 0,0 0-34 0,28-2 35 16,5-1-35-16,-33 3 30 0,0 0-30 0,28 0 30 16,0 3-30-16,-28-3 38 0,0 0-38 0,28 8 39 15,2-3-39-15,-30-5 33 0,0 0-33 0,25 6 33 16,3 2-33-16,-28-8 14 0,0 0-14 0,20 11 15 15,2 2-15-15,-22-13 21 0,0 0-21 0,25 17 21 16,-8 2-21-16,-17-19 23 0,0 0-23 0,16 11 24 16,-2 2-24-16,-14-13 38 0,0 0-38 0,14 14 38 15,0 2-38-15,-14-16 21 0,0 0-21 0,11 19 21 0,0-8-21 16,-11-11 29-16,0 0-29 0,11 17 29 0,-5 5-29 16,-6-22 7-16,0 0-7 0,8 13 7 0,-2 4-7 15,-6-17 10-15,0 0-10 0,5 13 11 0,4 1-11 0,-9-14 8 16,0 0-8-16,5 16 9 0,-5 3-9 0,0-19 23 15,0 0-23-15,3 19 24 0,2-5-24 0,-5-14 12 16,0 0-12-16,6 16 13 0,0-2-13 0,-6-14 5 16,0 0-5-16,8 16 5 0,-8 3-5 0,0-19 14 15,0 0-14-15,5 19 15 0,-5 1-15 0,0-20 14 16,0 0-14-16,3 16 15 0,-3 3-15 0,0-19 3 0,0 0-3 16,0 14 4-16,6-1-4 0,-6-13 13 0,0 0-13 15,0 17 14-15,0-1-14 0,0-16 8 0,0 0-8 16,0 16 9-16,5 1-9 0,-5-17 8 0,0 0-8 15,0 19 9-15,0 0-9 0,0-19 15 0,0 0-15 0,0 24 15 16,0 1-15-16,0-25 8 0,0 0-8 0,-5 24 8 16,5-2-8-16,0-22 9 0,0 0-9 0,0 22 9 15,0-3-9-15,0-19 8 0,0 0-8 0,0 17 8 16,0-4-8-16,0-13 8 0,0 0-8 0,0 11 8 16,0-3-8-16,0-8 8 0,0 0-8 0,0 8 8 15,0 1-8-15,0-9 8 0,0 0-8 0,0 5 8 16,-6 3-8-16,6-8 1 0,0 0-1 0,-3 11 1 15,3-3-1-15,0-8 3 0,0 0-3 0,0 9 3 16,0-1-3-16,0-8 5 0,0 0-5 0,-5 5 5 16,5-5-5-16,0 0 7 0,0 0-7 0,0 6 7 15,0-4-7-15,0-2 8 0,0 0-8 0,0 0 8 0,-6 6-8 16,6-6 3-16,0 0-3 0,0 0 4 0,0 0-4 16,0 0 0-16,0 0 0 0,0 0 1 0,-5 5-1 0,5-5 5 15,0 0-5-15,0 0 5 0,-3 0-5 16,3 0 2-16,0 0-2 0,-6 6 3 0,-2-6-3 0,8 0 2 15,0 0-2-15,-5 0 2 0,-1 0-2 0,6 0 1 16,0 0-1-16,-6 0 2 0,4 0-2 0,2 0 3 16,0 0-3-16,-6 0 4 0,3 0-4 0,3 0 6 15,0 0-6-15,-5-6 6 0,-1-2-6 0,6 8 7 16,0 0-7-16,-14-11 8 0,0-2-8 0,14 13 8 16,0 0-8-16,-13-11 8 0,-4-6-8 0,17 17 15 15,0 0-15-15,-17-13 15 0,-2-6-15 0,19 19 14 0,0 0-14 16,-14-20 15-16,-6 1-15 0,20 19 4 0,0 0-4 15,-14-16 4-15,3-3-4 0,11 19 13 0,0 0-13 0,-8-19 14 16,-3-3-14-16,11 22 3 0,0 0-3 0,-8-16 4 16,-1-1-4-16,9 17 6 0,0 0-6 0,-5-13 7 15,-4 2-7-15,9 11 13 0,0 0-13 0,-5-11 14 16,-1 3-14-16,6 8 1 0,0 0-1 0,-5-6 1 16,2-2-1-16,3 8 3 0,0 0-3 0,0 0 4 15,-6-5-4-15,6 5 2 0,0 0-2 0,0 0 2 16,0 0-2-16,0 0 10 0,0 0-10 0,0 0 10 15,0 0-10-15,0 0 8 0,0 0-8 0,0 0 9 16,3 8-9-16,-3-8 1 0,0 0-1 0,3 11 1 16,5-6-1-16,-8-5 0 0,0 0 0 0,6 14 1 15,-1-3-1-15,-5-11-5 0,0 0 5 0,9 13-5 16,-1 4 5-16,-8-17-2 0,0 0 2 0,11 16-1 0,3 0 1 16,-14-16-17-16,0 0 17 0,14 19-16 0,5-2 16 15,-19-17-4-15,0 0 4 0,14 16-3 0,0 1 3 16,-14-17 0-16,0 0 0 0,20 8 0 0,-6 3 0 0,-14-11-2 15,0 0 2-15,19 11-2 0,0-6 2 0,-19-5-2 16,0 0 2-16,20 5-1 0,-3 4 1 0,-17-9-1 16,0 0 1-16,16 5-1 0,-2-5 1 0,-14 0 0 15,0 0 0-15,14 6 0 0,0-4 0 0,-14-2 1 16,0 0-1-16,14 6 2 0,-3-1-2 0,-11-5 1 16,0 0-1-16,11 6 2 0,0-1-2 0,-11-5 1 15,0 0-1-15,6 6 2 0,2 2-2 0,-8-8 4 16,0 0-4-16,8 5 4 0,-2-5-4 0,-6 0 12 0,0 0-12 15,5 3 12-15,1 0-12 0,-6-3 1 0,0 0-1 16,6 2 1-16,-4-2-1 0,-2 0 3 0,0 0-3 16,0 0 4-16,9-2-4 0,-9 2 6 0,0 0-6 0,0 0 6 15,11-6-6-15,-11 6 0 0,0 0 0 0,0 0 1 16,5-5-1-16,-5 5 2 0,0 0-2 0,6-8 3 16,2-1-3-16,-8 9 5 0,0 0-5 0,3-8 5 15,3 0-5-15,-6 8 0 0,0 0 0 0,5-8 1 16,1 0-1-16,-6 8 2 0,0 0-2 0,8-14 3 15,-2 3-3-15,-6 11 0 0,0 0 0 0,5-16 0 16,4-1 0-16,-9 17 0 0,0 0 0 0,13-11 0 16,-4-8 0-16,-9 19 4 0,0 0-4 0,11-11 5 15,-3-2-5-15,-8 13 31 0,0 0-31 0,6-6 31 16,-1-5-31-16,-5 11 10 0,0 0-10 0,3-5 11 0,0 2-11 16,-3 3 12-16,0 0-12 0,0 0 13 0,3-5-13 15,-3 5 25-15,0 0-25 0,0 0 26 0,0 0-26 16,0 0 6-16,0 0-6 0,0 0 6 0,0 0-6 0,0 0 9 15,0 0-9-15,0 0 10 0,0 0-10 0,0 0 24 16,0 0-24-16,0 0 25 0,-6 0-25 0,6 0 0 16,0 0 0-16,0 0 0 0,-3 0 0 0,3 0 3 15,0 0-3-15,0 0 3 0,-5 5-3 0,5-5 0 16,0 0 0-16,0 0 0 0,-9 0 0 0,9 0-55 16,0 0 55-16,0 0-55 0,-5 0 55 0,5 0-220 15,0 0 220-15,0 0-219 0,-6 6 219 0,1 2-1332 16</inkml:trace>
          <inkml:trace contextRef="#ctx0" brushRef="#br0" timeOffset="-2611.0493">0 424 102 0,'0'0'0'0,"6"-17"0"0,2-21 0 15,-8 38 18-15,0 0-18 0,6 3 19 0,-6 19-19 16,0-22 40-16,0 0-40 0,3 19 41 0,-1 0-41 0,-2-19 55 15,0 0-55-15,9 13 55 0,-4 4-55 0,-5-17 60 16,0 0-60-16,14 19 60 0,0-6-60 0,-14-13 34 16,0 0-34-16,20 17 35 0,-1 2-35 0,-19-19 28 15,0 0-28-15,14 11 28 0,5 2-28 0,-19-13 24 16,0 0-24-16,17 11 25 0,8 3-25 0,-25-14 23 16,0 0-23-16,20 5 24 0,-1 4-24 0,-19-9 24 15,0 0-24-15,28 10 25 0,-6-7-25 0,-22-3 23 0,0 0-23 16,25 8 24-16,-6 1-24 0,-19-9 9 0,0 0-9 15,20 5 9-15,-6 3-9 0,-14-8 10 0,0 0-10 16,19 11 11-16,-5-3-11 0,-14-8 8 0,0 0-8 16,14 8 9-16,0 1-9 0,-14-9 8 0,0 0-8 0,19 0 8 15,1 5-8-15,-20-5 3 0,0 0-3 0,14 0 4 16,5 0-4-16,-19 0 19 0,0 0-19 0,14 0 20 16,0-5-20-16,-14 5 0 0,0 0 0 0,14-6 1 15,5-5-1-15,-19 11 1 0,0 0-1 0,20-13 1 16,-1-1-1-16,-19 14 0 0,0 0 0 0,17-22 0 15,8 0 0-15,-25 22-2 0,0 0 2 0,19-24-2 16,1-1 2-16,-20 25-1 0,0 0 1 0,19-24 0 16,-5-1 0-16,-14 25-2 0,0 0 2 0,17-24-2 15,-1-1 2-15,-16 25-2 0,0 0 2 0,14-30-1 16,0-3 1-16,-14 33-1 0,0 0 1 0,14-27-1 16,-5 3 1-16,-9 24 0 0,0 0 0 0,11-25 0 0,-6 1 0 15,-5 24 0-15,0 0 0 0,9-25 0 0,-4 3 0 16,-5 22 2-16,0 0-2 0,0-16 2 0,3-3-2 15,-3 19 10-15,0 0-10 0,0-19 11 0,0 8-11 0,0 11 15 16,0 0-15-16,-3-14 16 0,-2 1-16 0,5 13 15 16,0 0-15-16,-9-11 16 0,-5 0-16 0,14 11 4 15,0 0-4-15,-11-8 5 0,-8 2-5 0,19 6 7 16,0 0-7-16,-17-11 8 0,-2 6-8 0,19 5 7 16,0 0-7-16,-17-6 8 0,3 4-8 0,14 2 14 15,0 0-14-15,-19-6 15 0,2-2-15 0,17 8 14 16,0 0-14-16,-20-6 15 0,1 4-15 0,19 2 25 0,0 0-25 15,-19-3 26-15,-1-2-26 0,20 5 2 0,0 0-2 16,-17-6 3-16,1-2-3 0,16 8 32 0,0 0-32 16,-17-6 32-16,6 1-32 0,11 5 25 0,0 0-25 0,-19-5 26 15,5 2-26-15,14 3 23 0,0 0-23 0,-14-3 24 16,3 0-24-16,11 3 27 0,0 0-27 0,-9-2 27 16,-5-1-27-16,14 3 13 0,0 0-13 0,-11 0 14 15,3 0-14-15,8 0 19 0,0 0-19 0,-8 0 20 16,-9 0-20-16,17 0 14 0,0 0-14 0,-11 0 15 15,5 0-15-15,6 0 16 0,0 0-16 0,-14 5 17 16,9 1-17-16,5-6 25 0,0 0-25 0,-14 8 26 16,8-3-26-16,6-5 12 0,0 0-12 0,-14 6 13 15,3 8-13-15,11-14 18 0,0 0-18 0,-8 10 19 16,-6 4-19-16,14-14 33 0,0 0-33 0,-19 16 34 16,-9 1-34-16,28-17-32 0,0 0 32 0,-20 16-32 0,-2-2 32 15,22-14-38-15,0 0 38 0,-16 16-38 0,2-2 38 16,14-14-34-16,0 0 34 0,-14 16-33 0,-9 3 33 15,23-19-35-15,0 0 35 0,-16 19-35 0,-1 0 35 16,17-19-15-16,0 0 15 0,-17 20-14 0,4 1 14 0,13-21-30 16,0 0 30-16,-9 19-30 0,-2 0 30 0,11-19-42 15,0 0 42-15,-3 11-41 0,-2 3 41 0,5-14-151 16,0 0 151-16,5 19-150 0,4-5 150 0,5 21-569 16</inkml:trace>
          <inkml:trace contextRef="#ctx0" brushRef="#br0" timeOffset="-1215.5492">1198 64 124 0,'0'0'0'0,"-8"-11"0"0,2-6 0 0,6 17 44 16,0 0-44-16,0 0 44 0,-5 14-44 0,5-14 45 15,0 0-45-15,0 8 46 0,0 9-46 0,0-17 42 16,0 0-42-16,0 10 42 0,5 4-42 0,-5-14 42 15,0 0-42-15,0 14 42 0,6 8-42 0,-6-22 40 0,0 0-40 16,0 19 40-16,0 0-40 0,0-19 26 0,0 0-26 16,0 24 26-16,0-5-26 0,0-19 27 0,0 0-27 15,0 28 27-15,3-1-27 0,-3-27 22 0,0 0-22 0,5 22 23 16,1-1-23-16,-6-21 25 0,0 0-25 0,8 14 26 16,3 2-26-16,-11-16 14 0,0 0-14 0,8 14 15 15,4-3-15-15,-12-11 18 0,0 0-18 0,13 14 19 16,4-6-19-16,-17-8 15 0,0 0-15 0,17 8 15 15,5 0-15-15,-22-8 26 0,0 0-26 0,19 6 26 16,4-1-26-16,-23-5 6 0,0 0-6 0,25 8 7 16,3 3-7-16,-28-11 1 0,0 0-1 0,30 6 2 15,3 7-2-15,-33-13 0 0,0 0 0 0,28 6 0 16,-8-1 0-16,-20-5 7 0,0 0-7 0,22 3 8 16,3-6-8-16,-25 3 33 0,0 0-33 0,19-3 33 15,-2 1-33-15,-17 2 17 0,0 0-17 0,19-6 17 16,1-2-17-16,-20 8 20 0,0 0-20 0,19-8 20 0,1 0-20 15,-20 8 17-15,0 0-17 0,19-11 17 0,-5-3-17 16,-14 14 9-16,0 0-9 0,9-13 9 0,2-4-9 0,-11 17 9 16,0 0-9-16,8-19 10 0,0-5-10 0,-8 24 15 15,0 0-15-15,17-30 15 0,-3-6-15 0,-14 36 8 16,0 0-8-16,14-27 8 0,-6 2-8 0,-8 25 3 16,0 0-3-16,6-24 4 0,-1-1-4 0,-5 25 3 15,0 0-3-15,0-24 3 0,0 5-3 0,0 19 5 16,0 0-5-16,0-22 5 0,0 5-5 0,0 17 6 15,0 0-6-15,-5-10 6 0,5-7-6 0,0 17 14 16,0 0-14-16,0-8 15 0,0-6-15 0,0 14 14 0,0 0-14 16,0-11 15-16,-9 1-15 0,9 10 9 0,0 0-9 15,-5-11 9-15,5-3-9 0,0 14 16 0,0 0-16 16,-9-14 17-16,7-2-17 0,2 16 14 0,0 0-14 0,-3-14 15 16,-3 1-15-16,6 13 25 0,0 0-25 0,-8-11 26 15,2 0-26-15,6 11 30 0,0 0-30 0,-8-8 30 16,-3 2-30-16,11 6 21 0,0 0-21 0,-8-8 21 15,-6 3-21-15,14 5 28 0,0 0-28 0,-17-3 28 16,-2 3-28-16,19 0 13 0,0 0-13 0,-28 3 13 16,-6 5-13-16,34-8 19 0,0 0-19 0,-33 11 20 15,-3 0-20-15,36-11 1 0,0 0-1 0,-39 13 1 16,-5-4-1-16,44-9-45 0,0 0 45 0,-36 10-45 16,2-4 45-16,34-6-106 0,0 0 106 0,-28 11-106 15,-2 2 106-15,-26 7-916 0</inkml:trace>
        </inkml:traceGroup>
      </inkml:traceGroup>
      <inkml:traceGroup>
        <inkml:annotationXML>
          <emma:emma xmlns:emma="http://www.w3.org/2003/04/emma" version="1.0">
            <emma:interpretation id="{C159E5AD-ECFE-4D32-A1CB-2A887C59AA24}" emma:medium="tactile" emma:mode="ink">
              <msink:context xmlns:msink="http://schemas.microsoft.com/ink/2010/main" type="line" rotatedBoundingBox="4480,7346 5780,7126 5876,7693 4575,7913">
                <msink:destinationLink direction="with" ref="{0A6ECE28-4BF8-42F3-A03E-3DF79454AD2D}"/>
              </msink:context>
            </emma:interpretation>
          </emma:emma>
        </inkml:annotationXML>
        <inkml:traceGroup>
          <inkml:annotationXML>
            <emma:emma xmlns:emma="http://www.w3.org/2003/04/emma" version="1.0">
              <emma:interpretation id="{C2FD700D-1D73-4DAF-8EE3-31AD18349E13}" emma:medium="tactile" emma:mode="ink">
                <msink:context xmlns:msink="http://schemas.microsoft.com/ink/2010/main" type="inkWord" rotatedBoundingBox="4480,7346 5780,7126 5876,7693 4575,7913"/>
              </emma:interpretation>
              <emma:one-of disjunction-type="recognition" id="oneOf1">
                <emma:interpretation id="interp5" emma:lang="en-US" emma:confidence="0">
                  <emma:literal>an</emma:literal>
                </emma:interpretation>
                <emma:interpretation id="interp6" emma:lang="en-US" emma:confidence="1">
                  <emma:literal>h h</emma:literal>
                </emma:interpretation>
                <emma:interpretation id="interp7" emma:lang="en-US" emma:confidence="0">
                  <emma:literal>h</emma:literal>
                </emma:interpretation>
                <emma:interpretation id="interp8" emma:lang="en-US" emma:confidence="0">
                  <emma:literal>hh</emma:literal>
                </emma:interpretation>
                <emma:interpretation id="interp9" emma:lang="en-US" emma:confidence="0">
                  <emma:literal>Lh</emma:literal>
                </emma:interpretation>
              </emma:one-of>
            </emma:emma>
          </inkml:annotationXML>
          <inkml:trace contextRef="#ctx0" brushRef="#br1" timeOffset="18511.7684">1618 475 819 0,'0'0'0'0,"-6"6"0"0,-2 5 0 0,8-11 68 15,0 0-68-15,0 0 68 0,0 0-68 0,0 0-107 16,0 0 107-16,0 0-106 0,3-11 106 0,-3 11-43 15,0 0 43-15,0-6-42 0,5 4 42 0,-5 2-29 16,0 0 29-16,0 0-29 0,0-6 29 0,0 6 8 16,0 0-8-16,0 0 9 0,0 0-9 0,0 0 40 15,0 0-40-15,0 0 41 0,0 0-41 0,0 0 33 0,0 0-33 16,0 0 33-16,0 0-33 0,0 0 15 16,0 0-15-16,0 0 16 0,0 0-16 0,0 0 48 0,0 0-48 15,0 0 49-15,0 0-49 0,0 0 44 0,0 0-44 16,0 0 44-16,0 0-44 0,0 0 27 0,0 0-27 0,0 0 27 15,0 0-27-15,0 0 18 0,0 0-18 0,0 0 19 16,0 0-19-16,0 0 35 0,0 0-35 0,0 0 36 16,0 0-36-16,0 0 28 0,0 0-28 0,0 0 28 15,0 0-28-15,0 0 8 0,0 0-8 0,0 0 9 16,0 0-9-16,0 0 36 0,0 0-36 0,0 0 37 16,0 0-37-16,0 0 18 0,0 0-18 0,0 0 18 15,0 0-18-15,0 0 35 0,0 0-35 0,0 0 36 16,0 0-36-16,0 0 20 0,0 0-20 0,0 0 20 15,0 0-20-15,0 0 18 0,0 0-18 0,0 0 19 16,3 6-19-16,-3-6 18 0,0 0-18 0,3 8 18 0,5-3-18 16,-8-5 24-16,0 0-24 0,0 8 25 0,6 3-25 15,-6-11 3-15,0 0-3 0,2 17 3 0,1 4-3 16,-3-21 7-16,0 0-7 0,0 25 7 0,0 0-7 16,0-25 8-16,0 0-8 0,-3 21 8 0,1-2-8 15,2-19 14-15,0 0-14 0,0 20 15 0,-6-1-15 0,6-19 14 16,0 0-14-16,0 16 15 0,-6 0-15 0,6-16 9 15,0 0-9-15,-2 17 9 0,2-12-9 0,0-5 4 16,0 0-4-16,0 8 4 0,0 3-4 0,0-11 7 16,0 0-7-16,0 6 7 0,0-4-7 0,0-2 3 15,0 0-3-15,0 6 3 0,-3-3-3 0,3-3 1 16,0 0-1-16,0 0 2 0,-3 8-2 0,3-8 4 0,0 0-4 16,0 0 5-16,0 0-5 0,0 0 6 0,0 0-6 15,0 0 6-15,0 0-6 0,0 0 7 0,0 0-7 16,0 0 8-16,-5 5-8 0,5-5 8 0,0 0-8 0,0 0 8 15,-6 0-8-15,6 0 3 0,0 0-3 0,0 0 4 16,-8 3-4-16,8-3 0 0,0 0 0 0,-6 3 1 16,-2 2-1-16,8-5 5 0,0 0-5 0,-9 8 5 15,-2 3-5-15,11-11 2 0,0 0-2 0,-8 19 3 16,-9 0-3-16,17-19 5 0,0 0-5 0,-14 17 6 16,-2 5-6-16,16-22 22 0,0 0-22 0,-17 19 23 15,3-3-23-15,14-16 12 0,0 0-12 0,-14 16 13 16,6-2-13-16,8-14 18 0,0 0-18 0,-11 14 18 15,3-3-18-15,8-11 15 0,0 0-15 0,-6 5 15 16,0 3-15-16,6-8 4 0,0 0-4 0,-2 6 5 16,2-6-5-16,0 0 7 0,0 0-7 0,0 0 8 15,0 0-8-15,0 0 7 0,0 0-7 0,0 0 8 0,14-6-8 16,-14 6 0-16,0 0 0 0,5-11 0 0,9 3 0 16,-14 8-2-16,0 0 2 0,14-11-2 0,5 3 2 0,-19 8-2 15,0 0 2-15,17-16-2 0,8 2 2 0,-25 14-2 16,0 0 2-16,25-16-2 0,-6-1 2 0,-19 17 0 15,0 0 0-15,23-11 0 0,-4-5 0 0,-19 16 4 16,0 0-4-16,14-8 4 0,0-3-4 0,-14 11 3 16,0 0-3-16,11-8 4 0,3 2-4 0,-14 6 7 15,0 0-7-15,6-5 7 0,2-1-7 0,-8 6 0 16,0 0 0-16,5-2 1 0,4-1-1 0,-9 3 0 16,0 0 0-16,0 0 0 0,5 0 0 0,-5 0 1 0,0 0-1 15,0 0 2-15,3 0-2 0,-3 0 0 0,0 0 0 16,0 0 0-16,6 0 0 0,-6 0-1 0,0 0 1 15,0 0 0-15,5 3 0 0,-5-3-1 0,0 0 1 0,0 0 0 16,6 8 0-16,-6-8-1 0,0 0 1 0,0 0-1 16,8 5 1-16,-8-5 0 0,0 0 0 0,6 0 0 15,2 6 0-15,-8-6 1 0,0 0-1 0,6 2 2 16,2 1-2-16,-8-3 5 0,0 0-5 0,5 3 6 16,1 2-6-16,-6-5 8 0,0 0-8 0,0 0 8 15,8 6-8-15,-8-6 33 0,0 0-33 0,0 0 33 16,6 3-33-16,-6-3 4 0,0 0-4 0,0 5 4 15,0 0-4-15,0-5 5 0,0 0-5 0,0 6 5 16,3-1-5-16,-3-5 13 0,0 0-13 0,0 3 14 16,2 0-14-16,-2-3 0 0,0 0 0 0,3 5 1 0,3 3-1 15,-6-8 3-15,0 0-3 0,3 6 4 16,2-6-4-16,-5 0-1 0,0 0 1 0,0 0 0 0,11 5 0 16,-11-5 0-16,0 0 0 0,0 0 0 0,3 3 0 15,-3-3 4-15,0 0-4 0,0 0 5 0,6 3-5 0,-6-3 0 16,0 0 0-16,0 0 1 0,5 8-1 0,-5-8 8 15,0 0-8-15,3 5 8 0,-3-2-8 0,0-3 3 16,0 0-3-16,0 0 3 0,3 6-3 0,-3-6-6 16,0 0 6-16,0 0-6 0,0 0 6 0,0 0-135 15,0 0 135-15,0 0-135 0,0 0 135 0,0 0-148 16,0 0 148-16,0 0-147 0,8 0 147 0,-2 0-1089 0</inkml:trace>
          <inkml:trace contextRef="#ctx0" brushRef="#br1" timeOffset="20178.6554">2540 260 1614 0,'0'0'0'0,"0"0"-161"0,0 0 161 0,0 0-160 15,0 0 160-15,0 0-44 0,0 0 44 0,0 0-44 16,0 0 44-16,0 0-13 0,0 0 13 0,0 0-13 15,0 0 13-15,0 0-40 0,0 0 40 0,0 0-39 16,0 0 39-16,0 0 3 0,0 0-3 0,0 0 3 16,0 0-3-16,0 0 15 0,0 0-15 0,0 0 15 15,3 5-15-15,-3-5 17 0,0 0-17 0,0 0 17 0,0 0-17 16,0 0 34-16,0 0-34 0,0 0 34 0,0 0-34 16,0 0 10-16,0 0-10 0,0 0 11 0,6 9-11 15,-6-9 20-15,0 0-20 0,0 5 20 0,2 0-20 0,-2-5 8 16,0 0-8-16,3 9 9 0,-3-1-9 0,0-8 16 15,0 0-16-15,0 13 17 0,0 1-17 0,0-14 8 16,0 0-8-16,0 16 8 0,0 4-8 0,0-20 24 16,0 0-24-16,0 10 25 0,0 4-25 0,0-14 6 15,0 0-6-15,0 19 7 0,0-5-7 0,0-14 16 16,0 0-16-16,0 16 17 0,0-2-17 0,0-14 23 16,0 0-23-16,0 13 24 0,0 4-24 0,0-17 22 15,0 0-22-15,0 11 22 0,-3 2-22 0,3-13 9 0,0 0-9 16,-2 9 9-16,2 1-9 0,0-10 10 0,0 0-10 15,0 11 11-15,0-5-11 0,0-6 24 0,0 0-24 16,0 13 25-16,0-4-25 0,0-9 12 0,0 0-12 0,0 10 12 16,0 4-12-16,0-14 27 0,0 0-27 0,0 16 27 15,0-7-27-15,0-9 30 0,0 0-30 0,-6 11 30 16,6-3-30-16,0-8 31 0,0 0-31 0,-3 5 31 16,0 1-31-16,3-6 32 0,0 0-32 0,0 0 32 15,-2 5-32-15,2-5 13 0,0 0-13 0,0 0 14 16,-6 6-14-16,6-6 31 0,0 0-31 0,0 0 31 15,0 0-31-15,0 0 10 0,0 0-10 0,0 0 11 16,-8 0-11-16,8 0 5 0,0 0-5 0,0 0 6 16,-6 0-6-16,6 0 8 0,0 0-8 0,0 0 9 15,-8 2-9-15,8-2 13 0,0 0-13 0,-6 3 14 16,6 2-14-16,0-5 8 0,0 0-8 0,-5 9 9 0,-1-4-9 16,6-5 9-16,0 0-9 0,-3 3 9 0,3 5-9 15,0-8 15-15,0 0-15 0,-5 8 15 0,5 0-15 16,0-8 8-16,0 0-8 0,0 9 8 0,0-1-8 0,0-8 15 15,0 0-15-15,-6 8 16 0,1 3-16 0,5-11 3 16,0 0-3-16,-9 13 4 0,-4 4-4 0,13-17-2 16,0 0 2-16,-12 11-1 0,4 2 1 0,8-13-20 15,0 0 20-15,-8 8-20 0,-3 1 20 0,11-9-25 16,0 0 25-16,-6 8-24 0,3-3 24 0,3-5-9 16,0 0 9-16,0 6-8 0,0-4 8 0,0-2-18 15,0 0 18-15,0 0-18 0,-5 6 18 0,5-6-15 16,0 0 15-16,0 0-14 0,8-8 14 0,-8 8-9 15,0 0 9-15,11-6-9 0,3-7 9 0,-14 13-4 0,0 0 4 16,11-11-4-16,6-6 4 0,-17 17-7 0,0 0 7 16,19-13-7-16,1-6 7 0,-20 19-1 0,0 0 1 0,19-25 0 15,3 3 0-15,-22 22-1 0,0 0 1 0,20-21 0 16,-3-1 0-16,-17 22 0 0,0 0 0 0,14-19 1 16,-1 5-1-16,-13 14 0 0,0 0 0 0,9-14 0 15,-1 6 0-15,-8 8 0 0,0 0 0 0,6-3 0 16,-1 3 0-16,-5 0 0 0,0 0 0 0,6 0 0 15,-3 0 0-15,-3 0 2 0,0 0-2 0,5 6 3 16,-5 8-3-16,0-14 0 0,0 0 0 0,6 5 1 16,-6 3-1-16,0-8 6 0,0 0-6 0,0 11 7 15,0-3-7-15,0-8 3 0,0 0-3 0,0 11 3 16,0 0-3-16,0-11 0 0,0 0 0 0,0 6 1 16,0 2-1-16,0-8 5 0,0 0-5 0,0 5 5 0,0 1-5 15,0-6 3-15,0 0-3 0,2 5 3 0,1-2-3 16,-3-3 0-16,0 0 0 0,3 5 0 0,3 1 0 15,-6-6 5-15,0 0-5 0,0 5 5 0,5-5-5 0,-5 0 7 16,0 0-7-16,0 6 8 0,3-4-8 0,-3-2 8 16,0 0-8-16,5 6 8 0,-5-1-8 0,0-5 8 15,0 0-8-15,0 0 8 0,0 6-8 0,0-6 15 16,0 0-15-16,0 0 15 0,0 0-15 0,0 0 1 16,0 0-1-16,0 0 1 0,0 2-1 0,0-2 0 15,0 0 0-15,0 0 0 0,0 6 0 0,0-6 0 16,0 0 0-16,0 0 0 0,6 5 0 0,-6-5 0 0,0 0 0 15,0 0 0-15,3 11 0 0,-3-11 0 0,0 0 0 16,3 3 1-16,5 2-1 0,-8-5-2 0,0 0 2 16,0 6-2-16,5-1 2 0,-5-5-2 0,0 0 2 15,0 0-2-15,9 6 2 0,-9-6 0 0,0 0 0 0,0 0 0 16,0 2 0-16,0-2-2 0,0 0 2 0,0 0-1 16,5 6 1-16,-5-6-51 0,0 0 51 0,0 0-50 15,0 5 50-15,0-5-162 0,0 0 162 0,0-5-161 16,3-3 161-16,0-6-1152 0</inkml:trace>
        </inkml:traceGroup>
      </inkml:traceGroup>
    </inkml:traceGroup>
  </inkml:traceGroup>
</inkml:ink>
</file>

<file path=ppt/ink/ink19.xml><?xml version="1.0" encoding="utf-8"?>
<inkml:ink xmlns:inkml="http://www.w3.org/2003/InkML">
  <inkml:definitions>
    <inkml:context xml:id="ctx0">
      <inkml:inkSource xml:id="inkSrc0">
        <inkml:traceFormat>
          <inkml:channel name="X" type="integer" max="19500" units="cm"/>
          <inkml:channel name="Y" type="integer" max="11180" units="cm"/>
          <inkml:channel name="F" type="integer" max="4096" units="dev"/>
          <inkml:channel name="T" type="integer" max="2.14748E9" units="dev"/>
        </inkml:traceFormat>
        <inkml:channelProperties>
          <inkml:channelProperty channel="X" name="resolution" value="631.06793" units="1/cm"/>
          <inkml:channelProperty channel="Y" name="resolution" value="642.52875" units="1/cm"/>
          <inkml:channelProperty channel="F" name="resolution" value="0" units="1/dev"/>
          <inkml:channelProperty channel="T" name="resolution" value="1" units="1/dev"/>
        </inkml:channelProperties>
      </inkml:inkSource>
      <inkml:timestamp xml:id="ts0" timeString="2020-12-07T08:38:15.020"/>
    </inkml:context>
    <inkml:brush xml:id="br0">
      <inkml:brushProperty name="width" value="0.1" units="cm"/>
      <inkml:brushProperty name="height" value="0.1" units="cm"/>
      <inkml:brushProperty name="color" value="#3165BB"/>
      <inkml:brushProperty name="fitToCurve" value="1"/>
    </inkml:brush>
  </inkml:definitions>
  <inkml:traceGroup>
    <inkml:annotationXML>
      <emma:emma xmlns:emma="http://www.w3.org/2003/04/emma" version="1.0">
        <emma:interpretation id="{D8EE8B37-64E1-414C-BD04-DA516B0A1847}" emma:medium="tactile" emma:mode="ink">
          <msink:context xmlns:msink="http://schemas.microsoft.com/ink/2010/main" type="inkDrawing" rotatedBoundingBox="6458,7696 8039,7873 8029,7959 6449,7783" shapeName="Other"/>
        </emma:interpretation>
      </emma:emma>
    </inkml:annotationXML>
    <inkml:trace contextRef="#ctx0" brushRef="#br0">0 26 113 0,'0'0'0'16,"9"-6"0"-16,5-5 0 0,-14 11 21 0,0 0-21 16,11-5 21-16,-8 2-21 0,-3 3 26 0,0 0-26 0,0 0 26 0,5-5-26 15,-5 5 33-15,0 0-33 0,0 0 34 0,0 0-34 16,0 0 12-16,0 0-12 0,0 0 13 0,0 0-13 0,0 0 12 16,0 0-12-16,0 0 13 0,6 5-13 0,-6-5 16 15,0 0-16-15,0 0 17 0,5 0-17 0,-5 0 38 16,0 0-38-16,0 0 39 0,9 3-39 0,-9-3 29 15,0 0-29-15,5 3 29 0,3-3-29 0,-8 0 23 16,0 0-23-16,6 2 24 0,2 4-24 0,-8-6 18 16,0 0-18-16,11 5 18 0,-5 1-18 0,-6-6 27 15,0 0-27-15,8 3 27 0,6-1-27 0,-14-2 6 0,0 0-6 16,6 6 7-16,8-4-7 0,-14-2 10 0,0 0-10 16,5 6 10-16,4-1-10 0,-9-5 8 0,0 0-8 15,5 0 9-15,1 3-9 0,-6-3 15 0,0 0-15 0,8 0 15 16,0 0-15-16,-8 0 14 0,0 0-14 0,12 0 15 15,-4 3-15-15,-8-3 9 0,0 0-9 0,8 3 9 16,3-1-9-16,-11-2 1 0,0 0-1 0,14 3 1 16,-5-3-1-16,-9 0 15 0,0 0-15 0,11 5 16 15,3 1-16-15,-14-6 3 0,0 0-3 0,8 0 3 16,3 3-3-16,-11-3 12 0,0 0-12 0,6 2 13 16,2-2-13-16,-8 0 0 0,0 0 0 0,5 0 0 15,1 0 0-15,-6 0 3 0,0 0-3 0,8 0 4 16,-2 3-4-16,-6-3 20 0,0 0-20 0,8 3 20 15,3 0-20-15,-11-3 7 0,0 0-7 0,11 5 8 16,1 0-8-16,-12-5 10 0,0 0-10 0,11 3 10 0,-3 0-10 16,-8-3 8-16,0 0-8 0,8 5 9 0,3-2-9 15,-11-3 33-15,0 0-33 0,9 6 33 0,2-6-33 16,-11 0 25-16,0 0-25 0,14 5 26 0,0-5-26 0,-14 0 24 16,0 0-24-16,14 0 25 0,0 0-25 0,-14 0 9 15,0 0-9-15,19 3 10 0,-5-1-10 0,-14-2 18 16,0 0-18-16,19 3 19 0,-5 3-19 0,-14-6 3 15,0 0-3-15,20 5 4 0,-1-5-4 0,-19 0 6 16,0 0-6-16,20 0 7 0,2-5-7 0,-22 5 13 16,0 0-13-16,14 0 14 0,5-6-14 0,-19 6 15 15,0 0-15-15,11 0 15 0,3 0-15 0,-14 0 34 0,0 0-34 16,14 0 34-16,-6 6-34 0,-8-6 10 0,0 0-10 16,14 0 11-16,0 0-11 0,-14 0 12 0,0 0-12 15,14 5 13-15,-3-5-13 0,-11 0 16 0,0 0-16 16,14 0 17-16,-6 0-17 0,-8 0 3 0,0 0-3 0,12 6 4 15,1-6-4-15,-13 0 6 0,0 0-6 0,9 0 7 16,2 0-7-16,-11 0 7 0,0 0-7 0,8 0 8 16,3 0-8-16,-11 0 7 0,0 0-7 0,14 0 8 15,-5 0-8-15,-9 0 8 0,0 0-8 0,11-6 8 16,3 6-8-16,-14 0 3 0,0 0-3 0,8-5 4 16,3 5-4-16,-11 0 6 0,0 0-6 0,14 0 6 15,0-9-6-15,-14 9 3 0,0 0-3 0,19-2 3 16,-5-1-3-16,-14 3-1 0,0 0 1 0,20 0 0 15,-4 0 0-15,-16 0-1 0,0 0 1 0,17 0-1 16,-3 0 1-16,-14 0-9 0,0 0 9 0,14 3-9 16,5-1 9-16,-19-2-9 0,0 0 9 0,14 3-9 0,6 3 9 15,-20-6 1-15,0 0-1 0,13 0 1 0,7 5-1 16,-20-5 5-16,0 0-5 0,19 6 5 0,1 2-5 16,-20-8 3-16,0 0-3 0,22 5 4 0,-3 1-4 0,-19-6 13 15,0 0-13-15,20 5 13 0,-6-2-13 0,-14-3 3 16,0 0-3-16,19 5 4 0,-5 1-4 0,-14-6 12 15,0 0-12-15,20 5 12 0,-7 1-12 0,-13-6 15 16,0 0-15-16,20 2 15 0,-6-2-15 0,-14 0 8 16,0 0-8-16,17 0 9 0,-1-2-9 0,-16 2 16 15,0 0-16-15,14 0 17 0,0 0-17 0,-14 0 3 16,0 0-3-16,11 0 4 0,0 0-4 0,-11 0 12 0,0 0-12 16,11 0 13-16,0 0-13 0,-11 0 3 0,0 0-3 15,12 0 4-15,-1 0-4 0,-11 0 6 0,0 0-6 16,8 0 7-16,3 0-7 0,-11 0 22 0,0 0-22 0,8 0 23 15,4 0-23-15,-12 0 6 0,0 0-6 0,2 0 7 16,4 0-7-16,-6 0 9 0,0 0-9 0,5 0 10 16,-2 0-10-16,-3 0 8 0,0 0-8 0,0 0 9 15,11 0-9-15,-11 0 15 0,0 0-15 0,0 0 15 16,6 0-15-16,-6 0 8 0,0 0-8 0,0 0 8 16,8 0-8-16,-8 0 24 0,0 0-24 0,0 0 25 15,0 0-25-15,0 0 2 0,0 0-2 0,0 0 2 16,0 0-2-16,0 0 7 0,0 0-7 0,0 0 7 15,0 0-7-15,0 0 8 0,0 0-8 0,0 0 8 16,0 0-8-16,0 0 0 0,0 0 0 0,0 0 1 16,0 0-1-16,0 0-47 0,0 0 47 0,0 0-46 15,0 0 46-15,0 0-174 0,0 0 174 0,0 0-173 0,0 0 173 16,0 0-160-16,0 0 160 0,0 0-160 0,6-6 160 16,-3 1-717-16</inkml:trace>
  </inkml:traceGroup>
</inkml:ink>
</file>

<file path=ppt/ink/ink20.xml><?xml version="1.0" encoding="utf-8"?>
<inkml:ink xmlns:inkml="http://www.w3.org/2003/InkML">
  <inkml:definitions>
    <inkml:context xml:id="ctx0">
      <inkml:inkSource xml:id="inkSrc0">
        <inkml:traceFormat>
          <inkml:channel name="X" type="integer" max="19500" units="cm"/>
          <inkml:channel name="Y" type="integer" max="11180" units="cm"/>
          <inkml:channel name="F" type="integer" max="4096" units="dev"/>
          <inkml:channel name="T" type="integer" max="2.14748E9" units="dev"/>
        </inkml:traceFormat>
        <inkml:channelProperties>
          <inkml:channelProperty channel="X" name="resolution" value="631.06793" units="1/cm"/>
          <inkml:channelProperty channel="Y" name="resolution" value="642.52875" units="1/cm"/>
          <inkml:channelProperty channel="F" name="resolution" value="0" units="1/dev"/>
          <inkml:channelProperty channel="T" name="resolution" value="1" units="1/dev"/>
        </inkml:channelProperties>
      </inkml:inkSource>
      <inkml:timestamp xml:id="ts0" timeString="2020-12-07T08:33:05.865"/>
    </inkml:context>
    <inkml:brush xml:id="br0">
      <inkml:brushProperty name="width" value="0.1" units="cm"/>
      <inkml:brushProperty name="height" value="0.1" units="cm"/>
      <inkml:brushProperty name="color" value="#ED1C24"/>
      <inkml:brushProperty name="fitToCurve" value="1"/>
    </inkml:brush>
  </inkml:definitions>
  <inkml:traceGroup>
    <inkml:annotationXML>
      <emma:emma xmlns:emma="http://www.w3.org/2003/04/emma" version="1.0">
        <emma:interpretation id="{13881F1E-65BC-4071-AF59-A1403416CB44}" emma:medium="tactile" emma:mode="ink">
          <msink:context xmlns:msink="http://schemas.microsoft.com/ink/2010/main" type="writingRegion" rotatedBoundingBox="9230,7873 11949,7260 12366,9109 9647,9723"/>
        </emma:interpretation>
      </emma:emma>
    </inkml:annotationXML>
    <inkml:traceGroup>
      <inkml:annotationXML>
        <emma:emma xmlns:emma="http://www.w3.org/2003/04/emma" version="1.0">
          <emma:interpretation id="{EA112CAB-940C-4029-839B-D2DF5F08AE71}" emma:medium="tactile" emma:mode="ink">
            <msink:context xmlns:msink="http://schemas.microsoft.com/ink/2010/main" type="paragraph" rotatedBoundingBox="9230,7873 11949,7260 12366,9109 9647,9723" alignmentLevel="1"/>
          </emma:interpretation>
        </emma:emma>
      </inkml:annotationXML>
      <inkml:traceGroup>
        <inkml:annotationXML>
          <emma:emma xmlns:emma="http://www.w3.org/2003/04/emma" version="1.0">
            <emma:interpretation id="{26868207-1E80-499C-8A86-708FE2CABD7E}" emma:medium="tactile" emma:mode="ink">
              <msink:context xmlns:msink="http://schemas.microsoft.com/ink/2010/main" type="line" rotatedBoundingBox="9230,7873 11800,7294 12068,8483 9498,9063"/>
            </emma:interpretation>
          </emma:emma>
        </inkml:annotationXML>
        <inkml:traceGroup>
          <inkml:annotationXML>
            <emma:emma xmlns:emma="http://www.w3.org/2003/04/emma" version="1.0">
              <emma:interpretation id="{A6E3D797-F992-44EE-B3CD-C9A0A2D0CF18}" emma:medium="tactile" emma:mode="ink">
                <msink:context xmlns:msink="http://schemas.microsoft.com/ink/2010/main" type="inkWord" rotatedBoundingBox="9230,7873 11800,7294 12068,8483 9498,9063">
                  <msink:destinationLink direction="with" ref="{E5C3DF8F-D32B-47C0-AD64-B0A1CCB3519A}"/>
                </msink:context>
              </emma:interpretation>
              <emma:one-of disjunction-type="recognition" id="oneOf0">
                <emma:interpretation id="interp0" emma:lang="en-US" emma:confidence="1">
                  <emma:literal>Nylon</emma:literal>
                </emma:interpretation>
                <emma:interpretation id="interp1" emma:lang="en-US" emma:confidence="0">
                  <emma:literal>.Nylm</emma:literal>
                </emma:interpretation>
                <emma:interpretation id="interp2" emma:lang="en-US" emma:confidence="0">
                  <emma:literal>$Nylm</emma:literal>
                </emma:interpretation>
                <emma:interpretation id="interp3" emma:lang="en-US" emma:confidence="0">
                  <emma:literal>.Ny\m</emma:literal>
                </emma:interpretation>
                <emma:interpretation id="interp4" emma:lang="en-US" emma:confidence="0">
                  <emma:literal>$Nyhm</emma:literal>
                </emma:interpretation>
              </emma:one-of>
            </emma:emma>
          </inkml:annotationXML>
          <inkml:trace contextRef="#ctx0" brushRef="#br0">12 1064 158 0,'0'0'0'0,"0"0"0"16,8 0 0-16,-8 0 47 0,0 0-47 0,0 0 48 16,0 0-48-16,0 0 36 0,0 0-36 0,0 0 37 15,0 0-37-15,0 0 41 0,0 0-41 0,0 0 41 16,0 0-41-16,0 0 26 0,0 0-26 0,0 0 26 15,0-6-26-15,0 6 45 0,0 0-45 0,0-5 46 16,0-1-46-16,0 6 25 0,0 0-25 0,0-8 26 16,-5 0-26-16,5 8 27 0,0 0-27 0,-3-11 27 0,3 0-27 15,0 11 8-15,0 0-8 0,-3-14 9 0,3-2-9 16,0 16 5-16,0 0-5 0,0-22 5 0,0-8-5 16,0 30 32-16,0 0-32 0,0-24 32 0,0 2-32 0,0 22 15 15,0 0-15-15,0-19 15 0,-2 5-15 0,2 14 12 16,0 0-12-16,0-19 12 0,0 0-12 0,0 19 1 15,0 0-1-15,0-16 2 0,0 2-2 0,0 14 1 16,0 0-1-16,0-16 2 0,-6-3-2 0,6 19 0 16,0 0 0-16,0-14 0 0,0-8 0 0,0 22 0 15,0 0 0-15,0-16 0 0,0 5 0 0,0 11 2 16,0 0-2-16,0-16 2 0,0 2-2 0,0 14 2 0,0 0-2 16,6-16 2-16,-6 7-2 0,0 9 5 0,0 0-5 15,2-13 5-15,1 7-5 0,-3 6 0 0,0 0 0 16,3-11 1-16,-3 3-1 0,0 8 0 0,0 0 0 0,5-5 1 15,-5-1-1-15,0 6 12 0,0 0-12 0,3-5 12 16,0 2-12-16,-3 3 23 0,0 0-23 0,0 0 24 16,8-8-24-16,-8 8 32 0,0 0-32 0,0 0 33 15,0-8-33-15,0 8 6 0,0 0-6 0,0 0 6 16,3-8-6-16,-3 8 11 0,0 0-11 0,0 0 11 16,3-6-11-16,-3 6 4 0,0 0-4 0,0 0 4 15,8-3-4-15,-8 3 6 0,0 0-6 0,0 0 7 16,6-2-7-16,-6 2 7 0,0 0-7 0,5 0 7 15,4 0-7-15,-9 0 3 0,0 0-3 0,5 0 3 16,4 2-3-16,-9-2 6 0,0 0-6 0,8 3 6 16,3 0-6-16,-11-3 3 0,0 0-3 0,14 5 3 0,0 1-3 15,-14-6 0-15,0 0 0 0,19 8 0 16,1 0 0-16,-20-8 0 0,0 0 0 0,14 14 0 0,5-6 0 16,-19-8 0-16,0 0 0 0,14 11 0 0,0 0 0 15,-14-11 3-15,0 0-3 0,14 13 4 0,0-7-4 16,-14-6 3-16,0 0-3 0,11 5 3 0,3 1-3 0,-14-6 2 15,0 0-2-15,8 3 2 0,3-3-2 0,-11 0 1 16,0 0-1-16,14 0 2 0,-8 0-2 0,-6 0 1 16,0 0-1-16,8 0 1 0,3 0-1 0,-11 0 1 15,0 0-1-15,8 0 1 0,6 0-1 0,-14 0 0 16,0 0 0-16,6 0 1 0,8-3-1 0,-14 3 2 0,0 0-2 16,14-6 3-16,-1 1-3 0,-13 5 0 0,0 0 0 15,12-11 0-15,-1 0 0 0,-11 11 5 0,0 0-5 16,11-8 5-16,-3 0-5 0,-8 8 7 0,0 0-7 0,6-8 8 15,-1-1-8-15,-5 9 8 0,0 0-8 0,6-16 8 16,-3-3-8-16,-3 19 33 0,0 0-33 0,5-14 33 16,1-5-33-16,-6 19 4 0,0 0-4 0,0-24 4 15,0-1-4-15,0 25 10 0,0 0-10 0,0-30 10 16,0-3-10-16,0 33 9 0,0 0-9 0,-6-30 9 16,1 6-9-16,5 24 8 0,0 0-8 0,-9-30 8 15,1-3-8-15,8 33 8 0,0 0-8 0,-6-30 8 16,1 3-8-16,5 27 3 0,0 0-3 0,-6-27 4 15,3 2-4-15,3 25-12 0,0 0 12 0,0-30-12 16,3 6 12-16,-3 24-64 0,0 0 64 0,6-28-63 16,-6 7 63-16,0 21-122 0,0 0 122 0,5-20-121 0,1 4 121 15,5-17-573-15</inkml:trace>
          <inkml:trace contextRef="#ctx0" brushRef="#br0" timeOffset="-884.5924">34 1075 180 0,'0'0'0'0,"0"-11"0"16,0-14 0-16,0 25-34 0,0 0 34 0,0-5-34 16,0 10 34-16,0-5-16 0</inkml:trace>
          <inkml:trace contextRef="#ctx0" brushRef="#br0" timeOffset="737.6856">729 573 707 0,'0'0'0'0,"0"-19"0"16,3-19 0-16,-3 38 3 0,0 0-3 15,11 0 4-15,-3 21-4 0,-8-21-38 0,0 0 38 16,9 17-38-16,-4-1 38 0,-5-16-47 0,0 0 47 0,6 14-47 16,-1-3 47-16,-5-11 0 0,0 0 0 0,9 8 0 15,-1 0 0-15,-8-8-3 0,0 0 3 0,11 6-3 16,0-4 3-16,-11-2 0 0,0 0 0 0,14 8 0 15,3-8 0-15,-17 0-32 0,0 0 32 0,16 6-32 16,4-1 32-16,-20-5-85 0,0 0 85 0,17 6-85 16,2-3 85-16,20 7-147 0</inkml:trace>
          <inkml:trace contextRef="#ctx0" brushRef="#br0" timeOffset="1306.378">1104 388 169 0,'0'0'0'0,"0"8"0"16,-5 3 0-16,5-11 54 0,0 0-54 0,-3 21 55 15,3 12-55-15,0-33 49 0,0 0-49 0,-3 30 50 16,3 0-50-16,0-30 61 0,0 0-61 0,-3 38 62 16,3-5-62-16,0-33 45 0,0 0-45 0,-5 44 46 0,-1 2-46 15,6-46 32-15,0 0-32 0,-5 44 32 0,2-9-32 16,3-35 23-16,0 0-23 0,-9 38 24 0,7-2-24 15,2-36 25-15,0 0-25 0,-3 38 26 0,3-8-26 0,0-30 14 16,0 0-14-16,-6 30 15 0,6-3-15 0,0-27 5 16,0 0-5-16,-5 25 5 0,5-4-5 0,0-21 3 15,0 0-3-15,0 19 4 0,0 1-4 0,0-20-20 16,0 0 20-16,0 19-20 0,5-6 20 0,-5-13-63 16,0 0 63-16,0 11-63 0,0-3 63 0,0-8-111 15,0 0 111-15,0 6-110 0,0-1 110 0,0 6-222 16</inkml:trace>
          <inkml:trace contextRef="#ctx0" brushRef="#br0" timeOffset="2010.9014">1279-122 987 0,'0'0'0'15,"0"0"0"-15,0 0 0 0,0 0 97 0,0 0-97 0,6 5 97 16,-6 1-97-16,0-6 93 0,0 0-93 0,3 13 93 16,2-2-93-16,-5-11 77 0,0 0-77 0,6 19 78 15,-4-5-78-15,-2-14-83 0,0 0 83 0,3 19-83 16,0 3 83-16,-3-22-74 0,0 0 74 0,3 22-74 15,0-1 74-15,-3-21-69 0,0 0 69 0,5 28-69 16,-2-1 69-16,-3-27-48 0,0 0 48 0,5 27-47 16,4-2 47-16,-9-25-33 0,0 0 33 0,5 30-32 15,1-6 32-15,-6-24-14 0,0 0 14 0,5 30-13 16,-5 3 13-16,0-33-20 0,0 0 20 0,3 27-20 16,0 0 20-16,-3-27-1 0,0 0 1 0,3 25-1 15,2-3 1-15,-5-22 1 0,0 0-1 0,9 22 1 0,2-1-1 16,-11-21 10-16,0 0-10 0,5 22 11 0,7 0-11 15,-12-22 5-15,0 0-5 0,11 19 5 0,0-5-5 16,-11-14 0-16,0 0 0 0,11 16 0 0,0-2 0 0,-11-14-30 16,0 0 30-16,6 13-30 0,7-2 30 0,-13-11-104 15,0 0 104-15,6 8-103 0,2 1 103 0,12 7-370 16</inkml:trace>
          <inkml:trace contextRef="#ctx0" brushRef="#br0" timeOffset="3333.2261">1721 330 617 0,'0'0'0'0,"-8"0"0"16,-3 3 0-16,11-3 27 0,0 0-27 0,0 0 27 15,5 11-27-15,-5-11-3 0,0 0 3 0,6 3-3 0,-1 5 3 16,-5-8-10-16,0 0 10 0,9 13-10 0,-1-4 10 15,-8-9-1-15,0 0 1 0,11 16 0 0,-8-5 0 16,-3-11 0-16,0 0 0 0,5 16 0 0,1 1 0 0,-6-17 0 16,0 0 0-16,6 16 1 0,2 0-1 0,-8-16 14 15,0 0-14-15,5 17 15 0,1-4-15 0,-6-13 15 16,0 0-15-16,11 11 16 0,0 0-16 0,-11-11 34 16,0 0-34-16,14 8 34 0,6-2-34 0,-20-6 11 15,0 0-11-15,19 0 11 0,-5 0-11 0,-14 0 6 16,0 0-6-16,19-6 6 0,9-5-6 0,-28 11 4 15,0 0-4-15,20-8 4 0,-1-3-4 0,-19 11 6 16,0 0-6-16,14-8 6 0,0-6-6 0,-14 14 31 0,0 0-31 16,8-10 31-16,3-1-31 0,-11 11 34 0,0 0-34 15,9-8 34-15,-4 2-34 0,-5 6 7 0,0 0-7 16,6-5 7-16,-3-4-7 0,-3 9 13 0,0 0-13 0,0-5 13 16,-3 0-13-16,3 5 1 0,0 0-1 0,-6-6 1 15,-2 6-1-15,8 0-10 0,0 0 10 0,-14-8-9 16,-6 2 9-16,20 6-18 0,0 0 18 0,-16-5-18 15,-4 5 18-15,20 0-26 0,0 0 26 0,-22-5-26 16,0 5 26-16,22 0-8 0,0 0 8 0,-20-6-7 16,1 6 7-16,19 0-5 0,0 0 5 0,-17-3-5 15,6-2 5-15,11 5-13 0,0 0 13 0,-11-6-13 16,3-4 13-16,8 10-4 0,0 0 4 0,-6-14-3 16,1-2 3-16,5 16-6 0,0 0 6 0,-3-14-6 15,3-5 6-15,0 19-3 0,0 0 3 0,8-22-3 16,-2 0 3-16,-6 22-2 0,0 0 2 0,8-19-2 0,3 3 2 15,-11 16 0-15,0 0 0 0,14-19 0 0,3-3 0 16,-17 22 1-16,0 0-1 0,16-14 1 0,1 3-1 0,-17 11 10 16,0 0-10-16,20-8 11 0,-1 3-11 0,-19 5 24 15,0 0-24-15,19-3 25 0,4 3-25 0,-23 0 7 16,0 0-7-16,16 3 7 0,-2 2-7 0,-14-5 40 16,0 0-40-16,14 11 41 0,6 8-41 0,-20-19 36 15,0 0-36-15,14 19 36 0,-1 0-36 0,-13-19 32 16,0 0-32-16,9 19 33 0,2 3-33 0,-11-22 23 15,0 0-23-15,5 22 24 0,4 3-24 0,-9-25 18 0,0 0-18 16,5 21 18-16,-5-2-18 0,0-19 27 0,0 0-27 16,3 17 27-16,3-1-27 0,-6-16 30 0,0 0-30 15,5 17 30-15,-5-12-30 0,0-5 21 0,0 0-21 0,3 8 21 16,-3 3-21-16,0-11 18 0,0 0-18 16,0 6 18-16,3-4-18 0,-3-2 18 0,0 0-18 0,0 0 18 15,3 6-18-15,-3-6 3 0,0 0-3 0,0 0 4 16,0 0-4-16,0 0 7 0,0 0-7 0,0 0 8 15,0 0-8-15,0 0 3 0,0 0-3 0,0-6 3 16,0-2-3-16,0 8 0 0,0 0 0 0,0-14 0 16,5-7 0-16,-5 21-1 0,0 0 1 0,6-25 0 15,-4-5 0-15,-2 30-1 0,0 0 1 0,6-27-1 16,2-3 1-16,-8 30-1 0,0 0 1 0,11-36-1 16,-5 4 1-16,-6 32-1 0,0 0 1 0,8-30-1 15,-2 5 1-15,-6 25 0 0,0 0 0 0,5-24 0 16,4-4 0-16,-9 28 2 0,0 0-2 0,5-16 2 0,4 0-2 15,-9 16 5-15,0 0-5 0,5-9 6 0,4-1-6 16,-9 10 15-16,0 0-15 0,5-9 15 0,3 4-15 16,-8 5 8-16,0 0-8 0,12 0 8 0,-7-6-8 0,-5 6 24 15,0 0-24-15,11 0 25 0,0 6-25 0,-11-6 20 16,0 0-20-16,12 0 20 0,-1 5-20 0,-11-5 34 16,0 0-34-16,16 6 35 0,-2-1-35 0,-14-5 12 15,0 0-12-15,14 14 12 0,6-3-12 0,-20-11 42 16,0 0-42-16,8 13 42 0,3 1-42 0,-11-14 13 15,0 0-13-15,8 14 13 0,1 2-13 0,-9-16 13 16,0 0-13-16,11 11 13 0,-6 5-13 0,-5-16 10 16,0 0-10-16,9 17 10 0,-4-4-10 0,-5-13 8 0,0 0-8 15,9 17 8-15,-1-6-8 0,-8-11 8 0,0 0-8 16,11 13 8-16,-5-10-8 0,-6-3 15 0,0 0-15 16,2 8 15-16,9 0-15 0,-11-8 1 0,0 0-1 0,3 6 1 15,8-4-1-15,-11-2-63 0,0 0 63 0,6 6-62 16,2-1 62-16,-8-5-188 0,0 0 188 0,6 6-188 15,-1-1 188-15,9 1-951 0</inkml:trace>
        </inkml:traceGroup>
      </inkml:traceGroup>
      <inkml:traceGroup>
        <inkml:annotationXML>
          <emma:emma xmlns:emma="http://www.w3.org/2003/04/emma" version="1.0">
            <emma:interpretation id="{8CF8793E-A809-4048-8C93-30F539A87DF3}" emma:medium="tactile" emma:mode="ink">
              <msink:context xmlns:msink="http://schemas.microsoft.com/ink/2010/main" type="line" rotatedBoundingBox="10023,9037 12099,8254 12327,8858 10250,9641"/>
            </emma:interpretation>
          </emma:emma>
        </inkml:annotationXML>
        <inkml:traceGroup>
          <inkml:annotationXML>
            <emma:emma xmlns:emma="http://www.w3.org/2003/04/emma" version="1.0">
              <emma:interpretation id="{E3A64DDE-56B5-4AD4-B688-EC544D0E84A5}" emma:medium="tactile" emma:mode="ink">
                <msink:context xmlns:msink="http://schemas.microsoft.com/ink/2010/main" type="inkWord" rotatedBoundingBox="10023,9037 12099,8254 12327,8858 10250,9641">
                  <msink:destinationLink direction="with" ref="{CB764021-6B82-43A8-9540-DC5C9861B9D5}"/>
                </msink:context>
              </emma:interpretation>
              <emma:one-of disjunction-type="recognition" id="oneOf1">
                <emma:interpretation id="interp5" emma:lang="en-US" emma:confidence="0.5">
                  <emma:literal>wool</emma:literal>
                </emma:interpretation>
                <emma:interpretation id="interp6" emma:lang="en-US" emma:confidence="0">
                  <emma:literal>woo</emma:literal>
                </emma:interpretation>
                <emma:interpretation id="interp7" emma:lang="en-US" emma:confidence="0">
                  <emma:literal>woo)</emma:literal>
                </emma:interpretation>
                <emma:interpretation id="interp8" emma:lang="en-US" emma:confidence="0">
                  <emma:literal>woof</emma:literal>
                </emma:interpretation>
                <emma:interpretation id="interp9" emma:lang="en-US" emma:confidence="0">
                  <emma:literal>woot</emma:literal>
                </emma:interpretation>
              </emma:one-of>
            </emma:emma>
          </inkml:annotationXML>
          <inkml:trace contextRef="#ctx0" brushRef="#br0" timeOffset="5074.7132">632 1402 281 0,'0'0'0'0,"14"0"0"16,8 5 0-16,-22-5 44 0,0 0-44 0,8-5 44 0,-5-3-44 0,-3 8 69 15,0 0-69-15,0-6 70 0,0 1-70 0,0 5 49 0,0 0-49 0,0-6 50 16,-3 1-50-16,3 5 37 0,0 0-37 16,0 0 37-16,0-6-37 0,0 6 17 0,0 0-17 0,0 0 17 15,0 0-17-15,0 0 20 0,0 0-20 0,0 0 20 16,0 6-20-16,0-6 15 0,0 0-15 0,3 11 15 15,0 0-15-15,-3-11 26 0,0 0-26 0,8 24 26 16,0 9-26-16,-8-33 12 0,0 0-12 0,12 32 13 16,1 9-13-16,-13-41 10 0,0 0-10 0,12 39 11 15,-1 1-11-15,-11-40 17 0,0 0-17 0,11 39 17 16,-3-4-17-16,-8-35 3 0,0 0-3 0,11 30 4 16,-2-3-4-16,-9-27 12 0,0 0-12 0,11 25 13 15,3-3-13-15,-14-22 23 0,0 0-23 0,14 19 24 16,5 0-24-16,-19-19 21 0,0 0-21 0,14 8 21 15,-6 3-21-15,-8-11 16 0,0 0-16 0,14 5 17 0,0-5-17 16,-14 0 18-16,0 0-18 0,17 0 18 0,-1-5-18 16,-16 5 24-16,0 0-24 0,17-11 25 0,2-8-25 15,-19 19 21-15,0 0-21 0,17-19 21 0,0-6-21 16,-17 25 34-16,0 0-34 0,16-32 35 0,-2-4-35 0,-14 36 6 16,0 0-6-16,14-38 6 0,-3 3-6 0,-11 35 28 15,0 0-28-15,11-39 28 0,3-2-28 0,-14 41 12 16,0 0-12-16,9-30 12 0,-4 3-12 0,-5 27 27 15,0 0-27-15,3-22 27 0,0 9-27 0,-3 13 12 16,0 0-12-16,3-14 13 0,-3 9-13 0,0 5 28 16,0 0-28-16,0-6 28 0,0 1-28 0,0 5 19 15,0 0-19-15,0 0 20 0,-6 0-20 0,6 0-8 0,0 0 8 16,-3 5-7-16,3 1 7 0,0-6-33 0,0 0 33 16,0 11-33-16,3 2 33 0,-3-13-11 0,0 0 11 15,6 14-10-15,5 8 10 0,-11-22-8 0,0 0 8 16,11 21-7-16,0 4 7 0,-11-25-1 0,0 0 1 15,11 22-1-15,3 0 1 0,-14-22-1 0,0 0 1 0,14 21 0 16,3-7 0-16,-17-14 0 0,0 0 0 0,19 11 0 16,0-3 0-16,-19-8 0 0,0 0 0 0,20 6 0 15,-1-6 0-15,-19 0 0 0,0 0 0 0,14-6 1 16,6-2-1-16,-20 8 7 0,0 0-7 0,19-14 7 16,-2-2-7-16,-17 16 8 0,0 0-8 0,19-19 9 15,6-11-9-15,-25 30 9 0,0 0-9 0,20-19 9 16,-6-6-9-16,-14 25 23 0,0 0-23 0,14-19 24 15,-6 0-24-15,-8 19 20 0,0 0-20 0,5-16 20 16,1-3-20-16,-6 19 40 0,0 0-40 0,0-19 40 16,0-3-40-16,0 22 32 0,0 0-32 0,-6-19 32 0,1 0-32 15,5 19 13-15,0 0-13 0,-8-17 14 0,-1 1-14 16,9 16 13-16,0 0-13 0,-5-11 14 0,-4 0-14 16,9 11-24-16,0 0 24 0,-5-5-23 0,-4-1 23 0,9 6-129 15,0 0 129-15,-5-3-128 0,-1 3 128 0,6 0-187 16,0 0 187-16,-8-5-187 0,2 5 187 15,-5-3-696-15</inkml:trace>
          <inkml:trace contextRef="#ctx0" brushRef="#br0" timeOffset="5720.4171">1754 1151 1054 0,'0'0'0'0,"-13"0"0"16,-15 3 0-16,28-3 87 0,0 0-87 0,-14 8 88 15,8-3-88-15,6-5 55 0,0 0-55 0,0 11 55 0,0 3-55 16,0-14 18-16,0 0-18 0,0 19 19 0,3-3-19 16,-3-16-1-16,0 0 1 0,0 19 0 0,-3 0 0 15,3-19-4-15,0 0 4 0,-5 25-4 0,-1 5 4 0,6-30-15 16,0 0 15-16,-3 27-14 0,-2-2 14 0,5-25-15 15,0 0 15-15,0 30-14 0,0 0 14 0,0-30-4 16,0 0 4-16,5 27-4 0,-5-5 4 0,0-22-14 16,0 0 14-16,9 19-13 0,2-3 13 0,-11-16-4 15,0 0 4-15,14 14-3 0,0-9 3 0,-14-5-1 16,0 0 1-16,19 8 0 0,9 3 0 0,-28-11 0 16,0 0 0-16,22-5 0 0,3-3 0 0,-25 8 0 0,0 0 0 15,25-11 1-15,3-6-1 0,-28 17 0 0,0 0 0 16,25-13 0-16,3-12 0 0,-28 25 0 0,0 0 0 0,22-24 0 15,3-6 0-15,-25 30 0 0,0 0 0 0,19-27 1 16,-2 2-1-16,-17 25 7 0,0 0-7 0,14-25 8 16,-6 4-8-16,-8 21 24 0,0 0-24 0,9-22 25 15,-9 0-25-15,0 22 13 0,0 0-13 0,0-19 13 16,0-6-13-16,0 25 28 0,0 0-28 0,-9-19 28 16,4-2-28-16,5 21 6 0,0 0-6 0,-11-14 6 15,-6 0-6-15,17 14 1 0,0 0-1 0,-17-5 2 16,-2-1-2-16,19 6-39 0,0 0 39 0,-20 0-38 15,4 6 38-15,16-6-145 0,0 0 145 0,-20 5-144 16,6 1 144-16,-19 7-702 0</inkml:trace>
          <inkml:trace contextRef="#ctx0" brushRef="#br0" timeOffset="6336.2369">2202 1143 740 0,'0'0'0'0,"-6"0"0"15,1 0 0-15,5 0 3 0,0 0-3 0,2 11 3 16,7 10-3-16,-9-21-8 0,0 0 8 0,8 17-7 16,3 2 7-16,-11-19-15 0,0 0 15 0,6 11-15 15,2 2 15-15,-8-13-46 0,0 0 46 0,3 14-45 16,8-3 45-16,-11-11-1 0,0 0 1 0,6 11-1 15,-1 2 1-15,-5-13 0 0,0 0 0 0,8 9 1 16,1-1-1-16,-9-8 22 0,0 0-22 0,11 8 23 16,3-3-23-16,-14-5 24 0,0 0-24 0,19 3 25 15,-2-3-25-15,-17 0 24 0,0 0-24 0,22-3 25 16,0-2-25-16,-22 5 33 0,0 0-33 0,23-8 34 0,-4 0-34 16,-19 8 19-16,0 0-19 0,17-17 20 15,-1 1-20-15,-16 16 18 0,0 0-18 0,14-25 19 0,-3 1-19 16,-11 24 27-16,0 0-27 0,14-25 27 0,-5 1-27 0,-9 24 42 15,0 0-42-15,5-25 43 0,1 6-43 0,-6 19 38 16,0 0-38-16,0-24 39 0,0 5-39 0,0 19 51 16,0 0-51-16,-6-17 51 0,-2 4-51 0,8 13 43 15,0 0-43-15,-17-11 43 0,1 5-43 0,16 6 36 16,0 0-36-16,-31 3 36 0,-2 5-36 0,33-8 4 16,0 0-4-16,-28 11 4 0,0 3-4 0,28-14-3 15,0 0 3-15,-25 16-3 0,3 0 3 0,22-16-117 0,0 0 117 16,-20 17-116-16,6-4 116 0,14-13-172 0,0 0 172 15,-11 11-171-15,3-3 171 0,-11 14-495 0</inkml:trace>
          <inkml:trace contextRef="#ctx0" brushRef="#br0" timeOffset="7042.3269">2321 663 1065 0,'0'0'0'0,"0"5"0"0,0 9 0 0,0-14 100 16,0 0-100-16,0 0 100 0,0 0-100 0,0 0 47 16,0 0-47-16,0 0 47 0,6-11-47 0,-6 11 0 15,0 0 0-15,8-5 0 0,1-1 0 0,-9 6-53 16,0 0 53-16,11-3-53 0,-6-2 53 0,-5 5-7 0,0 0 7 15,9 0-7-15,-4 0 7 0,-5 0-24 0,0 0 24 16,8 0-23-16,4 5 23 0,-12-5 1 0,0 0-1 16,11 3 2-16,3 3-2 0,-14-6 35 0,0 0-35 0,19 11 36 15,6-3-36-15,-25-8 28 0,0 0-28 0,19 11 28 16,1-1-28-16,-20-10 25 0,0 0-25 0,22 9 26 16,3 2-26-16,-25-11 1 0,0 0-1 0,22 8 2 15,-2 0-2-15,-20-8 11 0,0 0-11 0,19 14 11 16,1-1-11-16,-20-13 3 0,0 0-3 0,14 17 4 15,0 2-4-15,-14-19 6 0,0 0-6 0,13 19 6 16,1-8-6-16,-14-11 13 0,0 0-13 0,11 19 14 16,3 0-14-16,-14-19 8 0,0 0-8 0,9 16 9 15,2 1-9-15,-11-17 3 0,0 0-3 0,5 16 4 16,4-2-4-16,-9-14 7 0,0 0-7 0,8 13 7 16,-2-2-7-16,-6-11 0 0,0 0 0 0,5 11 1 0,-2 0-1 15,-3-11 0-15,0 0 0 0,3 8 1 0,5-3-1 16,-8-5 0-16,0 0 0 0,0 9 0 0,6-4 0 15,-6-5 1-15,0 0-1 0,2 6 2 0,4-1-2 16,-6-5-1-16,0 0 1 0,0 0 0 0,8 5 0 0,-8-5-9 16,0 0 9-16,0 0-8 0,11 3 8 0,-11-3-34 15,0 0 34-15,0 0-34 0,6 0 34 0,-6 0-103 16,0 0 103-16,8 0-102 0,-2-3 102 0,-6 3-131 16,0 0 131-16,3-2-130 0,8-1 130 0,3-2-609 15</inkml:trace>
        </inkml:traceGroup>
      </inkml:traceGroup>
    </inkml:traceGroup>
  </inkml:traceGroup>
</inkml:ink>
</file>

<file path=ppt/ink/ink21.xml><?xml version="1.0" encoding="utf-8"?>
<inkml:ink xmlns:inkml="http://www.w3.org/2003/InkML">
  <inkml:definitions>
    <inkml:context xml:id="ctx0">
      <inkml:inkSource xml:id="inkSrc0">
        <inkml:traceFormat>
          <inkml:channel name="X" type="integer" max="19500" units="cm"/>
          <inkml:channel name="Y" type="integer" max="11180" units="cm"/>
          <inkml:channel name="F" type="integer" max="4096" units="dev"/>
          <inkml:channel name="T" type="integer" max="2.14748E9" units="dev"/>
        </inkml:traceFormat>
        <inkml:channelProperties>
          <inkml:channelProperty channel="X" name="resolution" value="631.06793" units="1/cm"/>
          <inkml:channelProperty channel="Y" name="resolution" value="642.52875" units="1/cm"/>
          <inkml:channelProperty channel="F" name="resolution" value="0" units="1/dev"/>
          <inkml:channelProperty channel="T" name="resolution" value="1" units="1/dev"/>
        </inkml:channelProperties>
      </inkml:inkSource>
      <inkml:timestamp xml:id="ts0" timeString="2020-12-07T08:31:35.100"/>
    </inkml:context>
    <inkml:brush xml:id="br0">
      <inkml:brushProperty name="width" value="0.1" units="cm"/>
      <inkml:brushProperty name="height" value="0.1" units="cm"/>
      <inkml:brushProperty name="fitToCurve" value="1"/>
    </inkml:brush>
  </inkml:definitions>
  <inkml:traceGroup>
    <inkml:annotationXML>
      <emma:emma xmlns:emma="http://www.w3.org/2003/04/emma" version="1.0">
        <emma:interpretation id="{3755723D-3818-4BDB-9B01-1EB6C2F1E2B2}" emma:medium="tactile" emma:mode="ink">
          <msink:context xmlns:msink="http://schemas.microsoft.com/ink/2010/main" type="inkDrawing" rotatedBoundingBox="7625,8847 7654,11262 6604,11274 6576,8859" semanticType="scratchOut" shapeName="Other">
            <msink:sourceLink direction="with" ref="{3E21D672-CA5E-49B6-A32F-8EDC3AF8018E}"/>
            <msink:destinationLink direction="with" ref="{E5C3DF8F-D32B-47C0-AD64-B0A1CCB3519A}"/>
          </msink:context>
        </emma:interpretation>
      </emma:emma>
    </inkml:annotationXML>
    <inkml:trace contextRef="#ctx0" brushRef="#br0">-408-1053 1166 0,'0'0'0'0,"25"16"0"0,11 11 0 15,-36-27 77-15,0 0-77 0,6 3 77 16,-20-16-77-16,14 13-37 0,0 0 37 0,-9-6-37 16,-2-2 37-16,11 8-74 0,0 0 74 0,-5 0-73 15,2 3 73-15,3-3-109 0,0 0 109 0,0 5-109 16,0 6 109-16,0-11-86 0,0 0 86 0,3 8-85 15,0 3 85-15,-3-11-23 0,0 0 23 0,8 14-22 0,-3 2 22 16,-5-16 0-16,0 0 0 0,3 8 0 0,3 3 0 16,-6-11 3-16,0 0-3 0,5 6 4 0,1-1-4 15,-6-5 17-15,0 0-17 0,8 6 17 0,-5-4-17 0,-3-2 25 16,0 0-25-16,6 6 26 0,-1-6-26 16,-5 0 6-16,0 0-6 0,0 0 7 0,6 0-7 0,-6 0 17 15,0 0-17-15,0 0 17 0,0-11-17 0,0 11 3 16,0 0-3-16,0-8 4 0,0-9-4 0,0 17-36 15,0 0 36-15,-6-13-35 0,1-6 35 0,5 19-98 16,0 0 98-16,-6-14-98 0,3 3 98 0,-11-19-324 16</inkml:trace>
  </inkml:traceGroup>
</inkml:ink>
</file>

<file path=ppt/ink/ink22.xml><?xml version="1.0" encoding="utf-8"?>
<inkml:ink xmlns:inkml="http://www.w3.org/2003/InkML">
  <inkml:definitions>
    <inkml:context xml:id="ctx0">
      <inkml:inkSource xml:id="inkSrc0">
        <inkml:traceFormat>
          <inkml:channel name="X" type="integer" max="19500" units="cm"/>
          <inkml:channel name="Y" type="integer" max="11180" units="cm"/>
          <inkml:channel name="F" type="integer" max="4096" units="dev"/>
          <inkml:channel name="T" type="integer" max="2.14748E9" units="dev"/>
        </inkml:traceFormat>
        <inkml:channelProperties>
          <inkml:channelProperty channel="X" name="resolution" value="631.06793" units="1/cm"/>
          <inkml:channelProperty channel="Y" name="resolution" value="642.52875" units="1/cm"/>
          <inkml:channelProperty channel="F" name="resolution" value="0" units="1/dev"/>
          <inkml:channelProperty channel="T" name="resolution" value="1" units="1/dev"/>
        </inkml:channelProperties>
      </inkml:inkSource>
      <inkml:timestamp xml:id="ts0" timeString="2020-12-07T08:31:15.727"/>
    </inkml:context>
    <inkml:brush xml:id="br0">
      <inkml:brushProperty name="width" value="0.1" units="cm"/>
      <inkml:brushProperty name="height" value="0.1" units="cm"/>
      <inkml:brushProperty name="color" value="#3165BB"/>
      <inkml:brushProperty name="fitToCurve" value="1"/>
    </inkml:brush>
  </inkml:definitions>
  <inkml:traceGroup>
    <inkml:annotationXML>
      <emma:emma xmlns:emma="http://www.w3.org/2003/04/emma" version="1.0">
        <emma:interpretation id="{130F30C0-F3C5-47CD-A2C8-0C5A4431A4DF}" emma:medium="tactile" emma:mode="ink">
          <msink:context xmlns:msink="http://schemas.microsoft.com/ink/2010/main" type="writingRegion" rotatedBoundingBox="7767,11818 7402,13387 6644,13211 7009,11642"/>
        </emma:interpretation>
      </emma:emma>
    </inkml:annotationXML>
    <inkml:traceGroup>
      <inkml:annotationXML>
        <emma:emma xmlns:emma="http://www.w3.org/2003/04/emma" version="1.0">
          <emma:interpretation id="{1F2B3FE2-3342-4EDA-B712-4601C11A519B}" emma:medium="tactile" emma:mode="ink">
            <msink:context xmlns:msink="http://schemas.microsoft.com/ink/2010/main" type="paragraph" rotatedBoundingBox="7767,11818 7402,13387 6644,13211 7009,11642" alignmentLevel="1"/>
          </emma:interpretation>
        </emma:emma>
      </inkml:annotationXML>
      <inkml:traceGroup>
        <inkml:annotationXML>
          <emma:emma xmlns:emma="http://www.w3.org/2003/04/emma" version="1.0">
            <emma:interpretation id="{4E1FE164-A18C-4581-9906-709FFFC4199E}" emma:medium="tactile" emma:mode="ink">
              <msink:context xmlns:msink="http://schemas.microsoft.com/ink/2010/main" type="line" rotatedBoundingBox="7767,11818 7402,13387 6644,13211 7009,11642"/>
            </emma:interpretation>
          </emma:emma>
        </inkml:annotationXML>
        <inkml:traceGroup>
          <inkml:annotationXML>
            <emma:emma xmlns:emma="http://www.w3.org/2003/04/emma" version="1.0">
              <emma:interpretation id="{E30998AE-B7CA-408C-B40A-2E0784579616}" emma:medium="tactile" emma:mode="ink">
                <msink:context xmlns:msink="http://schemas.microsoft.com/ink/2010/main" type="inkWord" rotatedBoundingBox="7767,11818 7402,13387 6644,13211 7009,11642">
                  <msink:destinationLink direction="with" ref="{E853BE19-176A-4B93-B894-6E3BFD779371}"/>
                </msink:context>
              </emma:interpretation>
              <emma:one-of disjunction-type="recognition" id="oneOf0">
                <emma:interpretation id="interp0" emma:lang="en-US" emma:confidence="0">
                  <emma:literal>E</emma:literal>
                </emma:interpretation>
                <emma:interpretation id="interp1" emma:lang="en-US" emma:confidence="0">
                  <emma:literal>£</emma:literal>
                </emma:interpretation>
                <emma:interpretation id="interp2" emma:lang="en-US" emma:confidence="0">
                  <emma:literal>=</emma:literal>
                </emma:interpretation>
                <emma:interpretation id="interp3" emma:lang="en-US" emma:confidence="0">
                  <emma:literal>I</emma:literal>
                </emma:interpretation>
                <emma:interpretation id="interp4" emma:lang="en-US" emma:confidence="0">
                  <emma:literal>*</emma:literal>
                </emma:interpretation>
              </emma:one-of>
            </emma:emma>
          </inkml:annotationXML>
          <inkml:trace contextRef="#ctx0" brushRef="#br0">931 3034 135 0,'0'0'0'0,"25"-3"0"0,22-5 0 0,-47 8 16 0,0 0-16 0,-6-2 17 16,-16-4-17-16,22 6 36 0,0 0-36 16,-19-3 37-16,-6 1-37 0,25 2 13 0,0 0-13 0,-20 0 13 15,4 0-13-15,16 0 20 0,0 0-20 0,-14 0 20 16,3 0-20-16,11 0 8 0,0 0-8 0,-14 0 9 16,5-3-9-16,9 3 4 0,0 0-4 0,-11-3 4 15,3 0-4-15,8 3 13 0,0 0-13 0,-11-2 13 16,3-1-13-16,8 3 3 0,0 0-3 0,-12 0 4 15,4 0-4-15,8 0 6 0,0 0-6 0,-11 0 6 16,3 0-6-16,8 0 7 0,0 0-7 0,-9 0 8 16,-5 3-8-16,14-3 7 0,0 0-7 0,-13 2 8 15,1-2-8-15,12 0 8 0,0 0-8 0,-14 3 8 0,1 0-8 16,13-3 23-16,0 0-23 0,-14 3 24 0,3-3-24 16,11 0 6-16,0 0-6 0,-14 2 7 0,5 1-7 15,9-3 4-15,0 0-4 0,-16 6 5 0,5-6-5 16,11 0 7-16,0 0-7 0,-12 0 7 0,4 0-7 15,8 0 0-15,0 0 0 0,-5 2 1 0,-7 1-1 0,12-3 12 16,0 0-12-16,-2 3 13 0,-4-3-13 0,6 0 38 16,0 0-38-16,-8 2 39 0,5-2-39 0,3 0 29 15,0 0-29-15,-3 3 29 0,-2 0-29 0,5-3 15 16,0 0-15-16,-6 3 16 0,3 2-16 0,3-5 13 16,0 0-13-16,-5 0 13 0,5 6-13 0,0-6 25 15,0 0-25-15,-9 8 26 0,7 3-26 0,2-11 12 16,0 0-12-16,-3 8 12 0,-5 3-12 0,8-11 35 0,0 0-35 15,-3 11 35-15,0-3-35 0,3-8 11 0,0 0-11 16,0 11 11-16,0-3-11 0,0-8 36 0,0 0-36 16,0 11 37-16,0 0-37 0,0-11 29 0,0 0-29 0,0 13 29 15,0-2-29-15,0-11 38 0,0 0-38 0,0 14 39 16,0-3-39-16,0-11 33 0,0 0-33 0,0 19 33 16,0 0-33-16,0-19 33 0,0 0-33 0,0 19 33 15,-6 3-33-15,6-22 38 0,0 0-38 0,0 24 38 16,-5 1-38-16,5-25 23 0,0 0-23 0,-3 24 24 15,3 1-24-15,0-25 35 0,0 0-35 0,-5 27 36 16,-1 3-36-16,6-30 21 0,0 0-21 0,-3 25 21 16,0-1-21-16,3-24 35 0,0 0-35 0,-2 19 36 15,2 6-36-15,0-25 20 0,0 0-20 0,0 24 20 16,0 1-20-16,0-25 36 0,0 0-36 0,0 30 36 16,0-3-36-16,0-27 20 0,0 0-20 0,0 28 20 15,-6-1-20-15,6-27 18 0,0 0-18 0,0 30 19 16,-5 0-19-16,5-30 18 0,0 0-18 0,0 27 18 0,5 0-18 0,-5-27 8 15,0 0-8-15,6 30 9 0,-6 0-9 0,0-30 25 16,0 0-25-16,0 33 26 0,0-6-26 16,0-27-48-16,0 0 48 0,0 33-47 0,2 0 47 0,-2-33-54 15,0 0 54-15,0 30-54 0,0-3 54 0,0-27-45 16,0 0 45-16,-2 30-44 0,2-3 44 0,0-27-34 16,0 0 34-16,-6 33-33 0,6-9 33 0,0-24-24 15,0 0 24-15,-5 30-23 0,2-2 23 0,3-28-26 16,0 0 26-16,0 27-25 0,-6-3 25 0,6-24-23 15,0 0 23-15,0 25-22 0,-5-3 22 0,5-22-5 0,0 0 5 16,-3 24-4-16,3-2 4 0,0-22-15 0,0 0 15 16,-3 19-15-16,0 0 15 0,3-19 0 0,0 0 0 15,0 17 0-15,-5-6 0 0,5-11 0 0,0 0 0 0,-3 13 0 16,3 1 0-16,0-14 1 0,0 0-1 0,-3 13 2 16,3 1-2-16,0-14 0 0,0 0 0 0,-3 11 0 15,3-6 0-15,0-5-3 0,0 0 3 0,-5 6-2 16,5-1 2-16,0-5-54 0,0 0 54 0,0 0-54 15,-6 6 54-15,6-6-118 0,0 0 118 0,0 0-118 16,0 0 118-16,0 0-137 0,0 0 137 0,11-11-136 16,-2-5 136-16,10-12-410 0</inkml:trace>
          <inkml:trace contextRef="#ctx0" brushRef="#br0" timeOffset="3290.6033">203 3034 371 0,'0'0'0'0,"11"14"0"0,3 10 0 0,-14-24 42 15,0 0-42-15,5 14 42 0,-2-6-42 0,-3-8 10 16,0 0-10-16,-3 11 10 0,-2-3-10 0,5-8 5 16,0 0-5-16,-9 25 5 0,-4 8-5 0,13-33-33 15,0 0 33-15,-12 40-32 0,4 4 32 0,8-44-94 16,0 0 94-16,-5 55-93 0,-1-1 93 0,-2 55-92 16</inkml:trace>
          <inkml:trace contextRef="#ctx0" brushRef="#br0" timeOffset="2854.0537">208 3056 1020 0,'0'0'0'0,"0"0"0"0,0 8 0 0,0-8-202 16,0 0 202-16,0 0-201 0,0 6 201 0,0-6-149 15,0 0 149-15,0 0-148 0,0 8 148 0,0 0-143 16</inkml:trace>
          <inkml:trace contextRef="#ctx0" brushRef="#br0" timeOffset="1351.6666">186 3435 91 0,'0'0'0'0,"8"-27"0"15,6-22 0-15,-14 49 0 0,0 0 0 0,11 8 0 16,3 27 0-16,-14-35 1 0,0 0-1 0,3 30 2 16,3 3-2-16,-6-33 5 0,0 0-5 0,5 30 5 15,-5 0-5-15,0-30 0 0,0 0 0 0,6 30 1 16,-3 3-1-16,-3-33 7 0,0 0-7 0,2 35 8 0,7-8-8 15,-9-27 7-15,0 0-7 0,0 30 8 0,0-2-8 16,0-28 0-16,0 0 0 0,0 27 1 0,0-3-1 16,0-24 0-16,0 0 0 0,0 25 1 0,-6-1-1 0,6-24 3 15,0 0-3-15,0 25 3 0,6 0-3 0,-6-25 5 16,0 0-5-16,0 24 5 0,2 1-5 0,-2-25 13 16,0 0-13-16,3 24 14 0,0-2-14 0,-3-22 8 15,0 0-8-15,6 24 9 0,-1 1-9 0,-5-25 24 16,0 0-24-16,0 22 25 0,8-6-25 0,-8-16 30 15,0 0-30-15,0 19 30 0,-5-11-30 0,5-8 12 16,0 0-12-16,0 17 13 0,0-4-13 0,0-13 36 0,0 0-36 16,0 17 37-16,-3 2-37 0,3-19 19 0,0 0-19 15,-5 19 20-15,-1-3-20 0,6-16 28 16,0 0-28-16,-6 19 28 0,4 0-28 0,2-19 21 0,0 0-21 0,0 17 21 16,-6-1-21-16,6-16 17 0,0 0-17 0,-5 19 17 15,-4 3-17-15,9-22 27 0,0 0-27 0,-8 14 27 16,2 2-27-16,6-16 20 0,0 0-20 0,-11 19 20 15,3-8-20-15,8-11 40 0,0 0-40 0,-6 16 41 16,4 1-41-16,2-17 32 0,0 0-32 0,-3 8 32 16,0 3-32-16,3-11 22 0,0 0-22 0,0 8 22 15,0-2-22-15,0-6 36 0,0 0-36 0,0 5 36 16,0 0-36-16,0-5 20 0,0 0-20 0,0 6 20 16,0-3-20-16,0-3 36 0,0 0-36 0,0 0 36 15,0 5-36-15,0-5 36 0,0 0-36 0,0 0 37 16,-8 6-37-16,8-6 33 0,0 0-33 0,0 0 33 15,-3 10-33-15,3-10 22 0,0 0-22 0,-3 3 23 0,3 0-23 16,0-3-54-16,0 0 54 0,0 5-53 0,-5-2 53 16,5-3-50-16,0 0 50 0,0 5-49 0,0 1 49 15,0-6-51-15,0 0 51 0,-6 3-50 0,6-1 50 0,0-2-35 16,0 0 35-16,0 0-34 0,-3 6 34 0,3-6-16 16,0 0 16-16,0 0-15 0,0 0 15 0,0 0-30 15,0 0 30-15,0 0-30 0,0 0 30 0,0 0-108 16,0 0 108-16,0 0-108 0,3-11 108 0,-3 11-92 15,0 0 92-15,11-19-92 0,-3-8 92 0,12-20-187 16</inkml:trace>
        </inkml:traceGroup>
      </inkml:traceGroup>
    </inkml:traceGroup>
  </inkml:traceGroup>
</inkml:ink>
</file>

<file path=ppt/ink/ink23.xml><?xml version="1.0" encoding="utf-8"?>
<inkml:ink xmlns:inkml="http://www.w3.org/2003/InkML">
  <inkml:definitions>
    <inkml:context xml:id="ctx0">
      <inkml:inkSource xml:id="inkSrc0">
        <inkml:traceFormat>
          <inkml:channel name="X" type="integer" max="19500" units="cm"/>
          <inkml:channel name="Y" type="integer" max="11180" units="cm"/>
          <inkml:channel name="F" type="integer" max="4096" units="dev"/>
          <inkml:channel name="T" type="integer" max="2.14748E9" units="dev"/>
        </inkml:traceFormat>
        <inkml:channelProperties>
          <inkml:channelProperty channel="X" name="resolution" value="631.06793" units="1/cm"/>
          <inkml:channelProperty channel="Y" name="resolution" value="642.52875" units="1/cm"/>
          <inkml:channelProperty channel="F" name="resolution" value="0" units="1/dev"/>
          <inkml:channelProperty channel="T" name="resolution" value="1" units="1/dev"/>
        </inkml:channelProperties>
      </inkml:inkSource>
      <inkml:timestamp xml:id="ts0" timeString="2020-12-07T08:38:25.860"/>
    </inkml:context>
    <inkml:brush xml:id="br0">
      <inkml:brushProperty name="width" value="0.1" units="cm"/>
      <inkml:brushProperty name="height" value="0.1" units="cm"/>
      <inkml:brushProperty name="color" value="#3165BB"/>
      <inkml:brushProperty name="fitToCurve" value="1"/>
    </inkml:brush>
  </inkml:definitions>
  <inkml:traceGroup>
    <inkml:annotationXML>
      <emma:emma xmlns:emma="http://www.w3.org/2003/04/emma" version="1.0">
        <emma:interpretation id="{5D3CE1A5-0135-4FA7-88D0-D82C538E0065}" emma:medium="tactile" emma:mode="ink">
          <msink:context xmlns:msink="http://schemas.microsoft.com/ink/2010/main" type="inkDrawing"/>
        </emma:interpretation>
      </emma:emma>
    </inkml:annotationXML>
    <inkml:trace contextRef="#ctx0" brushRef="#br0">339 41 337 0,'0'0'0'0,"0"0"0"0,-31-6 0 16,31 6 3-16,0 0-3 0,-8-2 4 0,2-1-4 0,6 3 15 16,0 0-15-16,0 0 15 0,-3-3-15 0,3 3 6 15,0 0-6-15,0 0 6 0,0 0-6 0,0 0 0 0,0 0 0 16,0 0 0-16,0 0 0 0,0 0-1 0,0 0 1 16,0 0-1-16,0 0 1 0,0 0 0 0,0 0 0 15,0 0 0-15,-11 3 0 0,11-3 7 0,0 0-7 16,-5 3 8-16,2-1-8 0,3-2 51 0,0 0-51 0,-11 3 52 15,3 0-52-15,8-3 33 0,0 0-33 0,-12 5 34 16,-1 1-34-16,13-6 16 0,0 0-16 0,-14 8 17 16,-3 0-17-16,17-8 37 0,0 0-37 0,-17 8 37 15,1 0-37-15,16-8 5 0,0 0-5 0,-17 11 6 16,0 0-6-16,17-11-3 0,0 0 3 0,-16 11-2 16,-1 3 2-16,17-14-1 0,0 0 1 0,-17 19 0 15,-2-3 0-15,19-16 1 0,0 0-1 0,-14 17 2 16,0-1-2-16,14-16 1 0,0 0-1 0,-8 14 2 15,-1-1-2-15,9-13 10 0,0 0-10 0,-5 17 11 16,-1-1-11-16,6-16 1 0,0 0-1 0,0 22 1 16,-5 0-1-16,5-22 0 0,0 0 0 0,0 21 0 15,5 4 0-15,-5-25 0 0,0 0 0 0,0 22 0 0,0-3 0 16,0-19 6-16,0 0-6 0,0 19 6 0,0-3-6 16,0-16 24-16,0 0-24 0,0 17 25 0,6-1-25 15,-6-16 32-15,0 0-32 0,3 16 32 0,8-2-32 0,-11-14 12 16,0 0-12-16,14 14 12 0,-6-1-12 0,-8-13 30 15,0 0-30-15,14 14 30 0,2-1-30 0,-16-13 11 16,0 0-11-16,17 11 11 0,3 0-11 0,-20-11 36 16,0 0-36-16,16 8 36 0,1 1-36 0,-17-9 18 15,0 0-18-15,17 5 19 0,5-5-19 0,-22 0 5 16,0 0-5-16,19 0 6 0,1-5-6 0,-20 5 16 0,0 0-16 16,19-6 17-16,9-2-17 0,-28 8 14 0,0 0-14 15,19-11 15-15,9-3-15 0,-28 14 3 0,0 0-3 16,20-10 4-16,-1-4-4 0,-19 14 13 0,0 0-13 15,17-14 14-15,2-2-14 0,-19 16 8 0,0 0-8 0,17-14 9 16,0-2-9-16,-17 16 8 0,0 0-8 0,16-19 9 16,6-6-9-16,-22 25 1 0,0 0-1 0,14-21 1 15,6-4-1-15,-20 25 0 0,0 0 0 0,19-27 1 16,1-9-1-16,-20 36 2 0,0 0-2 0,14-27 3 16,0 0-3-16,-14 27 1 0,0 0-1 0,13-27 2 15,1 2-2-15,-14 25 4 0,0 0-4 0,14-22 5 16,-3 0-5-16,-11 22 12 0,0 0-12 0,9-16 13 15,-1 2-13-15,-8 14 15 0,0 0-15 0,6-13 15 16,-1 2-15-16,-5 11 25 0,0 0-25 0,6-8 26 16,-6-1-26-16,0 9 20 0,0 0-20 0,2-8 20 15,-2 3-20-15,0 5 26 0,0 0-26 0,0-6 26 0,0-2-26 16,0 8 8-16,0 0-8 0,-2-5 8 0,2-3-8 16,0 8 10-16,0 0-10 0,-6-6 11 0,-2-2-11 15,8 8 1-15,0 0-1 0,-6-3 1 0,-2-2-1 0,8 5-5 16,0 0 5-16,-11-3-4 0,0 0 4 0,11 3-68 15,0 0 68-15,-14-2-67 0,0-1 67 0,14 3-94 16,0 0 94-16,-17-3-93 0,-2-2 93 0,19 5-166 16,0 0 166-16,-20 0-166 0,6 0 166 0,-25-6-488 15</inkml:trace>
  </inkml:traceGroup>
</inkml:ink>
</file>

<file path=ppt/ink/ink24.xml><?xml version="1.0" encoding="utf-8"?>
<inkml:ink xmlns:inkml="http://www.w3.org/2003/InkML">
  <inkml:definitions>
    <inkml:context xml:id="ctx0">
      <inkml:inkSource xml:id="inkSrc0">
        <inkml:traceFormat>
          <inkml:channel name="X" type="integer" max="19500" units="cm"/>
          <inkml:channel name="Y" type="integer" max="11180" units="cm"/>
          <inkml:channel name="F" type="integer" max="4096" units="dev"/>
          <inkml:channel name="T" type="integer" max="2.14748E9" units="dev"/>
        </inkml:traceFormat>
        <inkml:channelProperties>
          <inkml:channelProperty channel="X" name="resolution" value="631.06793" units="1/cm"/>
          <inkml:channelProperty channel="Y" name="resolution" value="642.52875" units="1/cm"/>
          <inkml:channelProperty channel="F" name="resolution" value="0" units="1/dev"/>
          <inkml:channelProperty channel="T" name="resolution" value="1" units="1/dev"/>
        </inkml:channelProperties>
      </inkml:inkSource>
      <inkml:timestamp xml:id="ts0" timeString="2020-12-07T08:38:26.970"/>
    </inkml:context>
    <inkml:brush xml:id="br0">
      <inkml:brushProperty name="width" value="0.1" units="cm"/>
      <inkml:brushProperty name="height" value="0.1" units="cm"/>
      <inkml:brushProperty name="color" value="#3165BB"/>
      <inkml:brushProperty name="fitToCurve" value="1"/>
    </inkml:brush>
  </inkml:definitions>
  <inkml:traceGroup>
    <inkml:annotationXML>
      <emma:emma xmlns:emma="http://www.w3.org/2003/04/emma" version="1.0">
        <emma:interpretation id="{0C83156C-0116-44B0-94B6-CC6962B0D509}" emma:medium="tactile" emma:mode="ink">
          <msink:context xmlns:msink="http://schemas.microsoft.com/ink/2010/main" type="inkDrawing"/>
        </emma:interpretation>
      </emma:emma>
    </inkml:annotationXML>
    <inkml:trace contextRef="#ctx0" brushRef="#br0">210 30 1054 0,'0'0'0'0,"-5"0"0"15,-6-3 0-15,11 3 87 0,0 0-87 0,-6 0 88 16,6-3-88-16,0 3 55 0,0 0-55 0,0 0 55 15,0-8-55-15,0 8 5 0,0 0-5 0,0-5 5 16,0-1-5-16,0 6-3 0,0 0 3 0,0 0-3 16,-11-5 3-16,11 5-2 0,0 0 2 0,-8 5-1 15,-1-5 1-15,9 0 0 0,0 0 0 0,-11 9 0 0,-3 1 0 16,14-10-4-16,0 0 4 0,-19 17-3 0,-3 2 3 16,22-19-7-16,0 0 7 0,-20 22-6 0,1 2 6 15,19-24-3-15,0 0 3 0,-14 25-3 0,-3-1 3 0,17-24 0 16,0 0 0-16,-11 25 0 0,6 2 0 0,5-27 3 15,0 0-3-15,-6 25 3 0,6-1-3 0,0-24 7 16,0 0-7-16,0 25 8 0,0-1-8 0,0-24 0 16,0 0 0-16,6 25 0 0,2-1 0 0,-8-24-2 15,0 0 2-15,11 25-1 0,3-3 1 0,-14-22-2 16,0 0 2-16,14 19-2 0,0 0 2 0,-14-19 0 16,0 0 0-16,19 16 0 0,-5 1 0 0,-14-17 0 0,0 0 0 15,19 16 1-15,9-2-1 0,-28-14 3 0,0 0-3 16,20 13 4-16,-1-2-4 0,-19-11 0 0,0 0 0 15,20 8 1-15,-1-8-1 0,-19 0 3 0,0 0-3 16,22 0 3-16,-2 0-3 0,-20 0 10 0,0 0-10 0,19 0 11 16,-5-11-11-16,-14 11 8 0,0 0-8 0,17-8 9 15,2-5-9-15,-19 13 1 0,0 0-1 0,17-14 1 16,0-2-1-16,-17 16 8 0,0 0-8 0,16-19 9 16,-2-3-9-16,-14 22 7 0,0 0-7 0,14-22 8 15,-6 0-8-15,-8 22 8 0,0 0-8 0,6-19 8 16,-1-6-8-16,-5 25 8 0,0 0-8 0,3-32 8 15,3-4-8-15,-6 36 1 0,0 0-1 0,0-30 1 16,-6 6-1-16,6 24 3 0,0 0-3 0,-3-25 3 16,3 1-3-16,0 24 5 0,0 0-5 0,0-25 5 15,-5 6-5-15,5 19 3 0,0 0-3 0,-8-16 3 16,2 5-3-16,6 11 2 0,0 0-2 0,-8-8 2 0,2-1-2 16,6 9 4-16,0 0-4 0,-14-5 5 0,3 2-5 15,11 3 20-15,0 0-20 0,-8 0 20 0,-6 0-20 16,14 0-27-16,0 0 27 0,-14 6-27 0,-3 2 27 0,17-8-143 15,0 0 143-15,-16 11-142 0,-1 2 142 0,17-13-190 16,0 0 190-16,-17 20-190 0,1 1 190 0,-18 20-497 16</inkml:trace>
  </inkml:traceGroup>
</inkml:ink>
</file>

<file path=ppt/ink/ink25.xml><?xml version="1.0" encoding="utf-8"?>
<inkml:ink xmlns:inkml="http://www.w3.org/2003/InkML">
  <inkml:definitions>
    <inkml:context xml:id="ctx0">
      <inkml:inkSource xml:id="inkSrc0">
        <inkml:traceFormat>
          <inkml:channel name="X" type="integer" max="19500" units="cm"/>
          <inkml:channel name="Y" type="integer" max="11180" units="cm"/>
          <inkml:channel name="F" type="integer" max="4096" units="dev"/>
          <inkml:channel name="T" type="integer" max="2.14748E9" units="dev"/>
        </inkml:traceFormat>
        <inkml:channelProperties>
          <inkml:channelProperty channel="X" name="resolution" value="631.06793" units="1/cm"/>
          <inkml:channelProperty channel="Y" name="resolution" value="642.52875" units="1/cm"/>
          <inkml:channelProperty channel="F" name="resolution" value="0" units="1/dev"/>
          <inkml:channelProperty channel="T" name="resolution" value="1" units="1/dev"/>
        </inkml:channelProperties>
      </inkml:inkSource>
      <inkml:timestamp xml:id="ts0" timeString="2020-12-07T08:38:27.706"/>
    </inkml:context>
    <inkml:brush xml:id="br0">
      <inkml:brushProperty name="width" value="0.1" units="cm"/>
      <inkml:brushProperty name="height" value="0.1" units="cm"/>
      <inkml:brushProperty name="color" value="#3165BB"/>
      <inkml:brushProperty name="fitToCurve" value="1"/>
    </inkml:brush>
  </inkml:definitions>
  <inkml:traceGroup>
    <inkml:annotationXML>
      <emma:emma xmlns:emma="http://www.w3.org/2003/04/emma" version="1.0">
        <emma:interpretation id="{350820AD-B0EF-4B0D-A37D-D93ED1717407}" emma:medium="tactile" emma:mode="ink">
          <msink:context xmlns:msink="http://schemas.microsoft.com/ink/2010/main" type="inkDrawing"/>
        </emma:interpretation>
      </emma:emma>
    </inkml:annotationXML>
    <inkml:trace contextRef="#ctx0" brushRef="#br0">113 70 1423 0,'0'0'0'0,"11"-27"0"0,-2-17 0 16,-9 44-27-16,0 0 27 0,0 0-27 0,-9 19 27 0,9-19-61 15,0 0 61-15,-11 14-61 0,3 2 61 0,8-16-92 16,0 0 92-16,-9 11-91 0,4 0 91 0,5-11-82 16,0 0 82-16,-8 8-82 0,-6-2 82 0,14-6-17 15,0 0 17-15,-11 8-16 0,2-3 16 0,9-5-1 16,0 0 1-16,-14 11-1 0,0 8 1 0,14-19 11 16,0 0-11-16,-5 14 11 0,-6 5-11 0,11-19 21 15,0 0-21-15,-3 22 21 0,3 2-21 0,0-24 9 16,0 0-9-16,3 28 9 0,2-1-9 0,-5-27 26 0,0 0-26 15,6 30 26-15,2 0-26 0,-8-30 6 0,0 0-6 16,11 24 6-16,6-2-6 0,-17-22 9 0,0 0-9 16,17 16 10-16,5-2-10 0,-22-14 8 0,0 0-8 0,19 11 9 15,1-3-9-15,-20-8 8 0,0 0-8 0,17 6 8 16,-1-6-8-16,-16 0 15 0,0 0-15 0,17-3 15 16,2 0-15-16,-19 3 3 0,0 0-3 0,20-11 4 15,5-2-4-15,-25 13 31 0,0 0-31 0,19-14 31 16,-5-5-31-16,-14 19 9 0,0 0-9 0,17-16 9 15,-1-6-9-15,-16 22 19 0,0 0-19 0,9-25 20 16,2-2-20-16,-11 27 8 0,0 0-8 0,8-25 9 16,-2-2-9-16,-6 27 9 0,0 0-9 0,0-22 10 15,0 3-10-15,0 19 15 0,0 0-15 0,0-19 15 16,0-3-15-16,0 22 14 0,0 0-14 0,0-16 15 16,-6 0-15-16,6 16 9 0,0 0-9 0,-5-14 9 0,-1 3-9 15,6 11 4-15,0 0-4 0,-3-16 4 0,-8 8-4 16,11 8-52-16,0 0 52 0,-8-11-52 0,-6 5 52 15,14 6-153-15,0 0 153 0,-14-3-153 0,0 3 153 16,-16-2-600-16</inkml:trace>
  </inkml:traceGroup>
</inkml:ink>
</file>

<file path=ppt/ink/ink26.xml><?xml version="1.0" encoding="utf-8"?>
<inkml:ink xmlns:inkml="http://www.w3.org/2003/InkML">
  <inkml:definitions>
    <inkml:context xml:id="ctx0">
      <inkml:inkSource xml:id="inkSrc0">
        <inkml:traceFormat>
          <inkml:channel name="X" type="integer" max="19500" units="cm"/>
          <inkml:channel name="Y" type="integer" max="11180" units="cm"/>
          <inkml:channel name="F" type="integer" max="4096" units="dev"/>
          <inkml:channel name="T" type="integer" max="2.14748E9" units="dev"/>
        </inkml:traceFormat>
        <inkml:channelProperties>
          <inkml:channelProperty channel="X" name="resolution" value="631.06793" units="1/cm"/>
          <inkml:channelProperty channel="Y" name="resolution" value="642.52875" units="1/cm"/>
          <inkml:channelProperty channel="F" name="resolution" value="0" units="1/dev"/>
          <inkml:channelProperty channel="T" name="resolution" value="1" units="1/dev"/>
        </inkml:channelProperties>
      </inkml:inkSource>
      <inkml:timestamp xml:id="ts0" timeString="2020-12-07T08:38:33.427"/>
    </inkml:context>
    <inkml:brush xml:id="br0">
      <inkml:brushProperty name="width" value="0.1" units="cm"/>
      <inkml:brushProperty name="height" value="0.1" units="cm"/>
      <inkml:brushProperty name="color" value="#3165BB"/>
      <inkml:brushProperty name="fitToCurve" value="1"/>
    </inkml:brush>
  </inkml:definitions>
  <inkml:traceGroup>
    <inkml:annotationXML>
      <emma:emma xmlns:emma="http://www.w3.org/2003/04/emma" version="1.0">
        <emma:interpretation id="{C1E381F3-B817-43B3-BBF1-B10541CD009E}" emma:medium="tactile" emma:mode="ink">
          <msink:context xmlns:msink="http://schemas.microsoft.com/ink/2010/main" type="inkDrawing"/>
        </emma:interpretation>
      </emma:emma>
    </inkml:annotationXML>
    <inkml:trace contextRef="#ctx0" brushRef="#br0">0 0 1502 0,'0'0'0'0,"0"0"-369"0,0 0 369 0,0 0-368 0,0 0 368 16,0 0-83-16,0 0 83 0,0 0-82 0,0 0 82 15,0 0-62-15,0 0 62 0,0 0-62 0,0 0 62 16,0 0-28-16,0 0 28 0,0 0-28 0,0 0 28 0,0 0 24 15,0 0-24-15,0 0 25 0,0 0-25 0,0 0 46 16,0 0-46-16,0 0 46 0,0 0-46 0,0 0 19 16,0 0-19-16,0 0 20 0,0 0-20 0,0 0 13 15,0 0-13-15,0 0 13 0,0 0-13 0,0 0 5 16,0 0-5-16,0 0 5 0,0 0-5 0,0 0 13 16,0 0-13-16,0 0 13 0,0 0-13 0,0 0 32 15,0 0-32-15,0 0 33 0,0 0-33 0,0 0 0 16,0 0 0-16,0 0 0 0,0 0 0 0,0 0 3 0,0 0-3 15,0 0 3-15,0 0-3 0,0 0 6 0,0 0-6 16,0 0 6-16,0 30-6 0,0-30 13 0,0 0-13 16,0 19 14-16,0 0-14 0,0-19 23 0,0 0-23 0,5 22 24 15,4-9-24-15,-9-13 22 0,0 0-22 0,5 19 22 16,4-2-22-16,-9-17 15 0,0 0-15 0,8 19 16 16,3-3-16-16,-11-16 28 0,0 0-28 0,3 22 28 15,0 0-28-15,-3-22 19 0,0 0-19 0,2 22 20 16,4 0-20-16,-6-22 40 0,0 0-40 0,8 21 41 15,3 4-41-15,-11-25 32 0,0 0-32 0,6 19 32 16,2-5-32-16,-8-14 32 0,0 0-32 0,6 16 33 16,-1-2-33-16,-5-14 38 0,0 0-38 0,9 16 38 15,-4 0-38-15,-5-16 15 0,0 0-15 0,9 11 15 16,-4 3-15-16,-5-14 7 0,0 0-7 0,6 8 7 16,-3 3-7-16,-3-11-62 0,0 0 62 0,5 8-61 15,-2 0 61-15,-3-8-88 0,0 0 88 0,3 8-87 0,5 1 87 16,-2 7-684-16</inkml:trace>
  </inkml:traceGroup>
</inkml:ink>
</file>

<file path=ppt/ink/ink27.xml><?xml version="1.0" encoding="utf-8"?>
<inkml:ink xmlns:inkml="http://www.w3.org/2003/InkML">
  <inkml:definitions>
    <inkml:context xml:id="ctx0">
      <inkml:inkSource xml:id="inkSrc0">
        <inkml:traceFormat>
          <inkml:channel name="X" type="integer" max="19500" units="cm"/>
          <inkml:channel name="Y" type="integer" max="11180" units="cm"/>
          <inkml:channel name="F" type="integer" max="4096" units="dev"/>
          <inkml:channel name="T" type="integer" max="2.14748E9" units="dev"/>
        </inkml:traceFormat>
        <inkml:channelProperties>
          <inkml:channelProperty channel="X" name="resolution" value="631.06793" units="1/cm"/>
          <inkml:channelProperty channel="Y" name="resolution" value="642.52875" units="1/cm"/>
          <inkml:channelProperty channel="F" name="resolution" value="0" units="1/dev"/>
          <inkml:channelProperty channel="T" name="resolution" value="1" units="1/dev"/>
        </inkml:channelProperties>
      </inkml:inkSource>
      <inkml:timestamp xml:id="ts0" timeString="2020-12-07T08:38:34.673"/>
    </inkml:context>
    <inkml:brush xml:id="br0">
      <inkml:brushProperty name="width" value="0.1" units="cm"/>
      <inkml:brushProperty name="height" value="0.1" units="cm"/>
      <inkml:brushProperty name="color" value="#3165BB"/>
      <inkml:brushProperty name="fitToCurve" value="1"/>
    </inkml:brush>
  </inkml:definitions>
  <inkml:traceGroup>
    <inkml:annotationXML>
      <emma:emma xmlns:emma="http://www.w3.org/2003/04/emma" version="1.0">
        <emma:interpretation id="{F07D6A4C-A6ED-4F68-ADE5-F194BFF93B99}" emma:medium="tactile" emma:mode="ink">
          <msink:context xmlns:msink="http://schemas.microsoft.com/ink/2010/main" type="inkDrawing"/>
        </emma:interpretation>
      </emma:emma>
    </inkml:annotationXML>
    <inkml:trace contextRef="#ctx0" brushRef="#br0">-1 173 113 0,'0'0'0'0,"5"11"0"15,4 11 0-15,-9-22 37 0,0 0-37 0,2 3 37 16,-4-6-37-16,2 3 43 0,0 0-43 0,0 0 44 15,-9-11-44-15,9 11 46 0,0 0-46 0,0 0 47 16,-5-8-47-16,5 8 48 0,0 0-48 0,0-5 48 16,0-1-48-16,0 6 42 0,0 0-42 0,3-8 43 15,5-6-43-15,-8 14 41 0,0 0-41 0,5-13 42 16,4-4-42-16,-9 17 34 0,0 0-34 0,14-16 35 16,-3 0-35-16,-11 16 15 0,0 0-15 0,16-17 15 15,9 6-15-15,-25 11 37 0,0 0-37 0,20-16 37 16,8 2-37-16,-28 14 29 0,0 0-29 0,22-8 29 0,3 0-29 15,-25 8 22-15,0 0-22 0,25-3 23 0,3-5-23 16,-28 8 10-16,0 0-10 0,25-3 11 0,-3 1-11 0,-22 2 28 16,0 0-28-16,19-3 28 0,-5 3-28 0,-14 0 18 15,0 0-18-15,14 0 19 0,-3 0-19 0,-11 0 26 16,0 0-26-16,14 8 26 0,-5 3-26 0,-9-11 22 16,0 0-22-16,5 16 23 0,1 3-23 0,-6-19 4 15,0 0-4-15,0 28 5 0,-6 4-5 0,6-32 8 16,0 0-8-16,-8 30 9 0,-3 9-9 0,11-39 14 15,0 0-14-15,-14 32 15 0,0 1-15 0,14-33 8 16,0 0-8-16,-14 33 8 0,-3-3-8 0,17-30 3 0,0 0-3 16,-14 24 4-16,6-2-4 0,8-22 7 0,0 0-7 15,-14 22 7-15,9-6-7 0,5-16 7 0,0 0-7 16,-9 14 7-16,4-3-7 0,5-11 0 0,0 0 0 16,0 8 1-16,-6-3-1 0,6-5 3 0,0 0-3 0,0 0 3 15,-3 6-3-15,3-6 5 0,0 0-5 0,0 0 5 16,9-8-5-16,-9 8 3 0,0 0-3 0,5-3 3 15,4-8-3-15,-9 11 2 0,0 0-2 0,8-8 2 16,3 2-2-16,-11 6 1 0,0 0-1 0,8-11 2 16,4 6-2-16,-12 5-2 0,0 0 2 0,13-5-1 15,7 2 1-15,-20 3-2 0,0 0 2 0,14 0-1 16,0 0 1-16,-14 0 0 0,0 0 0 0,14 3 0 16,5 2 0-16,-19-5 13 0,0 0-13 0,8 5 14 15,3 1-14-15,-11-6 18 0,0 0-18 0,9 5 18 0,-1 4-18 16,-8-9 17-16,0 0-17 0,11 8 17 0,-5 3-17 15,-6-11 9-15,0 0-9 0,0 11 10 0,3 2-10 16,-3-13 16-16,0 0-16 0,0 17 17 0,-3-1-17 16,3-16 22-16,0 0-22 0,-6 16 23 0,1 1-23 0,5-17 0 15,0 0 0-15,-9 21 1 0,-5 1-1 0,14-22-15 16,0 0 15-16,-11 19-14 0,3 0 14 0,8-19-114 16,0 0 114-16,-8 19-113 0,2-2 113 0,6-17-155 15,0 0 155-15,-14 19-155 0,3-3 155 0,-11 20-559 16</inkml:trace>
  </inkml:traceGroup>
</inkml:ink>
</file>

<file path=ppt/ink/ink28.xml><?xml version="1.0" encoding="utf-8"?>
<inkml:ink xmlns:inkml="http://www.w3.org/2003/InkML">
  <inkml:definitions>
    <inkml:context xml:id="ctx0">
      <inkml:inkSource xml:id="inkSrc0">
        <inkml:traceFormat>
          <inkml:channel name="X" type="integer" max="19500" units="cm"/>
          <inkml:channel name="Y" type="integer" max="11180" units="cm"/>
          <inkml:channel name="F" type="integer" max="4096" units="dev"/>
          <inkml:channel name="T" type="integer" max="2.14748E9" units="dev"/>
        </inkml:traceFormat>
        <inkml:channelProperties>
          <inkml:channelProperty channel="X" name="resolution" value="631.06793" units="1/cm"/>
          <inkml:channelProperty channel="Y" name="resolution" value="642.52875" units="1/cm"/>
          <inkml:channelProperty channel="F" name="resolution" value="0" units="1/dev"/>
          <inkml:channelProperty channel="T" name="resolution" value="1" units="1/dev"/>
        </inkml:channelProperties>
      </inkml:inkSource>
      <inkml:timestamp xml:id="ts0" timeString="2020-12-07T08:38:36.715"/>
    </inkml:context>
    <inkml:brush xml:id="br0">
      <inkml:brushProperty name="width" value="0.1" units="cm"/>
      <inkml:brushProperty name="height" value="0.1" units="cm"/>
      <inkml:brushProperty name="color" value="#3165BB"/>
      <inkml:brushProperty name="fitToCurve" value="1"/>
    </inkml:brush>
  </inkml:definitions>
  <inkml:traceGroup>
    <inkml:annotationXML>
      <emma:emma xmlns:emma="http://www.w3.org/2003/04/emma" version="1.0">
        <emma:interpretation id="{83E48C53-91D2-4812-84BC-0D04E6746FC1}" emma:medium="tactile" emma:mode="ink">
          <msink:context xmlns:msink="http://schemas.microsoft.com/ink/2010/main" type="inkDrawing"/>
        </emma:interpretation>
      </emma:emma>
    </inkml:annotationXML>
    <inkml:trace contextRef="#ctx0" brushRef="#br0">172 794 1513 0,'-6'5'0'15,"6"-5"-138"-15,0 0 138 0,0 0-137 0,0 0 137 0,0 0-55 0,0 0 55 0,0 0-55 16,0 0 55-16,0 0-56 0,0 0 56 0,0 0-56 16,3-5 56-16,-3 5-72 0,0 0 72 0,0 0-72 15,3-6 72-15,-3 6-36 0,0 0 36 0,0 0-36 16,0-5 36-16,0 5-1 0,0 0 1 0,0 0-1 16,-6-3 1-16,6 3-5 0,0 0 5 0,-5 0-5 15,-1 3 5-15,6-3-3 0,0 0 3 0,-8 11-3 16,-6 2 3-16,14-13-2 0,0 0 2 0,-17 22-1 15,1 3 1-15,16-25-1 0,0 0 1 0,-17 27-1 0,0 6 1 16,17-33-4-16,0 0 4 0,-14 35-3 0,-5 6 3 16,19-41 12-16,0 0-12 0,-14 33 13 0,0-3-13 15,14-30 27-15,0 0-27 0,-5 30 27 0,5 0-27 0,0-30 13 16,0 0-13-16,2 24 14 0,4-7-14 0,-6-17 12 16,0 0-12-16,11 19 12 0,6 0-12 0,-17-19 4 15,0 0-4-15,16 19 4 0,7-11-4 0,-23-8 7 16,0 0-7-16,25 8 7 0,8 0-7 0,-33-8 7 15,0 0-7-15,28 0 7 0,5 0-7 0,-33 0 7 16,0 0-7-16,28-8 8 0,5-3-8 0,-33 11 3 16,0 0-3-16,31-13 4 0,2-4-4 0,-33 17 6 0,0 0-6 15,34-24 6-15,2-1-6 0,-36 25 7 0,0 0-7 16,33-22 7-16,6-2-7 0,-39 24 7 0,0 0-7 16,33-22 8-16,-5-3-8 0,-28 25 3 0,0 0-3 0,28-21 4 15,-3-4-4-15,-25 25 19 0,0 0-19 0,14-22 20 16,0 3-20-16,-14 19 22 0,0 0-22 0,8-19 22 15,-2 3-22-15,-6 16 14 0,0 0-14 0,0-17 15 16,-3 1-15-16,3 16 18 0,0 0-18 0,-6-14 19 16,-5 4-19-16,11 10 15 0,0 0-15 0,-14-9 15 15,0 7-15-15,14 2-1 0,0 0 1 0,-14 2-1 16,-8 9 1-16,22-11-1 0,0 0 1 0,-17 14-1 16,1 2 1-16,16-16-1 0,0 0 1 0,-17 25-1 15,3 2 1-15,14-27 3 0,0 0-3 0,-14 27 4 16,0 3-4-16,14-30 50 0,0 0-50 0,-13 28 51 15,7 2-51-15,6-30 38 0,0 0-38 0,0 24 39 16,6-8-39-16,-6-16 27 0,0 0-27 0,5 20 27 0,9-4-27 16,-14-16 5-16,0 0-5 0,17 11 5 0,8 0-5 15,-25-11 27-15,0 0-27 0,27 0 27 0,12 0-27 16,-39 0 5-16,0 0-5 0,34-11 5 0,2-3-5 0,-36 14 15 16,0 0-15-16,36-24 16 0,0-9-16 0,-36 33 9 15,0 0-9-15,33-36 9 0,-2-7-9 0,-31 43 15 16,0 0-15-16,28-47 16 0,0-4-16 0,-28 51 15 15,0 0-15-15,19-52 15 0,1 0-15 0,-20 52 1 16,0 0-1-16,13-46 1 0,-7 5-1 0,-6 41 1 16,0 0-1-16,8-46 1 0,-2-1-1 0,-6 47 15 15,0 0-15-15,3-43 15 0,-3 2-15 0,0 41 3 16,0 0-3-16,-3-44 3 0,-8 6-3 0,11 38 7 0,0 0-7 16,-9-41 7-16,-10-3-7 0,19 44 3 0,0 0-3 15,-14-35 4-15,3 2-4 0,11 33 2 0,0 0-2 0,-8-24 2 16,-4 2-2-16,12 22 4 0,0 0-4 15,-8-14 5-15,3 6-5 0,5 8 2 0,0 0-2 0,-3-3 2 16,-3 3-2-16,6 0 0 0,0 0 0 0,-5 11 0 16,2 6 0-16,3-17-1 0,0 0 1 0,0 32 0 15,0 9 0-15,0-41-1 0,0 0 1 0,0 47-1 16,8 2 1-16,-8-49 3 0,0 0-3 0,9 46 4 16,2 0-4-16,-11-46 22 0,0 0-22 0,14 44 23 15,0 2-23-15,-14-46 22 0,0 0-22 0,19 36 23 16,0-1-23-16,-19-35 16 0,0 0-16 0,14 30 17 15,6-8-17-15,-20-22 5 0,0 0-5 0,19 19 5 16,-5-5-5-16,-14-14 8 0,0 0-8 0,20 2 8 0,-4-10-8 16,-16 8 3-16,0 0-3 0,20-19 3 0,-1-8-3 15,-19 27 0-15,0 0 0 0,20-33 0 0,-1-8 0 16,-19 41 1-16,0 0-1 0,19-49 2 0,-5-5-2 16,-14 54 1-16,0 0-1 0,9-55 1 0,-4-2-1 0,-5 57 3 15,0 0-3-15,6-55 4 0,-3 1-4 0,-3 54 6 16,0 0-6-16,0-49 7 0,-3 0-7 0,3 49 3 15,0 0-3-15,-6-41 3 0,-5 3-3 0,11 38 6 16,0 0-6-16,-8-30 6 0,-1 5-6 0,9 25 7 16,0 0-7-16,-5-19 7 0,-3 8-7 0,8 11 0 15,0 0 0-15,-6-3 1 0,0-2-1 0,6 5 7 16,0 0-7-16,-8 5 8 0,3 4-8 0,5-9 0 0,0 0 0 16,-9 19 1-16,6 5-1 0,3-24 0 0,0 0 0 15,0 30 1-15,0 11-1 0,0-41 2 0,0 0-2 16,3 33 3-16,6 8-3 0,-9-41 10 0,0 0-10 0,5 35 10 15,9 6-10-15,-14-41 15 0,0 0-15 0,14 41 16 16,-3-8-16-16,-11-33 15 0,0 0-15 0,22 35 16 16,-2-2-16-16,-20-33 16 0,0 0-16 0,25 27 17 15,0-8-17-15,-25-19 4 0,0 0-4 0,30 14 4 16,-5-9-4-16,-25-5 13 0,0 0-13 0,36-5 14 16,3-9-14-16,-39 14 3 0,0 0-3 0,34-22 4 15,-1 0-4-15,-33 22-2 0,0 0 2 0,33-30-2 16,-5-10 2-16,-28 40-42 0,0 0 42 0,25-33-42 15,3-8 42-15,-28 41-32 0,0 0 32 0,19-44-32 16,4-5 32-16,-23 49-39 0,0 0 39 0,19-43-39 16,-5-1 39-16,-14 44-17 0,0 0 17 0,11-35-16 0,3 2 16 15,-14 33-7-15,0 0 7 0,3-25-6 0,2 4 6 16,-5 21-1-16,0 0 1 0,6-14-1 0,-6 6 1 16,0 8-3-16,0 0 3 0,0-6-3 0,0 6 3 0,0 0-2 15,0 0 2-15,-8 11-1 0,-4 8 1 0,12-19-2 16,0 0 2-16,-11 25-1 0,3 5 1 0,8-30 0 15,0 0 0-15,-8 24 0 0,2 1 0 0,6-25 5 16,0 0-5-16,-8 22 5 0,5 0-5 0,3-22 15 16,0 0-15-16,0 19 15 0,3-3-15 0,-3-16 39 15,0 0-39-15,8 16 40 0,0 1-40 0,-8-17 30 16,0 0-30-16,12 11 30 0,7-1-30 0,-19-10 14 0,0 0-14 16,17 11 15-16,5 0-15 0,-22-11 6 0,0 0-6 15,22 11 7-15,-2-3-7 0,-20-8 24 0,0 0-24 16,13 11 25-16,1-3-25 0,-14-8-59 0,0 0 59 0,11 17-59 15,-2 2 59-15,-9-19-163 0,0 0 163 0,-9 30-163 16,-2 13 163-16,-3 26-1109 0</inkml:trace>
  </inkml:traceGroup>
</inkml:ink>
</file>

<file path=ppt/ink/ink29.xml><?xml version="1.0" encoding="utf-8"?>
<inkml:ink xmlns:inkml="http://www.w3.org/2003/InkML">
  <inkml:definitions>
    <inkml:context xml:id="ctx0">
      <inkml:inkSource xml:id="inkSrc0">
        <inkml:traceFormat>
          <inkml:channel name="X" type="integer" max="19500" units="cm"/>
          <inkml:channel name="Y" type="integer" max="11180" units="cm"/>
          <inkml:channel name="F" type="integer" max="4096" units="dev"/>
          <inkml:channel name="T" type="integer" max="2.14748E9" units="dev"/>
        </inkml:traceFormat>
        <inkml:channelProperties>
          <inkml:channelProperty channel="X" name="resolution" value="631.06793" units="1/cm"/>
          <inkml:channelProperty channel="Y" name="resolution" value="642.52875" units="1/cm"/>
          <inkml:channelProperty channel="F" name="resolution" value="0" units="1/dev"/>
          <inkml:channelProperty channel="T" name="resolution" value="1" units="1/dev"/>
        </inkml:channelProperties>
      </inkml:inkSource>
      <inkml:timestamp xml:id="ts0" timeString="2020-12-07T08:35:45.006"/>
    </inkml:context>
    <inkml:brush xml:id="br0">
      <inkml:brushProperty name="width" value="0.1" units="cm"/>
      <inkml:brushProperty name="height" value="0.1" units="cm"/>
      <inkml:brushProperty name="fitToCurve" value="1"/>
    </inkml:brush>
    <inkml:brush xml:id="br1">
      <inkml:brushProperty name="width" value="0.1" units="cm"/>
      <inkml:brushProperty name="height" value="0.1" units="cm"/>
      <inkml:brushProperty name="color" value="#ED1C24"/>
      <inkml:brushProperty name="fitToCurve" value="1"/>
    </inkml:brush>
  </inkml:definitions>
  <inkml:traceGroup>
    <inkml:annotationXML>
      <emma:emma xmlns:emma="http://www.w3.org/2003/04/emma" version="1.0">
        <emma:interpretation id="{B003C74E-B0E4-418B-8A65-FC6D65798381}" emma:medium="tactile" emma:mode="ink">
          <msink:context xmlns:msink="http://schemas.microsoft.com/ink/2010/main" type="writingRegion" rotatedBoundingBox="19079,7336 29627,5359 30454,9774 19906,11750"/>
        </emma:interpretation>
      </emma:emma>
    </inkml:annotationXML>
    <inkml:traceGroup>
      <inkml:annotationXML>
        <emma:emma xmlns:emma="http://www.w3.org/2003/04/emma" version="1.0">
          <emma:interpretation id="{B2CA944C-0F90-491F-B899-86A5F892F63E}" emma:medium="tactile" emma:mode="ink">
            <msink:context xmlns:msink="http://schemas.microsoft.com/ink/2010/main" type="paragraph" rotatedBoundingBox="19112,7284 22421,7276 22423,7793 19113,7802" alignmentLevel="1"/>
          </emma:interpretation>
        </emma:emma>
      </inkml:annotationXML>
      <inkml:traceGroup>
        <inkml:annotationXML>
          <emma:emma xmlns:emma="http://www.w3.org/2003/04/emma" version="1.0">
            <emma:interpretation id="{9CDFAF18-B91A-422F-88FB-9D1AC1EE474F}" emma:medium="tactile" emma:mode="ink">
              <msink:context xmlns:msink="http://schemas.microsoft.com/ink/2010/main" type="inkBullet" rotatedBoundingBox="19112,7284 19626,7283 19627,7787 19113,7788"/>
            </emma:interpretation>
            <emma:one-of disjunction-type="recognition" id="oneOf0">
              <emma:interpretation id="interp0" emma:lang="en-US" emma:confidence="0">
                <emma:literal>Ora.</emma:literal>
              </emma:interpretation>
              <emma:interpretation id="interp1" emma:lang="en-US" emma:confidence="0">
                <emma:literal>Org.</emma:literal>
              </emma:interpretation>
              <emma:interpretation id="interp2" emma:lang="en-US" emma:confidence="0">
                <emma:literal>Oar.</emma:literal>
              </emma:interpretation>
              <emma:interpretation id="interp3" emma:lang="en-US" emma:confidence="0">
                <emma:literal>Oa.</emma:literal>
              </emma:interpretation>
              <emma:interpretation id="interp4" emma:lang="en-US" emma:confidence="0">
                <emma:literal>Ca.</emma:literal>
              </emma:interpretation>
            </emma:one-of>
          </emma:emma>
        </inkml:annotationXML>
        <inkml:trace contextRef="#ctx0" brushRef="#br0">7531-1773 124 0,'0'0'0'0,"-14"0"0"0,-11 0 0 0,25 0 44 16,0 0-44-16,-9 0 44 0,9-5-44 0,0 5 25 15,0 0-25-15,0 0 26 0,6-6-26 0,-6 6 19 16,0 0-19-16,0 0 20 0,6-2-20 0,-6 2 5 16,0 0-5-16,0 0 5 0,0 0-5 0,0 0 33 15,0 0-33-15,0 0 34 0,0 0-34 0,0 0 44 0,0 0-44 16,0 0 45-16,0 0-45 0,0 0 62 0,0 0-62 15,0 0 62-15,0 0-62 0,0 0 46 0,0 0-46 0,0 0 46 16,0 0-46-16,0 0 44 0,0 0-44 0,0 0 44 16,-6-3-44-16,6 3 29 0,0 0-29 0,0 0 29 15,-6-8-29-15,6 8 24 0,0 0-24 0,-5 0 25 16,-1-6-25-16,6 6 24 0,0 0-24 0,-2-5 25 16,-10 5-25-16,12 0 33 0,0 0-33 0,-11 0 34 15,0 5-34-15,11-5 19 0,0 0-19 0,-14 0 20 16,-5 6-20-16,19-6 41 0,0 0-41 0,-14 0 42 15,0 5-42-15,14-5 13 0,0 0-13 0,-11 6 14 16,3-4-14-16,8-2 37 0,0 0-37 0,-14 6 38 16,5-1-38-16,9-5 36 0,0 0-36 0,-11 3 37 15,3 2-37-15,8-5 32 0,0 0-32 0,-8 6 33 16,-1 5-33-16,9-11 33 0,0 0-33 0,-8 5 33 0,0 3-33 16,8-8 32-16,0 0-32 0,-11 11 32 0,-1-5-32 15,12-6-18-15,0 0 18 0,-11 8-18 0,6-3 18 16,5-5-29-16,0 0 29 0,-11 9-29 0,5-1 29 0,6-8-13 15,0 0 13-15,-3 8-13 0,-2 0 13 0,5-8-33 16,0 0 33-16,-3 11-32 0,0-6 32 0,3-5-17 16,0 0 17-16,-3 9-17 0,3 1 17 0,0-10-11 15,0 0 11-15,0 11-11 0,0 3 11 0,0-14-18 16,0 0 18-16,-5 5-18 0,5 4 18 0,0-9-8 16,0 0 8-16,0 11-8 0,0-6 8 0,0-5-16 15,0 0 16-15,0 5-15 0,5 9 15 0,-5-14-1 16,0 0 1-16,0 8-1 0,3 3 1 0,-3-11-4 0,0 0 4 15,3 11-3-15,0-3 3 0,-3-8-2 0,0 0 2 16,5 11-2-16,-5-5 2 0,0-6-5 0,0 0 5 0,0 8-5 16,0 3 5-16,0-11-3 0,0 0 3 0,0 11-2 15,3-3 2-15,-3-8-2 0,0 0 2 0,0 11-1 16,3-3 1-16,-3-8 0 0,0 0 0 0,3 11 0 16,2-6 0-16,-5-5 1 0,0 0-1 0,6 8 1 15,-3-2-1-15,-3-6 0 0,0 0 0 0,5 11 0 16,1-6 0-16,-6-5 0 0,0 0 0 0,5 8 0 15,4 3 0-15,-9-11 10 0,0 0-10 0,8 6 10 16,3-1-10-16,-11-5 24 0,0 0-24 0,6 8 25 16,5-2-25-16,-11-6 21 0,0 0-21 0,8 3 21 15,3-1-21-15,-11-2 26 0,0 0-26 0,8 6 26 16,1-4-26-16,-9-2 3 0,0 0-3 0,8 6 4 0,-2-1-4 16,-6-5 1-16,0 0-1 0,8 3 1 0,0 0-1 15,-8-3 7-15,0 0-7 0,9 5 7 0,-1 3-7 16,-8-8 7-16,0 0-7 0,8 6 8 0,-2-3-8 15,-6-3 14-15,0 0-14 0,5 2 15 0,1 1-15 0,-6-3 8 16,0 0-8-16,8 0 9 0,-8-3-9 0,0 3 3 16,0 0-3-16,6 0 4 0,2-2-4 0,-8 2 7 15,0 0-7-15,3 0 7 0,5 0-7 0,-8 0 7 16,0 0-7-16,9 0 7 0,-4 0-7 0,-5 0 7 16,0 0-7-16,9 0 8 0,-4-3-8 0,-5 3 3 15,0 0-3-15,6 0 4 0,2-6-4 0,-8 6 6 16,0 0-6-16,8-5 6 0,1 0-6 0,-9 5 7 0,0 0-7 15,8-6 7-15,0 3-7 0,-8 3 3 0,0 0-3 16,9 0 3-16,-4-5-3 0,-5 5 0 0,0 0 0 16,6 0 1-16,2-6-1 0,-8 6-1 0,0 0 1 0,6-2 0 15,2 2 0-15,-8 0 1 0,0 0-1 0,6-3 1 16,2 0-1-16,-8 3 1 0,0 0-1 0,5-2 1 16,1-1-1-16,-6 3 4 0,0 0-4 0,6-6 4 15,2-2-4-15,-8 8 3 0,0 0-3 0,3-5 3 16,2-1-3-16,-5 6 5 0,0 0-5 0,6-11 5 15,-1 3-5-15,-5 8 3 0,0 0-3 0,6-11 3 16,-3 0-3-16,-3 11 5 0,0 0-5 0,5-8 5 16,1-8-5-16,-6 16 3 0,0 0-3 0,8-8 3 15,-2-9-3-15,-6 17 0 0,0 0 0 0,8-8 0 16,0-5 0-16,-8 13 0 0,0 0 0 0,11-11 0 16,-5 0 0-16,-6 11 0 0,0 0 0 0,6-11 0 0,-1-3 0 15,-5 14 0-15,0 0 0 0,6-11 0 0,-4 3 0 16,-2 8 0-16,0 0 0 0,3-8 0 0,3 0 0 15,-6 8 1-15,0 0-1 0,0-3 1 0,0-2-1 0,0 5 1 16,0 0-1-16,0 0 1 0,0-9-1 0,0 9 1 16,0 0-1-16,0 0 1 0,0-8-1 0,0 8 0 15,0 0 0-15,0 0 0 0,-6-8 0 0,6 8-2 16,0 0 2-16,-3-5-1 0,1-1 1 0,2 6 0 16,0 0 0-16,-3-3 1 0,0-2-1 0,3 5 3 15,0 0-3-15,-3-6 3 0,3 1-3 0,0 5 6 16,0 0-6-16,0 0 7 0,-2-8-7 0,2 8 1 0,0 0-1 15,0 0 1-15,-6-6-1 0,6 6 3 0,0 0-3 16,0 0 3-16,-6-11-3 0,6 11 0 0,0 0 0 16,0-5 0-16,-5 2 0 0,5 3 0 0,0 0 0 15,-3-5 0-15,3-1 0 0,0 6 0 0,0 0 0 0,0 0 0 16,-3-8 0-16,3 8 4 0,0 0-4 0,0 0 4 16,-8-5-4-16,8 5 3 0,0 0-3 0,-6-6 3 15,1 1-3-15,5 5 0 0,0 0 0 0,-3-3 1 16,-5-2-1-16,8 5 1 0,0 0-1 0,-6-3 2 15,1 0-2-15,5 3 0 0,0 0 0 0,-6 0 0 16,3 0 0-16,3 0-4 0,0 0 4 0,0 0-3 16,-5 0 3-16,5 0-162 0,0 0 162 0,0 0-161 15,-6 0 161-15,6 0-141 0,0 0 141 0,0 0-141 16,-5 0 141-16,2 0-623 0</inkml:trace>
        <inkml:trace contextRef="#ctx0" brushRef="#br0" timeOffset="246159.4653">7428-1484 1300 0,'0'0'0'0,"0"0"-362"0,0 0 362 0,0 0-362 16,0 0 362-16,0 0-119 0,0 0 119 0,0 0-119 15,0 0 119-15,0 0-164 0</inkml:trace>
        <inkml:trace contextRef="#ctx0" brushRef="#br0" timeOffset="245889.8613">7522-1656 393 0,'0'0'0'0,"0"0"0"0,0 0 0 16,0 0-235-16</inkml:trace>
        <inkml:trace contextRef="#ctx0" brushRef="#br0" timeOffset="247853.6072">7311-1489 91 0,'0'0'0'0,"0"0"0"0,45-19 0 16,-45 19 1-16,0 0-1 0,14 0 2 0,-9-6-2 0,-5 6 35 16,0 0-35-16,6 0 35 0,2 6-35 0,-8-6 27 0,0 0-27 15,0 0 27-15,3 5-27 0,-3-5 45 0,0 0-45 16,0 0 46-16,11 6-46 0,-11-6 40 0,0 0-40 15,6 0 41-15,7-3-41 0,-13 3 34 0,0 0-34 16,14-6 35-16,-3 4-35 0,-11 2 15 0,0 0-15 0,14-14 16 16,3 3-16-16,-17 11 37 0,0 0-37 0,14-19 37 15,-3 3-37-15,-11 16 19 0,0 0-19 0,8-19 20 16,1-1-20-16,-9 20 18 0,0 0-18 0,5-16 18 16,1 2-18-16,-6 14 27 0,0 0-27 0,5-13 27 15,-5 2-27-15,0 11 20 0,0 0-20 0,0-6 20 16,0 1-20-16,0 5 26 0,0 0-26 0,0 0 26 15,-8-3-26-15,8 3 22 0,0 0-22 0,-11 3 23 16,-3 2-23-16,14-5 40 0,0 0-40 0,-19 11 40 16,-4-2-40-16,23-9 22 0,0 0-22 0,-25 16 22 15,-8 8-22-15,33-24 35 0,0 0-35 0,-25 14 36 16,6 2-36-16,19-16 31 0,0 0-31 0,-14 14 31 0,3 0-31 16,11-14 22-16,0 0-22 0,-6 11 22 0,3 0-22 15,3-11 41-15,0 0-41 0,3 8 41 0,5 3-41 16,-8-11 22-16,0 0-22 0,11 2 23 0,3 1-23 0,-14-3 41 15,0 0-41-15,17 3 41 0,0-3-41 0,-17 0 44 16,0 0-44-16,19-3 44 0,3-2-44 0,-22 5 35 16,0 0-35-16,20-6 35 0,-4-5-35 0,-16 11 39 15,0 0-39-15,17-8 40 0,0-8-40 0,-17 16-101 16,0 0 101-16,14-8-100 0,-3-9 100 0,-11 17-91 16,0 0 91-16,8-8-91 0,-2-8 91 0,-6 16-91 15,0 0 91-15,5-9-91 0,-5-7 91 0,0 16-82 16,0 0 82-16,-5-8-82 0,-4-3 82 0,9 11-64 0,0 0 64 15,-8-5-64-15,0 2 64 0,8 3-48 0,0 0 48 16,-11-6-48-16,-1 6 48 0,12 0-38 0,0 0 38 16,-13 6-38-16,-1-6 38 0,14 0-25 0,0 0 25 0,-14 5-24 15,-3 3 24-15,17-8-10 0,0 0 10 0,-17 14-10 16,1 2 10-16,16-16-11 0,0 0 11 0,-14 20-11 16,6-7 11-16,8-13-1 0,0 0 1 0,-6 17-1 15,3-4 1-15,3-13-3 0,0 0 3 0,0 11-3 16,0 0 3-16,0-11-2 0,0 0 2 0,3 8-2 15,0-2 2-15,-3-6 0 0,0 0 0 0,8 5 0 16,-5-2 0-16,-3-3 1 0,0 0-1 0,5 0 1 16,4 0-1-16,-9 0 1 0,0 0-1 0,8-3 2 15,3-2-2-15,-11 5 9 0,0 0-9 0,11-11 10 16,0 3-10-16,-11 8 8 0,0 0-8 0,9-6 9 16,-1-5-9-16,-8 11 3 0,0 0-3 0,6-8 4 0,-1 3-4 15,-5 5 2-15,0 0-2 0,3-11 3 0,0 5-3 16,-3 6 1-16,0 0-1 0,3-5 2 0,-3 2-2 15,0 3 3-15,0 0-3 0,0 0 4 0,0 0-4 0,0 0 6 16,0 0-6-16,-6 3 6 0,-2 2-6 0,8-5 0 16,0 0 0-16,-14 11 1 0,0-3-1 0,14-8 0 15,0 0 0-15,-14 11 1 0,-3 3-1 0,17-14 0 16,0 0 0-16,-14 16 1 0,6-8-1 0,8-8 0 16,0 0 0-16,-11 9 0 0,5-1 0 0,6-8 0 15,0 0 0-15,-2 5 0 0,4-5 0 0,-2 0 0 16,0 0 0-16,6 0 0 0,5 0 0 0,-11 0 2 0,0 0-2 15,8 0 2-15,9 0-2 0,-17 0 1 0,0 0-1 16,17-5 2-16,-1 5-2 0,-16 0 4 0,0 0-4 16,17-6 5-16,-3 1-5 0,-14 5 6 0,0 0-6 0,11-6 7 15,3 4-7-15,-14 2 3 0,0 0-3 0,3-6 3 16,2 1-3-16,-5 5 12 0,0 0-12 0,0 0 12 16,6-3-12-16,-6 3 3 0,0 0-3 0,0 0 4 15,0 0-4-15,0 0 2 0,0 0-2 0,-3 8 2 16,0-2-2-16,3-6 10 0,0 0-10 0,-5 5 11 15,2 3-11-15,3-8 8 0,0 0-8 0,-14 11 8 16,3 3-8-16,11-14 15 0,0 0-15 0,-17 13 15 16,-2-2-15-16,19-11 23 0,0 0-23 0,-20 11 24 0,-5-3-24 0,25-8 22 0,0 0-22 0,-22 6 22 15,-3-6-22-15,25 0 15 0,0 0-15 0,-22-3 16 16,2-5-16-16,20 8 18 0,0 0-18 0,-16-14 19 16,5-5-19-16,11 19 8 0,0 0-8 0,-6-24 9 15,6-14-9-15,0 38 4 0,0 0-4 0,0-36 4 16,14-2-4-16,-14 38 3 15,0 0-3-15,11-30 3 0,11 0-3 0,-22 30 1 16,0 0-1-16,25-25 2 0,9 6-2 0,-34 19-1 16,0 0 1-16,36-16-1 0,6 2 1 0,-42 14-2 15,0 0 2-15,36-8-1 0,0 3 1 0,-36 5-5 16,0 0 5-16,33 0-5 0,-2 0 5 0,-31 0 1 16,0 0-1-16,25 0 2 0,-6 5-2 0,-19-5 11 15,0 0-11-15,14 14 11 0,-6 2-11 0,-8-16 27 16,0 0-27-16,3 22 27 0,-8 2-27 0,5-24 6 0,0 0-6 15,-14 30 7-15,-11 0-7 0,25-30 5 0,0 0-5 16,-17 28 5-16,-8-1-5 0,25-27 13 0,0 0-13 16,-25 25 13-16,-3-6-13 0,28-19 8 0,0 0-8 0,-22 19 8 15,-6-8-8-15,28-11 3 0,0 0-3 0,-19 13 4 16,-1-7-4-16,20-6 2 0,0 0-2 0,-19 5 3 16,8-2-3-16,11-3-1 0,0 0 1 0,-9 0 0 15,4-3 0-15,5 3-5 0,0 0 5 0,-3-5-4 16,3-9 4-16,0 14-8 0,0 0 8 0,3-16-8 15,8-14 8-15,-11 30-15 0,0 0 15 0,8-19-15 16,3-6 15-16,-11 25-1 0,0 0 1 0,14-19-1 16,6 3 1-16,-20 16-8 0,0 0 8 0,14-14-8 0,2 6 8 0,-16 8-3 15,0 0 3-15,17-6-3 16,-6 6 3-16,-11 0 0 0,0 0 0 0,14 0 1 16,-3 9-1-16,-11-9 3 0,0 0-3 0,11 10 3 0,-5 10-3 15,-6-20 21-15,0 0-21 0,5 13 21 0,-2 6-21 16,-3-19 14-16,0 0-14 0,-3 22 15 0,-2-3-15 15,5-19 1-15,0 0-1 0,-6 19 2 0,-8 0-2 16,14-19-94-16,0 0 94 0,-16 17-94 0,-1-6 94 0,17-11-95 16,0 0 95-16,-22 2-94 0,-3-4 94 0,-22 2-380 15</inkml:trace>
      </inkml:traceGroup>
      <inkml:traceGroup>
        <inkml:annotationXML>
          <emma:emma xmlns:emma="http://www.w3.org/2003/04/emma" version="1.0">
            <emma:interpretation id="{BD5464C9-A027-45F9-A0D8-380ADF754807}" emma:medium="tactile" emma:mode="ink">
              <msink:context xmlns:msink="http://schemas.microsoft.com/ink/2010/main" type="line" rotatedBoundingBox="20134,7286 22421,7280 22423,7793 20135,7799"/>
            </emma:interpretation>
          </emma:emma>
        </inkml:annotationXML>
        <inkml:traceGroup>
          <inkml:annotationXML>
            <emma:emma xmlns:emma="http://www.w3.org/2003/04/emma" version="1.0">
              <emma:interpretation id="{8E882754-C8E4-4BC8-8C3C-0DFA60F54FE4}" emma:medium="tactile" emma:mode="ink">
                <msink:context xmlns:msink="http://schemas.microsoft.com/ink/2010/main" type="inkWord" rotatedBoundingBox="20085,7497 20579,7264 20753,7633 20259,7867"/>
              </emma:interpretation>
              <emma:one-of disjunction-type="recognition" id="oneOf1">
                <emma:interpretation id="interp5" emma:lang="en-US" emma:confidence="0">
                  <emma:literal>Oss</emma:literal>
                </emma:interpretation>
                <emma:interpretation id="interp6" emma:lang="en-US" emma:confidence="0">
                  <emma:literal>OBs</emma:literal>
                </emma:interpretation>
                <emma:interpretation id="interp7" emma:lang="en-US" emma:confidence="0">
                  <emma:literal>Oss's</emma:literal>
                </emma:interpretation>
                <emma:interpretation id="interp8" emma:lang="en-US" emma:confidence="0">
                  <emma:literal>Oosts</emma:literal>
                </emma:interpretation>
                <emma:interpretation id="interp9" emma:lang="en-US" emma:confidence="0">
                  <emma:literal>Osos</emma:literal>
                </emma:interpretation>
              </emma:one-of>
            </emma:emma>
          </inkml:annotationXML>
          <inkml:trace contextRef="#ctx0" brushRef="#br0" timeOffset="1607.3315">8478-1735 113 0,'0'0'0'0,"0"0"0"0,0 0 0 16,0 0 37-16,0 0-37 0,0 0 37 0,0 0-37 0,0 0 54 16,0 0-54-16,0 0 55 0,0 0-55 0,0 0 77 15,0 0-77-15,0 0 78 0,0 0-78 0,0 0 72 16,0 0-72-16,0 0 72 0,0 0-72 0,0 0 51 15,0 0-51-15,0 0 51 0,0 0-51 0,0 0 51 16,0 0-51-16,0 0 51 0,0 0-51 0,0 0 48 0,0 0-48 16,0 0 49-16,0 0-49 0,0 0 53 0,0 0-53 15,0 0 54-15,0 0-54 0,0 0 38 0,0 0-38 0,0 0 38 16,-28 11-38-16,28-11 10 0,0 0-10 0,-16 8 10 16,-4 3-10-16,20-11 13 0,0 0-13 0,-19 14 14 15,-4 2-14-15,23-16 8 0,0 0-8 0,-19 14 9 16,0-3-9-16,19-11 8 0,0 0-8 0,-20 19 8 15,3-5-8-15,17-14 8 0,0 0-8 0,-13 16 8 16,1-2-8-16,12-14 15 0,0 0-15 0,-13 10 15 16,4 4-15-16,9-14 14 0,0 0-14 0,-8 8 15 15,2 0-15-15,6-8 4 0,0 0-4 0,-5 9 4 16,2-1-4-16,3-8 13 0,0 0-13 0,-3 8 14 16,3 0-14-16,0-8 15 0,0 0-15 0,0 8 15 15,0 1-15-15,0-9 15 0,0 0-15 0,3 8 15 16,0 3-15-16,-3-11 4 0,0 0-4 0,5 13 5 0,1-5-5 15,-6-8 13-15,0 0-13 0,8 17 14 0,1-4-14 16,-9-13 8-16,0 0-8 0,8 17 9 0,0-4-9 16,-8-13 23-16,0 0-23 0,9 14 24 0,-1 2-24 0,-8-16 21 15,0 0-21-15,5 9 21 0,4 1-21 0,-9-10 15 16,0 0-15-16,11 11 16 0,0-5-16 0,-11-6 28 16,0 0-28-16,11 8 28 0,3-3-28 0,-14-5 6 15,0 0-6-15,14 6 6 0,3-1-6 0,-17-5 17 16,0 0-17-16,16 6 17 0,1-3-17 0,-17-3 8 15,0 0-8-15,17 5 9 0,2-5-9 0,-19 0 15 16,0 0-15-16,19 0 16 0,-2-5-16 0,-17 5 23 0,0 0-23 16,20-6 24-16,-1 1-24 0,-19 5 22 0,0 0-22 15,19-9 22-15,-2 1-22 0,-17 8 15 0,0 0-15 16,22-11 16-16,3-5-16 0,-25 16 5 0,0 0-5 16,23-14 5-16,-4 1-5 0,-19 13 33 0,0 0-33 0,19-11 34 15,1-6-34-15,-20 17 3 0,0 0-3 0,17-13 4 16,-4 2-4-16,-13 11 9 0,0 0-9 0,14-14 10 15,-3 1-10-15,-11 13 16 0,0 0-16 0,9-14 17 16,-4 3-17-16,-5 11 3 0,0 0-3 0,6-11 3 16,-3 0-3-16,-3 11 2 0,0 0-2 0,2-13 3 15,-2-1-3-15,0 14 5 0,0 0-5 0,-2-22 5 16,-1 3-5-16,3 19 6 0,0 0-6 0,0-19 7 16,-8 5-7-16,8 14 3 0,0 0-3 0,-6-19 3 15,0 0-3-15,6 19 2 0,0 0-2 0,-5-16 2 16,2 2-2-16,3 14-1 0,0 0 1 0,-5-16 0 15,-1 8 0-15,6 8-10 0,0 0 10 0,-6-14-9 0,-2 6 9 16,8 8-79-16,0 0 79 0,-8-3-79 0,2-2 79 16,6 5-163-16,0 0 163 0,-14 0-162 0,-5 0 162 15,-12 5-988-15</inkml:trace>
          <inkml:trace contextRef="#ctx0" brushRef="#br0" timeOffset="248611.5091">8506-1416 113 0,'0'0'0'0,"0"-8"0"0,-8-3 0 16,8 11 13-16,0 0-13 0,-17 0 13 0,-5 8-13 16,22-8 5-16,0 0-5 0,-20 6 6 0,1-1-6 0,19-5-4 15,0 0 4-15,-14 6-3 0,-3-6 3 0,-13 0-47 16</inkml:trace>
          <inkml:trace contextRef="#ctx0" brushRef="#br0" timeOffset="249587.9908">8578-1656 91 0,'0'0'0'0,"-22"25"0"0,-11 8 0 0,33-33 26 0,0 0-26 16,5 11 26-16,20-17-26 0,-25 6 38 0,0 0-38 15,17 6 38-15,0-1-38 0,-17-5 44 0,0 0-44 0,0 14 44 16,-11 10-44-16,11-24 28 0,0 0-28 0,-17 22 28 16,-2 3-28-16,19-25 34 0,0 0-34 0,-31 24 35 15,-2-2-35-15,33-22 32 0,0 0-32 0,-31 16 32 16,3-2-32-16,28-14 31 0,0 0-31 0,-28 11 31 15,1-3-31-15,27-8 8 0,0 0-8 0,-23 5 8 16,-2-5-8-16,25 0 6 0,0 0-6 0,-16 0 6 16,2-5-6-16,14 5 14 0,0 0-14 0,-6-8 15 15,6-11-15-15,0 19 3 0,0 0-3 0,9-19 3 16,5-6-3-16,-14 25 12 0,0 0-12 0,25-27 12 16,8-6-12-16,-33 33 23 0,0 0-23 0,25-24 24 15,3 2-24-15,-28 22 13 0,0 0-13 0,27-17 13 16,1 6-13-16,-28 11 35 0,0 0-35 0,25-5 36 0,-3-3-36 15,-22 8 41-15,0 0-41 0,20 0 41 0,-6 3-41 16,-14-3 45-16,0 0-45 0,11 10 45 0,-5 10-45 16,-6-20 47-16,0 0-47 0,-3 16 47 0,-6 8-47 15,9-24 54-15,0 0-54 0,-19 25 54 0,-6 0-54 0,25-25 43 16,0 0-43-16,-28 24 44 0,-5 3-44 0,33-27 12 16,0 0-12-16,-31 22 12 0,3 0-12 0,28-22 7 15,0 0-7-15,-27 16 8 0,4-2-8 0,23-14 0 16,0 0 0-16,-22 11 0 0,6-11 0 0,16 0-11 15,0 0 11-15,-14-6-11 0,5-10 11 0,9 16-11 16,0 0 11-16,0-22-11 0,14-5 11 0,-14 27-26 16,0 0 26-16,14-27-26 0,11-3 26 0,-25 30-7 0,0 0 7 15,33-33-6-15,12 0 6 0,-45 33-5 0,0 0 5 16,44-27-4-16,9 2 4 0,-53 25-3 0,0 0 3 16,39-16-3-16,3 2 3 0,-42 14-2 0,0 0 2 0,33-8-1 15,-8 6 1-15,-25 2 0 0,0 0 0 0,22 0 0 16,-13 0 0-16,-9 0 5 0,0 0-5 0,0 16 5 15,-9 8-5-15,9-24 3 0,0 0-3 0,-25 28 4 16,-5 2-4-16,30-30 7 0,0 0-7 0,-34 27 7 16,-4 0-7-16,38-27 7 0,0 0-7 0,-34 22 8 15,1-3-8-15,33-19 3 0,0 0-3 0,-34 14 3 16,9-3-3-16,25-11 2 0,0 0-2 0,-22 8 2 16,3-3-2-16,19-5-1 0,0 0 1 0,-14-5 0 15,6-1 0-15,8 6-10 0,0 0 10 0,0-8-9 16,8-14 9-16,-8 22-10 0,0 0 10 0,17-19-9 15,5-5 9-15,-22 24-17 0,0 0 17 0,22-19-16 16,6 5 16-16,-28 14-4 0,0 0 4 0,30-16-3 0,4 8 3 16,-34 8-20-16,0 0 20 0,28-6-20 0,-6 6 20 15,-22 0-3-15,0 0 3 0,16 0-3 0,-2 6 3 0,-14-6-1 16,0 0 1-16,6 8 0 0,-6 8 0 0,0-16-3 16,0 0 3-16,-8 14-2 0,-6 5 2 0,14-19 0 15,0 0 0-15,-17 19 1 0,-2 3-1 0,19-22 15 16,0 0-15-16,-31 19 16 0,0 0-16 0,31-19 4 15,0 0-4-15,-25 13 5 0,6-2-5 0,19-11-34 16,0 0 34-16,-20 6-34 0,4-1 34 0,16-5-54 16,0 0 54-16,-14 0-53 0,6-5 53 0,8 5-89 15,0 0 89-15,-3-8-88 0,3-3 88 0,0 11-115 0,0 0 115 16,0-14-115-16,5 3 115 0,4-19-321 0</inkml:trace>
        </inkml:traceGroup>
        <inkml:traceGroup>
          <inkml:annotationXML>
            <emma:emma xmlns:emma="http://www.w3.org/2003/04/emma" version="1.0">
              <emma:interpretation id="{0A7AF73C-B448-4430-A022-1B31E00B1D6C}" emma:medium="tactile" emma:mode="ink">
                <msink:context xmlns:msink="http://schemas.microsoft.com/ink/2010/main" type="inkWord" rotatedBoundingBox="21022,7393 21491,7346 21533,7758 21064,7805"/>
              </emma:interpretation>
              <emma:one-of disjunction-type="recognition" id="oneOf2">
                <emma:interpretation id="interp10" emma:lang="en-US" emma:confidence="0">
                  <emma:literal>Osos</emma:literal>
                </emma:interpretation>
                <emma:interpretation id="interp11" emma:lang="en-US" emma:confidence="0">
                  <emma:literal>oops</emma:literal>
                </emma:interpretation>
                <emma:interpretation id="interp12" emma:lang="en-US" emma:confidence="0">
                  <emma:literal>ops</emma:literal>
                </emma:interpretation>
                <emma:interpretation id="interp13" emma:lang="en-US" emma:confidence="0">
                  <emma:literal>orgs</emma:literal>
                </emma:interpretation>
                <emma:interpretation id="interp14" emma:lang="en-US" emma:confidence="0">
                  <emma:literal>o.</emma:literal>
                </emma:interpretation>
              </emma:one-of>
            </emma:emma>
          </inkml:annotationXML>
          <inkml:trace contextRef="#ctx0" brushRef="#br0" timeOffset="2838.2391">9228-1710 427 0,'0'0'0'0,"14"0"0"16,0 5 0-16,-14-5 37 0,0 0-37 0,-3 6 37 16,-14 2-37-16,17-8 47 0,0 0-47 0,-14 11 47 15,1-6-47-15,13-5 62 0,0 0-62 0,-20 14 62 16,6-3-62-16,14-11 58 0,0 0-58 0,-14 13 58 16,0-2-58-16,14-11 25 0,0 0-25 0,-11 14 26 15,6 2-26-15,5-16 37 0,0 0-37 0,-3 14 38 16,3 0-38-16,0-14 13 0,0 0-13 0,0 11 14 15,0-1-14-15,0-10 29 0,0 0-29 0,3 14 29 16,2 0-29-16,-5-14 36 0,0 0-36 0,6 16 37 0,-1 3-37 16,-5-19 31-16,0 0-31 0,6 19 31 0,2 6-31 15,-8-25 8-15,0 0-8 0,3 16 8 0,5 0-8 16,-8-16 42-16,0 0-42 0,12 17 43 0,-1-6-43 0,-11-11 42 16,0 0-42-16,14 13 42 0,5-7-42 0,-19-6 39 15,0 0-39-15,17 8 40 0,2 3-40 0,-19-11 27 16,0 0-27-16,20 5 27 0,-1 1-27 0,-19-6 27 15,0 0-27-15,19 3 27 0,4-1-27 0,-23-2 14 16,0 0-14-16,19 3 15 0,-2-3-15 0,-17 0 18 16,0 0-18-16,16 5 19 0,-2-5-19 0,-14 0 24 15,0 0-24-15,14 0 25 0,3 0-25 0,-17 0 13 0,0 0-13 16,8 0 13-16,1 0-13 0,-9 0 18 0,0 0-18 16,8 0 19-16,3-5-19 0,-11 5 15 0,0 0-15 15,11-5 15-15,-3-4-15 0,-8 9 16 0,0 0-16 0,9-5 17 16,2-9-17-16,-11 14 9 0,0 0-9 0,8-11 9 15,-2 0-9-15,-6 11 9 0,0 0-9 0,5-8 10 16,4-5-10-16,-9 13 1 0,0 0-1 0,5-11 1 0,4 0-1 0,-9 11 3 16,0 0-3-16,5-11 3 15,3 3-3-15,-8 8 1 0,0 0-1 0,6-14 2 16,5 3-2-16,-11 11 4 0,0 0-4 0,3-11 5 16,0 3-5-16,-3 8 21 0,0 0-21 0,2-5 21 15,4-6-21-15,-6 11 21 0,0 0-21 0,0-8 21 16,0 2-21-16,0 6 1 0,0 0-1 0,0-8 1 15,0 0-1-15,0 8 5 0,0 0-5 0,0-8 5 0,-6-9-5 16,6 17 3-16,0 0-3 0,-2-8 3 0,-4-8-3 16,6 16 1-16,0 0-1 0,-5-8 2 0,-1-6-2 15,6 14 9-15,0 0-9 0,-6-6 9 0,4-4-9 0,2 10 3 16,0 0-3-16,-9-9 4 0,4 4-4 0,5 5 2 16,0 0-2-16,-6-11 2 0,1 3-2 15,5 8 1-15,0 0-1 0,-6-11 2 0,3 0-2 0,3 11-9 16,0 0 9-16,-5-8-8 0,-1 0 8 0,6 8-164 15,0 0 164-15,-11-3-164 0,-6 6 164 0,17-3-137 16,0 0 137-16,-30 2-136 0,-12 4 136 0,-30-1-934 16</inkml:trace>
          <inkml:trace contextRef="#ctx0" brushRef="#br0" timeOffset="249983.3793">9290-1470 1356 0,'3'-8'0'15,"-3"8"-334"-15,0 0 334 0,8-25-333 16,6-16 333-16,-3 17-254 0,0 5 254 0,-11 19-81 0,0 0 81 0,11-14-80 16,-3 3 80-16,-8 11-69 0,0 0 69 0,9-8-69 15,-4 2 69-15,9-5-25 0</inkml:trace>
          <inkml:trace contextRef="#ctx0" brushRef="#br0" timeOffset="250755.8593">9498-1503 113 0,'0'0'0'16,"-14"-16"0"-16,-11-12 0 0,25 28 37 0,0 0-37 0,0 9 37 15,11 10-37-15,-11-19 49 0,0 0-49 0,6 16 49 0,-3 3-49 16,-3-19 30-16,0 0-30 0,-9 19 30 0,-4-2-30 16,13-17 5-16,0 0-5 0,-26 13 5 0,4-5-5 15,22-8 10-15,0 0-10 0,-28 6 11 0,6-1-11 0,22-5 1 16,0 0-1-16,-22-5 1 0,3-3-1 0,19 8 0 16,0 0 0-16,-14-11 0 0,3-6 0 0,11 17-1 15,0 0 1-15,-3-24 0 0,8-9 0 0,-5 33-1 16,0 0 1-16,6-24 0 0,5-6 0 0,-11 30 0 15,0 0 0-15,14-25 0 0,5 6 0 0,-19 19 5 16,0 0-5-16,23-19 6 0,4 5-6 0,-27 14 39 16,0 0-39-16,23-11 40 0,-4 6-40 0,-19 5 36 15,0 0-36-15,20 0 36 0,-7 11-36 0,-13-11 61 0,0 0-61 16,12 5 61-16,-4 9-61 0,-8-14 61 0,0 0-61 0,0 19 62 16,-6 0-62-16,6-19 64 0,0 0-64 15,-16 22 64-15,-9 0-64 0,25-22 47 0,0 0-47 0,-25 19 48 16,-3 3-48-16,28-22 43 0,0 0-43 0,-36 11 44 15,2 2-44-15,34-13 35 0,0 0-35 0,-27 6 36 16,4-4-36-16,23-2 23 0,0 0-23 0,-16 0 24 16,5-2-24-16,11 2 28 0,0 0-28 0,-14-6 28 15,8 1-28-15,6 5 13 0,0 0-13 0,0-19 13 16,8-3-13-16,-8 22 11 0,0 0-11 0,17-19 11 16,11-3-11-16,-28 22 17 0,0 0-17 0,33-16 17 15,9 2-17-15,-42 14 14 0,0 0-14 0,39-11 15 16,-3 6-15-16,-36 5 34 0,0 0-34 0,33-3 34 0,-2 3-34 0,-31 0 46 15,0 0-46-15,19 0 47 0,-2 3-47 0,-17-3 46 16,0 0-46-16,11 5 46 0,-3 6-46 0,-8-11 42 16,0 0-42-16,-8 19 42 0,-6 6-42 15,14-25 36-15,0 0-36 0,-25 19 36 0,-5 5-36 16,30-24-9-16,0 0 9 0,-25 25-8 0,-9-1 8 16,34-24-30-16,0 0 30 0,-25 19-30 0,3-2 30 0,22-17-12 15,0 0 12-15,-17 13-12 0,3-2 12 0,14-11-38 16,0 0 38-16,-11 8-37 0,3-2 37 0,8-6-12 15,0 0 12-15,-3 5-12 0,-2-10 12 0,5 5-36 16,0 0 36-16,5-8-36 0,-2-9 36 0,-3 17-12 0,0 0 12 0,8-16-12 16,3-6 12-16,-11 22-20 15,0 0 20-15,14-22-19 0,3 1 19 0,-17 21-15 16,0 0 15-16,19-22-15 0,1 3 15 0,-20 19-17 0,0 0 17 0,22-17-16 16,-2 4 16-16,-20 13-4 0,0 0 4 0,16-9-4 15,1 4 4-15,-17 5-8 0,0 0 8 16,17 0-7-16,-1 5 7 0,-16-5-8 0,0 0 8 0,14 9-7 15,-3 2 7-15,-11-11 0 0,0 0 0 0,9 8 0 16,-7 8 0-16,-2-16 5 0,0 0-5 0,0 14 6 16,-5 2-6-16,5-16 4 0,0 0-4 0,-11 19 4 15,-3-5-4-15,14-14-26 0,0 0 26 0,-20 13-26 16,-2-2 26-16,22-11-129 0,0 0 129 0,-16 11-128 0,-4-8 128 0,-16 13-704 16</inkml:trace>
        </inkml:traceGroup>
        <inkml:traceGroup>
          <inkml:annotationXML>
            <emma:emma xmlns:emma="http://www.w3.org/2003/04/emma" version="1.0">
              <emma:interpretation id="{227979FA-E76F-460C-AFAA-18323E31BA14}" emma:medium="tactile" emma:mode="ink">
                <msink:context xmlns:msink="http://schemas.microsoft.com/ink/2010/main" type="inkWord" rotatedBoundingBox="21828,7430 22379,7198 22558,7625 22007,7856"/>
              </emma:interpretation>
              <emma:one-of disjunction-type="recognition" id="oneOf3">
                <emma:interpretation id="interp15" emma:lang="en-US" emma:confidence="0">
                  <emma:literal>on.</emma:literal>
                </emma:interpretation>
                <emma:interpretation id="interp16" emma:lang="en-US" emma:confidence="0">
                  <emma:literal>ops</emma:literal>
                </emma:interpretation>
                <emma:interpretation id="interp17" emma:lang="en-US" emma:confidence="0">
                  <emma:literal>oops</emma:literal>
                </emma:interpretation>
                <emma:interpretation id="interp18" emma:lang="en-US" emma:confidence="0">
                  <emma:literal>gips</emma:literal>
                </emma:interpretation>
                <emma:interpretation id="interp19" emma:lang="en-US" emma:confidence="0">
                  <emma:literal>op.</emma:literal>
                </emma:interpretation>
              </emma:one-of>
            </emma:emma>
          </inkml:annotationXML>
          <inkml:trace contextRef="#ctx0" brushRef="#br0" timeOffset="4009.4128">10067-1675 1222 0,'0'0'0'0,"-3"0"0"16,-5 0 0-16,8 0-52 0,0 0 52 0,0 0-51 16,8 0 51-16,-8 0-34 0,0 0 34 0,3 0-33 15,3 0 33-15,-6 0-26 0,0 0 26 0,5 0-26 16,-2-5 26-16,-3 5-23 0,0 0 23 0,0 0-22 15,5 0 22-15,-5 0-5 0,0 0 5 0,0 0-5 16,0 0 5-16,0 0-3 0,0 0 3 0,0 0-2 16,-2 5 2-16,2-5-10 0,0 0 10 0,-3 8-9 15,-3 9 9-15,6-17-1 0,0 0 1 0,-5 13 0 0,-1 7 0 16,6-20 1-16,0 0-1 0,-11 19 2 0,3 0-2 16,8-19 10-16,0 0-10 0,-9 22 11 0,4-3-11 15,5-19 27-15,0 0-27 0,-11 24 27 0,5-7-27 16,6-17 6-16,0 0-6 0,-3 19 6 0,1 0-6 0,2-19 34 15,0 0-34-15,0 11 35 0,5 2-35 0,-5-13 18 16,0 0-18-16,9 11 18 0,2 3-18 0,-11-14 28 16,0 0-28-16,14 13 28 0,2 1-28 0,-16-14 21 15,0 0-21-15,14 11 21 0,6 0-21 0,-20-11 46 16,0 0-46-16,22 8 46 0,6-3-46 0,-28-5 50 16,0 0-50-16,25 6 50 0,0-6-50 0,-25 0 42 0,0 0-42 15,25 5 43-15,-3-5-43 0,-22 0 42 0,0 0-42 16,19 0 42-16,-2 0-42 0,-17 0 35 0,0 0-35 15,17 0 35-15,-4 0-35 0,-13 0 23 0,0 0-23 0,14 0 24 16,0 0-24-16,-14 0 10 0,0 0-10 0,11-5 11 16,0-1-11-16,-11 6 18 0,0 0-18 0,9-8 19 15,-1 3-19-15,-8 5 8 0,0 0-8 0,8-14 8 16,-2 3-8-16,-6 11 9 0,0 0-9 0,6-13 9 16,2-4-9-16,-8 17 8 0,0 0-8 0,5-16 8 15,4-3-8-15,-9 19 3 0,0 0-3 0,5-14 4 16,1-5-4-16,-6 19 0 0,0 0 0 0,5-19 1 15,4-3-1-15,-9 22 5 0,0 0-5 0,5-19 5 16,4 6-5-16,-9 13 2 0,0 0-2 0,0-17 3 16,2 9-3-16,-2 8 5 0,0 0-5 0,0-14 6 15,0 6-6-15,0 8 13 0,0 0-13 0,0-8 14 16,0 0-14-16,0 8 8 0,0 0-8 0,-2-6 9 0,2-5-9 16,0 11 3-16,0 0-3 0,-9-8 4 0,4 3-4 15,5 5 13-15,0 0-13 0,-11-11 13 0,2 5-13 0,9 6 0 16,0 0 0-16,-19-2 1 0,5-1-1 0,14 3 0 15,0 0 0-15,-31 3 0 0,-5 5 0 0,36-8-2 16,0 0 2-16,-39 5-1 0,-2 6 1 0,41-11-37 16,0 0 37-16,-42 8-36 0,3-2 36 0,39-6-80 15,0 0 80-15,-33 0-80 0,-6-6 80 0,39 6-116 16,0 0 116-16,-36-8-115 0,0-3 115 0,-34-8-995 16</inkml:trace>
          <inkml:trace contextRef="#ctx0" brushRef="#br0" timeOffset="251054.9698">10168-1405 124 0,'0'0'0'0,"-17"-5"0"0,-13-9 0 0,-18-2-33 15</inkml:trace>
          <inkml:trace contextRef="#ctx0" brushRef="#br0" timeOffset="251864.6674">10087-1645 91 0,'0'0'0'0,"0"22"0"15,0 14 0-15,0-36 26 0,0 0-26 0,6-6 26 16,2-24-26-16,-8 30 43 0,0 0-43 0,11-22 44 15,0 0-44-15,-11 22 39 0,0 0-39 0,23-13 40 16,-1 2-40-16,-22 11 41 0,0 0-41 0,25-3 41 16,0 6-41-16,-25-3 40 0,0 0-40 0,28 11 40 15,-3 8-40-15,-25-19 34 0,0 0-34 0,19 24 35 0,-5 1-35 0,-14-25 44 16,0 0-44-16,11 25 45 0,-5-1-45 0,-6-24 63 16,0 0-63-16,5 25 63 0,-5-6-63 0,0-19 50 15,0 0-50-15,-5 22 51 0,-1-1-51 0,6-21 33 16,0 0-33-16,-11 19 34 0,-3-2-34 0,14-17 26 15,0 0-26-15,-17 11 26 0,-2-3-26 0,19-8 4 16,0 0-4-16,-22 5 4 0,2-5-4 0,20 0 3 0,0 0-3 0,-22-5 4 16,3-3-4-16,19 8 0 0,0 0 0 0,-14-11 1 15,3-8-1-15,11 19 0 16,0 0 0-16,0-30 0 0,5-8 0 0,-5 38 0 16,0 0 0-16,14-30 0 0,0 5 0 0,-14 25-1 0,0 0 1 15,22-25-1-15,9 6 1 0,-31 19-1 0,0 0 1 16,30-19-1-16,1 8 1 0,-31 11 1 0,0 0-1 15,28-11 1-15,0 9-1 0,-28 2 17 0,0 0-17 0,30 0 17 16,6 2-17-16,-36-2 25 0,0 0-25 0,25 6 26 16,-5-6-26-16,-20 0 32 0,0 0-32 0,14 11 33 15,-9-3-33-15,-5-8 19 0,0 0-19 0,-3 16 20 16,-5 3-20-16,8-19 18 0,0 0-18 0,-14 20 19 16,-8-4-19-16,22-16 5 0,0 0-5 0,-31 16 5 15,-8 1-5-15,39-17 3 0,0 0-3 0,-36 8 4 16,-5 3-4-16,41-11 0 0,0 0 0 0,-31 5 0 15,6 1 0-15,25-6-3 0,0 0 3 0,-22-14-3 16,5-2 3-16,17 16-23 0,0 0 23 0,-8-25-22 16,8 1 22-16,0 24-15 0,0 0 15 0,14-30-14 15,13-3 14-15,-27 33-10 0,0 0 10 0,34-36-10 16,5 1 10-16,-39 35-10 0,0 0 10 0,33-27-10 0,0 2 10 16,-33 25-8-16,0 0 8 0,34-16-8 0,-1 2 8 15,-33 14-4-15,0 0 4 0,25-5-3 0,-3 2 3 16,-22 3 0-16,0 0 0 0,20 3 0 0,-6 8 0 0,-14-11 0 15,0 0 0-15,2 19 0 0,-7 5 0 0,5-24 0 16,0 0 0-16,-14 30 1 0,-5 0-1 0,19-30 8 16,0 0-8-16,-28 38 9 0,-11-5-9 0,39-33 15 15,0 0-15-15,-36 36 16 0,-3-12-16 0,39-24 4 0,0 0-4 16,-39 25 4-16,3-6-4 0,36-19 0 0,0 0 0 16,-34 16 0-16,7-2 0 0,27-14-12 0,0 0 12 15,-17 5-12-15,3-5 12 0,14 0-18 0,0 0 18 16,-8-5-18-16,8-9 18 0,0 14-26 0,0 0 26 15,16-22-25-15,15-5 25 0,-31 27-7 0,0 0 7 16,31-25-7-16,7 4 7 0,-38 21-113 0,0 0 113 0,45-19-113 16,8-1 113-16,-53 20-86 0,0 0 86 0,97-38-422 15,-194 76 422-15</inkml:trace>
        </inkml:traceGroup>
      </inkml:traceGroup>
    </inkml:traceGroup>
    <inkml:traceGroup>
      <inkml:annotationXML>
        <emma:emma xmlns:emma="http://www.w3.org/2003/04/emma" version="1.0">
          <emma:interpretation id="{24201AE1-A6C5-48EC-86A1-1C1F92D1A31A}" emma:medium="tactile" emma:mode="ink">
            <msink:context xmlns:msink="http://schemas.microsoft.com/ink/2010/main" type="paragraph" rotatedBoundingBox="20181,7791 28551,6222 28878,7964 20507,9532" alignmentLevel="2"/>
          </emma:interpretation>
        </emma:emma>
      </inkml:annotationXML>
      <inkml:traceGroup>
        <inkml:annotationXML>
          <emma:emma xmlns:emma="http://www.w3.org/2003/04/emma" version="1.0">
            <emma:interpretation id="{CEFD2753-B018-401C-ABE9-57168C36C07E}" emma:medium="tactile" emma:mode="ink">
              <msink:context xmlns:msink="http://schemas.microsoft.com/ink/2010/main" type="line" rotatedBoundingBox="20181,7791 27994,6327 28196,7402 20382,8867"/>
            </emma:interpretation>
          </emma:emma>
        </inkml:annotationXML>
        <inkml:traceGroup>
          <inkml:annotationXML>
            <emma:emma xmlns:emma="http://www.w3.org/2003/04/emma" version="1.0">
              <emma:interpretation id="{5DDA1453-D5EC-48CF-BCF4-F93886DE8B13}" emma:medium="tactile" emma:mode="ink">
                <msink:context xmlns:msink="http://schemas.microsoft.com/ink/2010/main" type="inkWord" rotatedBoundingBox="20181,7791 20518,7727 20606,8196 20269,8259"/>
              </emma:interpretation>
              <emma:one-of disjunction-type="recognition" id="oneOf4">
                <emma:interpretation id="interp20" emma:lang="en-US" emma:confidence="0">
                  <emma:literal>h</emma:literal>
                </emma:interpretation>
                <emma:interpretation id="interp21" emma:lang="en-US" emma:confidence="0">
                  <emma:literal>2</emma:literal>
                </emma:interpretation>
                <emma:interpretation id="interp22" emma:lang="en-US" emma:confidence="0">
                  <emma:literal>N</emma:literal>
                </emma:interpretation>
                <emma:interpretation id="interp23" emma:lang="en-US" emma:confidence="0">
                  <emma:literal>L</emma:literal>
                </emma:interpretation>
                <emma:interpretation id="interp24" emma:lang="en-US" emma:confidence="0">
                  <emma:literal>d</emma:literal>
                </emma:interpretation>
              </emma:one-of>
            </emma:emma>
          </inkml:annotationXML>
          <inkml:trace contextRef="#ctx0" brushRef="#br1" timeOffset="29727.887">8464-1337 1502 0,'0'0'0'0,"0"0"-212"0,0 0 212 16,8 11-211-16,6 6 211 0,-14-17-50 0,0 0 50 16,9 11-49-16,2-1 49 0,-11-10-67 0,0 0 67 15,3 9-67-15,-1-7 67 0,-2-2-42 0,0 0 42 0,0 0-41 16,9 3 41-16,-9-3 0 0,0 0 0 0,0 0 0 16,0 0 0-16,0 0 15 0,0 0-15 0,0 6 15 15,5-1-15-15,-5-5 36 0,0 0-36 0,6 5 36 16,2 4-36-16,-8-9 12 0,0 0-12 0,6 11 13 15,2-3-13-15,-8-8 54 0,0 0-54 0,0 11 54 16,3 0-54-16,-3-11 34 0,0 0-34 0,3 13 34 16,-3 1-34-16,0-14 15 0,0 0-15 0,0 13 16 15,2 4-16-15,-2-17 32 0,0 0-32 0,0 11 32 0,3 2-32 0,-3-13 5 16,0 0-5-16,0 8 5 16,0 1-5-16,0-9 9 0,0 0-9 0,0 8 10 15,-3 0-10-15,3-8 8 0,0 0-8 0,-2 5 9 0,-4 1-9 16,6-6 15-16,0 0-15 0,-6 5 15 0,4 1-15 15,2-6 8-15,0 0-8 0,-6 5 8 0,6 1-8 16,0-6 3-16,0 0-3 0,-8 8 4 0,5-3-4 0,3-5 7 16,0 0-7-16,-6 6 7 0,-2 7-7 0,8-13 7 15,0 0-7-15,-8 9 7 0,-3 7-7 0,11-16 3 16,0 0-3-16,-9 11 3 0,-5 8-3 0,14-19 6 16,0 0-6-16,-11 14 6 0,0 2-6 0,11-16 7 15,0 0-7-15,-11 19 7 0,-6-8-7 0,17-11 14 16,0 0-14-16,-13 16 15 0,1 1-15 0,12-17 14 15,0 0-14-15,-11 11 15 0,3 2-15 0,8-13 9 16,0 0-9-16,-6 6 9 0,1 2-9 0,5-8 4 0,0 0-4 16,-6 5 4-16,4 1-4 0,2-6 3 0,0 0-3 15,0 0 3-15,0 0-3 0,0 0 5 0,0 0-5 16,2-6 5-16,9-7-5 0,-11 13 6 0,0 0-6 16,9-19 6-16,7-3-6 0,-16 22 7 0,0 0-7 0,17-22 8 15,3-3-8-15,-20 25 3 0,0 0-3 0,19-24 4 16,0-1-4-16,-19 25 12 0,0 0-12 0,20-21 12 15,2 1-12-15,-22 20 22 0,0 0-22 0,20-19 23 16,-1 3-23-16,-19 16-2 0,0 0 2 0,14-8-1 16,0-6 1-16,-14 14-16 0,0 0 16 0,8-5-15 15,-2-1 15-15,-6 6-26 0,0 0 26 0,5 0-25 16,-2-5 25-16,-3 5-15 0,0 0 15 0,0 0-14 16,0 0 14-16,0 0-19 0,0 0 19 0,0 0-18 15,3 5 18-15,-3-5-1 0,0 0 1 0,0 0-1 16,5 6 1-16,-5-6 8 0,0 0-8 0,0 0 9 0,9 8-9 15,-9-8 28-15,0 0-28 0,0 5 28 16,0 1-28-16,0-6 37 0,0 0-37 0,2 5 37 0,1 3-37 16,-3-8 32-16,0 0-32 0,3 11 33 0,3-5-33 15,-6-6 32-15,0 0-32 0,2 8 33 0,4-3-33 16,-6-5 13-16,0 0-13 0,3 9 14 0,-1-4-14 0,-2-5 21 16,0 0-21-16,6 11 21 0,-6-6-21 0,0-5 8 15,0 0-8-15,3 9 8 0,0 2-8 0,-3-11 4 16,0 0-4-16,2 5 4 0,4 0-4 0,-6-5 0 15,0 0 0-15,3 6 0 0,-1 2 0 0,-2-8-60 16,0 0 60-16,0 0-60 0,3 6 60 0,-3-6-193 16,0 0 193-16,0 0-192 0,6 0 192 0,-1 0-819 0</inkml:trace>
        </inkml:traceGroup>
        <inkml:traceGroup>
          <inkml:annotationXML>
            <emma:emma xmlns:emma="http://www.w3.org/2003/04/emma" version="1.0">
              <emma:interpretation id="{21E054AE-B208-4B49-B2C1-64C7E6CC54A3}" emma:medium="tactile" emma:mode="ink">
                <msink:context xmlns:msink="http://schemas.microsoft.com/ink/2010/main" type="inkWord" rotatedBoundingBox="21153,7758 22273,7713 22290,8147 21171,8192"/>
              </emma:interpretation>
              <emma:one-of disjunction-type="recognition" id="oneOf5">
                <emma:interpretation id="interp25" emma:lang="en-US" emma:confidence="0">
                  <emma:literal>ha</emma:literal>
                </emma:interpretation>
                <emma:interpretation id="interp26" emma:lang="en-US" emma:confidence="0">
                  <emma:literal>hl</emma:literal>
                </emma:interpretation>
                <emma:interpretation id="interp27" emma:lang="en-US" emma:confidence="0">
                  <emma:literal>h.</emma:literal>
                </emma:interpretation>
                <emma:interpretation id="interp28" emma:lang="en-US" emma:confidence="0">
                  <emma:literal>n.</emma:literal>
                </emma:interpretation>
                <emma:interpretation id="interp29" emma:lang="en-US" emma:confidence="0">
                  <emma:literal>"L</emma:literal>
                </emma:interpretation>
              </emma:one-of>
            </emma:emma>
          </inkml:annotationXML>
          <inkml:trace contextRef="#ctx0" brushRef="#br1" timeOffset="32290.0477">10278-1285 505 0,'0'0'0'0,"-11"-13"0"0,-6-12 0 16,17 25 45-16,0 0-45 0,0 0 46 15,6 19-46-15,-6-19 2 0,0 0-2 0,5 11 2 0,1-3-2 16,-6-8 1-16,0 0-1 0,6 8 1 0,-1 1-1 16,-5-9 3-16,0 0-3 0,0 5 3 0,3-5-3 0,-3 0 9 15,0 0-9-15,0 0 10 0,0 0-10 0,0 0 33 16,0 0-33-16,0 0 34 0,3 5-34 0,-3-5 27 15,0 0-27-15,0 9 27 0,2-4-27 0,-2-5 45 16,0 0-45-16,-2 8 45 0,-4 9-45 0,6-17 51 16,0 0-51-16,-8 13 51 0,-1 4-51 0,9-17 37 15,0 0-37-15,-11 19 38 0,-3 0-38 0,14-19 40 16,0 0-40-16,-13 19 41 0,-4 0-41 0,17-19 26 16,0 0-26-16,-14 19 26 0,0 3-26 0,14-22 17 0,0 0-17 15,-11 13 17-15,8-2-17 0,3-11 10 0,0 0-10 16,-8 14 11-16,2-3-11 0,6-11 26 0,0 0-26 0,-5 11 26 15,5-3-26-15,0-8 12 0,0 0-12 0,-6 8 12 16,3-2-12-16,3-6 10 0,0 0-10 0,0 0 10 16,0 5-10-16,0-5 10 0,0 0-10 0,0 0 10 15,0 0-10-15,0 0 8 0,0 0-8 0,0 0 8 16,0 0-8-16,0 0 8 0,0 0-8 0,0 0 8 16,0 0-8-16,0 0 8 0,0 0-8 0,0 0 8 15,9-5-8-15,-9 5 3 0,0 0-3 0,0 0 4 16,5-9-4-16,-5 9 2 0,0 0-2 0,3-5 2 15,3 0-2-15,-6 5 1 0,0 0-1 0,5-6 2 16,-5 3-2-16,0 3 3 0,0 0-3 0,0 0 4 16,3-5-4-16,-3 5 2 0,0 0-2 0,0 0 2 15,0 0-2-15,0 0 0 0,0 0 0 0,0 0 0 16,0 0 0-16,0 0 0 0,0 0 0 0,0 0 0 0,0 0 0 16,0 0 0-16,0 0 0 0,0 0 0 0,0 0 0 15,0 0 0-15,0 0 0 0,0 0 0 0,0 0 0 16,0 0 3-16,0 0-3 0,0 0 4 0,3 5-4 0,-3-5 32 15,0 0-32-15,8 3 32 0,-5-3-32 0,-3 0 26 16,0 0-26-16,5 0 26 0,4-3-26 0,-9 3 9 16,0 0-9-16,8 0 10 0,0-2-10 0,-8 2 12 15,0 0-12-15,9 0 12 0,-1-3-12 0,-8 3 24 16,0 0-24-16,8 0 25 0,1 0-25 0,-9 0 12 16,0 0-12-16,3 0 12 0,5 0-12 0,-8 0 18 15,0 0-18-15,5 0 18 0,4 0-18 0,-9 0 8 0,0 0-8 16,8 3 9-16,0-3-9 0,-8 0 16 0,0 0-16 15,9 2 17-15,2-2-17 0,-11 0 22 0,0 0-22 0,11 3 23 16,3 0-23-16,-14-3 8 0,0 0-8 0,14 3 8 16,-9-3-8-16,-5 0 17 0,0 0-17 0,9 0 17 15,-4 0-17-15,-5 0 15 0,0 0-15 0,6 0 15 16,-3 5-15-16,-3-5 9 0,0 0-9 0,0 0 9 16,5 0-9-16,-5 0-1 0,0 0 1 0,0 0-1 15,0 0 1-15,0 0-45 0,0 0 45 0,0 0-45 16,0 0 45-16,0 0-67 0,0 0 67 0,0 0-66 15,0 0 66-15,0 0-114 0,0 0 114 0,0 0-114 16,0 0 114-16,0 0-155 0,0 0 155 0,0 0-154 0,0 0 154 0,0 0-725 16</inkml:trace>
          <inkml:trace contextRef="#ctx0" brushRef="#br1" timeOffset="31048.0962">9361-1326 259 0,'0'0'0'0,"-11"-5"0"15,-5-1 0-15,16 6 18 0,0 0-18 0,-6 0 19 16,6 0-19-16,0 0 48 0,0 0-48 0,3 6 48 16,2-1-48-16,-5-5 86 0,0 0-86 0,6 8 86 15,-1-2-86-15,-5-6 76 0,0 0-76 0,6 8 76 16,-3 3-76-16,-3-11 52 0,0 0-52 0,3 5 53 15,-1 4-53-15,-2-9 58 0,0 0-58 0,3 11 59 0,-3-1-59 16,0-10 50-16,0 0-50 0,0 14 50 0,3 5-50 16,-3-19 42-16,0 0-42 0,0 14 43 0,3 2-43 15,-3-16 42-15,0 0-42 0,0 19 42 0,5-5-42 16,-5-14 17-16,0 0-17 0,0 16 17 0,0-2-17 0,0-14 43 16,0 0-43-16,0 13 43 0,0-2-43 0,0-11 37 15,0 0-37-15,-5 11 38 0,5-3-38 0,0-8 15 16,0 0-15-16,-3 11 15 0,3-5-15 0,0-6 22 15,0 0-22-15,-3 5 22 0,3 1-22 0,0-6 8 16,0 0-8-16,-3 8 8 0,1 0-8 0,2-8 9 16,0 0-9-16,-3 8 10 0,-3 0-10 0,6-8 8 15,0 0-8-15,-5 9 8 0,2 2-8 0,3-11 15 0,0 0-15 16,-8 10 15-16,2 1-15 0,6-11 1 0,0 0-1 16,-6 9 1-16,4-1-1 0,2-8 0 0,0 0 0 15,-6 5 1-15,3 1-1 0,3-6 3 0,0 0-3 16,-2 5 3-16,-7 1-3 0,9-6 5 0,0 0-5 0,0 0 5 15,-5 2-5-15,5-2 3 0,0 0-3 0,0 0 3 16,-3 6-3-16,3-6 6 0,0 0-6 0,0 0 6 16,0 0-6-16,0 0 3 0,0 0-3 0,0 0 3 15,-3 5-3-15,3-5 0 0,0 0 0 0,-5 6 0 16,-1-1 0-16,6-5-1 0,0 0 1 0,-3 5 0 16,-2 1 0-16,5-6-1 0,0 0 1 0,-6 8-1 15,3-8 1-15,3 0-2 0,0 0 2 0,0 0-1 16,0 6 1-16,0-6-1 0,0 0 1 0,0 0-1 15,6 0 1-15,-6 0-1 0,0 0 1 0,8-6 0 0,3-2 0 16,-11 8-13-16,0 0 13 0,14-8-13 0,0 0 13 16,-14 8-4-16,0 0 4 0,17-17-3 0,-1 4 3 15,-16 13-8-15,0 0 8 0,17-14-7 0,3-5 7 16,-20 19 0-16,0 0 0 0,16-16 0 0,6-4 0 0,-22 20 0 16,0 0 0-16,12-13 0 0,-1 2 0 0,-11 11 0 15,0 0 0-15,11-11 1 0,-6 3-1 0,-5 8 0 16,0 0 0-16,6-6 0 0,-3 6 0 0,-3 0 12 15,0 0-12-15,0 0 12 0,5 0-12 0,-5 0 39 0,0 0-39 16,0 0 40-16,3 6-40 0,-3-6 36 0,0 0-36 0,0 8 37 16,3 3-37-16,-3-11 39 15,0 0-39-15,0 11 40 0,3 2-40 0,-3-13 34 0,0 0-34 16,5 11 35-16,-5 3-35 0,0-14 8 0,0 0-8 16,3 5 9-16,2 1-9 0,-5-6 37 0,0 0-37 15,3 5 37-15,0 4-37 0,-3-9 18 0,0 0-18 0,3 5 18 16,0-5-18-16,-3 0 18 0,0 0-18 0,0 0 18 15,5 5-18-15,-5-5 10 0,0 0-10 0,0 0 10 16,8 3-10-16,-8-3 4 0,0 0-4 0,0 0 5 16,3 0-5-16,-3 0 7 0,0 0-7 0,0 0 7 15,6 0-7-15,-6 0 3 0,0 0-3 0,0 0 3 16,5 3-3-16,-5-3-21 0,0 0 21 0,0 0-21 16,9 3 21-16,-9-3-113 0,0 0 113 0,5 0-113 15,4 0 113-15,-9 0-110 0,0 0 110 0,11-3-110 16,-3 0 110-16,11-2-1107 0</inkml:trace>
        </inkml:traceGroup>
        <inkml:traceGroup>
          <inkml:annotationXML>
            <emma:emma xmlns:emma="http://www.w3.org/2003/04/emma" version="1.0">
              <emma:interpretation id="{42E4FFE6-9A0F-4085-9CBE-EE3570924866}" emma:medium="tactile" emma:mode="ink">
                <msink:context xmlns:msink="http://schemas.microsoft.com/ink/2010/main" type="inkWord" rotatedBoundingBox="24298,7023 27995,6330 28196,7402 24499,8095"/>
              </emma:interpretation>
              <emma:one-of disjunction-type="recognition" id="oneOf6">
                <emma:interpretation id="interp30" emma:lang="en-US" emma:confidence="0">
                  <emma:literal>magnetic</emma:literal>
                </emma:interpretation>
                <emma:interpretation id="interp31" emma:lang="en-US" emma:confidence="0">
                  <emma:literal>magnesia</emma:literal>
                </emma:interpretation>
                <emma:interpretation id="interp32" emma:lang="en-US" emma:confidence="0">
                  <emma:literal>magnific</emma:literal>
                </emma:interpretation>
                <emma:interpretation id="interp33" emma:lang="en-US" emma:confidence="0">
                  <emma:literal>magnetise</emma:literal>
                </emma:interpretation>
                <emma:interpretation id="interp34" emma:lang="en-US" emma:confidence="0">
                  <emma:literal>magnesite</emma:literal>
                </emma:interpretation>
              </emma:one-of>
            </emma:emma>
          </inkml:annotationXML>
          <inkml:trace contextRef="#ctx0" brushRef="#br0" timeOffset="5749.8908">12495-1743 751 0,'0'0'0'0,"-14"3"0"16,-11 2 0-16,25-5 117 0,0 0-117 0,-3 11 117 15,9 3-117-15,-6-14 80 0,0 0-80 0,5 11 80 0,9 0-80 16,-14-11 57-16,0 0-57 0,6 13 58 0,2-7-58 0,-8-6 45 15,0 0-45-15,6 8 45 0,-4 3-45 0,-2-11 45 16,0 0-45-16,12 8 46 0,-7 8-46 0,-5-16 41 16,0 0-41-16,8 14 42 0,1 5-42 0,-9-19 41 15,0 0-41-15,8 16 42 0,-2 4-42 0,-6-20 34 16,0 0-34-16,2 13 35 0,1 1-35 0,-3-14 23 16,0 0-23-16,0 16 24 0,0-5-24 0,0-11 41 15,0 0-41-15,0 14 41 0,0-9-41 0,0-5 32 16,0 0-32-16,0 8 33 0,0 3-33 0,0-11 13 0,0 0-13 15,0 6 14-15,0-6-14 0,0 0-52 0,0 0 52 16,0 0-52-16,0 0 52 0,0 0-67 0,0 0 67 16,0 0-67-16,0 0 67 0,0 0-55 0,0 0 55 0,0 0-54 15,0-6 54-15,0 6-48 0,0 0 48 0,0-13-48 16,0 2 48-16,0 11-37 0,0 0 37 0,-3-25-37 16,1-13 37-16,2 38-16 0,0 0 16 0,0-30-15 15,0-11 15-15,0 41-31 0,0 0 31 0,2-38-31 16,7 0 31-16,-9 38-5 0,0 0 5 0,3-36-5 15,2 9 5-15,-5 27-17 0,0 0 17 0,8-22-17 16,1 3 17-16,-9 19-9 0,0 0 9 0,8-13-8 16,3 7 8-16,-11 6-16 0,0 0 16 0,11-5-15 15,0 5 15-15,-11 0-9 0,0 0 9 0,14 0-8 16,0 5 8-16,-14-5-1 0,0 0 1 0,14 8-1 16,3 3 1-16,-17-11-1 0,0 0 1 0,14 14-1 15,2 2 1-15,-16-16 5 0,0 0-5 0,14 19 5 0,-3-5-5 16,-11-14 9-16,0 0-9 0,9 19 10 0,-4 3-10 15,-5-22 4-15,0 0-4 0,3 24 5 0,-3-5-5 0,0-19 13 16,0 0-13-16,-3 19 13 0,0-5-13 0,3-14 0 16,0 0 0-16,-2 16 1 0,-4-5-1 0,6-11 3 15,0 0-3-15,-3 14 4 0,-2-11-4 0,5-3 2 16,0 0-2-16,-6 2 2 0,3-4-2 0,3 2 4 16,0 0-4-16,-2-8 5 0,-1-6-5 0,3 14 6 15,0 0-6-15,3-19 7 0,2-6-7 0,-5 25 0 16,0 0 0-16,11-24 0 0,-5-6 0 0,-6 30-6 15,0 0 6-15,11-30-5 0,6-8 5 0,-17 38-4 0,0 0 4 16,11-30-4-16,3 5 4 0,-14 25-1 0,0 0 1 16,14-22 0-16,-1 3 0 0,-13 19-1 0,0 0 1 0,14-13 0 15,3-1 0-15,-17 14-2 0,0 0 2 0,17-6-1 16,2 1 1-16,-19 5-5 0,0 0 5 0,17-5-5 16,-3 5 5-16,-14 0 1 0,0 0-1 0,14 5 2 15,-3 0-2-15,-11-5 19 0,0 0-19 0,14 9 20 16,2 7-20-16,-16-16 8 0,0 0-8 0,17 19 9 15,2 0-9-15,-19-19 35 0,0 0-35 0,20 22 35 16,-1 3-35-16,-19-25 1 0,0 0-1 0,20 24 2 16,-1-2-2-16,-19-22-58 0,0 0 58 0,17 19-58 15,-1-3 58-15,-16-16-175 0,0 0 175 0,17 14-175 16,-3-3 175-16,17 8-575 0</inkml:trace>
          <inkml:trace contextRef="#ctx0" brushRef="#br0" timeOffset="6681.2565">13528-1917 236 0,'0'0'0'0,"-11"11"0"0,-6 8 0 16,17-19 9-16,0 0-9 0,-5 0 9 0,8-9-9 15,-3 9 11-15,0 0-11 0,0-5 11 0,2-11-11 16,-2 16 36-16,0 0-36 0,0-9 36 0,-2-4-36 0,2 13 49 16,0 0-49-16,-3-11 50 0,-5-5-50 0,8 16 52 15,0 0-52-15,-9-14 52 0,1 0-52 0,8 14 50 16,0 0-50-16,-8-16 50 0,-1 8-50 0,9 8 33 16,0 0-33-16,-11-11 33 0,0 5-33 0,11 6 15 15,0 0-15-15,-11-2 16 0,-3 2-16 0,14 0 6 16,0 0-6-16,-17 5 6 0,1 3-6 0,16-8 15 15,0 0-15-15,-17 14 15 0,0 2-15 0,17-16 8 16,0 0-8-16,-16 19 8 0,2-2-8 0,14-17 23 0,0 0-23 16,-11 19 24-16,0 3-24 0,11-22 21 0,0 0-21 15,-6 21 21-15,6-1-21 0,0-20 34 0,0 0-34 16,-6 24 34-16,6-8-34 0,0-16 19 0,0 0-19 0,6 22 20 16,-3-3-20-16,-3-19 18 0,0 0-18 0,5 17 19 15,4-1-19-15,-9-16 10 0,0 0-10 0,5 14 10 16,6-9-10-16,-11-5 26 0,0 0-26 0,6 6 26 15,2-4-26-15,-8-2 19 0,0 0-19 0,14 0 20 16,3-5-20-16,-17 5 25 0,0 0-25 0,14-6 26 16,2-2-26-16,-16 8 3 0,0 0-3 0,17-16 4 15,0 0-4-15,-17 16 23 0,0 0-23 0,14-17 24 16,-1-7-24-16,-13 24 12 0,0 0-12 0,12-19 13 16,-1-6-13-16,-11 25 4 0,0 0-4 0,8-22 5 0,0 3-5 15,-8 19 22-15,0 0-22 0,6-14 23 16,-1 1-23-16,-5 13 13 0,0 0-13 0,3-11 13 0,0 0-13 15,-3 11 17-15,0 0-17 0,3-8 17 0,-3 2-17 16,0 6 25-16,0 0-25 0,0-5 26 0,3 2-26 16,-3 3-2-16,0 0 2 0,0 0-2 0,0 0 2 15,0 0-2-15,0 0 2 0,2 8-1 0,1 3 1 0,-3-11-9 16,0 0 9-16,6 19-9 0,-1 0 9 0,-5-19-34 16,0 0 34-16,9 25-34 0,-1-6 34 0,-8-19-17 15,0 0 17-15,11 22-17 0,3 2 17 0,-14-24-154 16,0 0 154-16,14 22-154 0,0-3 154 0,13 22-659 15</inkml:trace>
          <inkml:trace contextRef="#ctx0" brushRef="#br0" timeOffset="7956.7954">13973-1961 91 0,'0'0'0'0,"-17"-8"0"0,-8-11 0 0,25 19 46 0,0 0-46 15,-8-11 46-15,8 3-46 0,0 8 44 0,0 0-44 16,0-6 44-16,5 1-44 0,-5 5 47 0,0 0-47 0,0 0 48 16,9-6-48-16,-9 6 48 0,0 0-48 0,0 0 49 15,5-8-49-15,-5 8 31 0,0 0-31 0,0-5 31 16,-3-1-31-16,3 6 33 0,0 0-33 0,-2-5 34 15,-1-1-34-15,3 6 13 0,0 0-13 0,0 0 14 16,-6-5-14-16,6 5 20 0,0 0-20 0,0 0 20 16,-5 0-20-16,5 0 8 0,0 0-8 0,-6 3 9 15,1 5-9-15,5-8 9 0,0 0-9 0,-6 5 10 16,-2 6-10-16,8-11 33 0,0 0-33 0,-9 14 33 16,1-1-33-16,8-13 34 0,0 0-34 0,-8 20 34 15,2-1-34-15,6-19 43 0,0 0-43 0,-5 21 43 16,2-2-43-16,3-19 41 0,0 0-41 0,0 14 41 15,0 2-41-15,0-16 41 0,0 0-41 0,3 14 41 16,5-3-41-16,-8-11 34 0,0 0-34 0,8 11 35 16,6 3-35-16,-14-14 8 0,0 0-8 0,11 8 9 0,3 3-9 15,-14-11 20-15,0 0-20 0,17 8 20 0,0-3-20 16,-17-5 1-16,0 0-1 0,16 3 1 0,-2-6-1 0,-14 3 8 16,0 0-8-16,14-5 8 0,3-3-8 0,-17 8 3 15,0 0-3-15,11-19 3 0,3-1-3 0,-14 20 12 16,0 0-12-16,8-21 12 0,0-4-12 0,-8 25 8 15,0 0-8-15,9-24 9 0,-1-1-9 0,-8 25 8 16,0 0-8-16,6-22 9 0,-4 6-9 0,-2 16 3 16,0 0-3-16,0-14 4 0,0 3-4 0,0 11 2 0,0 0-2 15,0-11 2-15,-2 9-2 0,2 2 1 0,0 0-1 16,0 0 2-16,0-6-2 0,0 6 3 0,0 0-3 16,0 0 4-16,0 6-4 0,0-6 2 0,0 0-2 15,2 13 2-15,1 4-2 0,-3-17 0 0,0 0 0 0,6 24 0 16,5 4 0-16,-11-28 0 0,0 0 0 0,11 29 0 15,0 7 0-15,-11-36 1 0,0 0-1 0,17 38 1 16,-3 0-1-16,-14-38 1 0,0 0-1 0,13 41 1 16,1-5-1-16,-14-36 3 0,0 0-3 0,11 38 4 15,-2 0-4-15,-9-38 12 0,0 0-12 0,5 30 13 16,1 3-13-16,-6-33 15 0,0 0-15 0,3 24 15 16,2-2-15-16,-5-22 9 0,0 0-9 0,0 19 9 15,-5 0-9-15,5-19 9 0,0 0-9 0,-3 19 10 16,0 0-10-16,3-19 3 0,0 0-3 0,-5 19 4 15,-4-2-4-15,9-17 6 0,0 0-6 0,-8 16 6 0,-3 0-6 16,11-16 0-16,0 0 0 0,-11 17 1 0,2-6-1 16,9-11 0-16,0 0 0 0,-14 13 1 0,1 1-1 15,13-14 2-15,0 0-2 0,-20 16 2 0,1-2-2 16,19-14-3-16,0 0 3 0,-17 16-3 0,-8 3 3 16,25-19-8-16,0 0 8 0,-17 9-7 0,1 2 7 15,16-11-1-15,0 0 1 0,-14 5-1 0,5-2 1 0,9-3 0 16,0 0 0-16,-11 2 0 0,3 1 0 0,8-3 5 15,0 0-5-15,-11 0 5 0,3-3-5 0,8 3 4 16,0 0-4-16,-12-2 4 0,4-1-4 0,8 3 3 16,0 0-3-16,-8-5 3 0,-3-12-3 0,11 17 1 15,0 0-1-15,-6-8 2 0,1-6-2 0,5 14 1 0,0 0-1 16,-3-11 1-16,6-8-1 0,-3 19 1 0,0 0-1 16,2-19 1-16,7-3-1 0,-9 22 0 0,0 0 0 15,11-21 0-15,-3-1 0 0,-8 22-2 0,0 0 2 0,14-25-2 16,5-2 2-16,-19 27-104 0,0 0 104 0,23-35-104 15,4-6 104-15,-27 41-117 0,0 0 117 0,37-38-116 16,4-6 116-16,37-43-664 0</inkml:trace>
          <inkml:trace contextRef="#ctx0" brushRef="#br0" timeOffset="10076.7934">15295-2280 908 0,'0'0'0'16,"8"8"0"-16,3 6 0 0,-11-14 61 0,0 0-61 15,14 0 61-15,0-11-61 0,-14 11 29 0,0 0-29 16,17-11 29-16,0-3-29 0,-17 14 9 0,0 0-9 0,16-13 9 16,4-4-9-16,-20 17 5 0,0 0-5 0,16-13 5 15,1-1-5-15,-17 14 11 0,0 0-11 0,14-11 11 16,-3 0-11-16,-11 11 15 0,0 0-15 0,11-2 16 16,3-4-16-16,-14 6 9 0,0 0-9 0,8-5 10 15,3 5-10-15,-11 0 34 0,0 0-34 0,3 0 34 16,3 0-34-16,-6 0 26 0,0 0-26 0,5 5 26 15,1 1-26-15,-6-6 33 0,0 0-33 0,5 2 34 16,-2 9-34-16,-3-11 32 0,0 0-32 0,6 8 32 16,-6 3-32-16,0-11 13 0,0 0-13 0,0 14 14 15,0 2-14-15,0-16 21 0,0 0-21 0,-6 19 21 16,3 1-21-16,3-20 8 0,0 0-8 0,-2 19 8 0,2-3-8 16,0-16 1-16,0 0-1 0,0 14 1 0,0 2-1 15,0-16-16-15,0 0 16 0,0 8-15 0,0 3 15 16,0-11-126-16,0 0 126 0,0 5-125 0,-3-5 125 0,3 0-140 15,0 0 140-15,3-5-140 0,-1-9 140 0,7-2-628 16</inkml:trace>
          <inkml:trace contextRef="#ctx0" brushRef="#br0" timeOffset="10331.756">15495-2651 1435 0,'0'0'0'0,"6"8"0"15,2 9 0-15,-8-17 145 0,0 0-145 0,5 5 145 16,1 1-145-16,-6-6 52 0,0 0-52 0,3 5 52 16,-3-2-52-16,0-3-9 0,0 0 9 0,0 0-9 15,0 0 9-15,0 0-66 0,0 0 66 0,0 0-65 16,0-6 65-16,0 6-98 0,0 0 98 0,0 0-98 15,0-8 98-15,0 8-172 0,0 0 172 0,0-5-172 16,0-6 172-16,0-3-752 0</inkml:trace>
          <inkml:trace contextRef="#ctx0" brushRef="#br0" timeOffset="10659.4252">15909-2615 1199 0,'0'0'0'0,"-11"2"0"0,-6 4 0 0,17-6-54 16,0 0 54-16,-5 11-53 0,-4-3 53 0,9-8-36 0,0 0 36 15,-2 11-35-15,-1 3 35 0,3-14-35 0,0 0 35 16,0 16-35-16,0-2 35 0,0-14-65 0,0 0 65 0,0 19-64 16,3 0 64-16,-3-19-17 0,0 0 17 0,5 22-16 15,6-3 16-15,-11-19-13 0,0 0 13 0,20 19-13 0,7 0 13 0,-27-19-141 16,0 0 141-16,28 16-141 16,3-8 141-16,-31-8-107 0,0 0 107 0,39 0-107 15,5-5 107-15,39 2-114 0</inkml:trace>
          <inkml:trace contextRef="#ctx0" brushRef="#br0" timeOffset="9217.5695">14289-2013 1054 0,'0'0'0'0,"12"0"0"16,4 0 0-16,-16 0 0 0,0 0 0 0,14 3 0 15,3 2 0-15,-17-5-1 0,0 0 1 0,16 6-1 16,1 2 1-16,-17-8-2 0,0 0 2 0,17 8-1 0,-3 0 1 16,-14-8-26-16,0 0 26 0,11 9-25 0,0 2 25 15,-11-11-3-15,0 0 3 0,11 13-2 0,-3 3 2 16,-8-16-6-16,0 0 6 0,11 14-6 0,-8 2 6 16,-3-16-7-16,0 0 7 0,6 9-7 0,-3 2 7 0,-3-11 0 15,0 0 0-15,2 5 0 0,-2-2 0 0,0-3 0 16,0 0 0-16,0 0 0 0,-8 2 0 0,8-2-2 15,0 0 2-15,-6 0-1 0,-5-2 1 0,11 2-28 16,0 0 28-16,-11-3-28 0,0-2 28 0,11 5-13 16,0 0 13-16,-14-11-12 0,0 2 12 0,14 9-12 15,0 0 12-15,-14-10-12 0,-2-4 12 0,16 14-10 16,0 0 10-16,-14-19-9 0,0 0 9 0,14 19-4 0,0 0 4 16,-11-17-3-16,5-7 3 0,6 24 2 0,0 0-2 15,0-25 2-15,3 1-2 0,-3 24-2 0,0 0 2 16,6-25-1-16,5 6 1 0,-11 19 3 0,0 0-3 0,11-19 3 15,0 5-3-15,-11 14 31 0,0 0-31 0,14-10 31 16,5-1-31-16,-19 11 26 0,0 0-26 0,20-6 26 16,-1 1-26-16,-19 5 46 0,0 0-46 0,22 0 46 15,-8 0-46-15,-14 0 45 0,0 0-45 0,14 2 46 16,0 1-46-16,-14-3 53 0,0 0-53 0,11 3 53 16,0 5-53-16,-11-8 60 0,0 0-60 0,11 6 60 15,3 4-60-15,-14-10 46 0,0 0-46 0,11 14 46 16,-2 0-46-16,-9-14 37 0,0 0-37 0,8 16 38 15,0 3-38-15,-8-19 34 0,0 0-34 0,9 14 35 16,5 5-35-16,-14-19 38 0,0 0-38 0,8 16 38 16,6 3-38-16,-14-19 23 0,0 0-23 0,11 14 24 15,3 2-24-15,-14-16 18 0,0 0-18 0,11 14 19 0,0-3-19 16,-11-11 27-16,0 0-27 0,11 8 27 0,-2-3-27 16,-9-5 20-16,0 0-20 0,13 0 20 0,1-5-20 0,-14 5 26 15,0 0-26-15,14-5 26 0,3-4-26 0,-17 9 14 16,0 0-14-16,19-21 15 0,4-7-15 0,-23 28 18 15,0 0-18-15,19-24 19 0,-2-1-19 0,-17 25-9 16,0 0 9-16,14-35-9 0,-6 2 9 0,-8 33-34 16,0 0 34-16,8-30-34 0,-2-3 34 0,-6 33-19 15,0 0 19-15,3-30-18 0,-3 0 18 0,0 30-43 16,0 0 43-16,0-30-43 0,-3 11 43 0,3 19-8 16,0 0 8-16,-3-21-7 0,-3 4 7 0,6 17-13 0,0 0 13 15,-5-11-12-15,5 0 12 0,0 11-17 0,0 0 17 16,-6-5-16-16,4-1 16 0,2 6-8 0,0 0 8 0,0 0-7 15,-3 6 7-15,3-6-9 0,0 0 9 0,-3 19-9 0,0 8 9 16,3-27-15-16,0 0 15 0,-3 28-15 16,-2 2 15-16,5-30-4 0,0 0 4 0,0 35-3 15,5-5 3-15,-5-30-1 0,0 0 1 0,9 33 0 0,5 2 0 16,-14-35 6-16,0 0-6 0,14 25 7 16,5-1-7-16,-19-24 10 0,0 0-10 0,19 19 10 15,6-11-10-15,-25-8 16 0,0 0-16 0,34 3 17 16,5-8-17-16,-39 5 1 0,0 0-1 0,36-11 1 15,-3-8-1-15,-33 19-45 0,0 0 45 0,33-25-45 16,-2-8 45-16,-31 33-213 0,0 0 213 0,28-30-212 16,-3 0 212-16,28-35-766 0</inkml:trace>
          <inkml:trace contextRef="#ctx0" brushRef="#br0" timeOffset="9624.3074">15187-2528 1031 0,'0'0'0'0,"8"8"0"0,3 9 0 0,-11-17 102 0,0 0-102 16,14 5 102-16,-3-2-102 0,-11-3 51 0,0 0-51 15,17 0 52-15,-1 0-52 0,-16 0 11 0,0 0-11 0,20 2 11 16,-1 4-11-16,-19-6-2 0,0 0 2 0,17 8-2 16,0 3 2-16,-17-11-4 0,0 0 4 0,14 14-3 15,-3 5 3-15,-11-19-3 0,0 0 3 0,8 16-3 16,0 9 3-16,-8-25-2 0,0 0 2 0,6 21-1 16,-3 1 1-16,-3-22 0 0,0 0 0 0,2 22 0 15,1 0 0-15,-3-22 1 0,0 0-1 0,0 24 1 16,0-5-1-16,0-19 0 0,0 0 0 0,0 14 0 15,0 2 0-15,0-16 0 0,0 0 0 0,0 14 0 16,0-3 0-16,0-11-14 0,0 0 14 0,0 5-13 16,0 4 13-16,0-9-80 0,0 0 80 0,0 5-80 15,0 0 80-15,0-5-147 0,0 0 147 0,0 0-146 16,0 0 146-16,0 0-550 0</inkml:trace>
        </inkml:traceGroup>
      </inkml:traceGroup>
      <inkml:traceGroup>
        <inkml:annotationXML>
          <emma:emma xmlns:emma="http://www.w3.org/2003/04/emma" version="1.0">
            <emma:interpretation id="{9D27B5BD-7D30-4EBD-8B99-7B552ED12484}" emma:medium="tactile" emma:mode="ink">
              <msink:context xmlns:msink="http://schemas.microsoft.com/ink/2010/main" type="line" rotatedBoundingBox="26329,7882 28478,6742 28777,7306 26628,8446"/>
            </emma:interpretation>
          </emma:emma>
        </inkml:annotationXML>
        <inkml:traceGroup>
          <inkml:annotationXML>
            <emma:emma xmlns:emma="http://www.w3.org/2003/04/emma" version="1.0">
              <emma:interpretation id="{702F1A84-3DE7-48F4-81EF-0A5E605C792B}" emma:medium="tactile" emma:mode="ink">
                <msink:context xmlns:msink="http://schemas.microsoft.com/ink/2010/main" type="inkWord" rotatedBoundingBox="26329,7882 28478,6742 28777,7306 26628,8446"/>
              </emma:interpretation>
              <emma:one-of disjunction-type="recognition" id="oneOf7">
                <emma:interpretation id="interp35" emma:lang="en-US" emma:confidence="1">
                  <emma:literal>beads</emma:literal>
                </emma:interpretation>
                <emma:interpretation id="interp36" emma:lang="en-US" emma:confidence="0">
                  <emma:literal>b eads</emma:literal>
                </emma:interpretation>
                <emma:interpretation id="interp37" emma:lang="en-US" emma:confidence="0">
                  <emma:literal>bea A S</emma:literal>
                </emma:interpretation>
                <emma:interpretation id="interp38" emma:lang="en-US" emma:confidence="0">
                  <emma:literal>bea ds</emma:literal>
                </emma:interpretation>
                <emma:interpretation id="interp39" emma:lang="en-US" emma:confidence="0">
                  <emma:literal>b cads</emma:literal>
                </emma:interpretation>
              </emma:one-of>
            </emma:emma>
          </inkml:annotationXML>
          <inkml:trace contextRef="#ctx0" brushRef="#br0" timeOffset="12748.5731">14514-1053 1558 0,'-8'-14'0'0,"8"14"-256"0,0 0 256 0,-19-30-256 16,-9-13 256-16,28 43-112 0,0 0 112 0,-17-28-112 15,9 7 112-15,8 21-57 0,0 0 57 0,-3-17-56 16,6 9 56-16,-3 8-6 0,0 0 6 0,3-5-5 16,-1 5 5-16,-2 0 32 0,0 0-32 0,6 0 33 15,5 2-33-15,-11-2 64 0,0 0-64 0,11 11 64 0,3 6-64 16,-14-17 70-16,0 0-70 0,17 21 71 0,2 7-71 15,-19-28 77-15,0 0-77 0,22 30 78 0,1 2-78 16,-23-32 78-16,0 0-78 0,25 33 79 0,0 0-79 16,-25-33 68-16,0 0-68 0,19 27 69 0,1-2-69 15,-20-25 55-15,0 0-55 0,13 30 55 0,1 5-55 0,-14-35 40 16,0 0-40-16,9 30 40 0,-4-3-40 0,-5-27 18 16,0 0-18-16,9 25 18 0,-1-9-18 0,-8-16 12 15,0 0-12-15,8 17 13 0,-2-7-13 0,-6-10 16 16,0 0-16-16,5 11 17 0,-2-8-17 0,-3-3 8 15,0 0-8-15,3 6 8 0,0-4-8 0,-3-2 9 16,0 0-9-16,0 0 9 0,0 0-9 0,0 0 3 0,0 0-3 16,0 0 4-16,0 0-4 0,0 0-2 0,0 0 2 15,2-5-2-15,4-6 2 0,-6 11-14 0,0 0 14 16,8-19-13-16,1-11 13 0,-9 30-10 0,0 0 10 16,11-33-9-16,0-2 9 0,-11 35-5 0,0 0 5 0,17-36-4 15,2 4 4-15,-19 32-7 0,0 0 7 0,22-30-7 16,0 5 7-16,-22 25-3 0,0 0 3 0,28-19-3 15,3 0 3-15,-31 19-5 0,0 0 5 0,25-11-5 16,0 5 5-16,-25 6-3 0,0 0 3 0,14 0-3 16,0 6 3-16,-14-6 0 0,0 0 0 0,13 5 1 15,4 4-1-15,-17-9 33 0,0 0-33 0,11 16 34 16,-2-2-34-16,-9-14 10 0,0 0-10 0,0 21 11 16,-3 4-11-16,3-25 37 0,0 0-37 0,-9 33 38 15,-4-3-38-15,13-30 30 0,0 0-30 0,-17 30 30 16,0 2-30-16,17-32 22 0,0 0-22 0,-16 25 22 0,-4-1-22 15,20-24 28-15,0 0-28 0,-17 17 28 0,-8-1-28 16,25-16-2-16,0 0 2 0,-22 11-1 0,-3 0 1 16,25-11-101-16,0 0 101 0,-28 0-101 0,1 0 101 15,27 0-123-15,0 0 123 0,-28-11-122 0,3 0 122 16,-33-8-1099-16</inkml:trace>
          <inkml:trace contextRef="#ctx0" brushRef="#br0" timeOffset="13572.6795">15284-1176 270 0,'0'0'0'0,"-11"0"0"0,-6 0 0 16,17 0 0-16,0 0 0 0,-5 6 0 0,2-1 0 0,3-5 10 15,0 0-10-15,-3 6 10 0,3-4-10 0,0-2 64 16,0 0-64-16,3 6 65 0,0-1-65 0,-3-5 55 15,0 0-55-15,5 0 56 0,1 3-56 0,-6-3 45 16,0 0-45-16,8 0 46 0,0-3-46 0,-8 3 38 16,0 0-38-16,14-5 39 0,3-6-39 0,-17 11 16 0,0 0-16 15,17-8 17-15,2-11-17 0,-19 19 30 0,0 0-30 16,17-19 30-16,2-6-30 0,-19 25 11 0,0 0-11 16,14-16 11-16,0-3-11 0,-14 19 11 0,0 0-11 15,8-20 11-15,1 7-11 0,-9 13 4 0,0 0-4 0,5-11 5 16,-2 0-5-16,-3 11-2 0,0 0 2 0,0-11-1 15,0 3 1-15,0 8-21 0,0 0 21 0,-3-11-21 16,0 3 21-16,3 8-15 0,0 0 15 0,-5-6-15 16,-1 6 15-16,6 0-5 0,0 0 5 0,-11-5-5 15,0 5 5-15,11 0-4 0,0 0 4 0,-14 5-3 16,0-5 3-16,14 0-12 0,0 0 12 0,-22 9-12 16,0 7 12-16,22-16-8 0,0 0 8 0,-20 11-7 15,4 2 7-15,16-13 0 0,0 0 0 0,-14 17 0 16,0 2 0-16,14-19 17 0,0 0-17 0,-11 19 17 15,5 0-17-15,6-19 35 0,0 0-35 0,-3 14 35 16,3 2-35-16,0-16 48 0,0 0-48 0,3 19 48 0,3-5-48 16,-6-14 52-16,0 0-52 0,11 19 53 0,3 0-53 15,-14-19 71-15,0 0-71 0,16 16 72 0,1 1-72 0,-17-17 59 16,0 0-59-16,17 13 60 0,2 1-60 16,-19-14 58-16,0 0-58 0,25 11 59 0,0-8-59 15,-25-3 1-15,0 0-1 0,34-3 2 0,4-14-2 0,-38 17-84 16,0 0 84-16,37-13-84 0,-1-12 84 0,-36 25-131 15,0 0 131-15,39-24-131 0,-1-12 131 0,43-21-635 16</inkml:trace>
          <inkml:trace contextRef="#ctx0" brushRef="#br0" timeOffset="14338.3345">15901-1481 225 0,'0'0'0'0,"-11"8"0"16,-9 8 0-16,20-16-2 0,0 0 2 0,-8-2-1 0,2-12 1 15,6 14-4-15,0 0 4 0,-3-11-3 0,1 0 3 0,2 11 6 16,0 0-6-16,-9-11 7 0,1 3-7 0,8 8 49 16,0 0-49-16,-14-11 49 0,-3 6-49 0,17 5 23 15,0 0-23-15,-19-3 24 0,-3-2-24 0,22 5 43 16,0 0-43-16,-31 0 43 0,3 5-43 0,28-5 50 15,0 0-50-15,-30 6 50 0,-1 2-50 0,31-8 53 16,0 0-53-16,-28 11 53 0,6-6-53 0,22-5 49 16,0 0-49-16,-19 8 50 0,5 3-50 0,14-11 38 15,0 0-38-15,-11 11 38 0,0 3-38 0,11-14 17 0,0 0-17 16,-6 11 17-16,6 5-17 0,0-16 37 0,0 0-37 16,6 16 37-16,5-2-37 0,-11-14 12 0,0 0-12 15,8 16 12-15,3-5-12 0,-11-11 19 0,0 0-19 0,17 14 20 16,2-6-20-16,-19-8 15 0,0 0-15 0,17 11 15 15,2-6-15-15,-19-5 26 0,0 0-26 0,17 0 26 16,-3 0-26-16,-14 0 20 0,0 0-20 0,14 0 20 16,-3-5-20-16,-11 5 17 0,0 0-17 0,11-11 17 15,3-3-17-15,-14 14 18 0,0 0-18 0,11-16 18 16,-2 0-18-16,-9 16 15 0,0 0-15 0,5-17 15 16,1 4-15-16,-6 13 16 0,0 0-16 0,2-11 17 15,1-6-17-15,-3 17 4 0,0 0-4 0,0-8 4 16,0-5-4-16,0 13 22 0,0 0-22 0,0-11 22 15,-3 3-22-15,3 8 31 0,0 0-31 0,-2-9 31 16,-1 1-31-16,3 8 35 0,0 0-35 0,0 0 36 16,-6-5-36-16,6 5 38 0,0 0-38 0,0 0 39 0,-5-3-39 15,5 3 45-15,0 0-45 0,0 0 46 0,-6 3-46 16,6-3 35-16,0 0-35 0,-3 5 36 0,3 1-36 16,0-6 0-16,0 0 0 0,3 11 0 0,3 2 0 15,-6-13-2-15,0 0 2 0,11 19-1 0,6-5 1 16,-17-14-20-16,0 0 20 0,22 16-20 0,3-10 20 0,-25-6-196 15,0 0 196-15,28 5-196 0,2-5 196 0,-30 0-194 16,0 0 194-16,25-5-194 0,-3-1 194 0,26-10-542 16</inkml:trace>
          <inkml:trace contextRef="#ctx0" brushRef="#br0" timeOffset="15614.5231">16167-1667 158 0,'0'0'0'0,"0"0"0"0,0 0 0 0,0 0 53 0,0 0-53 0,0 0 53 15,0 0-53-15,0 0 54 0,0 0-54 16,0 0 55-16,0 0-55 0,0 0 51 0,0 0-51 15,0 0 51-15,-5 11-51 0,5-11 55 0,0 0-55 0,-6 6 56 16,1-1-56-16,5-5 55 0,0 0-55 0,-6 14 55 16,-2 0-55-16,8-14 55 0,0 0-55 0,-9 13 56 15,4 4-56-15,5-17 50 0,0 0-50 0,-11 16 51 16,5-2-51-16,6-14 43 0,0 0-43 0,-5 13 44 16,2 1-44-16,3-14 36 0,0 0-36 0,-3 11 36 15,0 0-36-15,3-11 39 0,0 0-39 0,0 5 40 16,3 3-40-16,-3-8 39 0,0 0-39 0,3 11 39 15,2-8-39-15,-5-3 39 0,0 0-39 0,9 8 40 16,2 0-40-16,-11-8 26 0,0 0-26 0,8 6 26 16,9-1-26-16,-17-5 27 0,0 0-27 0,14 6 27 0,2 2-27 15,-16-8 14-15,0 0-14 0,14 0 15 0,3 0-15 16,-17 0 18-16,0 0-18 0,14-6 19 0,0 1-19 16,-14 5 24-16,0 0-24 0,11-8 25 0,-3 2-25 0,-8 6 13 15,0 0-13-15,9-13 13 0,-1 2-13 16,-8 11 18-16,0 0-18 0,8-14 19 0,-2-2-19 0,-6 16 8 15,0 0-8-15,5-14 9 0,1-5-9 0,-6 19 9 16,0 0-9-16,5-16 10 0,-5 2-10 0,0 14 1 16,0 0-1-16,0-16 1 0,0 7-1 0,0 9 7 15,0 0-7-15,-5-13 8 0,-1 2-8 0,6 11 3 16,0 0-3-16,-8-14 3 0,0 9-3 0,8 5 2 16,0 0-2-16,-11-11 2 0,-3-3-2 0,14 14 5 0,0 0-5 15,-14-16 5-15,0 2-5 0,14 14 6 0,0 0-6 16,-14-13 6-16,-3 2-6 0,17 11 3 0,0 0-3 15,-16-17 3-15,2-2-3 0,14 19 6 0,0 0-6 0,-14-19 6 16,3 0-6-16,11 19 7 0,0 0-7 0,-9-24 7 16,4-12-7-16,5 36 7 0,0 0-7 0,-8-24 8 15,2-1-8-15,6 25 15 0,0 0-15 0,-6-19 15 16,4 5-15-16,2 14 14 0,0 0-14 0,-3-19 15 16,0 8-15-16,3 11 9 0,0 0-9 0,-3-16 9 15,3 2-9-15,0 14 39 0,0 0-39 0,-2-13 40 16,2-1-40-16,0 14 36 0,0 0-36 0,0-5 36 15,0-6-36-15,0 11 8 0,0 0-8 0,0-8 8 16,0 2-8-16,0 6 37 0,0 0-37 0,0-5 38 16,0-3-38-16,0 8 5 0,0 0-5 0,0 0 5 15,0-6-5-15,0 6 1 0,0 0-1 0,0 0 2 0,0 0-2 16,0 0 10-16,0 0-10 0,0 0 11 0,-6 8-11 16,6-8 3-16,0 0-3 0,0 11 3 0,0-3-3 0,0-8 5 15,0 0-5-15,6 17 6 0,-1 2-6 0,-5-19 7 16,0 0-7-16,8 24 8 0,6 4-8 0,-14-28 0 15,0 0 0-15,14 24 0 0,0 1 0 0,-14-25 0 16,0 0 0-16,17 24 1 0,-1 3-1 0,-16-27 2 16,0 0-2-16,14 22 2 0,0 0-2 0,-14-22 0 15,0 0 0-15,11 14 0 0,0 2 0 0,-11-16 5 16,0 0-5-16,12 14 6 0,-4-1-6 0,-8-13 3 16,0 0-3-16,8 17 3 0,6-9-3 0,-14-8 2 15,0 0-2-15,6 11 2 0,2-3-2 0,-8-8 10 0,0 0-10 16,8 11 10-16,3 0-10 0,-11-11 0 0,0 0 0 15,9 8 1-15,2 3-1 0,-11-11-26 0,0 0 26 16,14 8-26-16,5-3 26 0,-19-5-94 0,0 0 94 0,17 6-94 16,2-6 94-16,-19 0-152 0,0 0 152 0,14 0-152 15,0-6 152-15,17 4-1108 0</inkml:trace>
          <inkml:trace contextRef="#ctx0" brushRef="#br0" timeOffset="14730.0549">16198-1667 371 0,'0'0'0'0,"-6"0"0"0,1-2 0 16,5 2-70-16,0 0 70 0,0 0-70 0,-6-3 70 0,1 0-96 15</inkml:trace>
          <inkml:trace contextRef="#ctx0" brushRef="#br0" timeOffset="16225.0887">16667-2141 1356 0,'0'0'0'0,"-14"6"0"0,-8 4 0 0,22-10 165 16,0 0-165-16,0 0 165 0,11-5-165 0,-11 5 102 16,0 0-102-16,9-3 103 0,5 1-103 0,-14 2 73 15,0 0-73-15,5-6 74 0,1 1-74 0,-6 5-43 16,0 0 43-16,0 0-43 0,-9 5 43 0,9-5-10 0,0 0 10 15,-14 11-10-15,-5 3 10 0,19-14-4 0,0 0 4 16,-25 19-3-16,-6 5 3 0,31-24 1 0,0 0-1 0,-33 30 1 16,-3 6-1-16,36-36 12 0,0 0-12 0,-25 27 12 15,3-5-12-15,22-22 10 0,0 0-10 0,-17 19 10 16,9-6-10-16,8-13 10 0,0 0-10 0,-6 11 10 16,6-2-10-16,0-9 23 0,0 0-23 0,9 10 24 15,10-7-24-15,-19-3 6 0,0 0-6 0,25 3 7 16,-3 0-7-16,-22-3 4 0,0 0-4 0,36 0 5 15,9-3-5-15,-45 3 21 0,0 0-21 0,39 0 21 16,0-3-21-16,-39 3 6 0,0 0-6 0,36 0 7 0,-3 0-7 16,-33 0 9-16,0 0-9 0,28 6 10 15,-3-1-10-15,-25-5 33 0,0 0-33 0,19 6 34 16,-5 2-34-16,-14-8 16 0,0 0-16 0,8 11 17 16,-2 2-17-16,-6-13 11 0,0 0-11 0,-3 17 11 15,-2-1-11-15,5-16 18 0,0 0-18 0,-14 19 19 0,-3 0-19 16,17-19-5-16,0 0 5 0,-17 19-4 0,-10-8 4 15,27-11-106-15,0 0 106 0,-25 14-105 0,0-9 105 16,25-5-135-16,0 0 135 0,-36 3-134 0,-9-3 134 0,-35 3-1260 16</inkml:trace>
        </inkml:traceGroup>
      </inkml:traceGroup>
    </inkml:traceGroup>
    <inkml:traceGroup>
      <inkml:annotationXML>
        <emma:emma xmlns:emma="http://www.w3.org/2003/04/emma" version="1.0">
          <emma:interpretation id="{BE5763B3-828B-428B-B977-491C33FC9982}" emma:medium="tactile" emma:mode="ink">
            <msink:context xmlns:msink="http://schemas.microsoft.com/ink/2010/main" type="paragraph" rotatedBoundingBox="24774,9190 30018,7572 30351,8651 25107,10268" alignmentLevel="3"/>
          </emma:interpretation>
        </emma:emma>
      </inkml:annotationXML>
      <inkml:traceGroup>
        <inkml:annotationXML>
          <emma:emma xmlns:emma="http://www.w3.org/2003/04/emma" version="1.0">
            <emma:interpretation id="{870DC14F-41A1-4C61-8304-806EF8077A4C}" emma:medium="tactile" emma:mode="ink">
              <msink:context xmlns:msink="http://schemas.microsoft.com/ink/2010/main" type="line" rotatedBoundingBox="24774,9190 30018,7572 30351,8651 25107,10268"/>
            </emma:interpretation>
          </emma:emma>
        </inkml:annotationXML>
        <inkml:traceGroup>
          <inkml:annotationXML>
            <emma:emma xmlns:emma="http://www.w3.org/2003/04/emma" version="1.0">
              <emma:interpretation id="{B29EAC73-E74F-44EE-A46C-55CA72D42904}" emma:medium="tactile" emma:mode="ink">
                <msink:context xmlns:msink="http://schemas.microsoft.com/ink/2010/main" type="inkWord" rotatedBoundingBox="24774,9190 26226,8742 26475,9551 25024,9999"/>
              </emma:interpretation>
              <emma:one-of disjunction-type="recognition" id="oneOf8">
                <emma:interpretation id="interp40" emma:lang="en-US" emma:confidence="0">
                  <emma:literal>Abs</emma:literal>
                </emma:interpretation>
                <emma:interpretation id="interp41" emma:lang="en-US" emma:confidence="0">
                  <emma:literal>Als</emma:literal>
                </emma:interpretation>
                <emma:interpretation id="interp42" emma:lang="en-US" emma:confidence="0">
                  <emma:literal>Ales</emma:literal>
                </emma:interpretation>
                <emma:interpretation id="interp43" emma:lang="en-US" emma:confidence="0">
                  <emma:literal>Ahs</emma:literal>
                </emma:interpretation>
                <emma:interpretation id="interp44" emma:lang="en-US" emma:confidence="0">
                  <emma:literal>Ats</emma:literal>
                </emma:interpretation>
              </emma:one-of>
            </emma:emma>
          </inkml:annotationXML>
          <inkml:trace contextRef="#ctx0" brushRef="#br1" timeOffset="39936.2325">13112 722 561 0,'0'0'0'0,"-9"-11"0"0,-5-8 0 0,14 19 51 0,0 0-51 16,-5-8 52-16,2 10-52 0,3-2 26 0,0 0-26 15,0 0 26-15,0 11-26 0,0-11 28 0,0 0-28 0,0 6 28 16,-3-1-28-16,3-5 3 0,0 0-3 0,-3 8 3 16,1-5-3-16,2-3 36 0,0 0-36 0,0 0 37 15,-6 5-37-15,6-5 18 0,0 0-18 0,0 0 19 16,-8-8-19-16,8 8 47 0,0 0-47 0,-6-11 48 15,1-2-48-15,5 13 51 0,0 0-51 0,-3-19 51 16,0-3-51-16,3 22 53 0,0 0-53 0,0-27 54 16,0-3-54-16,0 30 44 0,0 0-44 0,0-33 45 15,0-3-45-15,0 36 42 0,0 0-42 0,3-38 43 16,5-3-43-16,-8 41 35 0,0 0-35 0,9-38 35 16,-1 3-35-16,-8 35 15 0,0 0-15 0,8-36 15 15,3 4-15-15,-11 32 21 0,0 0-21 0,11-39 21 0,3 9-21 16,-14 30 8-16,0 0-8 0,14-38 8 0,0 3-8 15,-14 35 16-15,0 0-16 0,11-30 17 0,3 5-17 16,-14 25 8-16,0 0-8 0,8-24 8 0,6-1-8 0,-14 25 9 16,0 0-9-16,14-19 9 0,3 0-9 0,-17 19 3 15,0 0-3-15,14-16 4 0,0 2-4 0,-14 14 6 16,0 0-6-16,14-11 6 0,-3 6-6 0,-11 5 7 16,0 0-7-16,11-6 7 0,0 4-7 0,-11 2 7 15,0 0-7-15,8 0 8 0,3 0-8 0,-11 0 15 16,0 0-15-16,6 0 15 0,2 2-15 0,-8-2 22 15,0 0-22-15,9 6 23 0,2 5-23 0,-11-11 32 0,0 0-32 16,11 8 33-16,0 8-33 0,-11-16 19 0,0 0-19 16,11 19 20-16,3 3-20 0,-14-22 11 0,0 0-11 15,11 19 11-15,0 0-11 0,-11-19 35 0,0 0-35 0,8 19 36 16,1 0-36-16,-9-19 10 0,0 0-10 0,5 25 10 16,-2 5-10-16,-3-30 12 0,0 0-12 0,3 24 13 15,2 6-13-15,-5-30 25 0,0 0-25 0,3 30 26 16,0 3-26-16,-3-33 12 0,0 0-12 0,6 30 12 15,-6 0-12-15,0-30 5 0,0 0-5 0,0 27 5 16,0-2-5-16,0-25 14 0,0 0-14 0,-6 27 15 16,0 0-15-16,6-27 3 0,0 0-3 0,-2 25 4 15,-1 0-4-15,3-25 2 0,0 0-2 0,0 19 2 16,3-3-2-16,-3-16-1 0,0 0 1 0,0 19 0 16,2-8 0-16,-2-11-45 0,0 0 45 0,0 14-45 15,3-6 45-15,-3-8-122 0,0 0 122 0,3 8-122 16,3 0 122-16,-6-8-182 0,0 0 182 0,5 6-181 0,1-4 181 15,5 6-932-15</inkml:trace>
          <inkml:trace contextRef="#ctx0" brushRef="#br1" timeOffset="40403.8095">13089 634 942 0,'0'0'0'0,"14"-2"0"0,8-1 0 15,-22 3 103-15,0 0-103 0,14-3 104 0,-5 3-104 16,-9 0 97-16,0 0-97 0,11-2 98 0,0-4-98 0,-11 6 112 16,0 0-112-16,14-14 113 0,2-2-113 15,-16 16 66-15,0 0-66 0,17-13 66 0,0-1-66 0,-17 14 24 16,0 0-24-16,22-16 25 0,3-4-25 0,-25 20-213 16,0 0 213-16,25-21-213 0,3 2 213 0,25-20-880 15</inkml:trace>
          <inkml:trace contextRef="#ctx0" brushRef="#br1" timeOffset="41107.4615">13717-162 673 0,'0'0'0'0,"-8"19"0"0,-9 17 0 16,17-36 75-16,0 0-75 0,-5 11 75 0,7-8-75 15,-2-3 44-15,0 0-44 0,0 0 45 0,9 0-45 0,-9 0 16 16,0 0-16-16,5 0 17 0,1 0-17 0,-6 0 18 16,0 0-18-16,5 10 18 0,1-1-18 0,-6-9 13 15,0 0-13-15,3 16 14 0,-1 3-14 0,-2-19 17 16,0 0-17-16,3 30 17 0,-3 14-17 0,0-44 4 15,0 0-4-15,0 41 4 0,-3 5-4 0,3-46 22 16,0 0-22-16,0 46 22 0,0-2-22 0,0-44 13 16,0 0-13-16,0 44 13 0,3-12-13 0,-3-32 26 0,0 0-26 15,6 41 26-15,2-5-26 0,-8-36 13 0,0 0-13 16,6 32 13-16,5-2-13 0,-11-30 10 0,0 0-10 16,17 19 11-16,-1 0-11 0,-16-19 1 0,0 0-1 15,20 14 2-15,-1-6-2 0,-19-8 9 0,0 0-9 0,25 8 9 16,-5-8-9-16,-20 0 7 0,0 0-7 0,19-5 8 15,-2-3-8-15,-17 8 8 0,0 0-8 0,16-11 8 16,4-3-8-16,-20 14-4 0,0 0 4 0,16-16-4 16,-2-3 4-16,-14 19-25 0,0 0 25 0,17-19-24 15,0-3 24-15,-17 22-23 0,0 0 23 0,14-19-22 16,-3 3 22-16,-11 16-26 0,0 0 26 0,8-14-25 16,-2 3 25-16,-6 11-4 0,0 0 4 0,2-8-3 15,1 0 3-15,-3 8-4 0,0 0 4 0,0-6-3 16,-3 3 3-16,3 3-2 0,0 0 2 0,-5 0-2 15,-6 3 2-15,11-3 0 0,0 0 0 0,-11 6 0 0,-3-1 0 16,14-5-39-16,0 0 39 0,-14 6-38 0,-3-4 38 16,17-2-131-16,0 0 131 0,-14 6-131 0,3-1 131 15,-14 1-478-15</inkml:trace>
          <inkml:trace contextRef="#ctx0" brushRef="#br1" timeOffset="41661.3922">14239 35 695 0,'0'0'0'15,"-13"0"0"-15,-7 5 0 0,20-5 72 0,0 0-72 16,0 3 72-16,11 2-72 0,-11-5 34 0,0 0-34 0,6 6 34 16,2 5-34-16,-8-11 31 0,0 0-31 0,3 8 31 15,0 8-31-15,-3-16 52 0,0 0-52 0,-3 19 52 16,-5 6-52-16,8-25 56 0,0 0-56 0,-9 24 57 0,-5 1-57 15,14-25 45-15,0 0-45 0,-11 24 46 0,3-10-46 0,8-14 8 16,0 0-8-16,-8 16 8 0,-1-7-8 16,9-9 22-16,0 0-22 0,-5 11 22 0,-1-6-22 15,6-5 12-15,0 0-12 0,0 0 13 0,11 0-13 0,-11 0 25 16,0 0-25-16,14 0 26 0,8-11-26 0,-22 11 6 16,0 0-6-16,31-5 7 0,8-1-7 0,-39 6 26 15,0 0-26-15,39-3 26 0,0 3-26 0,-39 0 12 16,0 0-12-16,36 0 13 0,0 0-13 0,-36 0 18 0,0 0-18 0,28 0 18 15,-6 6-18-15,-22-6 8 0,0 0-8 16,16 5 9-16,-4 4-9 0,-12-9 16 16,0 0-16-16,5 10 17 0,-5 10-17 0,0-20 1 0,0 0-1 15,-5 21 1-15,-9 7-1 0,14-28-26 0,0 0 26 16,-20 27-26-16,-8 3 26 0,28-30-111 0,0 0 111 16,-27 30-111-16,-7-6 111 0,34-24-133 0,0 0 133 0,-36 30-133 15,-3-2 133-15,-36 32-695 0</inkml:trace>
        </inkml:traceGroup>
        <inkml:traceGroup>
          <inkml:annotationXML>
            <emma:emma xmlns:emma="http://www.w3.org/2003/04/emma" version="1.0">
              <emma:interpretation id="{79F8ECC6-C263-4912-90E6-912809D7D601}" emma:medium="tactile" emma:mode="ink">
                <msink:context xmlns:msink="http://schemas.microsoft.com/ink/2010/main" type="inkWord" rotatedBoundingBox="26868,8620 30040,7641 30351,8651 27179,9629"/>
              </emma:interpretation>
              <emma:one-of disjunction-type="recognition" id="oneOf9">
                <emma:interpretation id="interp45" emma:lang="en-US" emma:confidence="1">
                  <emma:literal>against</emma:literal>
                </emma:interpretation>
                <emma:interpretation id="interp46" emma:lang="en-US" emma:confidence="0">
                  <emma:literal>Against</emma:literal>
                </emma:interpretation>
                <emma:interpretation id="interp47" emma:lang="en-US" emma:confidence="0">
                  <emma:literal>agurins</emma:literal>
                </emma:interpretation>
                <emma:interpretation id="interp48" emma:lang="en-US" emma:confidence="0">
                  <emma:literal>agurins'</emma:literal>
                </emma:interpretation>
                <emma:interpretation id="interp49" emma:lang="en-US" emma:confidence="0">
                  <emma:literal>again</emma:literal>
                </emma:interpretation>
              </emma:one-of>
            </emma:emma>
          </inkml:annotationXML>
          <inkml:trace contextRef="#ctx0" brushRef="#br1" timeOffset="42443.3767">15451-241 1547 0,'-6'3'0'0,"6"-3"-134"0,0 0 134 15,-14 8-134-15,-8-2 134 0,22-6-20 0,0 0 20 16,-20 2-19-16,1-4 19 0,19 2-43 0,0 0 43 0,-25 0-42 15,-3 0 42-15,28 0-60 0,0 0 60 0,-30 5-60 16,-4 3 60-16,34-8-20 0,0 0 20 0,-30 14-20 16,-1 8 20-16,31-22 0 0,0 0 0 0,-28 19 0 15,6 0 0-15,22-19 11 0,0 0-11 0,-16 24 11 16,2 1-11-16,14-25 36 0,0 0-36 0,-9 25 36 16,4 5-36-16,5-30 42 0,0 0-42 0,3 24 43 15,8 1-43-15,-11-25 45 0,0 0-45 0,14 19 46 16,5 0-46-16,-19-19 53 0,0 0-53 0,19 13 53 15,4-4-53-15,-23-9 38 0,0 0-38 0,19 8 38 16,9-3-38-16,-28-5 27 0,0 0-27 0,25-5 27 16,3-3-27-16,-28 8 9 0,0 0-9 0,22-11 10 0,-3-6-10 15,-19 17 28-15,0 0-28 0,14-19 28 0,-3 0-28 16,-11 19 5-16,0 0-5 0,9-19 6 0,-4-5-6 0,-5 24 4 16,0 0-4-16,0-20 5 0,-5 4-5 0,5 16 13 15,0 0-13-15,-3-14 13 0,0 1-13 0,3 13 0 16,0 0 0-16,-3-6 1 0,3-5-1 0,0 11 0 15,0 0 0-15,0 0 1 0,0-5-1 0,0 5 3 16,0 0-3-16,0 0 3 0,0 0-3 0,0 0 1 16,0 0-1-16,3 5 2 0,0 6-2 0,-3-11 1 15,0 0-1-15,8 9 2 0,-2 1-2 0,-6-10 4 0,0 0-4 16,11 14 4-16,6 2-4 0,-17-16 6 0,0 0-6 16,13 14 6-16,4 0-6 0,-17-14 0 0,0 0 0 15,17 11 1-15,-1-6-1 0,-16-5-41 0,0 0 41 16,17 3-40-16,3-6 40 0,-20 3-106 0,0 0 106 0,22-5-105 15,3-9 105-15,22-5-938 0</inkml:trace>
          <inkml:trace contextRef="#ctx0" brushRef="#br1" timeOffset="43104.3174">15967-271 987 0,'0'0'0'0,"-25"9"0"15,-14 7 0-15,39-16 130 0,0 0-130 0,6-3 131 16,27-16-131-16,-33 19 94 0,0 0-94 0,23-11 95 15,2-8-95-15,-25 19 70 0,0 0-70 0,13-14 70 16,-1 4-70-16,-12 10-33 0,0 0 33 0,2-11-33 16,-4-3 33-16,2 14-22 0,0 0 22 0,-9-11-22 15,-2-3 22-15,11 14-20 0,0 0 20 0,-17-10-19 0,-2 1 19 16,19 9-30-16,0 0 30 0,-17-5-30 0,-8-1 30 16,25 6-2-16,0 0 2 0,-22 0-2 0,3 6 2 15,19-6 0-15,0 0 0 0,-31 8 0 0,-2 8 0 0,33-16 20 16,0 0-20-16,-28 11 20 0,6 6-20 15,22-17 40-15,0 0-40 0,-22 16 40 0,5 3-40 0,17-19 32 16,0 0-32-16,-11 19 33 0,2-2-33 0,9-17 33 16,0 0-33-16,-5 19 33 0,5-6-33 0,0-13 22 15,0 0-22-15,5 22 22 0,9 0-22 0,-14-22 28 16,0 0-28-16,17 22 28 0,11-3-28 0,-28-19 7 0,0 0-7 16,25 8 7-16,5 0-7 0,-30-8 10 0,0 0-10 15,28 8 11-15,3-8-11 0,-31 0 3 0,0 0-3 16,25 0 4-16,-3 0-4 0,-22 0 2 0,0 0-2 15,19 0 3-15,-5 0-3 0,-14 0 10 0,0 0-10 0,11 0 10 16,0 6-10-16,-11-6 3 0,0 0-3 0,9 5 4 16,-4-2-4-16,-5-3 2 0,0 0-2 0,6 11 2 15,-1 5-2-15,-5-16-1 0,0 0 1 0,6 22 0 16,0 5 0-16,-6-27-9 0,0 0 9 0,5 33-9 16,-2 0 9-16,-3-33-5 0,0 0 5 0,3 30-4 15,2 0 4-15,-5-30-14 0,0 0 14 0,3 35-13 16,3 3 13-16,-6-38-4 0,0 0 4 0,2 30-3 15,1-2 3-15,-3-28 0 0,0 0 0 0,0 24 0 16,0-2 0-16,0-22 0 0,0 0 0 0,-3 19 1 16,1-11-1-16,2-8 0 0,0 0 0 0,-12 11 0 15,-1-3 0-15,13-8 0 0,0 0 0 0,-17 6 1 0,0-3-1 16,17-3 0-16,0 0 0 0,-25 0 1 0,-8-3-1 16,33 3-5-16,0 0 5 0,-31-6-5 0,-2-2 5 0,33 8-33 15,0 0 33-15,-31-11-33 0,1-2 33 0,30 13-18 16,0 0 18-16,-22-14-18 0,8-2 18 0,14 16-81 15,0 0 81-15,0-22-81 0,3-5 81 0,-3 27-148 16,0 0 148-16,19-33-147 0,12-3 147 0,-31 36-207 16,0 0 207-16,36-35-206 0,11 2 206 0,36-40-453 0</inkml:trace>
          <inkml:trace contextRef="#ctx0" brushRef="#br1" timeOffset="43732.5928">16365-328 259 0,'0'0'0'0,"-9"14"0"16,-2 10 0-16,11-24 28 0,0 0-28 0,-5-8 28 15,2-22-28-15,3 30 16 0,0 0-16 0,0-24 17 16,0-1-17-16,0 25 77 0,0 0-77 0,0-30 78 15,-3 3-78-15,3 27 98 0,0 0-98 0,-3-22 99 16,3 3-99-16,0 19 100 0,0 0-100 0,-3-14 100 16,3-2-100-16,0 16 77 0,0 0-77 0,0-8 77 0,0-3-77 15,0 11 70-15,0 0-70 0,0-6 71 0,-2 1-71 16,2 5 49-16,0 0-49 0,0 0 50 0,-9 0-50 16,9 0 54-16,0 0-54 0,-8 5 55 0,-6 6-55 15,14-11 49-15,0 0-49 0,-11 11 50 0,0 3-50 16,11-14 31-16,0 0-31 0,-11 16 31 0,0 6-31 0,11-22 25 0,0 0-25 15,-9 19 26-15,4 3-26 0,5-22 9 16,0 0-9-16,0 19 9 0,0 0-9 0,0-19 5 16,0 0-5-16,3 16 5 0,8 1-5 0,-11-17 22 15,0 0-22-15,11 16 22 0,5-2-22 0,-16-14 0 16,0 0 0-16,14 11 1 0,0 0-1 0,-14-11 0 16,0 0 0-16,14 8 1 0,0-3-1 0,-14-5 0 0,0 0 0 15,14 6 1-15,0-12-1 0,-14 6-1 0,0 0 1 16,14-8 0-16,0-3 0 0,-14 11-1 0,0 0 1 15,8-14 0-15,0 4 0 0,-8 10 0 0,0 0 0 0,11-22 0 16,-8 0 0-16,-3 22 2 0,0 0-2 0,6-19 2 16,-4 2-2-16,-2 17 5 0,0 0-5 0,3-13 6 15,0 2-6-15,-3 11 1 0,0 0-1 0,3-11 1 0,-3 3-1 0,0 8 0 16,0 0 0-16,0-6 1 0,3 4-1 0,-3 2 0 16,0 0 0-16,0 0 1 0,11 2-1 0,-11-2 2 0,0 0-2 15,5 6 2-15,4 5-2 0,-9-11 0 0,0 0 0 16,8 13 0-16,3-4 0 0,-11-9 0 0,0 0 0 15,11 16 0 1,3 3 0-16,-14-19-39 0,0 0 39 0,11 16-38 0,0-2 38 16,-11-14-216-16,0 0 216 0,11 11-216 0,-2 3 216 15,10 5-788-15</inkml:trace>
          <inkml:trace contextRef="#ctx0" brushRef="#br1" timeOffset="44305.4355">16609-759 1715 0,'0'0'0'0,"6"6"0"0,5 7 0 0,-11-13 52 16,0 0-52-16,5 6 52 0,1-3-52 0,-6-3-123 15,0 0 123-15,0 0-122 0,0 0 122 0,0 0-251 0,0 0 251 16,0 0-251-16,0-3 251 0,0-3-682 0</inkml:trace>
          <inkml:trace contextRef="#ctx0" brushRef="#br1" timeOffset="45071.051">16987-685 415 0,'0'0'0'0,"-11"-11"0"0,-3-8 0 0,14 19 42 16,0 0-42-16,3 0 42 0,14 11-42 0,-17-11 19 0,0 0-19 15,13 14 20-15,4-4-20 0,-17-10 35 0,0 0-35 16,17 14 35-16,-9-6-35 0,-8-8 7 0,0 0-7 16,8 17 8-16,1-4-8 0,-9-13 10 0,0 0-10 15,5 17 10-15,1-7-10 0,-6-10 34 0,0 0-34 0,3 14 35 16,-1-8-35-16,-2-6 17 0,0 0-17 0,3 8 17 16,-3 3-17-16,0-11 11 0,0 0-11 0,0 2 11 15,3 4-11-15,-3-6 28 0,0 0-28 0,0 0 28 16,0 5-28-16,0-5 18 0,0 0-18 0,0 0 19 15,0 0-19-15,0 0 5 0,0 0-5 0,0 0 5 16,0 0-5-16,0 0 1 0,0 0-1 0,0 0 1 16,-3-8-1-16,3 8-10 0,0 0 10 0,-3-5-10 15,1-9 10-15,2 14-19 0,0 0 19 0,-3-16-18 16,-3-3 18-16,6 19-17 0,0 0 17 0,-5-22-17 16,2 0 17-16,3 22-2 0,0 0 2 0,-3-25-1 15,3 1 1-15,0 24-4 0,0 0 4 0,3-22-4 0,0 0 4 16,-3 22-1-16,0 0 1 0,5-16 0 0,4 2 0 15,-9 14 0-15,0 0 0 0,11-11 1 0,3 0-1 0,-14 11 14 16,0 0-14-16,14-5 15 0,2 2-15 0,-16 3 16 16,0 0-16-16,17 0 17 0,0 0-17 0,-17 0 34 15,0 0-34-15,19 6 34 0,0 2-34 0,-19-8 28 16,0 0-28-16,23 14 28 0,-1 2-28 0,-22-16 15 16,0 0-15-16,19 16 15 0,-2 1-15 0,-17-17 12 15,0 0-12-15,14 16 13 0,0-2-13 0,-14-14-8 16,0 0 8-16,11 16-8 0,0-8 8 0,-11-8-147 15,0 0 147-15,8 11-147 0,1-6 147 0,7 15-430 0</inkml:trace>
          <inkml:trace contextRef="#ctx0" brushRef="#br1" timeOffset="45580.5085">17710-1151 707 0,'0'0'0'0,"-20"24"0"0,-13 17 0 15,33-41 50-15,0 0-50 0,0 8 50 0,19-19-50 0,-19 11 11 16,0 0-11-16,11-5 11 0,3-3-11 0,-14 8 26 16,0 0-26-16,-3 8 26 0,-10 8-26 0,13-16 50 15,0 0-50-15,-17 17 50 0,-8 5-50 0,25-22 49 16,0 0-49-16,-20 19 49 0,1 2-49 0,19-21 33 16,0 0-33-16,-17 14 33 0,3 2-33 0,14-16 18 15,0 0-18-15,-11 14 18 0,6-8-18 0,5-6 36 16,0 0-36-16,-3 2 36 0,3 1-36 0,0-3 18 0,0 0-18 15,8 3 19-15,6-1-19 0,-14-2 29 0,0 0-29 16,17 3 29-16,2-3-29 0,-19 0 20 0,0 0-20 16,20 6 20-16,-1-1-20 0,-19-5 18 0,0 0-18 0,22 5 18 15,1 4-18-15,-23-9 17 0,0 0-17 0,22 11 17 16,-8 2-17-16,-14-13 15 0,0 0-15 0,14 17 16 16,-6 2-16-16,-8-19 26 0,0 0-26 0,6 13 26 15,-6 1-26-15,0-14-2 0,0 0 2 0,-3 16-2 16,-3-2 2-16,6-14-63 0,0 0 63 0,-11 14-62 15,0 2 62-15,11-16-125 0,0 0 125 0,-22 14-125 16,-6 2 125-16,-22 17-781 0</inkml:trace>
          <inkml:trace contextRef="#ctx0" brushRef="#br1" timeOffset="46077.4479">17810-1350 1603 0,'5'-3'0'0,"-5"3"-67"0,0 0 67 0,20-5-66 16,10-4 66-16,-30 9-58 0,0 0 58 15,22-5-58-15,1 2 58 0,-23 3-43 0,0 0 43 0,16 0-43 16,-2 8 43-16,-14-8-42 0,0 0 42 0,11 6-41 16,0 5 41-16,-11-11-20 0,0 0 20 0,9 13-19 15,-4 1 19-15,-5-14-4 0,0 0 4 0,6 25-3 16,-1 5 3-16,-5-30-7 0,0 0 7 0,3 30-6 15,-3-9 6-15,0-21-1 0,0 0 1 0,-3 33 0 16,-5 5 0-16,8-38 1 0,0 0-1 0,-5 30 2 16,-4-3-2-16,9-27 12 0,0 0-12 0,-5 22 13 15,2-3-13-15,3-19 26 0,0 0-26 0,0 19 26 16,5-8-26-16,-5-11 20 0,0 0-20 0,9 14 20 16,2-9-20-16,-11-5 5 0,0 0-5 0,19 3 5 15,6-6-5-15,-25 3 3 0,0 0-3 0,25 0 4 16,3-10-4-16,-28 10-42 0,0 0 42 0,25-9-41 15,-3-2 41-15,-22 11-174 0,0 0 174 0,23-19-173 0,-4 0 173 16,23-16-521-16</inkml:trace>
          <inkml:trace contextRef="#ctx0" brushRef="#br1" timeOffset="44006.3173">16790-402 1278 0,'0'0'0'0,"-12"0"0"0,-13 0 0 0,25 0 111 0,0 0-111 16,0 9 112-16,12 2-112 0,-12-11 0 0,0 0 0 15,8 10 1-15,6-1-1 0,-14-9-26 0,0 0 26 0,11 11-26 0,-3-6 26 16,-8-5-61-16,0 0 61 0,9 3-61 16,-1-1 61-16,-8-2-128 0,0 0 128 0,5 3-127 15,-2 0 127-15,-3-3-99 0,0 0 99 0,0 0-98 16,6 0 98-16,2 0-573 0</inkml:trace>
          <inkml:trace contextRef="#ctx0" brushRef="#br1" timeOffset="46424.1668">17901-1121 1110 0,'0'0'0'0,"23"-19"0"16,13-11 0-16,-36 30-11 0,0 0 11 0,16-11-10 16,-7 5 10-16,-9 6-2 0,0 0 2 0,8-5-1 15,-5 2 1-15,-3 3-28 0,0 0 28 0,8-5-28 16,0-6 28-16,-8 11-42 0,0 0 42 0,12-8-41 16,4-9 41-16,-16 17-90 0,0 0 90 0,20-13-90 15,2-6 90-15,-22 19-168 0,0 0 168 0,19-17-167 16,4-2 167-16,18-14-223 0</inkml:trace>
        </inkml:traceGroup>
      </inkml:traceGroup>
    </inkml:traceGroup>
    <inkml:traceGroup>
      <inkml:annotationXML>
        <emma:emma xmlns:emma="http://www.w3.org/2003/04/emma" version="1.0">
          <emma:interpretation id="{FE5E6AC1-7FD3-4AB9-A502-FC78FE6664AF}" emma:medium="tactile" emma:mode="ink">
            <msink:context xmlns:msink="http://schemas.microsoft.com/ink/2010/main" type="paragraph" rotatedBoundingBox="27139,10006 29347,9292 29535,9876 27328,10590" alignmentLevel="4"/>
          </emma:interpretation>
        </emma:emma>
      </inkml:annotationXML>
      <inkml:traceGroup>
        <inkml:annotationXML>
          <emma:emma xmlns:emma="http://www.w3.org/2003/04/emma" version="1.0">
            <emma:interpretation id="{74BC41F1-51F4-484F-989F-E9422D6F3EEA}" emma:medium="tactile" emma:mode="ink">
              <msink:context xmlns:msink="http://schemas.microsoft.com/ink/2010/main" type="line" rotatedBoundingBox="27139,10006 29347,9292 29535,9876 27328,10590"/>
            </emma:interpretation>
          </emma:emma>
        </inkml:annotationXML>
        <inkml:traceGroup>
          <inkml:annotationXML>
            <emma:emma xmlns:emma="http://www.w3.org/2003/04/emma" version="1.0">
              <emma:interpretation id="{B8E6AE7A-0B92-4A5F-A4A1-B64D47AF5C4A}" emma:medium="tactile" emma:mode="ink">
                <msink:context xmlns:msink="http://schemas.microsoft.com/ink/2010/main" type="inkWord" rotatedBoundingBox="27174,10116 27585,9983 27673,10255 27262,10388"/>
              </emma:interpretation>
              <emma:one-of disjunction-type="recognition" id="oneOf10">
                <emma:interpretation id="interp50" emma:lang="en-US" emma:confidence="0">
                  <emma:literal>c</emma:literal>
                </emma:interpretation>
                <emma:interpretation id="interp51" emma:lang="en-US" emma:confidence="0">
                  <emma:literal>C</emma:literal>
                </emma:interpretation>
                <emma:interpretation id="interp52" emma:lang="en-US" emma:confidence="0">
                  <emma:literal>a</emma:literal>
                </emma:interpretation>
                <emma:interpretation id="interp53" emma:lang="en-US" emma:confidence="0">
                  <emma:literal>G</emma:literal>
                </emma:interpretation>
                <emma:interpretation id="interp54" emma:lang="en-US" emma:confidence="0">
                  <emma:literal>L</emma:literal>
                </emma:interpretation>
              </emma:one-of>
            </emma:emma>
          </inkml:annotationXML>
          <inkml:trace contextRef="#ctx0" brushRef="#br1" timeOffset="47352.6532">15398 1005 751 0,'0'0'0'0,"-14"-5"0"16,-9 2 0-16,23 3 23 0,0 0-23 0,-11 0 24 15,3 3-24-15,8-3 2 0,0 0-2 0,-6 5 2 16,1 1-2-16,5-6-4 0,0 0 4 0,-6 2-3 0,4 4 3 16,2-6-1-16,0 0 1 0,-6 11 0 0,0 0 0 15,6-11 38-15,0 0-38 0,-5 13 38 0,2 4-38 16,3-17 43-16,0 0-43 0,-5 22 44 0,10 5-44 0,-5-27 65 16,0 0-65-16,3 32 65 0,8-4-65 0,-11-28 80 15,0 0-80-15,19 30 81 0,-2-3-81 0,-17-27 79 16,0 0-79-16,25 16 79 0,3-5-79 0,-28-11 41 15,0 0-41-15,33 0 41 0,6-8-41 0,-39 8-40 16,0 0 40-16,42-16-40 0,5-12 40 0,-47 28-106 16,0 0 106-16,45-30-106 0,-4 0 106 0,45-35-811 15</inkml:trace>
        </inkml:traceGroup>
        <inkml:traceGroup>
          <inkml:annotationXML>
            <emma:emma xmlns:emma="http://www.w3.org/2003/04/emma" version="1.0">
              <emma:interpretation id="{3576CC49-9CDA-409E-8D69-ED8BE58B06B8}" emma:medium="tactile" emma:mode="ink">
                <msink:context xmlns:msink="http://schemas.microsoft.com/ink/2010/main" type="inkWord" rotatedBoundingBox="27841,9779 28812,9465 28944,9871 27973,10185"/>
              </emma:interpretation>
              <emma:one-of disjunction-type="recognition" id="oneOf11">
                <emma:interpretation id="interp55" emma:lang="en-US" emma:confidence="0">
                  <emma:literal>DI</emma:literal>
                </emma:interpretation>
                <emma:interpretation id="interp56" emma:lang="en-US" emma:confidence="0">
                  <emma:literal>in</emma:literal>
                </emma:interpretation>
                <emma:interpretation id="interp57" emma:lang="en-US" emma:confidence="0">
                  <emma:literal>D</emma:literal>
                </emma:interpretation>
                <emma:interpretation id="interp58" emma:lang="en-US" emma:confidence="0">
                  <emma:literal>DV</emma:literal>
                </emma:interpretation>
                <emma:interpretation id="interp59" emma:lang="en-US" emma:confidence="0">
                  <emma:literal>Ph</emma:literal>
                </emma:interpretation>
              </emma:one-of>
            </emma:emma>
          </inkml:annotationXML>
          <inkml:trace contextRef="#ctx0" brushRef="#br1" timeOffset="47757.7348">16014 853 953 0,'0'0'0'0,"-11"-3"0"0,-5 0 0 16,16 3 65-16,0 0-65 0,0 0 66 0,0 11-66 0,0-11 25 16,0 0-25-16,2 5 26 0,1 4-26 0,-3-9 10 15,0 0-10-15,6 11 11 0,2-6-11 0,-8-5 10 16,0 0-10-16,11 8 10 0,3 3-10 0,-14-11 6 15,0 0-6-15,17 11 6 0,2-3-6 0,-19-8 4 16,0 0-4-16,17 11 4 0,2 3-4 0,-19-14-5 16,0 0 5-16,14 13-5 0,0 4 5 0,-14-17-69 0,0 0 69 15,11 11-68-15,0 2 68 0,-11-13-122 0,0 0 122 16,6 6-121-16,0 2 121 0,5 8-515 0</inkml:trace>
          <inkml:trace contextRef="#ctx0" brushRef="#br1" timeOffset="48253.4943">16001 790 1199 0,'0'0'0'0,"11"-6"0"0,8-2 0 15,-19 8 154-15,0 0-154 0,17-11 154 0,2-10-154 16,-19 21 104-16,0 0-104 0,17-20 104 0,2-1-104 0,-19 21 59 16,0 0-59-16,17-19 60 0,3-3-60 0,-20 22-105 15,0 0 105-15,22-19-105 0,0 2 105 0,-22 17-60 16,0 0 60-16,28-16-60 0,2 0 60 0,-30 16-46 15,0 0 46-15,31-17-46 0,2 9 46 0,-33 8-18 16,0 0 18-16,31-11-18 0,-1 8 18 0,-30 3 0 16,0 0 0-16,28 3 1 0,-3 8-1 0,-25-11 13 15,0 0-13-15,22 11 14 0,-2 3-14 0,-20-14 35 16,0 0-35-16,14 13 36 0,-3 4-36 0,-11-17 19 16,0 0-19-16,3 24 20 0,-6 3-20 0,3-27 18 0,0 0-18 15,-6 28 19-15,-2-1-19 0,8-27 1 0,0 0-1 16,-11 30 2-16,-6 0-2 0,17-30-38 0,0 0 38 0,-19 24-37 15,-1 1 37-15,20-25-94 0,0 0 94 0,-27 19-93 16,-10 6 93-16,37-25-120 0,0 0 120 0,-36 19-120 16,3 0 120-16,33-19-170 0,0 0 170 0,-39 19-170 15,6-3 170-15,33-16-138 0,0 0 138 0,-28 14-138 16,8 2 138-16,-27 9-233 0</inkml:trace>
          <inkml:trace contextRef="#ctx0" brushRef="#br1" timeOffset="48602.0789">16676 613 1535 0,'0'0'0'0,"0"0"0"0,-8-6 0 0,8 6 167 16,0 0-167-16,16 6 168 0,15 5-168 0,-31-11 56 0,0 0-56 16,30 8 56-16,6 3-56 0,-36-11 37 0,0 0-37 15,34 11 37-15,5 2-37 0,-39-13-11 0,0 0 11 16,33 8-10-16,-2 9 10 0,-31-17-82 0,0 0 82 15,30 8-82-15,-2 0 82 0,-28-8-179 0,0 0 179 0,19 8-179 16,-2 0 179-16,-17-8-191 0,0 0 191 0,8 17-190 16,-5-6 190-16,8 16-742 0</inkml:trace>
        </inkml:traceGroup>
        <inkml:traceGroup>
          <inkml:annotationXML>
            <emma:emma xmlns:emma="http://www.w3.org/2003/04/emma" version="1.0">
              <emma:interpretation id="{9D6F04CB-0C6C-4009-99B6-CADD0F13EDA2}" emma:medium="tactile" emma:mode="ink">
                <msink:context xmlns:msink="http://schemas.microsoft.com/ink/2010/main" type="inkWord" rotatedBoundingBox="29017,9437 29358,9327 29535,9876 29195,9986"/>
              </emma:interpretation>
              <emma:one-of disjunction-type="recognition" id="oneOf12">
                <emma:interpretation id="interp60" emma:lang="en-US" emma:confidence="0">
                  <emma:literal>of</emma:literal>
                </emma:interpretation>
                <emma:interpretation id="interp61" emma:lang="en-US" emma:confidence="0">
                  <emma:literal>I</emma:literal>
                </emma:interpretation>
                <emma:interpretation id="interp62" emma:lang="en-US" emma:confidence="0">
                  <emma:literal>J</emma:literal>
                </emma:interpretation>
                <emma:interpretation id="interp63" emma:lang="en-US" emma:confidence="0">
                  <emma:literal>,</emma:literal>
                </emma:interpretation>
                <emma:interpretation id="interp64" emma:lang="en-US" emma:confidence="0">
                  <emma:literal>off</emma:literal>
                </emma:interpretation>
              </emma:one-of>
            </emma:emma>
          </inkml:annotationXML>
          <inkml:trace contextRef="#ctx0" brushRef="#br1" timeOffset="49305.9929">17376 504 1199 0,'0'0'0'0,"-8"0"0"0,-9 0 0 0,17 0 70 15,0 0-70-15,0 5 70 0,8 6-70 0,-8-11-7 16,0 0 7-16,6 5-7 0,2-2 7 0,-8-3-14 0,0 0 14 16,9 3-13-16,-1-3 13 0,-8 0-10 0,0 0 10 15,6 3-10-15,-4-3 10 0,-2 0-3 0,0 0 3 16,0 0-3-16,0 0 3 0,0 0-2 0,0 0 2 15,-8 0-1-15,-3-3 1 0,11 3 0 0,0 0 0 0,-14 0 0 16,-5 0 0-16,19 0 3 0,0 0-3 0,-23 3 3 16,-2-1-3-16,25-2 20 0,0 0-20 0,-25 0 20 15,0 0-20-15,25 0 14 0,0 0-14 0,-22-2 15 16,0-4-15-16,22 6 26 0,0 0-26 0,-20-8 26 16,6-3-26-16,14 11 7 0,0 0-7 0,-11-14 7 15,3-2-7-15,8 16 1 0,0 0-1 0,-3-19 2 16,6 0-2-16,-3 19 9 0,0 0-9 0,6-19 10 15,2-6-10-15,-8 25 13 0,0 0-13 0,11-19 14 16,3-3-14-16,-14 22 15 0,0 0-15 0,19-16 15 16,1 0-15-16,-20 16 26 0,0 0-26 0,19-14 26 15,4 0-26-15,-23 14 12 0,0 0-12 0,19-8 13 16,3 0-13-16,-22 8 35 0,0 0-35 0,20-5 36 0,5 2-36 16,-25 3 28-16,0 0-28 0,16 0 28 0,4 0-28 15,-20 0 50-15,0 0-50 0,19 8 50 0,1-2-50 16,-20-6 28-16,0 0-28 0,14 2 28 0,-1 6-28 15,-13-8 27-15,0 0-27 0,9 11 27 0,-1 3-27 0,-8-14 15 16,0 0-15-16,3 16 16 0,-3 6-16 0,0-22 5 16,0 0-5-16,3 25 5 0,-1-1-5 0,-2-24 8 15,0 0-8-15,0 38 9 0,0 1-9 0,0-39 7 16,0 0-7-16,-2 40 8 0,-1 4-8 0,3-44-5 16,0 0 5-16,-8 49-4 0,-4 0 4 0,12-49-96 0,0 0 96 15,-13 49-95-15,-4 0 95 0,17-49-105 0,0 0 105 16,-31 93-1144-16,62-186 1144 0</inkml:trace>
        </inkml:traceGroup>
      </inkml:traceGroup>
    </inkml:traceGroup>
  </inkml:traceGroup>
</inkml:ink>
</file>

<file path=ppt/ink/ink30.xml><?xml version="1.0" encoding="utf-8"?>
<inkml:ink xmlns:inkml="http://www.w3.org/2003/InkML">
  <inkml:definitions>
    <inkml:context xml:id="ctx0">
      <inkml:inkSource xml:id="inkSrc0">
        <inkml:traceFormat>
          <inkml:channel name="X" type="integer" max="19500" units="cm"/>
          <inkml:channel name="Y" type="integer" max="11180" units="cm"/>
          <inkml:channel name="F" type="integer" max="4096" units="dev"/>
          <inkml:channel name="T" type="integer" max="2.14748E9" units="dev"/>
        </inkml:traceFormat>
        <inkml:channelProperties>
          <inkml:channelProperty channel="X" name="resolution" value="631.06793" units="1/cm"/>
          <inkml:channelProperty channel="Y" name="resolution" value="642.52875" units="1/cm"/>
          <inkml:channelProperty channel="F" name="resolution" value="0" units="1/dev"/>
          <inkml:channelProperty channel="T" name="resolution" value="1" units="1/dev"/>
        </inkml:channelProperties>
      </inkml:inkSource>
      <inkml:timestamp xml:id="ts0" timeString="2020-12-07T08:36:13.051"/>
    </inkml:context>
    <inkml:brush xml:id="br0">
      <inkml:brushProperty name="width" value="0.1" units="cm"/>
      <inkml:brushProperty name="height" value="0.1" units="cm"/>
      <inkml:brushProperty name="color" value="#ED1C24"/>
      <inkml:brushProperty name="fitToCurve" value="1"/>
    </inkml:brush>
    <inkml:brush xml:id="br1">
      <inkml:brushProperty name="width" value="0.1" units="cm"/>
      <inkml:brushProperty name="height" value="0.1" units="cm"/>
      <inkml:brushProperty name="color" value="#3165BB"/>
      <inkml:brushProperty name="fitToCurve" value="1"/>
    </inkml:brush>
  </inkml:definitions>
  <inkml:traceGroup>
    <inkml:annotationXML>
      <emma:emma xmlns:emma="http://www.w3.org/2003/04/emma" version="1.0">
        <emma:interpretation id="{DD6C9CF0-3330-4F96-86D0-00813EF0DF83}" emma:medium="tactile" emma:mode="ink">
          <msink:context xmlns:msink="http://schemas.microsoft.com/ink/2010/main" type="writingRegion" rotatedBoundingBox="19394,7671 20985,9358 20539,9778 18949,8092"/>
        </emma:interpretation>
      </emma:emma>
    </inkml:annotationXML>
    <inkml:traceGroup>
      <inkml:annotationXML>
        <emma:emma xmlns:emma="http://www.w3.org/2003/04/emma" version="1.0">
          <emma:interpretation id="{8369EA82-A491-4674-94DE-E76362344A79}" emma:medium="tactile" emma:mode="ink">
            <msink:context xmlns:msink="http://schemas.microsoft.com/ink/2010/main" type="paragraph" rotatedBoundingBox="19394,7671 20985,9358 20539,9778 18949,8092" alignmentLevel="1"/>
          </emma:interpretation>
        </emma:emma>
      </inkml:annotationXML>
      <inkml:traceGroup>
        <inkml:annotationXML>
          <emma:emma xmlns:emma="http://www.w3.org/2003/04/emma" version="1.0">
            <emma:interpretation id="{D0D693D0-F9E8-456F-BFB0-A2EBEF6063E5}" emma:medium="tactile" emma:mode="ink">
              <msink:context xmlns:msink="http://schemas.microsoft.com/ink/2010/main" type="line" rotatedBoundingBox="19394,7671 20985,9358 20539,9778 18949,8092"/>
            </emma:interpretation>
          </emma:emma>
        </inkml:annotationXML>
        <inkml:traceGroup>
          <inkml:annotationXML>
            <emma:emma xmlns:emma="http://www.w3.org/2003/04/emma" version="1.0">
              <emma:interpretation id="{9486A8EF-95AC-48D2-BECB-60CA53D729CB}" emma:medium="tactile" emma:mode="ink">
                <msink:context xmlns:msink="http://schemas.microsoft.com/ink/2010/main" type="inkWord" rotatedBoundingBox="19497,7797 19499,8165 19185,8167 19183,7799"/>
              </emma:interpretation>
              <emma:one-of disjunction-type="recognition" id="oneOf0">
                <emma:interpretation id="interp0" emma:lang="en-US" emma:confidence="1">
                  <emma:literal>v</emma:literal>
                </emma:interpretation>
                <emma:interpretation id="interp1" emma:lang="en-US" emma:confidence="0">
                  <emma:literal>r</emma:literal>
                </emma:interpretation>
                <emma:interpretation id="interp2" emma:lang="en-US" emma:confidence="0">
                  <emma:literal>m</emma:literal>
                </emma:interpretation>
                <emma:interpretation id="interp3" emma:lang="en-US" emma:confidence="0">
                  <emma:literal>z</emma:literal>
                </emma:interpretation>
                <emma:interpretation id="interp4" emma:lang="en-US" emma:confidence="0">
                  <emma:literal>•</emma:literal>
                </emma:interpretation>
              </emma:one-of>
            </emma:emma>
          </inkml:annotationXML>
          <inkml:trace contextRef="#ctx0" brushRef="#br0">7345-1230 102 0,'0'0'0'16,"0"0"0"-16,2-38 0 0,-2 38 41 0,0 0-41 0,0-14 42 0,3 8-42 0,-3 6 55 16,0 0-55-16,0-5 55 0,0 5-55 0,0 0 55 15,0 0-55-15,0 0 55 0,0 0-55 0,0 0 40 16,0 0-40-16,0 0 40 0,0 0-40 0,0 0 41 16,0 0-41-16,0 0 42 0,0 0-42 0,0 0 45 0,0 0-45 15,0 0 46-15,0 0-46 0,0 0 52 0,0 0-52 16,0 0 52-16,0 0-52 0,0 0 49 0,0 0-49 15,0 0 49-15,0 0-49 0,0 0 60 0,0 0-60 16,0 0 60-16,6 0-60 0,-6 0 45 0,0 0-45 0,0 0 45 16,5 5-45-16,-5-5 54 0,0 0-54 0,0 0 54 15,3 3-54-15,-3-3 55 0,0 0-55 0,0 0 55 16,6 6-55-16,-6-6 49 0,0 0-49 0,0 0 50 16,0 5-50-16,0-5 43 0,0 0-43 0,0 0 44 15,2 6-44-15,-2-6 29 0,0 0-29 0,0 0 29 16,0 8-29-16,0-8 34 0,0 0-34 0,0 0 34 15,0 5-34-15,0-5 43 0,0 0-43 0,0 0 43 16,0 6-43-16,0-6 50 0,0 0-50 0,0 0 51 16,0 5-51-16,0-5 43 0,0 0-43 0,0 0 43 15,0 0-43-15,0 0 29 0,0 0-29 0,0 0 29 16,0 0-29-16,0 0 17 0,0 0-17 0,0 0 17 16,0 0-17-16,0 0-1 0,0 0 1 0,0 0 0 0,3 6 0 15,-3-6-13-15,0 0 13 0,0 0-13 0,8 8 13 16,-8-8-36-16,0 0 36 0,6 5-35 0,-3 1 35 15,-3-6-20-15,0 0 20 0,3 2-19 0,-1 7 19 0,-2-9-11 16,0 0 11-16,6 8-11 0,-6 3 11 0,0-11-11 16,0 0 11-16,3 13-11 0,2-5 11 0,-5-8-4 15,0 0 4-15,3 11-3 0,0 0 3 0,-3-11-1 16,0 0 1-16,0 8 0 0,0 3 0 0,0-11 0 16,0 0 0-16,0 6 0 0,0-4 0 0,0-2 0 15,0 0 0-15,0 6 0 0,-3-3 0 0,3-3 0 16,0 0 0-16,-3 8 0 0,3-8 0 0,0 0 0 0,0 0 0 15,0 0 0-15,0 5 0 0,0-5 0 0,0 0 0 16,0 0 0-16,0 6 0 0,0-6 0 0,0 0 0 16,-3 5 0-16,1 3 0 0,2-8-2 0,0 0 2 0,-3 6-1 15,3-1 1-15,0-5-4 0,0 0 4 0,-8 8-4 16,2 3 4-16,6-11 0 0,0 0 0 0,-6 11 0 16,-2 3 0-16,8-14 2 0,0 0-2 0,-5 14 2 15,-9-4-2-15,14-10 0 0,0 0 0 0,-11 14 1 16,-3-3-1-16,14-11 6 0,0 0-6 0,-14 14 7 15,3-3-7-15,11-11 3 0,0 0-3 0,-9 8 3 16,1 3-3-16,8-11 0 0,0 0 0 0,-6 5 0 16,4-5 0-16,2 0 0 0,0 0 0 0,0 0 0 15,-6 0 0-15,6 0-3 0,0 0 3 0,0 0-3 16,0 0 3-16,0 0-1 0,0 0 1 0,0 0 0 16,0 0 0-16,0 0-3 0,0 0 3 0,0 0-3 15,6 0 3-15,-6 0-2 0,0 0 2 0,8-5-2 0,-2-1 2 16,-6 6-5-16,0 0 5 0,11-8-4 0,5-3 4 15,-16 11-13-15,0 0 13 0,11-11-12 0,6-2 12 0,-17 13-9 16,0 0 9-16,14-14-8 0,0 3 8 0,-14 11-1 16,0 0 1-16,11-14-1 0,-3 9 1 0,-8 5-4 15,0 0 4-15,9-11-3 0,-1 3 3 0,-8 8 0 16,0 0 0-16,8-6 0 0,-2 1 0 0,-6 5-5 16,0 0 5-16,8-8-5 0,-2 5 5 0,-6 3-8 15,0 0 8-15,5-3-7 0,-2 1 7 0,-3 2-1 16,0 0 1-16,0 0 0 0,6-3 0 0,-6 3 0 0,0 0 0 15,0 0 0-15,5-6 0 0,-5 6 2 0,0 0-2 16,0 0 2-16,9 0-2 0,-9 0 6 0,0 0-6 16,0 0 6-16,2 6-6 0,-2-6 8 0,0 0-8 0,0 0 8 15,6 5-8-15,-6-5 23 0,0 0-23 0,3 6 24 16,-1-4-24-16,-2-2 6 0,0 0-6 0,3 6 7 16,-3-1-7-16,0-5 25 0,0 0-25 0,3 3 26 15,0 0-26-15,-3-3 12 0,0 0-12 0,0 0 13 16,5 5-13-16,-5-5 18 0,0 0-18 0,0 0 18 15,6 3-18-15,-6-3 15 0,0 0-15 0,0 0 15 16,3 5-15-16,-3-5 1 0,0 0-1 0,0 0 2 16,2 6-2-16,-2-6-1 0,0 0 1 0,0 0-1 15,0 0 1-15,0 0-63 0,0 0 63 0,0 0-62 16,0 0 62-16,0 0-98 0,0 0 98 0,0 0-98 16,6 3 98-16,-6-3-145 0,0 0 145 0,6 2-144 0,2 1 144 15,-8-3-164-15,0 0 164 0,14 11-164 0,2 0 164 16,15 11-637-16</inkml:trace>
        </inkml:traceGroup>
        <inkml:traceGroup>
          <inkml:annotationXML>
            <emma:emma xmlns:emma="http://www.w3.org/2003/04/emma" version="1.0">
              <emma:interpretation id="{968EE6E6-8B0B-4E25-A01D-3E39663648E7}" emma:medium="tactile" emma:mode="ink">
                <msink:context xmlns:msink="http://schemas.microsoft.com/ink/2010/main" type="inkWord" rotatedBoundingBox="20522,8867 20985,9358 20539,9778 20077,9288"/>
              </emma:interpretation>
              <emma:one-of disjunction-type="recognition" id="oneOf1">
                <emma:interpretation id="interp5" emma:lang="en-US" emma:confidence="1">
                  <emma:literal>x</emma:literal>
                </emma:interpretation>
                <emma:interpretation id="interp6" emma:lang="en-US" emma:confidence="0">
                  <emma:literal>X</emma:literal>
                </emma:interpretation>
                <emma:interpretation id="interp7" emma:lang="en-US" emma:confidence="0">
                  <emma:literal>+</emma:literal>
                </emma:interpretation>
                <emma:interpretation id="interp8" emma:lang="en-US" emma:confidence="0">
                  <emma:literal>t</emma:literal>
                </emma:interpretation>
                <emma:interpretation id="interp9" emma:lang="en-US" emma:confidence="0">
                  <emma:literal>=</emma:literal>
                </emma:interpretation>
              </emma:one-of>
            </emma:emma>
          </inkml:annotationXML>
          <inkml:trace contextRef="#ctx0" brushRef="#br1" timeOffset="38734.8733">8662-172 91 0,'0'0'0'0,"0"16"0"0,0 3 0 16,0-19 74-16,0 0-74 0,0 11 74 0,-3-3-74 15,3-8 55-15,0 0-55 0,0 11 56 0,0-6-56 16,0-5 52-16,0 0-52 0,0 9 53 0,-3 1-53 0,3-10 52 15,0 0-52-15,-3 17 52 0,3 2-52 0,0-19 31 16,0 0-31-16,-5 22 31 0,2 0-31 0,3-22 45 16,0 0-45-16,-3 24 45 0,3 3-45 0,0-27 45 15,0 0-45-15,0 30 46 0,3 6-46 0,-3-36 41 16,0 0-41-16,0 24 41 0,3 4-41 0,-3-28 28 16,0 0-28-16,0 30 28 0,5 5-28 0,-5-35 17 15,0 0-17-15,0 25 17 0,0-1-17 0,0-24 18 0,0 0-18 16,3 25 19-16,0-6-19 0,-3-19 24 0,0 0-24 15,3 22 25-15,2-3-25 0,-5-19 13 0,0 0-13 16,0 19 13-16,0 0-13 0,0-19 18 0,0 0-18 0,0 19 19 16,0 0-19-16,0-19 8 0,0 0-8 0,0 16 9 15,0 3-9-15,0-19 9 0,0 0-9 0,0 11 10 16,0-3-10-16,0-8 8 0,0 0-8 0,0 11 8 16,3-2-8-16,-3-9 15 0,0 0-15 0,3 10 15 15,0 1-15-15,-3-11 14 0,0 0-14 0,2 14 15 16,-2-3-15-16,0-11 15 0,0 0-15 0,0 14 16 15,0-4-16-15,0-10 4 0,0 0-4 0,-2 14 5 16,-1-3-5-16,3-11 7 0,0 0-7 0,-3 14 8 16,0-6-8-16,3-8 3 0,0 0-3 0,0 11 3 15,0-6-3-15,0-5-1 0,0 0 1 0,-5 6 0 16,2-1 0-16,3-5-128 0,0 0 128 0,0 0-128 16,-6 3 128-16,6-3-146 0,0 0 146 0,0 0-145 0,-8 0 145 15,0 0-464-15</inkml:trace>
          <inkml:trace contextRef="#ctx0" brushRef="#br1" timeOffset="37804.6082">8167 196 326 0,'0'0'0'0,"0"0"0"0,0 0 0 0,0 0 110 15,0 0-110-15,0 0 111 0,0 0-111 0,0 0 74 16,0 0-74-16,0 0 75 0,0 0-75 0,0 0 57 16,0 0-57-16,0 0 58 0,0 0-58 0,0 0 16 15,0 0-16-15,0 0 17 0,0 0-17 0,0 0 20 16,0 0-20-16,0 0 20 0,0 0-20 0,0 0 33 0,0 0-33 16,0 0 34-16,0 0-34 0,0 0 34 0,0 0-34 15,0 0 35-15,33-9-35 0,-33 9 43 0,0 0-43 0,25-5 44 16,-2-6-44-16,-23 11 28 0,0 0-28 15,25-5 28-15,-6 2-28 0,-19 3 26 0,0 0-26 0,17 0 26 16,0 0-26-16,-17 0 34 0,0 0-34 0,16 0 34 16,1 3-34-16,-17-3 12 0,0 0-12 0,14 2 12 15,-3 4-12-15,-11-6 30 0,0 0-30 0,17 8 30 16,-1-3-30-16,-16-5 18 0,0 0-18 0,17 6 19 16,0-1-19-16,-17-5 18 0,0 0-18 0,13 3 18 15,1 2-18-15,-14-5 9 0,0 0-9 0,11 0 10 16,1 6-10-16,-12-6 26 0,0 0-26 0,13 0 26 15,4 3-26-15,-17-3 12 0,0 0-12 0,14 2 12 16,3-2-12-16,-17 0 27 0,0 0-27 0,16 0 27 16,1 0-27-16,-17 0 20 0,0 0-20 0,20 0 20 0,-1 0-20 15,-19 0 26-15,0 0-26 0,22 0 26 0,3-2-26 16,-25 2 22-16,0 0-22 0,22-3 23 0,3-3-23 16,-25 6 34-16,0 0-34 0,23-8 35 0,-1 0-35 15,-22 8 12-15,0 0-12 0,22-8 12 0,-2 0-12 0,-20 8 12 16,0 0-12-16,19-6 13 0,1 4-13 0,-20 2 16 15,0 0-16-15,16 0 17 0,1 2-17 0,-17-2 14 16,0 0-14-16,17 6 15 0,2 2-15 0,-19-8 15 16,0 0-15-16,14 5 16 0,0 1-16 0,-14-6 16 15,0 0-16-15,11 5 17 0,0 3-17 0,-11-8-15 16,0 0 15-16,8 0-15 0,1 6 15 0,-9-6-40 16,0 0 40-16,5 0-40 0,1 0 40 0,-6 0-38 15,0 0 38-15,0 0-38 0,5 5 38 0,-5-5-26 0,0 0 26 16,3 6-26-16,-3 2 26 0,0-8-35 0,0 0 35 15,6 5-35-15,-4 4 35 0,-2-9-93 0,0 0 93 16,3 11-93-16,6-6 93 0,-9-5-168 0,0 0 168 0,0 3-168 16,5 2 168-16,3 6-753 0</inkml:trace>
        </inkml:traceGroup>
      </inkml:traceGroup>
    </inkml:traceGroup>
  </inkml:traceGroup>
</inkml:ink>
</file>

<file path=ppt/ink/ink31.xml><?xml version="1.0" encoding="utf-8"?>
<inkml:ink xmlns:inkml="http://www.w3.org/2003/InkML">
  <inkml:definitions>
    <inkml:context xml:id="ctx0">
      <inkml:inkSource xml:id="inkSrc0">
        <inkml:traceFormat>
          <inkml:channel name="X" type="integer" max="19500" units="cm"/>
          <inkml:channel name="Y" type="integer" max="11180" units="cm"/>
          <inkml:channel name="F" type="integer" max="4096" units="dev"/>
          <inkml:channel name="T" type="integer" max="2.14748E9" units="dev"/>
        </inkml:traceFormat>
        <inkml:channelProperties>
          <inkml:channelProperty channel="X" name="resolution" value="631.06793" units="1/cm"/>
          <inkml:channelProperty channel="Y" name="resolution" value="642.52875" units="1/cm"/>
          <inkml:channelProperty channel="F" name="resolution" value="0" units="1/dev"/>
          <inkml:channelProperty channel="T" name="resolution" value="1" units="1/dev"/>
        </inkml:channelProperties>
      </inkml:inkSource>
      <inkml:timestamp xml:id="ts0" timeString="2020-12-27T01:37:34.938"/>
    </inkml:context>
    <inkml:brush xml:id="br0">
      <inkml:brushProperty name="width" value="0.1" units="cm"/>
      <inkml:brushProperty name="height" value="0.1" units="cm"/>
      <inkml:brushProperty name="color" value="#ED1C24"/>
      <inkml:brushProperty name="fitToCurve" value="1"/>
    </inkml:brush>
    <inkml:brush xml:id="br1">
      <inkml:brushProperty name="width" value="0.1" units="cm"/>
      <inkml:brushProperty name="height" value="0.1" units="cm"/>
      <inkml:brushProperty name="color" value="#3165BB"/>
      <inkml:brushProperty name="fitToCurve" value="1"/>
    </inkml:brush>
  </inkml:definitions>
  <inkml:traceGroup>
    <inkml:annotationXML>
      <emma:emma xmlns:emma="http://www.w3.org/2003/04/emma" version="1.0">
        <emma:interpretation id="{D22FB60C-1248-45F0-94CF-542E6CD922DC}" emma:medium="tactile" emma:mode="ink">
          <msink:context xmlns:msink="http://schemas.microsoft.com/ink/2010/main" type="writingRegion" rotatedBoundingBox="3576,7095 3640,8222 2313,8296 2250,7170"/>
        </emma:interpretation>
      </emma:emma>
    </inkml:annotationXML>
    <inkml:traceGroup>
      <inkml:annotationXML>
        <emma:emma xmlns:emma="http://www.w3.org/2003/04/emma" version="1.0">
          <emma:interpretation id="{ABAD0244-12B2-4930-8AFE-C76B515C7E00}" emma:medium="tactile" emma:mode="ink">
            <msink:context xmlns:msink="http://schemas.microsoft.com/ink/2010/main" type="paragraph" rotatedBoundingBox="3767,7598 3630,8214 3230,8125 3367,7509" alignmentLevel="2"/>
          </emma:interpretation>
        </emma:emma>
      </inkml:annotationXML>
      <inkml:traceGroup>
        <inkml:annotationXML>
          <emma:emma xmlns:emma="http://www.w3.org/2003/04/emma" version="1.0">
            <emma:interpretation id="{C8E61D06-0B8C-4274-8A79-0B33010E6616}" emma:medium="tactile" emma:mode="ink">
              <msink:context xmlns:msink="http://schemas.microsoft.com/ink/2010/main" type="line" rotatedBoundingBox="3767,7598 3630,8214 3230,8125 3367,7509"/>
            </emma:interpretation>
          </emma:emma>
        </inkml:annotationXML>
        <inkml:traceGroup>
          <inkml:annotationXML>
            <emma:emma xmlns:emma="http://www.w3.org/2003/04/emma" version="1.0">
              <emma:interpretation id="{25C724D9-1B3D-4B78-BF60-1AF0C10B228D}" emma:medium="tactile" emma:mode="ink">
                <msink:context xmlns:msink="http://schemas.microsoft.com/ink/2010/main" type="inkWord" rotatedBoundingBox="3767,7598 3630,8214 3230,8125 3367,7509"/>
              </emma:interpretation>
              <emma:one-of disjunction-type="recognition" id="oneOf0">
                <emma:interpretation id="interp0" emma:lang="en-US" emma:confidence="0">
                  <emma:literal>W</emma:literal>
                </emma:interpretation>
                <emma:interpretation id="interp1" emma:lang="en-US" emma:confidence="0">
                  <emma:literal>w</emma:literal>
                </emma:interpretation>
                <emma:interpretation id="interp2" emma:lang="en-US" emma:confidence="0">
                  <emma:literal>m</emma:literal>
                </emma:interpretation>
                <emma:interpretation id="interp3" emma:lang="en-US" emma:confidence="0">
                  <emma:literal>a</emma:literal>
                </emma:interpretation>
                <emma:interpretation id="interp4" emma:lang="en-US" emma:confidence="0">
                  <emma:literal>n</emma:literal>
                </emma:interpretation>
              </emma:one-of>
            </emma:emma>
          </inkml:annotationXML>
          <inkml:trace contextRef="#ctx0" brushRef="#br0">300 12 247 0,'0'0'0'0,"14"-3"0"0,0-2 0 0,-14 5 5 16,0 0-5-16,5-3 5 0,-2-2-5 0,-3 5 41 0,0 0-41 15,0 0 41-15,0 0-41 0,0 0 32 16,0 0-32-16,0 0 32 0,0 0-32 0,0 0 18 0,0 0-18 16,0 0 19-16,0 0-19 0,0 0 37 0,0 0-37 15,0 0 37-15,0 0-37 0,0 0 12 0,0 0-12 16,0 0 13-16,0 0-13 0,0 0 30 0,0 0-30 0,0 0 30 16,0 0-30-16,0 0 18 0,0 0-18 0,0 0 19 15,0 0-19-15,0 0 27 0,0 0-27 0,0 0 27 16,0 0-27-16,0 0 22 0,0 0-22 0,0 0 22 15,0 0-22-15,0 0 45 0,0 0-45 0,0 0 46 16,0 0-46-16,0 0 61 0,0 0-61 0,0 0 61 16,0 0-61-16,0 0 62 0,0 0-62 0,0 0 62 15,0 0-62-15,0 0 58 0,0 0-58 0,0 0 58 16,0 0-58-16,0 0 58 0,0 0-58 0,0 0 58 16,-3 8-58-16,3-8 45 0,0 0-45 0,0 5 45 15,-5 6-45-15,5-11 42 0,0 0-42 0,0 6 43 0,-6 5-43 16,6-11 35-16,0 0-35 0,-2 13 35 0,2-5-35 15,0-8 33-15,0 0-33 0,-6 11 34 0,0 3-34 16,6-14 22-16,0 0-22 0,-5 16 22 0,2-8-22 16,3-8 28-16,0 0-28 0,0 17 28 0,-5-9-28 0,5-8 32 15,0 0-32-15,0 16 32 0,0-8-32 0,0-8 19 16,0 0-19-16,0 17 20 0,5-9-20 0,-5-8 18 16,0 0-18-16,0 11 19 0,0-6-19 0,0-5 27 15,0 0-27-15,0 6 27 0,0-3-27 0,0-3 20 16,0 0-20-16,-5 5 20 0,2 0-20 0,3-5-38 15,0 0 38-15,-3 9-38 0,0-1 38 0,3-8-52 16,0 0 52-16,0 8-52 0,-5-3 52 0,5-5-44 0,0 0 44 16,0 6-43-16,-6-1 43 0,6-5-44 0,0 0 44 15,-3 9-44-15,3-9 44 0,0 0-36 0,0 0 36 16,-2 5-35-16,2-2 35 0,0-3-24 0,0 0 24 16,-3 5-23-16,3 6 23 0,0-11-18 0,0 0 18 0,-6 6-18 15,3-1 18-15,3-5-18 0,0 0 18 0,-2 8-18 16,2-2 18-16,0-6-9 0,0 0 9 0,-3 2-8 15,3 4 8-15,0-6-4 0,0 0 4 0,0 5-4 16,0 1 4-16,0-6-3 0,0 0 3 0,-6 5-3 16,6-5 3-16,0 0-5 0,0 0 5 0,0 0-5 15,0 6 5-15,0-6-1 0,0 0 1 0,0 0 0 16,0 0 0-16,0 0-2 0,0 0 2 0,0 0-1 16,0 0 1-16,0 0-5 0,0 0 5 0,0 0-5 15,0 0 5-15,0 0-3 0,0 0 3 0,0 0-2 16,-8 2 2-16,8-2-6 0,0 0 6 0,-6 6-5 15,-2-1 5-15,8-5-3 0,0 0 3 0,-5 6-3 0,-7 2 3 16,12-8-5-16,0 0 5 0,-8 16-5 0,-6-2 5 16,14-14-1-16,0 0 1 0,-14 16 0 0,-5-2 0 15,19-14-1-15,0 0 1 0,-20 16 0 0,1-2 0 0,19-14 0 16,0 0 0-16,-19 19 0 0,-4-3 0 0,23-16 0 16,0 0 0-16,-14 14 0 0,-5-3 0 0,19-11 0 15,0 0 0-15,-14 13 0 0,8-7 0 0,6-6 0 16,0 0 0-16,-11 8 1 0,9-2-1 0,2-6 0 15,0 0 0-15,0 5 0 0,-6-2 0 0,6-3 3 16,0 0-3-16,0 0 3 0,0 5-3 0,0-5 0 16,0 0 0-16,0 0 1 0,0 0-1 0,0 0-1 0,0 0 1 15,0 0 0-15,0-5 0 0,0 5-1 0,0 0 1 16,6-3 0-16,-4-2 0 0,-2 5-8 0,0 0 8 16,11-11-7-16,-5-3 7 0,-6 14-9 0,0 0 9 0,14-14-8 15,0-5 8-15,-14 19-9 0,0 0 9 0,19-16-8 16,-5-3 8-16,-14 19-4 0,0 0 4 0,20-22-3 15,-4 6 3-15,-16 16-2 0,0 0 2 0,17-11-2 16,-3-3 2-16,-14 14-5 0,0 0 5 0,14-11-5 16,0 6 5-16,-14 5-2 0,0 0 2 0,5-8-2 15,4 2 2-15,-9 6-5 0,0 0 5 0,5-3-5 16,1 3 5-16,-6 0-7 0,0 0 7 0,8 0-7 16,-2 0 7-16,-6 0-1 0,0 0 1 0,2 3 0 15,4 0 0-15,-6-3-1 0,0 0 1 0,5 3 0 16,1-1 0-16,-6-2-1 0,0 0 1 0,0 0 0 15,8 6 0-15,-8-6 0 0,0 0 0 0,0 0 1 16,6 5-1-16,-6-5 7 0,0 0-7 0,0 0 7 0,0 6-7 16,0-6 9-16,0 0-9 0,0 0 9 0,3 5-9 15,-3-5 9-15,0 0-9 0,0 0 9 0,2 8-9 0,-2-8 8 16,0 0-8-16,0 0 8 0,3 6-8 0,-3-6 15 16,0 0-15-16,0 0 15 0,6 2-15 0,-6-2 14 15,0 0-14-15,0 0 15 0,8 6-15 0,-8-6 9 16,0 0-9-16,6 3 9 0,-1-1-9 0,-5-2 25 15,0 0-25-15,6 6 26 0,2-1-26 0,-8-5 12 16,0 0-12-16,6 3 12 0,2 0-12 0,-8-3 10 16,0 0-10-16,6 5 10 0,-4 3-10 0,-2-8 17 0,0 0-17 15,6 6 17-15,-1-6-17 0,-5 0 8 0,0 0-8 16,6 3 8-16,-3-1-8 0,-3-2 9 0,0 0-9 16,5 3 9-16,1 0-9 0,-6-3 8 0,0 0-8 15,8 8 8-15,-2-3-8 0,-6-5 3 0,0 0-3 0,0 3 4 16,3 5-4-16,-3-8 12 0,0 0-12 0,2 8 12 15,1 1-12-15,-3-9 3 0,0 0-3 0,6 8 4 16,-6 0-4-16,0-8 2 0,0 0-2 0,5 5 2 16,-5 1-2-16,0-6 5 0,0 0-5 0,0 0 5 15,3 5-5-15,-3-5 0 0,0 0 0 0,0 0 1 16,6 9-1-16,-6-9 0 0,0 0 0 0,0 0 0 16,0 5 0-16,0-5 2 0,0 0-2 0,0 0 2 15,5 3-2-15,-5-3 1 0,0 0-1 0,0 0 2 16,0 5-2-16,0-5 1 0,0 0-1 0,0 6 1 15,0-1-1-15,0-5 1 0,0 0-1 0,0 6 1 16,0 2-1-16,0-8 0 0,0 0 0 0,-5 11 1 0,5-6-1 16,0-5 0-16,0 0 0 0,-6 3 0 0,3 2 0 15,3-5-1-15,0 0 1 0,0 0 0 0,0 6 0 0,0-6-3 16,0 0 3-16,0 0-2 0,0 0 2 0,0 0-2 16,0 0 2-16,0 0-2 0,0 0 2 0,0 0-57 15,0 0 57-15,0 0-57 0,0 0 57 0,0 0-152 16,0 0 152-16,0 0-151 0,9 0 151 0,2 0-788 15</inkml:trace>
        </inkml:traceGroup>
      </inkml:traceGroup>
    </inkml:traceGroup>
    <inkml:traceGroup>
      <inkml:annotationXML>
        <emma:emma xmlns:emma="http://www.w3.org/2003/04/emma" version="1.0">
          <emma:interpretation id="{A20684EC-96F8-4EE0-B543-C85EBE018DF0}" emma:medium="tactile" emma:mode="ink">
            <msink:context xmlns:msink="http://schemas.microsoft.com/ink/2010/main" type="paragraph" rotatedBoundingBox="2836,7137 2900,8263 2313,8296 2250,7170" alignmentLevel="1"/>
          </emma:interpretation>
        </emma:emma>
      </inkml:annotationXML>
      <inkml:traceGroup>
        <inkml:annotationXML>
          <emma:emma xmlns:emma="http://www.w3.org/2003/04/emma" version="1.0">
            <emma:interpretation id="{FAD4AEBC-31CF-43EC-B7DC-49FF5DFAE544}" emma:medium="tactile" emma:mode="ink">
              <msink:context xmlns:msink="http://schemas.microsoft.com/ink/2010/main" type="line" rotatedBoundingBox="2836,7137 2900,8263 2313,8296 2250,7170"/>
            </emma:interpretation>
          </emma:emma>
        </inkml:annotationXML>
        <inkml:traceGroup>
          <inkml:annotationXML>
            <emma:emma xmlns:emma="http://www.w3.org/2003/04/emma" version="1.0">
              <emma:interpretation id="{3683086B-7090-4162-B136-5AC345704EC4}" emma:medium="tactile" emma:mode="ink">
                <msink:context xmlns:msink="http://schemas.microsoft.com/ink/2010/main" type="inkWord" rotatedBoundingBox="2196,7542 2563,7057 2986,7377 2618,7863"/>
              </emma:interpretation>
              <emma:one-of disjunction-type="recognition" id="oneOf1">
                <emma:interpretation id="interp5" emma:lang="en-US" emma:confidence="0.5">
                  <emma:literal>Bo.</emma:literal>
                </emma:interpretation>
                <emma:interpretation id="interp6" emma:lang="en-US" emma:confidence="0">
                  <emma:literal>Do.</emma:literal>
                </emma:interpretation>
                <emma:interpretation id="interp7" emma:lang="en-US" emma:confidence="0">
                  <emma:literal>Bos.</emma:literal>
                </emma:interpretation>
                <emma:interpretation id="interp8" emma:lang="en-US" emma:confidence="0">
                  <emma:literal>Ba.</emma:literal>
                </emma:interpretation>
                <emma:interpretation id="interp9" emma:lang="en-US" emma:confidence="0">
                  <emma:literal>Boo.</emma:literal>
                </emma:interpretation>
              </emma:one-of>
            </emma:emma>
          </inkml:annotationXML>
          <inkml:trace contextRef="#ctx0" brushRef="#br1" timeOffset="25476.9091">-575 31 113 0,'0'0'0'0,"0"0"0"0,0 0 0 16,0 0 2-16,0 0-2 0,0 0 3 0,0-27-3 0,0 27 14 0,0 0-14 16,0-14 15-16,5 1-15 0,-5 13 9 0,0 0-9 15,0-14 9-15,3 3-9 0,-3 11 9 0,0 0-9 16,3-14 9-16,-3-2-9 0,0 16 8 0,0 0-8 0,-3-14 8 15,0-5-8-15,3 19 3 0,0 0-3 0,-5-11 4 16,-1-2-4-16,6 13 0 0,0 0 0 0,-8-11 1 16,-6 3-1-16,14 8-1 0,0 0 1 0,-14-6 0 15,0 1 0-15,14 5-1 0,0 0 1 0,-11 0-1 16,3-6 1-16,8 6-1 0,0 0 1 0,-11 0-1 16,8 6 1-16,3-6 0 0,0 0 0 0,-6 3 0 15,6 2 0-15,0-5 1 0,0 0-1 0,0 16 2 16,0 3-2-16,0-19 18 0,0 0-18 0,6 19 19 15,-6 1-19-15,0-20 23 0,0 0-23 0,3 19 24 16,2 0-24-16,-5-19 33 0,0 0-33 0,6 16 33 0,-3-5-33 16,-3-11 19-16,0 0-19 0,2 14 20 0,1-9-20 15,-3-5 11-15,0 0-11 0,6 3 11 0,-6 0-11 16,0-3 5-16,0 0-5 0,0-6 6 0,0-5-6 16,0 11 7-16,0 0-7 0,-6-13 8 0,3-9-8 0,3 22 7 15,0 0-7-15,-2-19 7 0,-1-3-7 16,3 22 7-16,0 0-7 0,0-17 8 0,-6-2-8 0,6 19 8 15,0 0-8-15,0-19 8 0,-8 3-8 0,8 16 1 16,0 0-1-16,-6-14 1 0,-2 3-1 0,8 11 0 16,0 0 0-16,-6-8 1 0,1 3-1 0,5 5-2 15,0 0 2-15,-8 0-2 0,-4-6 2 0,12 6 0 16,0 0 0-16,-8 11 0 0,-6 8 0 0,14-19 6 16,0 0-6-16,-11 17 7 0,3 10-7 0,8-27 15 0,0 0-15 15,-6 19 15-15,6 3-15 0,0-22 4 0,0 0-4 16,0 19 5-16,0 0-5 0,0-19 13 0,0 0-13 0,0 14 14 15,0-3-14-15,0-11 15 0,0 0-15 0,6 8 15 16,-3-6-15-16,-3-2 8 0,0 0-8 0,5 0 9 16,6-5-9-16,-11 5 16 0,0 0-16 0,9-5 17 15,-4-12-17-15,-5 17 8 0,0 0-8 0,14-13 8 16,-6-7-8-16,-8 20 3 0,0 0-3 0,14-19 4 16,3 0-4-16,-17 19 3 0,0 0-3 0,8-16 3 15,3-3-3-15,-11 19 1 0,0 0-1 0,9-11 2 16,-1 3-2-16,-8 8 0 0,0 0 0 0,6-6 0 15,-1 1 0-15,-5 5 0 0,0 0 0 0,0 0 0 16,3 11 0-16,-3-11 0 0,0 0 0 0,0 13 0 16,-3 4 0-16,3-17 0 0,0 0 0 0,0 19 1 0,-5-6-1 15,5-13 0-15,0 0 0 0,0 17 1 0,-6-4-1 16,6-13 3-16,0 0-3 0,-3 11 3 0,3 3-3 16,0-14 5-16,0 0-5 0,-3 5 6 0,3-2-6 0,0-3 3 15,0 0-3-15,0 0 3 0,0 0-3 0,0 0 0 16,0 0 0-16,0 0 1 0,0 0-1 0,0 0-3 15,0 0 3-15,0 0-3 0,-8-8 3 0,8 8-38 16,0 0 38-16,-5-16-38 0,2 2 38 0,3 14-47 16,0 0 47-16,0-25-47 0,-6 1 47 0,6 24-36 15,0 0 36-15,0-27-35 0,6-1 35 0,-6 28-27 16,0 0 27-16,5-21-27 0,4-1 27 0,-9 22-17 0,0 0 17 16,8-14-16-16,6-5 16 0,-14 19-11 0,0 0 11 15,19-11-10-15,6 3 10 0,-25 8-10 0,0 0 10 16,20-5-10-16,-1 5 10 0,-19 0-15 0,0 0 15 15,17 5-15-15,0 3 15 0,-17-8 0 0,0 0 0 0,14 11 0 16,-1 8 0-16,-13-19 0 0,0 0 0 0,9 19 0 16,-4 6 0-16,-5-25 1 0,0 0-1 0,0 30 2 15,-8-6-2-15,8-24 2 0,0 0-2 0,-11 28 2 16,-3 2-2-16,14-30 5 0,0 0-5 0,-14 24 5 16,-5-2-5-16,19-22 6 0,0 0-6 0,-25 19 7 15,2 0-7-15,23-19 7 0,0 0-7 0,-30 11 8 16,2 3-8-16,28-14 1 0,0 0-1 0,-28 5 1 15,0 1-1-15,28-6 0 0,0 0 0 0,-25 2 1 16,6-4-1-16,19 2 0 0,0 0 0 0,-17-11 1 16,6-11-1-16,11 22-3 0,0 0 3 0,-5-25-2 0,10-7 2 15,-5 32-7-15,0 0 7 0,6-25-6 0,2-8 6 16,-8 33-4-16,0 0 4 0,14-24-3 0,3 5 3 16,-17 19-3-16,0 0 3 0,16-17-2 0,4 6 2 15,-20 11 0-15,0 0 0 0,19-5 0 0,1 5 0 0,-20 0-1 16,0 0 1-16,14 3-1 0,5 5 1 0,-19-8-4 15,0 0 4-15,14 11-3 0,5 0 3 0,-19-11-1 16,0 0 1-16,14 16 0 0,0 0 0 0,-14-16 0 16,0 0 0-16,6 19 0 0,2 1 0 0,-8-20 0 15,0 0 0-15,6 21 1 0,-6 1-1 0,0-22 3 16,0 0-3-16,0 22 3 0,-11-3-3 0,11-19 2 0,0 0-2 16,-9 19 3-16,-10-5-3 0,19-14 5 0,0 0-5 15,-20 16 6-15,1-10-6 0,19-6 3 0,0 0-3 16,-22 8 3-16,-1 3-3 0,23-11 1 0,0 0-1 0,-25 2 2 15,0-2-2-15,25 0-4 0,0 0 4 0,-22-2-3 16,-3-9 3-16,25 11-1 0,0 0 1 0,-19-14-1 16,5-10 1-16,14 24-1 0,0 0 1 0,-9-25-1 15,4-5 1-15,5 30-8 0,0 0 8 0,0-30-8 16,8 0 8-16,-8 30-1 0,0 0 1 0,17-24 0 16,2-1 0-16,-19 25 1 0,0 0-1 0,23-19 2 15,2 5-2-15,-25 14 5 0,0 0-5 0,27-11 6 16,1 6-6-16,-28 5 24 0,0 0-24 0,28-3 25 15,2 3-25-15,-30 0 12 0,0 0-12 0,23 3 13 16,-4 0-13-16,-19-3 35 0,0 0-35 0,14 8 35 16,-3 3-35-16,-11-11 41 0,0 0-41 0,9 11 41 15,-1 5-41-15,-8-16 34 0,0 0-34 0,3 22 34 0,-1 2-34 16,-2-24 24-16,0 0-24 0,-2 22 25 0,-4 0-25 16,6-22 35-16,0 0-35 0,-11 19 35 0,-3 0-35 15,14-19 20-15,0 0-20 0,-22 17 20 0,-9 2-20 0,31-19 29 16,0 0-29-16,-22 8 29 0,3 3-29 0,19-11 20 15,0 0-20-15,-25 0 20 0,8 0-20 0,17 0 27 16,0 0-27-16,-20-6 27 0,7-7-27 0,13 13-41 16,0 0 41-16,-12-25-40 0,10-5 40 0,2 30-35 15,0 0 35-15,2-30-35 0,4 0 35 0,-6 30-40 16,0 0 40-16,14-27-40 0,0 2 40 0,-14 25-42 16,0 0 42-16,19-19-41 0,1 3 41 0,-20 16-26 15,0 0 26-15,19-11-26 0,9 8 26 0,-28 3-10 0,0 0 10 16,25-5-10-16,3-1 10 0,-28 6-12 0,0 0 12 15,19 0-12-15,1 6 12 0,-20-6-1 0,0 0 1 16,16 8-1-16,1 3 1 0,-17-11 1 0,0 0-1 0,14 14 2 16,0 2-2-16,-14-16 6 0,0 0-6 0,3 24 6 15,2 1-6-15,-5-25 9 0,0 0-9 0,0 24 9 16,-8 4-9-16,8-28 8 0,0 0-8 0,-6 22 8 16,-8-3-8-16,14-19 8 0,0 0-8 0,-14 16 8 15,-11-2-8-15,25-14 15 0,0 0-15 0,-22 8 15 16,-3-5-15-16,25-3 3 0,0 0-3 0,-22-3 4 15,2-5-4-15,20 8 2 0,0 0-2 0,-19-14 3 16,5-2-3-16,14 16 1 0,0 0-1 0,-17-25 2 16,9-5-2-16,8 30 1 0,0 0-1 0,-5-27 1 15,2-3-1-15,3 30 0 0,0 0 0 0,3-30 0 16,8-6 0-16,-11 36 0 0,0 0 0 0,14-32 0 16,-1-4 0-16,-13 36-2 0,0 0 2 0,20-30-2 0,-1 6 2 15,-19 24-2-15,0 0 2 0,14-14-2 0,6 0 2 16,-20 14-5-16,0 0 5 0,14-5-5 0,5 0 5 0,-19 5-3 15,0 0 3-15,20 0-2 0,2 5 2 0,-22-5-5 16,0 0 5-16,19 8-5 0,3 9 5 0,-22-17-1 16,0 0 1-16,17 19 0 0,-3 5 0 0,-14-24 0 15,0 0 0-15,3 30 0 0,0 3 0 0,-3-33 0 16,0 0 0-16,-3 30 1 0,0 0-1 0,3-30 1 16,0 0-1-16,-14 30 1 0,0-3-1 0,14-27 7 15,0 0-7-15,-16 22 8 0,-4-3-8 0,20-19 3 0,0 0-3 16,-22 11 4-16,0 3-4 0,22-14-6 0,0 0 6 15,-25 2-6-15,0 1 6 0,25-3-40 0,0 0 40 16,-23-5-40-16,-2-17 40 0,25 22-31 0,0 0 31 0,-19-19-31 16,5-3 31-16,14 22-34 0,0 0 34 0,-8-25-33 15,-1-5 33-15,9 30-14 0,0 0 14 0,-2-24-13 16,4 2 13-16,-2 22-21 0,0 0 21 0,9-19-21 16,5 5 21-16,-14 14-15 0,0 0 15 0,13-13-14 15,12 2 14-15,-25 11-17 0,0 0 17 0,20-11-16 16,8 3 16-16,-28 8-4 0,0 0 4 0,19 0-4 15,9 0 4-15,-28 0-8 0,0 0 8 0,19 0-7 16,-5 5 7-16,-14-5-1 0,0 0 1 0,14 14 0 16,0-3 0-16,-14-11-1 0,0 0 1 0,8 19 0 15,-5 0 0-15,-3-19 0 0,0 0 0 0,0 24 1 16,-3-5-1-16,3-19 7 0,0 0-7 0,-2 25 7 0,-12-1-7 16,14-24 9-16,0 0-9 0,-14 25 9 0,-3-6-9 15,17-19 3-15,0 0-3 0,-16 19 4 0,-9-2-4 16,25-17 7-16,0 0-7 0,-23 8 7 0,-2-3-7 0,25-5 3 15,0 0-3-15,-19 6 3 0,-1-6-3 0,20 0 0 16,0 0 0-16,-14 0 0 0,1-6 0 0,13 6-1 16,0 0 1-16,-14-11 0 0,3-5 0 0,11 16-4 15,0 0 4-15,-9-16-4 0,4-4 4 0,5 20-3 16,0 0 3-16,0-19-3 0,5-5 3 0,-5 24-2 16,0 0 2-16,6-25-2 0,8 1 2 0,-14 24-2 15,0 0 2-15,14-25-1 0,5 6 1 0,-19 19-1 16,0 0 1-16,19-16-1 0,-2 5 1 0,-17 11-3 0,0 0 3 15,17-8-3-15,0 2 3 0,-17 6-11 0,0 0 11 16,16-2-11-16,-2 2 11 0,-14 0-4 0,0 0 4 16,6 0-4-16,2 2 4 0,-8-2 0 0,0 0 0 0,6 6 0 15,-4 5 0-15,-2-11 0 0,0 0 0 0,6 19 0 16,-6 0 0-16,0-19-2 0,0 0 2 0,-6 16-1 16,4 6 1-16,2-22-35 0,0 0 35 0,-6 24-35 15,-5 1 35-15,-6 24-60 0</inkml:trace>
          <inkml:trace contextRef="#ctx0" brushRef="#br0" timeOffset="29683.2917">-609-78 1043 0,'0'0'0'0,"0"0"0"0,-5 41 0 15,5-41-188-15,0 0 188 0,-8 0-188 0,-4-11 188 16,12 11-56-16,0 0 56 0,-8-5-55 0,0-9 55 16,8 14-37-16,0 0 37 0,-6-6-37 0,-2-4 37 0,8 10-61 15,0 0 61-15,-11-6-61 0,5 3 61 0,6 3-41 16,0 0 41-16,-3 0-41 0,-2 0 41 0,5 0-9 15,0 0 9-15,-8 0-9 0,2 3 9 0,6-3-21 16,0 0 21-16,-11 3-21 0,8 5 21 0,3-8-1 16,0 0 1-16,-5 5-1 0,5 4 1 0,0-9-8 15,0 0 8-15,0 11-8 0,5-3 8 0,-5-8-1 16,0 0 1-16,6 11 0 0,2 0 0 0,-8-11-1 16,0 0 1-16,6 5 0 0,2 0 0 0,-8-5 10 0,0 0-10 15,5 9 11-15,-2-9-11 0,-3 0 28 0,0 0-28 16,0 0 28-16,3 5-28 0,-3-5 6 0,0 0-6 15,0 0 7-15,0 0-7 0,0 0-13 0,0 0 13 0,0 0-12 16,-6 0 12-16,6 0-36 0,0 0 36 0,-5-5-35 16,-3-9 35-16,8 14-31 0,0 0 31 0,-12-5-31 15,7-9 31-15,-9-2-30 0</inkml:trace>
          <inkml:trace contextRef="#ctx0" brushRef="#br0" timeOffset="30296.568">-570-165 91 0,'0'0'0'16,"-19"11"0"-16,-14 8 0 0,33-19 34 0,0 0-34 0,0 13 35 16,19-7-35-16,-19-6 19 0,0 0-19 0,14 5 20 0,5 3-20 15,-19-8 30-15,0 0-30 0,9 6 30 0,-4-1-30 16,-5-5 13-16,0 0-13 0,6 9 13 0,-6 4-13 16,0-13 11-16,0 0-11 0,0 17 11 0,-6-9-11 0,6-8 17 15,0 0-17-15,-5 11 17 0,-1 0-17 0,6-11 8 16,0 0-8-16,-8 10 8 0,-1-1-8 0,9-9 3 15,0 0-3-15,-16 8 4 0,2 0-4 0,14-8 7 16,0 0-7-16,-14 8 7 0,0-2-7 0,14-6 0 16,0 0 0-16,-14 2 0 0,6 1 0 0,8-3-7 15,0 0 7-15,-14-5-6 0,8-6 6 0,6 11-4 16,0 0 4-16,-5-19-4 0,5-17 4 0,0 36-3 0,0 0 3 16,0-27-3-16,0-3 3 0,0 30-2 0,0 0 2 15,8-30-1-15,9 0 1 0,-17 30-1 0,0 0 1 16,14-30-1-16,8 3 1 0,-22 27-1 0,0 0 1 15,25-22-1-15,-6 3 1 0,-19 19 0 0,0 0 0 0,23-14 0 16,2 6 0-16,-25 8 0 0,0 0 0 0,19-5 0 16,-2 2 0-16,-17 3 0 0,0 0 0 0,17 0 1 15,-1 5-1-15,-16-5 0 0,0 0 0 0,14 11 0 16,-3-5 0-16,-11-6-1 0,0 0 1 0,9 19 0 16,-4 5 0-16,-5-24-1 0,0 0 1 0,0 25 0 15,-8 5 0-15,8-30 0 0,0 0 0 0,-11 32 0 16,-3 4 0-16,14-36-2 0,0 0 2 0,-22 27-2 15,-3 3 2-15,25-30-2 0,0 0 2 0,-25 27-1 16,-3-5 1-16,28-22-5 0,0 0 5 0,-28 19-5 16,-11-2 5-16,39-17-8 0,0 0 8 0,-28 13-7 15,6-2 7-15,22-11-15 0,0 0 15 0,-19 0-14 0,-1-5 14 16,20 5-23-16,0 0 23 0,-14-14-22 0,0-5 22 16,14 19-15-16,0 0 15 0,-5-27-14 0,5-6 14 15,0 33-10-15,0 0 10 0,0-41-10 0,5 0 10 16,-5 41-5-16,0 0 5 0,9-35-4 0,5-1 4 0,-14 36-1 15,0 0 1-15,19-30 0 0,0 3 0 0,-19 27-6 16,0 0 6-16,28-30-5 0,6-5 5 0,-34 35-14 16,0 0 14-16,22-22-13 0,-3 6 13 0,26-23-42 15</inkml:trace>
          <inkml:trace contextRef="#ctx0" brushRef="#br0" timeOffset="33088.7">-528-263 404 0,'0'0'0'0,"-22"27"0"15,-12 19 0-15,34-46 85 0,0 0-85 0,-19 25 86 16,13-14-86-16,6-11 67 0,0 0-67 0,0 8 68 16,12-8-68-16,-12 0 76 0,0 0-76 0,8 0 77 15,6 0-77-15,-14 0 58 0,0 0-58 0,11 0 58 16,3 0-58-16,-14 0 52 0,0 0-52 0,8 5 52 16,3 3-52-16,-11-8 50 0,0 0-50 0,9 17 50 0,-1-4-50 15,-8-13 42-15,0 0-42 0,-3 33 43 0,-11 8-43 16,14-41-82-16,0 0 82 0,-11 33-82 0,-8-3 82 15,19-30-81-15,0 0 81 0,-28 24-81 0,-5-2 81 0,33-22-77 16,0 0 77-16,-28 19-76 0,-3-13 76 0,31-6-78 16,0 0 78-16,-22 8-77 0,-6-3 77 0,28-5-57 15,0 0 57-15,-19-5-56 0,5-3 56 0,14 8-52 16,0 0 52-16,-17-11-51 0,9-14 51 0,8 25-49 16,0 0 49-16,-8-24-49 0,2-14 49 0,6 38-13 15,0 0 13-15,6-36-12 0,-4-2 12 0,-2 38-24 16,0 0 24-16,11-36-23 0,3 4 23 0,-14 32-32 0,0 0 32 15,14-30-32-15,0 5 32 0,-14 25-2 0,0 0 2 16,20-24-1-16,-1-1 1 0,-19 25-1 0,0 0 1 16,22-22 0-16,9 3 0 0,-31 19 1 0,0 0-1 0,28-13 2 15,-1-6-2-15,-27 19 3 0,0 0-3 0,25-11 3 16,-2 2-3-16,-23 9 2 0,0 0-2 0,19-5 2 16,1 0-2-16,-20 5 5 0,0 0-5 0,13 5 5 15,1 0-5-15,-14-5 12 0,0 0-12 0,11 14 13 16,-2-3-13-16,-9-11 8 0,0 0-8 0,5 25 9 15,-5 5-9-15,0-30 15 0,0 0-15 0,-5 27 16 16,-4 3-16-16,9-30 3 0,0 0-3 0,-13 30 4 16,-4-3-4-16,17-27 7 0,0 0-7 0,-17 30 7 15,-8 0-7-15,25-30 0 0,0 0 0 0,-28 25 1 16,1-9-1-16,27-16 0 0,0 0 0 0,-25 19 1 16,-3-5-1-16,28-14 0 0,0 0 0 0,-28 11 0 15,3-6 0-15,25-5-1 0,0 0 1 0,-28 3 0 0,3-6 0 16,25 3-1-16,0 0 1 0,-25-11 0 0,3-5 0 15,22 16-14-15,0 0 14 0,-22-22-13 0,11-3 13 0,11 25-1 16,0 0 1-16,-9-27-1 0,9 0 1 0,0 27 1 16,0 0-1-16,3-25 1 0,8 1-1 0,-11 24-4 15,0 0 4-15,6-30-3 0,8-6 3 0,-14 36-1 16,0 0 1-16,14-30 0 0,2 3 0 0,-16 27 11 16,0 0-11-16,20-24 11 0,5-6-11 0,-25 30 46 15,0 0-46-15,25-20 46 0,2-1-46 0,-27 21 39 16,0 0-39-16,23-14 39 0,2 6-39 0,-25 8 40 0,0 0-40 15,19-3 41-15,3 3-41 0,-22 0 10 0,0 0-10 16,25 6 10-16,-5 4-10 0,-20-10 32 0,0 0-32 16,19 14 32-16,-2 8-32 0,-17-22 1 0,0 0-1 15,11 24 1-15,-3 1-1 0,-8-25 2 0,0 0-2 0,6 27 2 16,-6 3-2-16,0-30 18 0,0 0-18 0,-6 30 18 16,-7 0-18-16,13-30 3 0,0 0-3 0,-14 28 3 15,-6-1-3-15,20-27 6 0,0 0-6 0,-25 32 7 16,-8 1-7-16,33-33 8 0,0 0-8 0,-34 33 8 15,-2 0-8-15,36-33 3 0,0 0-3 0,-39 30 3 16,1-11-3-16,38-19 2 0,0 0-2 0,-34 16 2 16,1-2-2-16,33-14 0 0,0 0 0 0,-31 8 0 15,1-8 0-15,30 0 0 0,0 0 0 0,-28-6 0 16,6-2 0-16,22 8 3 0,0 0-3 0,-17-24 4 16,3-6-4-16,14 30 0 0,0 0 0 0,-5-30 1 0,5-3-1 15,0 33-2-15,0 0 2 0,5-35-2 0,9-4 2 16,-14 39-6-16,0 0 6 0,19-38-6 0,9-3 6 15,-28 41-4-15,0 0 4 0,25-32-3 0,0 2 3 16,-25 30-3-16,0 0 3 0,31-25-3 0,2 1 3 0,-33 24 0 16,0 0 0-16,31-22 0 0,-3 5 0 0,-28 17-4 15,0 0 4-15,33-8-3 0,-5 5 3 0,-28 3-7 16,0 0 7-16,27 0-7 0,4 0 7 0,-31 0-8 16,0 0 8-16,19 6-8 0,4 8 8 0,-23-14-8 15,0 0 8-15,19 13-8 0,1 12 8 0,-20-25-4 16,0 0 4-16,14 27-3 0,-3 6 3 0,-11-33 0 0,0 0 0 15,8 30 0-15,-2 5 0 0,-6-35 0 0,0 0 0 16,0 41 1-16,-14 5-1 0,14-46 3 0,0 0-3 16,-11 39 4-16,-3-9-4 0,14-30 3 0,0 0-3 0,-20 32 3 15,-2-4-3-15,22-28 5 0,0 0-5 0,-20 27 6 16,-5-5-6-16,25-22 3 0,0 0-3 0,-27 19 3 16,-1-6-3-16,28-13-1 0,0 0 1 0,-25 11 0 15,-3-5 0-15,28-6 0 0,0 0 0 0,-30 2 0 16,7-4 0-16,23 2 1 0,0 0-1 0,-25-6 1 15,6-5-1-15,19 11-1 0,0 0 1 0,-14-19-1 16,6-5 1-16,8 24 0 0,0 0 0 0,5-30 0 16,4-8 0-16,-9 38-1 0,0 0 1 0,19-36-1 15,6-5 1-15,-25 41-1 0,0 0 1 0,28-33-1 16,0-2 1-16,-28 35-4 0,0 0 4 0,38-27-3 16,-1 5 3-16,-37 22-3 0,0 0 3 0,30-16-2 15,-2 5 2-15,-28 11-2 0,0 0 2 0,22-6-1 16,-2 6 1-16,-20 0-10 0,0 0 10 0,19 0-9 0,6 8 9 15,-25-8-1-15,0 0 1 0,14 17 0 0,0-4 0 16,-14-13 0-16,0 0 0 0,8 25 0 0,-5 5 0 0,-3-30 0 16,0 0 0-16,0 30 0 0,-6 0 0 0,6-30 6 15,0 0-6-15,-11 30 7 0,-3 3-7 0,14-33 8 16,0 0-8-16,-22 30 9 0,-3-6-9 0,25-24 8 16,0 0-8-16,-28 25 9 0,9-12-9 0,19-13 8 15,0 0-8-15,-28 14 8 0,9-6-8 0,19-8 15 16,0 0-15-16,-20 8 15 0,6-8-15 0,14 0 14 15,0 0-14-15,-14 0 15 0,3 0-15 0,11 0 15 0,0 0-15 16,-8 0 16-16,2 0-16 0,6 0 1 0,0 0-1 16,0 0 2-16,-2-5-2 0,2 5 9 0,0 0-9 15,2-6 10-15,4 1-10 0,-6 5 8 0,0 0-8 16,8-8 8-16,3-3-8 0,-11 11 32 0,0 0-32 0,14-8 33 16,6-6-33-16,-20 14 17 0,0 0-17 0,14-11 17 15,5 6-17-15,-19 5 29 0,0 0-29 0,14-11 29 16,5 5-29-16,-19 6 12 0,0 0-12 0,14-2 13 15,-5-4-13-15,-9 6 36 0,0 0-36 0,11 0 36 16,-3-5-36-16,-8 5 28 0,0 0-28 0,6 5 28 16,-1-5-28-16,-5 0 33 0,0 0-33 0,9 6 33 15,-9-4-33-15,0-2 22 0,0 0-22 0,5 6 22 16,-5-3-22-16,0-3 35 0,0 0-35 0,3 8 36 16,-3-8-36-16,0 0 30 0,0 0-30 0,0 0 30 15,6 5-30-15,-6-5 32 0,0 0-32 0,0 0 33 0,0 0-33 16,0 0 22-16,0 0-22 0,0 0 22 0,0 0-22 15,0 0 28-15,0 0-28 0,0 0 28 0,0 0-28 16,0 0 13-16,0 0-13 0,-9 6 13 0,4-1-13 16,5-5-82-16,0 0 82 0,-6 8-81 0,1-2 81 15,5-6-113-15,0 0 113 0,-3 8-113 0,-3-3 113 16,6-5-89-16,0 0 89 0,0 6-89 0,0-1 89 0,0-5-83 16,0 0 83-16,0 0-83 0,6 0 83 0,-6 0-59 15,0 0 59-15,3 0-59 0,8-5 59 0,-11 5-18 16,0 0 18-16,5 0-18 0,4-6 18 0,-9 6-8 15,0 0 8-15,8-2-7 0,3-1 7 0,-11 3-16 16,0 0 16-16,6-3-15 0,2 0 15 0,-8 3-8 0,0 0 8 16,5-2-7-16,1 2 7 0,-6 0-9 0,0 0 9 15,8-6-8-15,-2 6 8 0,-6 0-8 0,0 0 8 16,8-5-8-16,-2 2 8 0,-6 3-1 0,0 0 1 0,3-3-1 16,2 1 1-16,-5 2 0 0,0 0 0 0,0 0 0 15,6-3 0-15,-6 3 0 0,0 0 0 0,0 0 1 16,0 0-1-16,0 0 0 0,0 0 0 0,0 0 0 15,0-3 0-15,0 3-2 0,0 0 2 0,0-5-2 16,0-9 2-16,0 14 0 0,0 0 0 0,0-11 1 16,0-2-1-16,0 13 0 0,0 0 0 0,0-11 1 15,0-8-1-15,0 19 3 0,0 0-3 0,0-14 3 16,0 3-3-16,0 11 6 0,0 0-6 0,0-5 7 16,0-6-7-16,0 11 0 0,0 0 0 0,0-6 1 15,0 3-1-15,0 3 0 0,0 0 0 0,0-5 1 16,0-3-1-16,0 8 0 0,0 0 0 0,0-6 0 15,0-5 0-15,0 11 0 0,0 0 0 0,2-8 0 0,1-3 0 16,-3 11 5-16,0 0-5 0,3-5 5 0,3-9-5 16,-6 14 3-16,0 0-3 0,0-5 4 0,0-1-4 15,0 6 3-15,0 0-3 0,0 0 3 0,0 0-3 0,0 0 1 16,0 0-1-16,0 0 2 0,5 11-2 0,-5-11 1 16,0 0-1-16,0 6 1 0,3 2-1 0,-3-8 0 15,0 0 0-15,0 11 0 0,0 2 0 0,0-13 0 16,0 0 0-16,-3 11 0 0,3 3 0 0,0-14-12 15,0 0 12-15,-5 14-12 0,5-3 12 0,0-11-34 16,0 0 34-16,-6 10-34 0,0-1 34 0,6-9-11 16,0 0 11-16,-2 5-10 0,-4 1 10 0,6-6-21 0,0 0 21 15,-5 5-21-15,2-2 21 0,3-3-72 0,0 0 72 16,-6 5-72-16,6 1 72 0,0-6-66 0,0 0 66 16,-5 5-66-16,2-2 66 0,-3 8-61 0</inkml:trace>
        </inkml:traceGroup>
        <inkml:traceGroup>
          <inkml:annotationXML>
            <emma:emma xmlns:emma="http://www.w3.org/2003/04/emma" version="1.0">
              <emma:interpretation id="{99F799C4-63FB-498B-9AE4-1EFA6D85FD33}" emma:medium="tactile" emma:mode="ink">
                <msink:context xmlns:msink="http://schemas.microsoft.com/ink/2010/main" type="inkWord" rotatedBoundingBox="2529,8284 2643,7862 2928,7939 2813,8361"/>
              </emma:interpretation>
              <emma:one-of disjunction-type="recognition" id="oneOf2">
                <emma:interpretation id="interp10" emma:lang="en-US" emma:confidence="0.5">
                  <emma:literal>m</emma:literal>
                </emma:interpretation>
                <emma:interpretation id="interp11" emma:lang="en-US" emma:confidence="0">
                  <emma:literal>n</emma:literal>
                </emma:interpretation>
                <emma:interpretation id="interp12" emma:lang="en-US" emma:confidence="0">
                  <emma:literal>s</emma:literal>
                </emma:interpretation>
                <emma:interpretation id="interp13" emma:lang="en-US" emma:confidence="0">
                  <emma:literal>*</emma:literal>
                </emma:interpretation>
                <emma:interpretation id="interp14" emma:lang="en-US" emma:confidence="0">
                  <emma:literal>z</emma:literal>
                </emma:interpretation>
              </emma:one-of>
            </emma:emma>
          </inkml:annotationXML>
          <inkml:trace contextRef="#ctx0" brushRef="#br0" timeOffset="35205.8411">-508 339 180 0,'0'0'0'0,"0"0"0"15,0-13 0-15,0 13 15 0,0 0-15 0,0 0 15 0,0 0-15 16,0 0 1-16,0 0-1 0,0 0 1 0,0 8-1 16,0-8 1-16,0 0-1 0,0 5 2 0,0-2-2 15,0-3 1-15,0 0-1 0,0 8 1 0,0 0-1 16,0-8 0-16,0 0 0 0,0 8 1 0,0 3-1 16,0-11 2-16,0 0-2 0,0 11 2 0,0 3-2 0,0-14 5 15,0 0-5-15,0 13 5 0,-6 4-5 0,6-17 7 16,0 0-7-16,-3 11 8 0,3 2-8 0,0-13 15 15,0 0-15-15,0 9 15 0,0-1-15 0,0-8 14 16,0 0-14-16,0 8 15 0,0 0-15 0,0-8 4 16,0 0-4-16,0 6 4 0,0-1-4 0,0-5 13 0,0 0-13 15,0 0 14-15,0 5-14 0,0-5 15 16,0 0-15-16,0 0 15 0,0 0-15 0,0 0 24 0,0 0-24 16,0 0 25-16,0 0-25 0,0 0 31 0,0 0-31 15,0 0 31-15,3 6-31 0,-3-6 30 0,0 0-30 16,0 0 30-16,6 0-30 0,-6 0 22 0,0 0-22 0,0 0 23 15,5 3-23-15,-5-3 28 0,0 0-28 0,0 0 28 16,3 5-28-16,-3-5 13 0,0 0-13 0,0 0 13 16,-3 11-13-16,3-11 36 0,0 0-36 0,-5 5 36 15,-1 4-36-15,6-9 18 0,0 0-18 0,-8 11 19 16,-3-3-19-16,11-8 41 0,0 0-41 0,-14 16 42 16,0-5-42-16,14-11 32 0,0 0-32 0,-14 19 33 15,-6 0-33-15,20-19 13 0,0 0-13 0,-14 19 14 16,-8-2-14-16,22-17-47 0,0 0 47 0,-16 13-46 15,2 1 46-15,14-14-38 0,0 0 38 0,-9 11-38 16,-5-3 38-16,14-8-48 0,0 0 48 0,-5 5-47 16,-3 1 47-16,8-6-33 0,0 0 33 0,-6 5-32 0,6-5 32 15,0 0-33-15,0 0 33 0,0 0-32 0,0 0 32 16,0 0-8-16,0 0 8 0,0 0-7 0,6-5 7 16,-6 5-11-16,0 0 11 0,2-11-11 0,9-3 11 15,-11 14-9-15,0 0 9 0,14-13-9 0,6-12 9 0,-20 25-8 16,0 0 8-16,16-22-8 0,4 0 8 0,-20 22-8 15,0 0 8-15,19-24-8 0,1-3 8 0,-20 27-4 16,0 0 4-16,19-22-3 0,-5 0 3 0,-14 22-2 16,0 0 2-16,9-14-2 0,2-2 2 0,-11 16-2 15,0 0 2-15,8-8-1 0,-2 0 1 0,-6 8 1 16,0 0-1-16,5-3 1 0,1 3-1 0,-6 0 1 0,0 0-1 16,8 0 2-16,-8 3-2 0,0-3 5 15,0 0-5-15,6 8 5 0,-6-3-5 0,0-5 13 0,0 0-13 16,2 3 14-16,4 5-14 0,-6-8 23 0,0 0-23 0,0 8 24 15,5 3-24-15,-5-11 13 0,0 0-13 0,0 14 14 16,0-6-14-16,0-8 28 0,0 0-28 0,0 17 28 16,3-7-28-16,-3-10 12 0,0 0-12 0,0 14 12 15,3 0-12-15,-3-14 18 0,0 0-18 0,3 16 19 16,2-5-19-16,-5-11 8 0,0 0-8 0,3 16 9 16,3 1-9-16,-6-17 9 0,0 0-9 0,5 13 10 15,1 4-10-15,-6-17 1 0,0 0-1 0,3 8 1 16,2 3-1-16,-5-11 0 0,0 0 0 0,0 2 1 15,6 4-1-15,-6-6-2 0,0 0 2 0,0 0-2 16,5 0 2-16,-5 0-7 0,0 0 7 0,9 0-6 16,-4-3 6-16,-5 3-9 0,0 0 9 0,3-3-8 15,2 1 8-15,-5 2-39 0,0 0 39 0,0 0-38 0,6-6 38 16,-6 6-86-16,0 0 86 0,0 0-85 0,0 0 85 16,0 0-255-16</inkml:trace>
        </inkml:traceGroup>
      </inkml:traceGroup>
    </inkml:traceGroup>
  </inkml:traceGroup>
</inkml:ink>
</file>

<file path=ppt/ink/ink32.xml><?xml version="1.0" encoding="utf-8"?>
<inkml:ink xmlns:inkml="http://www.w3.org/2003/InkML">
  <inkml:definitions>
    <inkml:context xml:id="ctx0">
      <inkml:inkSource xml:id="inkSrc0">
        <inkml:traceFormat>
          <inkml:channel name="X" type="integer" max="19500" units="cm"/>
          <inkml:channel name="Y" type="integer" max="11180" units="cm"/>
          <inkml:channel name="F" type="integer" max="4096" units="dev"/>
          <inkml:channel name="T" type="integer" max="2.14748E9" units="dev"/>
        </inkml:traceFormat>
        <inkml:channelProperties>
          <inkml:channelProperty channel="X" name="resolution" value="631.06793" units="1/cm"/>
          <inkml:channelProperty channel="Y" name="resolution" value="642.52875" units="1/cm"/>
          <inkml:channelProperty channel="F" name="resolution" value="0" units="1/dev"/>
          <inkml:channelProperty channel="T" name="resolution" value="1" units="1/dev"/>
        </inkml:channelProperties>
      </inkml:inkSource>
      <inkml:timestamp xml:id="ts0" timeString="2020-12-27T01:39:48.211"/>
    </inkml:context>
    <inkml:brush xml:id="br0">
      <inkml:brushProperty name="width" value="0.1" units="cm"/>
      <inkml:brushProperty name="height" value="0.1" units="cm"/>
      <inkml:brushProperty name="color" value="#ED1C24"/>
      <inkml:brushProperty name="fitToCurve" value="1"/>
    </inkml:brush>
  </inkml:definitions>
  <inkml:traceGroup>
    <inkml:annotationXML>
      <emma:emma xmlns:emma="http://www.w3.org/2003/04/emma" version="1.0">
        <emma:interpretation id="{8D8E8989-2331-48FB-BD31-66EC70A56AB9}" emma:medium="tactile" emma:mode="ink">
          <msink:context xmlns:msink="http://schemas.microsoft.com/ink/2010/main" type="writingRegion" rotatedBoundingBox="15685,10708 22262,9253 22665,11077 16089,12532"/>
        </emma:interpretation>
      </emma:emma>
    </inkml:annotationXML>
    <inkml:traceGroup>
      <inkml:annotationXML>
        <emma:emma xmlns:emma="http://www.w3.org/2003/04/emma" version="1.0">
          <emma:interpretation id="{028F0F65-6C20-44BE-B357-4C86E61DC30B}" emma:medium="tactile" emma:mode="ink">
            <msink:context xmlns:msink="http://schemas.microsoft.com/ink/2010/main" type="paragraph" rotatedBoundingBox="15685,10708 22262,9253 22591,10742 16015,12197" alignmentLevel="1"/>
          </emma:interpretation>
        </emma:emma>
      </inkml:annotationXML>
      <inkml:traceGroup>
        <inkml:annotationXML>
          <emma:emma xmlns:emma="http://www.w3.org/2003/04/emma" version="1.0">
            <emma:interpretation id="{164FDBDF-298C-49D0-8CE0-90B31D2509E3}" emma:medium="tactile" emma:mode="ink">
              <msink:context xmlns:msink="http://schemas.microsoft.com/ink/2010/main" type="line" rotatedBoundingBox="15685,10708 22262,9253 22591,10742 16014,12197"/>
            </emma:interpretation>
          </emma:emma>
        </inkml:annotationXML>
        <inkml:traceGroup>
          <inkml:annotationXML>
            <emma:emma xmlns:emma="http://www.w3.org/2003/04/emma" version="1.0">
              <emma:interpretation id="{2F184A11-9996-47B9-B0B3-2AA5D7280EE3}" emma:medium="tactile" emma:mode="ink">
                <msink:context xmlns:msink="http://schemas.microsoft.com/ink/2010/main" type="inkWord" rotatedBoundingBox="15685,10708 22262,9253 22591,10742 16014,12197"/>
              </emma:interpretation>
              <emma:one-of disjunction-type="recognition" id="oneOf0">
                <emma:interpretation id="interp0" emma:lang="en-US" emma:confidence="0">
                  <emma:literal>Leafage".</emma:literal>
                </emma:interpretation>
                <emma:interpretation id="interp1" emma:lang="en-US" emma:confidence="0">
                  <emma:literal>Leafage"'.</emma:literal>
                </emma:interpretation>
                <emma:interpretation id="interp2" emma:lang="en-US" emma:confidence="0">
                  <emma:literal>Leafage"".</emma:literal>
                </emma:interpretation>
                <emma:interpretation id="interp3" emma:lang="en-US" emma:confidence="0">
                  <emma:literal>eoasofyel.t</emma:literal>
                </emma:interpretation>
                <emma:interpretation id="interp4" emma:lang="en-US" emma:confidence="0">
                  <emma:literal>seadog"".</emma:literal>
                </emma:interpretation>
              </emma:one-of>
            </emma:emma>
          </inkml:annotationXML>
          <inkml:trace contextRef="#ctx0" brushRef="#br0">4185 2172 315 0,'0'0'0'0,"14"0"0"16,11 0 0-16,-25 0 29 0,0 0-29 0,14 0 29 0,-6 0-29 16,-8 0 47-16,0 0-47 0,6 0 48 0,-1 0-48 15,-5 0 32-15,0 0-32 0,0 0 32 0,3 6-32 16,-3-6 29-16,0 0-29 0,-3 13 29 0,-2 12-29 15,5-25 23-15,0 0-23 0,-14 24 24 0,-3 4-24 0,17-28 9 16,0 0-9-16,-16 35 10 0,-9 3-10 0,25-38 41 16,0 0-41-16,-17 30 42 0,6-3-42 0,11-27 41 15,0 0-41-15,-14 25 42 0,-3-6-42 0,17-19 25 16,0 0-25-16,-11 19 26 0,6-11-26 0,5-8 28 16,0 0-28-16,-9 11 28 0,4 0-28 0,5-11 33 15,0 0-33-15,-3 8 33 0,6-2-33 0,-3-6 12 16,0 0-12-16,2 5 12 0,4 1-12 0,-6-6 30 0,0 0-30 15,8 5 30-15,6-2-30 0,-14-3 11 0,0 0-11 16,17 5 11-16,2 1-11 0,-19-6 19 0,0 0-19 16,20 8 20-16,-1 3-20 0,-19-11 44 0,0 0-44 0,22 11 44 15,-8 8-44-15,-14-19-2 0,0 0 2 0,11 27-1 16,-2 6 1-16,-9-33-1 0,0 0 1 0,3 38 0 16,-6 6 0-16,3-44-1 0,0 0 1 0,-9 40 0 15,-7 12 0-15,16-52-31 0,0 0 31 0,-14 41-31 16,-3-3 31-16,17-38-169 0,0 0 169 0,-19 44-169 15,-1-6 169-15,20-38-151 0,0 0 151 0,-16 36-151 16,5-9 151-16,-14 36-293 0</inkml:trace>
          <inkml:trace contextRef="#ctx0" brushRef="#br0" timeOffset="2567.0883">4788 2390 203 0,'0'0'0'0,"0"0"0"0,6 3 0 16,-6-3-13-16,0 0 13 0,0 0-13 0,5 3 13 0,-5-3 3 15,0 0-3-15,0 0 4 0,0 0-4 0,0 0 1 16,0 0-1-16,0 0 1 0,0 0-1 0,0 0 36 15,0 0-36-15,0 0 37 0,9-3-37 0,-9 3 46 16,0 0-46-16,2-6 47 0,9 1-47 0,-11 5 27 16,0 0-27-16,12-8 27 0,1-3-27 0,-13 11 36 15,0 0-36-15,14-11 37 0,0-3-37 0,-14 14 32 0,0 0-32 16,11-10 33-16,0-4-33 0,-11 14 13 0,0 0-13 16,12-14 13-16,-1 3-13 0,-11 11 37 0,0 0-37 15,11-16 37-15,0 8-37 0,-11 8 29 0,0 0-29 0,3-14 29 16,2 6-29-16,-5 8 3 0,0 0-3 0,6-8 4 15,-6 0-4-15,0 8 25 0,0 0-25 0,0-9 26 16,0 1-26-16,0 8 2 0,0 0-2 0,-6-8 2 16,1 3-2-16,5 5 6 0,0 0-6 0,-3-11 6 15,-5 3-6-15,8 8 55 0,0 0-55 0,-6-6 56 16,1 1-56-16,5 5 44 0,0 0-44 0,-6-9 44 16,-2 4-44-16,8 5 47 0,0 0-47 0,-6-3 48 15,0 1-48-15,6 2 32 0,0 0-32 0,-2 0 32 16,-7 2-32-16,9-2 23 0,0 0-23 0,-8 6 24 15,0 5-24-15,8-11 17 0,0 0-17 0,-9 8 17 16,-2 3-17-16,11-11 35 0,0 0-35 0,-8 11 35 0,0 2-35 16,8-13 28-16,0 0-28 0,-6 14 28 0,6-3-28 15,0-11 8-15,0 0-8 0,-6 13 9 0,6-2-9 16,0-11 36-16,0 0-36 0,-2 14 37 0,2 2-37 0,0-16 27 16,0 0-27-16,-3 11 27 0,0 6-27 0,3-17 15 15,0 0-15-15,-3 21 15 0,1-4-15 0,2-17 36 16,0 0-36-16,0 16 37 0,-6 0-37 0,6-16 5 15,0 0-5-15,0 20 6 0,0-10-6 0,0-10 11 16,0 0-11-16,0 14 11 0,6-3-11 0,-6-11 1 16,0 0-1-16,0 14 1 0,5-9-1 0,-5-5-40 15,0 0 40-15,8 6-39 0,1-1 39 0,-9-5-117 0,0 0 117 16,16 0-116-16,7-3 116 0,-23 3-148 0,0 0 148 16,25-8-147-16,8-3 147 0,20-8-666 0</inkml:trace>
          <inkml:trace contextRef="#ctx0" brushRef="#br0" timeOffset="3136.0923">5442 1790 651 0,'0'0'0'0,"-5"25"0"0,2 19 0 0,3-44 78 16,0 0-78-16,-11 19 78 0,3-8-78 0,8-11 44 15,0 0-44-15,-8 8 44 0,2-8-44 0,6 0 9 16,0 0-9-16,-14 8 10 0,0 0-10 0,14-8 0 16,0 0 0-16,-19 16 0 0,0 9 0 0,19-25 0 15,0 0 0-15,-20 22 0 0,-2-6 0 0,22-16 32 0,0 0-32 16,-16 19 33-16,-1 3-33 0,17-22 46 0,0 0-46 16,-14 16 46-16,6 4-46 0,8-20 52 0,0 0-52 15,-8 13 53-15,0 4-53 0,8-17 39 0,0 0-39 0,-6 13 39 0,6 1-39 0,0-14 46 16,0 0-46-16,0 22 47 15,6-3-47-15,-6-19 41 0,0 0-41 0,2 24 42 16,9 9-42-16,-11-33 17 0,0 0-17 0,9 27 17 16,2-2-17-16,-11-25 32 0,0 0-32 0,5 22 32 15,4-3-32-15,-9-19 10 0,0 0-10 0,8 16 11 16,-3-5-11-16,-5-11 19 0,0 0-19 0,9 11 20 16,2-3-20-16,-11-8 3 0,0 0-3 0,13 0 4 0,-2 0-4 15,-11 0 0-15,0 0 0 0,17-5 0 0,0-6 0 16,-17 11-54-16,0 0 54 0,22-9-53 15,-3-10 53-15,-19 19-158 0,0 0 158 0,17-19-158 16,5-5 158-16,-22 24-146 0,0 0 146 0,19-22-146 0,3-3 146 16,20-21-564-16</inkml:trace>
          <inkml:trace contextRef="#ctx0" brushRef="#br0" timeOffset="3545.9615">5616 2109 326 0,'0'0'0'0,"-11"9"0"0,-8 4 0 0,19-13 76 0,0 0-76 15,-3 3 77-15,6-6-77 0,-3 3 62 0,0 0-62 16,0 0 62-16,11 0-62 0,-11 0 34 0,0 0-34 0,5 0 35 15,4 0-35-15,-9 0 44 0,0 0-44 0,5 0 45 16,4 3-45-16,-9-3 56 0,0 0-56 0,5 3 56 16,3 2-56-16,-8-5 49 0,0 0-49 0,6 6 49 15,2-4-49-15,-8-2 22 0,0 0-22 0,6 6 23 16,-1 5-23-16,-5-11-64 0,0 0 64 0,6 5-63 16,-3-2 63-16,-3-3-136 0,0 0 136 0,3 5-136 15,2-2 136-15,3 5-369 0</inkml:trace>
          <inkml:trace contextRef="#ctx0" brushRef="#br0" timeOffset="4954.8137">5986 1507 550 0,'0'0'0'0,"-20"11"0"0,-13 11 0 0,33-22 33 0,0 0-33 16,3-14 34-16,22-16-34 0,-25 30 11 0,0 0-11 15,16-25 11-15,1 1-11 0,-17 24 20 0,0 0-20 16,11-22 20-16,0 3-20 0,-11 19 0 0,0 0 0 0,9-19 1 16,-9 0-1-16,0 19 2 0,0 0-2 0,2-19 3 15,-2-6-3-15,0 25 29 0,0 0-29 0,-2-24 29 16,2-6-29-16,0 30 35 0,0 0-35 0,-9-25 35 16,4 1-35-16,5 24 32 0,0 0-32 0,-6-19 32 15,-2 2-32-15,8 17 22 0,0 0-22 0,-6-13 23 16,-2 4-23-16,8 9 18 0,0 0-18 0,-6-8 19 15,-5 0-19-15,11 8 27 0,0 0-27 0,-8-5 27 0,-3 2-27 0,11 3 6 16,0 0-6-16,-14 0 7 16,0 5-7-16,14-5 26 0,0 0-26 0,-17 11 26 0,-2 3-26 0,19-14 12 15,0 0-12-15,-19 22 13 0,-1 8-13 16,20-30 35-16,0 0-35 0,-19 30 35 0,-1-6-35 16,20-24 5-16,0 0-5 0,-14 25 5 0,6-1-5 15,8-24 28-15,0 0-28 0,-6 33 28 0,6 8-28 0,0-41 19 16,0 0-19-16,3 33 20 0,3 2-20 0,-6-35 34 15,0 0-34-15,11 38 35 0,3 6-35 0,-14-44 12 16,0 0-12-16,19 43 12 0,-2 4-12 0,-17-47 20 16,0 0-20-16,19 43 20 0,1 6-20 0,-20-49 8 15,0 0-8-15,25 44 9 0,3 5-9 0,-28-49 9 16,0 0-9-16,25 44 10 0,2-3-10 0,-27-41 3 16,0 0-3-16,20 38 4 0,2 0-4 0,-22-38 12 15,0 0-12-15,25 35 12 0,-6 1-12 0,-19-36 8 0,0 0-8 16,23 33 8-16,-4 2-8 0,-19-35 8 15,0 0-8-15,20 27 9 0,-6 1-9 0,-14-28 1 0,0 0-1 0,19 30 1 16,0 2-1-16,-19-32 0 0,0 0 0 16,14 19 0-16,-3 0 0 0,-11-19 0 0,0 0 0 0,9 14 0 15,-4-6 0-15,-5-8 0 0,0 0 0 0,9 6 0 16,-9-4 0-16,0-2 6 0,0 0-6 0,0 0 6 16,0 0-6-16,0 0 8 0,0 0-8 0,-6 6 9 15,1-6-9-15,5 0 15 0,0 0-15 0,-12 0 15 16,-4 0-15-16,16 0 8 0,0 0-8 0,-20 0 9 15,-2-6-9-15,22 6 9 0,0 0-9 0,-19-2 9 16,-9-1-9-16,28 3 8 0,0 0-8 0,-25-5 8 16,-3-1-8-16,28 6 1 0,0 0-1 0,-28-11 1 15,3-2-1-15,25 13 0 0,0 0 0 0,-22-17 1 16,3-2-1-16,19 19 0 0,0 0 0 0,-14-24 0 16,3-6 0-16,11 30-3 0,0 0 3 0,-6-30-3 0,9-6 3 15,-3 36-6-15,0 0 6 0,8-38-6 0,9-6 6 16,-17 44-1-16,0 0 1 0,16-38-1 0,7 0 1 15,-23 38-1-15,0 0 1 0,25-33 0 0,0 3 0 16,-25 30-1-16,0 0 1 0,22-21 0 0,-3 4 0 16,-19 17 0-16,0 0 0 0,20-16 0 0,-3 8 0 0,-17 8-2 15,0 0 2-15,16-11-2 0,-2 8 2 0,-14 3-5 16,0 0 5-16,14 0-5 0,0 3 5 0,-14-3-1 16,0 0 1-16,14 5 0 0,-3 1 0 0,-11-6 5 15,0 0-5-15,11 11 5 0,-3 2-5 0,-8-13 26 16,0 0-26-16,9 17 26 0,-9-1-26 0,0-16 3 15,0 0-3-15,2 22 3 0,1-1-3 0,-3-21 13 0,0 0-13 16,3 22 14-16,-3-8-14 0,0-14 4 0,0 0-4 16,0 14 4-16,6-6-4 0,-6-8 6 0,0 0-6 0,0 8 7 15,-6 0-7-15,6-8-35 0,0 0 35 0,-3 6-34 16,3-1 34-16,0-5-172 0,0 0 172 0,0 0-171 16,0 0 171-16,0 0-164 0,0 0 164 0,3-8-164 15,3-3 164-15,-4-8-623 0</inkml:trace>
          <inkml:trace contextRef="#ctx0" brushRef="#br0" timeOffset="-9969.1757">7195 1799 102 0,'0'0'0'0,"5"-14"0"16,3-11 0-1,-8 25 58-15,0 0-58 0,6-13 59 0,2 5-59 0,-8 8 18 0,0 0-18 0,6-3 19 16,2-3-19-16,-8 6 51 0,0 0-51 0,6 0 51 15,2-5-51-15,-8 5 10 0,0 0-10 0,6-5 11 16,2-4-11-16,-8 9 31 0,0 0-31 0,11-16 31 16,3-9-31-16,-14 25 18 0,0 0-18 0,11-19 18 15,-3 0-18-15,-8 19 17 0,0 0-17 0,0-24 17 16,-5 5-17-16,5 19 40 0,0 0-40 0,-14-25 41 16,-5 6-41-16,19 19-47 0,0 0 47 0,-23-16-47 15,1 5 47-15,22 11-47 0,0 0 47 0,-28-14-46 0,-5 3 46 16,33 11-13-16,0 0 13 0,-22-11-12 0,-3 3 12 15,25 8-10-15,0 0 10 0,-20-3-10 0,4 3 10 16,16 0-1-16,0 0 1 0,-14 9-1 0,0 2 1 16,14-11 0-16,0 0 0 0,-11 24 0 0,5 12 0 0,6-36 0 15,0 0 0-15,-3 32 1 0,3 4-1 0,0-36 7 16,0 0-7-16,0 30 7 0,3 2-7 0,-3-32 15 16,0 0-15-16,6 25 15 0,-3-6-15 0,-3-19 3 15,0 0-3-15,5 16 4 0,6-2-4 0,-11-14 7 16,0 0-7-16,14 5 8 0,0-2-8 0,-14-3 7 15,0 0-7-15,19 0 8 0,6-3-8 0,-25 3 7 16,0 0-7-16,25-13 8 0,0 2-8 0,-25 11 15 0,0 0-15 16,25-19 15-16,-5-3-15 0,-20 22 0 0,0 0 0 15,19-22 0-15,1-5 0 0,-20 27-5 0,0 0 5 16,14-25-5-16,-6-2 5 0,-8 27-8 0,0 0 8 0,6-24-8 16,-4 2 8-16,-2 22-10 0,0 0 10 0,0-17-9 15,-2 4 9-15,2 13-4 0,0 0 4 0,-12-8-3 16,-1 2 3-16,13 6-12 0,0 0 12 0,-23 3-12 15,-7 8 12-15,30-11-15 0,0 0 15 0,-28 16-14 16,-11 9 14-16,39-25-9 0,0 0 9 0,-30 24-8 16,5 6 8-16,25-30 3 0,0 0-3 0,-25 25 4 15,8-6-4-15,17-19 3 0,0 0-3 0,-11 19 4 16,2-5-4-16,9-14 3 0,0 0-3 0,-5 16 3 16,5-11-3-16,0-5 6 0,0 0-6 0,5 9 6 15,7 1-6-15,-12-10 12 0,0 0-12 0,16 6 13 16,9-6-13-16,-25 0 8 0,0 0-8 0,25 0 9 0,0-6-9 15,-25 6 15-15,0 0-15 0,28-10 16 0,0-4-16 16,-28 14 3-16,0 0-3 0,25-14 4 0,0-2-4 16,-25 16 0-16,0 0 0 0,22-14 0 0,-3-5 0 0,-19 19-3 15,0 0 3-15,17-16-2 0,-6 2 2 0,-11 14-7 16,0 0 7-16,11-19-7 0,-5 3 7 0,-6 16-1 16,0 0 1-16,3-14-1 0,-3-2 1 0,0 16-3 15,0 0 3-15,-3-8-3 0,-3-3 3 0,6 11-2 16,0 0 2-16,-14 0-1 0,-5 2 1 0,19-2-5 15,0 0 5-15,-22 14-4 0,0 8 4 0,22-22-7 16,0 0 7-16,-23 24-6 0,-4 6 6 0,27-30-1 0,0 0 1 16,-28 36 0-16,3-6 0 0,25-30-3 0,0 0 3 15,-25 30-3-15,8 0 3 0,17-30 0 0,0 0 0 16,-11 24 0-16,3-2 0 0,8-22-5 0,0 0 5 16,-6 17-4-16,6-4 4 0,0-13 1 0,0 0-1 15,8 8 2-15,12-8-2 0,-20 0 5 0,0 0-5 0,25-8 6 16,8-5-6-16,-33 13 3 0,0 0-3 0,36-22 4 15,9-6-4-15,-45 28-11 0,0 0 11 0,39-24-10 16,2-1 10-16,-41 25-70 0,0 0 70 0,34-30-69 16,-1-2 69-16,-33 32-39 0,0 0 39 0,22-28-38 15,3 4 38-15,20-28-74 0</inkml:trace>
          <inkml:trace contextRef="#ctx0" brushRef="#br0" timeOffset="-9383.7957">7342 1790 124 0,'0'0'0'0,"3"-10"0"0,2-7 0 0,-5 17 23 15,0 0-23-15,11-13 24 0,9-1-24 0,-20 14 4 16,0 0-4-16,16-14 5 0,4 3-5 0,-20 11 17 16,0 0-17-16,19-16 17 0,-8 2-17 0,-11 14 14 0,0 0-14 15,12-11 15-15,-1 3-15 0,-11 8 8 0,0 0-8 16,2-16 9-16,-2 2-9 0,0 14 9 0,0 0-9 0,-2-13 10 16,2 2-10-16,0 11 3 0,0 0-3 0,-14-6 4 15,-3 4-4-15,17 2 0 0,0 0 0 0,-17 2 1 16,-8 9-1-16,25-11-8 0,0 0 8 0,-22 11-7 15,-3 5 7-15,25-16-17 0,0 0 17 0,-25 22-17 16,3-3 17-16,22-19-26 0,0 0 26 0,-22 25-25 16,-1-1 25-16,23-24-3 0,0 0 3 0,-16 25-3 15,-1-6 3-15,17-19-3 0,0 0 3 0,-11 19-3 16,5-2 3-16,6-17-6 0,0 0 6 0,-8 13-5 16,8-2 5-16,0-11-7 0,0 0 7 0,0 8-6 15,3 3 6-15,-3-11 5 0,0 0-5 0,5 0 5 16,9 0-5-16,-14 0 15 0,0 0-15 0,11-8 15 15,12-3-15-15,-23 11 1 0,0 0-1 0,19-14 2 0,-2-2-2 16,-17 16-1-16,0 0 1 0,22-24 0 0,0-1 0 16,-22 25-4-16,0 0 4 0,20-25-4 0,-6 1 4 0,-14 24-9 15,0 0 9-15,8-25-8 0,-5-5 8 0,-3 30-8 16,0 0 8-16,0-24-8 0,0-1 8 0,0 25-8 16,0 0 8-16,-6-19-8 0,1 3 8 0,5 16-4 15,0 0 4-15,-14-11-3 0,-6 3 3 0,20 8-6 16,0 0 6-16,-25 0-6 0,-5 3 6 0,30-3-3 15,0 0 3-15,-31 8-3 0,-2 3 3 0,-31 8-23 16</inkml:trace>
          <inkml:trace contextRef="#ctx0" brushRef="#br0" timeOffset="-8663.0367">6994 1760 124 0,'0'0'0'16,"14"-10"0"-16,9-1 0 0,-23 11 3 0,0 0-3 16,11 8 4-16,-11 14-4 0,0-22 34 0,0 0-34 0,3 16 34 15,-3 3-34-15,0-19 35 0,0 0-35 0,8 19 35 16,6-2-35-16,-14-17 43 0,0 0-43 0,16 13 43 15,4-2-43-15,-20-11 41 0,0 0-41 0,17 6 41 16,5-4-41-16,-22-2 41 0,0 0-41 0,14-2 41 16,5-7-41-16,-19 9 34 0,0 0-34 0,25-13 35 15,3-4-35-15,-28 17 23 0,0 0-23 0,22-19 24 16,3-3-24-16,-25 22 35 0,0 0-35 0,14-30 36 16,3-5-36-16,-17 35 20 0,0 0-20 0,11-35 20 15,-6 2-20-15,-5 33 18 0,0 0-18 0,6-36 19 16,-3 4-19-16,-3 32 27 0,0 0-27 0,3-25 27 15,-3 1-27-15,0 24 20 0,0 0-20 0,-12-22 20 16,-4 3-20-16,16 19-44 0,0 0 44 0,-14-17-43 0,-3 6 43 16,17 11-37-16,0 0 37 0,-19-5-36 0,-6 0 36 15,25 5-27-15,0 0 27 0,-23 0-27 0,4 0 27 0,19 0-6 16,0 0 6-16,-22 5-6 0,-3 6 6 0,25-11-5 16,0 0 5-16,-20 14-5 0,6-4 5 0,14-10-13 15,0 0 13-15,-8 17-12 0,3-1 12 0,5-16-49 16,0 0 49-16,2 22-49 0,9 3 49 0,-11-25-14 0,0 0 14 15,14 21-13-15,6 1 13 0,-20-22-9 0,0 0 9 16,22 19-8-16,3 0 8 0,-25-19-2 16,0 0 2-16,25 11-1 0,3 3 1 0,-28-14 0 15,0 0 0-15,19 5 0 0,3 1 0 0,-22-6 0 0,0 0 0 16,23 2 0-16,-4-2 0 0,-19 0 0 0,0 0 0 16,17-2 0-16,0-4 0 0,-17 6 2 0,0 0-2 15,11-5 2-15,0-9-2 0,-11 14 0 0,0 0 0 0,8-11 0 16,-8-2 0-16,0 13 2 0,0 0-2 0,0-11 2 15,-8-8-2-15,8 19 1 0,0 0-1 0,-11-11 2 16,-9-8-2-16,20 19 1 0,0 0-1 0,-22-11 2 16,-3 3-2-16,25 8-1 0,0 0 1 0,-28-3-1 15,-5 3 1-15,33 0-5 0,0 0 5 0,-34 8-5 16,1 8 5-16,33-16-1 0,0 0 1 0,-30 17-1 16,5-4 1-16,25-13-3 0,0 0 3 0,-23 25-3 15,4 2 3-15,19-27 2 0,0 0-2 0,-17 25 3 16,6-1-3-16,11-24 7 0,0 0-7 0,-8 22 7 15,8-6-7-15,0-16 15 0,0 0-15 0,0 20 16 16,8-12-16-16,-8-8 15 0,0 0-15 0,17 5 16 0,11-5-16 16,-28 0 25-16,0 0-25 0,22-5 26 0,6-9-26 15,-28 14 12-15,0 0-12 0,30-14 13 0,-2-5-13 16,-28 19 1-16,0 0-1 0,25-19 2 0,-3-3-2 0,-22 22-49 16,0 0 49-16,14-13-48 0,-3-6 48 0,-11 19-96 15,0 0 96-15,8-11-96 0,-2 0 96 0,8-11-168 16</inkml:trace>
          <inkml:trace contextRef="#ctx0" brushRef="#br0" timeOffset="-5510.3138">7242 1398 1379 0,'0'0'0'15,"0"0"-410"-15,0 0 410 0,8 3-410 0,6 2 410 0,-14-5-92 0,0 0 92 0,11 3-91 0,-3-3 91 16,-8 0-18-16,0 0 18 0,9-3-18 0,-4 0 18 16,-5 3 0-16,0 0 0 0,6-2 0 0,-3 2 0 15,-3 0 31-15,0 0-31 0,0 0 31 0,5-3-31 16,-5 3 6-16,0 0-6 0,0 0 7 0,0 0-7 0,0 0 0 15,0 0 0-15,0 0 1 0,0 8-1 0,0-8-7 16,0 0 7-16,0 5-6 0,0 1 6 0,0-6 0 16,0 0 0-16,0 5 0 0,0-2 0 0,0-3 12 15,0 0-12-15,0 6 12 0,0-4-12 0,0-2 35 16,0 0-35-16,0 8 35 0,0-8-35 0,0 0 20 16,0 0-20-16,0 6 20 0,3 2-20 0,-3-8 12 15,0 0-12-15,3 11 12 0,2 3-12 0,-5-14 10 0,0 0-10 16,0 13 11-16,6 4-11 0,-6-17 8 0,0 0-8 15,6 16 9-15,-1 0-9 0,-5-16 15 0,0 0-15 16,6 17 15-16,5-4-15 0,-11-13 14 0,0 0-14 0,8 17 15 16,6-6-15-16,-14-11 45 0,0 0-45 0,14 13 45 15,3 1-45-15,-17-14 37 0,0 0-37 0,13 13 38 16,1 4-38-16,-14-17 45 0,0 0-45 0,6 11 46 16,-1 2-46-16,-5-13 41 0,0 0-41 0,9 14 42 15,-4 2-42-15,-5-16 10 0,0 0-10 0,9 14 11 16,-9 0-11-16,0-14 22 0,0 0-22 0,2 16 22 15,-2-5-22-15,0-11 22 0,0 0-22 0,0 14 22 16,0-1-22-16,0-13 14 0,0 0-14 0,-2 17 15 16,2-9-15-16,0-8 18 0,0 0-18 0,-11 11 18 15,2 0-18-15,9-11 15 0,0 0-15 0,-14 13 15 16,0-7-15-16,14-6 26 0,0 0-26 0,-19 11 26 0,-6-3-26 16,25-8 20-16,0 0-20 0,-22 11 20 0,-9-3-20 15,31-8 10-15,0 0-10 0,-25 5 10 0,3 1-10 16,22-6 18-16,0 0-18 0,-22 5 18 0,-1-2-18 0,23-3 22 15,0 0-22-15,-22 3 23 0,3-1-23 0,19-2-5 16,0 0 5-16,-17 0-4 0,3-2 4 0,14 2-31 16,0 0 31-16,-11-3-31 0,3 0 31 0,8 3-18 15,0 0 18-15,-11-3-18 0,5 1 18 0,6 2-31 16,0 0 31-16,-8-3-31 0,-1 3 31 0,9 0-2 16,0 0 2-16,-8 0-2 0,3 0 2 0,5 0-13 15,0 0 13-15,-6 0-13 0,0 3 13 0,6-3-9 16,0 0 9-16,0 0-9 0,-5 2 9 0,5-2-4 0,0 0 4 15,0 0-3-15,0 0 3 0,0 0-20 0,0 0 20 16,0 0-20-16,0 0 20 0,0 0-14 0,0 0 14 16,0 0-13-16,8-5 13 0,-8 5-10 0,0 0 10 15,9-3-9-15,-1-2 9 0,-8 5-5 0,0 0 5 0,8-6-4 16,1 1 4-16,-9 5-7 0,0 0 7 0,11-3-7 16,3 3 7-16,-14 0-7 0,0 0 7 0,16 0-7 15,1 3 7-15,-17-3-3 0,0 0 3 0,19 3-3 16,6-3 3-16,-25 0 0 0,0 0 0 0,23 0 1 15,-4 0-1-15,-19 0 7 0,0 0-7 0,17-3 8 16,-1-5-8-16,-16 8 26 0,0 0-26 0,11-11 26 16,-2-3-26-16,-9 14 6 0,0 0-6 0,5-19 7 15,1-3-7-15,-6 22 10 0,0 0-10 0,3-22 10 16,-3-2-10-16,0 24 1 0,0 0-1 0,0-27 1 16,3-1-1-16,-3 28 0 0,0 0 0 0,0-21 1 0,2 1-1 15,-2 20 0-15,0 0 0 0,3-13 1 0,0-4-1 16,-3 17 0-16,0 0 0 0,3-8 1 0,-1-5-1 15,-2 13 0-15,0 0 0 0,0-6 0 0,0 6 0 0,0 0 0 16,0 0 0-16,-5 6 0 0,-3 2 0 0,8-8 0 16,0 0 0-16,-12 16 0 0,-7 6 0 0,19-22 5 15,0 0-5-15,-20 22 6 0,1 2-6 0,19-24 8 16,0 0-8-16,-22 25 8 0,-6-1-8 0,28-24 8 16,0 0-8-16,-25 28 9 0,0-4-9 0,25-24 15 15,0 0-15-15,-22 25 15 0,-3-3-15 0,25-22 8 16,0 0-8-16,-20 19 8 0,6-8-8 0,14-11 1 0,0 0-1 15,-8 13 1-15,0-10-1 0,8-3 0 0,0 0 0 16,0 0 0-16,0 0 0 0,0 0-2 0,0 0 2 16,11-11-1-16,6-5 1 0,-17 16-1 0,0 0 1 0,19-25 0 15,9 1 0-15,-28 24 2 0,0 0-2 16,22-25 2-16,9-5-2 0,-31 30 0 0,0 0 0 0,27-24 1 16,-4 4-1-16,-23 20 0 0,0 0 0 0,19-19 0 15,-5 3 0-15,-14 16-2 0,0 0 2 0,14-14-2 16,0 1 2-16,-14 13-6 0,0 0 6 0,11-11-6 15,0-3 6-15,-11 14-1 0,0 0 1 0,8-11-1 16,-2 0 1-16,-6 11 0 0,0 0 0 0,5-5 0 16,-2 2 0-16,-3 3 2 0,0 0-2 0,6-5 2 15,-6-1-2-15,0 6 0 0,0 0 0 0,0 0 1 16,0 0-1-16,0 0 0 0,0 0 0 0,0 0 1 16,-11-2-1-16,11 2 2 0,0 0-2 0,-6-3 2 0,1 0-2 15,5 3 34-15,0 0-34 0,-6-3 35 0,3 1-35 16,3 2 10-16,0 0-10 0,-3-8 10 0,3-1-10 15,0 9 21-15,0 0-21 0,0-5 21 0,0-3-21 0,0 8 8 16,0 0-8-16,0-6 9 0,0 1-9 0,0 5 16 16,0 0-16-16,0 0 17 0,0-6-17 0,0 6 3 15,0 0-3-15,0 0 4 0,0-2-4 0,0 2 2 16,0 0-2-16,0 0 3 0,0-9-3 0,0 9 1 16,0 0-1-16,0 0 2 0,0 0-2 0,0 0-1 15,0 0 1-15,0 0-1 0,0 0 1 0,0 0-69 16,0 0 69-16,0 0-68 0,0 0 68 0,0 0-155 15,0 0 155-15,0 0-154 0,0 0 154 0,0 0-637 0</inkml:trace>
          <inkml:trace contextRef="#ctx0" brushRef="#br0" timeOffset="-1.70293E9">7075 1311 124 0,'0'0'0'0,"0"0"0"0,28-6 0 15,-28 6 33-15,0 0-33 0,8-3 33 0,1 1-33 16,-9 2 48-16,0 0-48 0,0-11 49 0,-6 0-49 16,6 11 58-16,0 0-58 0,-3-8 59 0,0 2-59 0,3 6 56 15,0 0-56-15,-8-5 57 0,5-1-57 0,3 6 45 16,0 0-45-16,-2-2 46 0,-4-4-46 0,6 6 31 15,0 0-31-15,-6-5 31 0,4-3-31 0,2 8 15 16,0 0-15-16,-6-6 16 0,1-8-16 0,5 14 19 16,0 0-19-16,-6-10 20 0,3-1-20 0,3 11 3 15,0 0-3-15,0-11 4 0,-5 3-4 0,5 8 32 16,0 0-32-16,-3-11 32 0,3 2-32 0,0 9 8 0,0 0-8 16,0-13 9-16,0 5-9 0,0 8 29 0,0 0-29 15,3-11 29-15,2 0-29 0,-5 11 36 0,0 0-36 16,0-11 37-16,6 0-37 0,-6 11 31 0,0 0-31 0,3-8 31 15,2-3-31-15,-5 11 33 0,0 0-33 0,3-8 33 16,0 2-33-16,-3 6 13 0,0 0-13 0,2-11 14 16,-2 6-14-16,0 5 6 0,0 0-6 0,0-3 7 15,0-2-7-15,0 5 9 0,0 0-9 0,0 0 9 16,0-8-9-16,0 8 7 0,0 0-7 0,0 0 8 16,0 0-8-16,0 0 22 0,0 0-22 0,0 0 23 15,0 0-23-15,0 0 2 0,0 0-2 0,0 0 3 16,0 0-3-16,0 0 0 0,0 0 0 0,0 0 1 15,0 0-1-15,0 0 2 0,0 0-2 0,0 0 3 16,0 0-3-16,0 0 5 0,0 0-5 0,0 0 5 16,-5 0-5-16,5 0 21 0,0 0-21 0,0 0 21 0,-3 2-21 15,3-2 22-15,0 0-22 0,0 0 22 0,-5 6-22 16,5-6 15-16,0 0-15 0,0 0 15 0,-3 8-15 16,3-8 28-16,0 0-28 0,-3 5 28 0,0 6-28 0,3-11 6 15,0 0-6-15,-8 6 6 0,2 5-6 0,6-11 10 16,0 0-10-16,-5 11 10 0,5 0-10 0,0-11 0 15,0 0 0-15,-9 10 0 0,7 4 0 0,2-14 3 16,0 0-3-16,-3 14 3 0,-3-1-3 0,6-13 2 16,0 0-2-16,-5 14 2 0,2 5-2 0,3-19 1 15,0 0-1-15,-3 11 2 0,0 3-2 0,3-14 1 16,0 0-1-16,0 8 2 0,0 3-2 0,0-11 1 0,0 0-1 16,0 8 1-16,0 0-1 0,0-8 0 0,0 0 0 15,0 8 1-15,0-2-1 0,0-6 0 0,0 0 0 16,0 8 1-16,3-3-1 0,-3-5-1 0,0 0 1 0,3 6 0 15,0-1 0-15,-3-5 0 0,0 0 0 0,2 6 0 16,1-4 0-16,-3-2 2 0,0 0-2 0,6 6 2 16,-6-1-2-16,0-5 5 0,0 0-5 0,0 6 5 15,0-6-5-15,0 0 3 0,0 0-3 0,0 0 4 16,3 5-4-16,-3-5 2 0,0 0-2 0,0 0 2 16,0 0-2-16,0 0 1 0,0 0-1 0,0 0 2 15,0 0-2-15,0 0 0 0,0 0 0 0,0 0 0 16,0 0 0-16,0 0 0 0,0 0 0 0,0 0 0 15,0 0 0-15,0 0 0 0,0 0 0 0,0 0 0 16,0 0 0-16,0 0 0 0,0 0 0 0,0 0 1 16,0 0-1-16,0 0 0 0,0 0 0 0,0 0 0 0,0 0 0 15,0 0-148-15,0 0 148 0,0 0-148 0,11-5 148 16,-6-6-790-16</inkml:trace>
          <inkml:trace contextRef="#ctx0" brushRef="#br0" timeOffset="-1.70292E9">8234 1046 225 0,'0'0'0'31,"-6"11"0"-31,-5 5 0 0,11-16 55 0,0 0-55 0,-8 9 113 0,8-9-113 16,0 0 58-16,0 0-58 0,0 0 52 0,0 0-52 0,0 0 53 16,0 0-53-16,0 0 38 0,0 0-38 0,0 0 38 15,0 0-38-15,0 0 40 0,0 0-40 0,0 0 41 16,0 0-41-16,0 0 39 0,0 0-39 0,0 0 40 16,0 0-40-16,0 0 51 0,0 0-51 0,0 0 51 15,0 0-51-15,0 0 42 0,0 0-42 0,0 0 43 16,3 5-43-16,-3-5 36 0,0 0-36 0,2 6 36 15,4-1-36-15,-6-5 34 0,0 0-34 0,5 5 34 16,-2 1-34-16,-3-6 22 0,0 0-22 0,3 8 22 16,0 3-22-16,-3-11 18 0,0 0-18 0,3 5 18 15,-3 6-18-15,0-11 10 0,0 0-10 0,0 14 10 16,2 0-10-16,-2-14 10 0,0 0-10 0,0 13 10 0,3 4-10 16,-3-17 8-16,0 0-8 0,0 13 8 0,3 1-8 15,-3-14 15-15,0 0-15 0,0 11 15 0,3-6-15 0,-3-5 3 16,0 0-3-16,0 6 4 0,0-4-4 0,0-2 20 0,0 0-20 0,0 0 20 15,0 6-20-15,0-6 7 16,0 0-7-16,0 0 8 0,0 0-8 0,0 0 4 16,0 0-4-16,0 0 5 0,0 0-5 0,0 0 3 15,0 0-3-15,0 0 3 0,3 11-3 0,-3-11 5 16,0 0-5-16,0 5 5 0,2-5-5 0,-2 0 2 16,0 0-2-16,0 0 2 0,6 6-2 0,-6-6 1 15,0 0-1-15,0 0 2 0,0 0-2 0,0 0 4 16,0 0-4-16,0 0 5 0,0 5-5 0,0-5 0 0,0 0 0 15,0 0 0-15,0 8 0 0,0-8-1 0,0 0 1 16,0 6 0-16,0-4 0 0,0-2-1 0,0 0 1 0,0 0-1 16,0 6 1-16,0-6-1 0,0 0 1 0,0 0 0 15,0 0 0-15,0 0-1 0,0 0 1 0,0 0 0 16,0-6 0-16,0 6-13 0,0 0 13 0,0-2-13 16,-6-12 13-16,6 14-4 0,0 0 4 0,0-11-3 15,0-5 3-15,0 16-3 0,0 0 3 0,0-22-3 16,-2-3 3-16,2 25 0 0,0 0 0 0,0-24 0 15,0-3 0-15,0 27 0 0,0 0 0 0,0-22 1 16,2 0-1-16,-2 22 1 0,0 0-1 0,0-14 1 16,6-5-1-16,-6 19 0 0,0 0 0 0,0-11 0 15,0 3 0-15,0 8 0 0,0 0 0 0,0-5 0 16,0-1 0-16,0 6 0 0,0 0 0 0,0 0 0 16,0 0 0-16,0 0 0 0,0 0 0 0,0 9 1 0,0 7-1 15,0-16 3-15,0 0-3 0,-6 14 3 0,4 5-3 16,2-19 6-16,0 0-6 0,-6 27 7 0,0 3-7 15,6-30-10-15,0 0 10 0,-5 33-9 0,-1-3 9 0,6-30-142 16,0 0 142-16,-3 32-141 0,6 4 141 0,-3 26-704 16</inkml:trace>
          <inkml:trace contextRef="#ctx0" brushRef="#br0" timeOffset="-1.70292E9">9479 1335 315 0,'0'0'0'16,"-9"3"0"-16,-4 2 0 0,13-5 53 16,0 0-53-16,0-11 53 0,2-13-53 0,-2 24 39 0,0 0-39 15,3-19 40-15,0 0-40 0,-3 19 23 0,0 0-23 0,3-19 24 16,-1 0-24-16,-2 19 8 0,0 0-8 0,0-20 8 16,-2 4-8-16,2 16 17 0,0 0-17 0,-3-19 17 15,-3 0-17-15,6 19 1 0,0 0-1 0,-2-19 1 16,-4 2-1-16,6 17 3 0,0 0-3 0,-6-13 4 15,4-1-4-15,2 14 2 0,0 0-2 0,-6-8 2 16,3 0-2-16,3 8 1 0,0 0-1 0,-3-6 2 16,1 4-2-16,2 2 3 0,0 0-3 0,0 0 4 15,-3-6-4-15,3 6 20 0,0 0-20 0,0 0 20 16,0 0-20-16,0 0 54 0,0 0-54 0,0 0 55 16,3 6-55-16,-3-6 51 0,0 0-51 0,0 0 52 15,2 8-52-15,-2-8 55 0,0 0-55 0,0 8 56 0,0 3-56 16,0-11 45-16,0 0-45 0,0 14 45 0,-2 5-45 0,2-19 37 0,0 0-37 0,-3 21 37 15,3-1-37 1,0-20 34-16,0 0-34 0,-3 24 34 0,-2 1-34 0,5-25 22 16,0 0-22-16,-6 24 22 0,3-7-22 0,3-17 28 15,0 0-28-15,-8 16 28 0,2 0-28 0,6-16 13 16,0 0-13-16,-5 11 13 0,-4 3-13 0,9-14 19 16,0 0-19-16,-5 11 20 0,-6 2-20 0,11-13 23 15,0 0-23-15,-9 11 24 0,-2 8-24 0,11-19 3 16,0 0-3-16,-8 11 3 0,2 3-3 0,6-14-63 15,0 0 63-15,-2 11-62 0,2-3 62 0,0-8-166 16,0 0 166-16,0 0-166 0,8 0 166 0,0 0-631 0</inkml:trace>
          <inkml:trace contextRef="#ctx0" brushRef="#br0" timeOffset="-1.70292E9">10368 1433 1289 0,'0'0'0'15,"0"0"-268"-15,0 0 268 0,3-8-268 0,5-8 268 0,-8 16-33 16,0 0 33-16,6-8-32 0,-4-1 32 0,-2 9-7 16,0 0 7-16,6-5-7 0,-6 2 7 0,0 3-46 15,0 0 46-15,0 0-45 0,0-5 45 0,0 5 2 16,0 0-2-16,0 0 2 0,0-6-2 0,0 6 19 15,0 0-19-15,0-11 20 0,0-2-20 0,0 13 49 16,0 0-49-16,0-14 50 0,6-2-50 0,-6 16 51 16,0 0-51-16,8-19 51 0,0-6-51 0,-8 25 48 0,0 0-48 15,11-24 49-15,-2 2-49 0,-9 22 43 0,0 0-43 16,11-22 44-16,3-3-44 0,-14 25 29 0,0 0-29 16,5-21 29-16,4-1-29 0,-9 22 16 0,0 0-16 0,8-22 17 15,3 0-17-15,-11 22 18 0,0 0-18 0,6-24 19 16,2-4-19-16,-8 28 3 0,0 0-3 0,8-19 4 15,-2 6-4-15,-6 13 22 0,0 0-22 0,5-17 22 16,-2 9-22-16,-3 8 21 0,0 0-21 0,3-5 21 16,-3-1-21-16,0 6 23 0,0 0-23 0,0 0 24 15,0 0-24-15,0 0 15 0,0 0-15 0,-6 6 16 16,1 5-16-16,5-11 41 0,0 0-41 0,-9 13 41 16,4 6-41-16,5-19 31 0,0 0-31 0,-11 22 31 15,0 3-31-15,11-25 38 0,0 0-38 0,-11 27 38 16,-3 3-38-16,14-30 33 0,0 0-33 0,-11 24 34 15,-1 6-34-15,12-30 14 0,0 0-14 0,-8 28 15 0,0-1-15 16,8-27 13-16,0 0-13 0,-6 19 13 0,1 0-13 16,5-19 34-16,0 0-34 0,-6 11 34 0,3-3-34 15,3-8 9-15,0 0-9 0,-2 8 10 0,-1-5-10 0,3-3 20 16,0 0-20-16,0 0 20 0,0 0-20 0,0 0 8 16,0 0-8-16,0 0 9 0,0 0-9 0,0 0 9 15,0 0-9-15,0-5 10 0,3-1-10 0,-3 6 15 16,0 0-15-16,5-16 15 0,1 0-15 0,-6 16 8 15,0 0-8-15,5-17 8 0,6-2-8 0,-11 19 9 16,0 0-9-16,6-22 9 0,2-2-9 0,-8 24 3 16,0 0-3-16,6-25 4 0,-1-2-4 0,-5 27-20 0,0 0 20 15,9-22-19-15,-7 0 19 0,-2 22-97 0,0 0 97 16,6-16-96-16,-3 2 96 0,5-16-1157 0</inkml:trace>
        </inkml:traceGroup>
      </inkml:traceGroup>
    </inkml:traceGroup>
    <inkml:traceGroup>
      <inkml:annotationXML>
        <emma:emma xmlns:emma="http://www.w3.org/2003/04/emma" version="1.0">
          <emma:interpretation id="{BDAC3BB5-FB89-445B-BD98-D794093A0820}" emma:medium="tactile" emma:mode="ink">
            <msink:context xmlns:msink="http://schemas.microsoft.com/ink/2010/main" type="paragraph" rotatedBoundingBox="16206,10936 22460,10321 22610,11844 16356,12458" alignmentLevel="1"/>
          </emma:interpretation>
        </emma:emma>
      </inkml:annotationXML>
      <inkml:traceGroup>
        <inkml:annotationXML>
          <emma:emma xmlns:emma="http://www.w3.org/2003/04/emma" version="1.0">
            <emma:interpretation id="{A54B9A61-83E4-4606-8D7E-F924554619E7}" emma:medium="tactile" emma:mode="ink">
              <msink:context xmlns:msink="http://schemas.microsoft.com/ink/2010/main" type="line" rotatedBoundingBox="16206,10936 22460,10321 22610,11844 16356,12458"/>
            </emma:interpretation>
          </emma:emma>
        </inkml:annotationXML>
        <inkml:traceGroup>
          <inkml:annotationXML>
            <emma:emma xmlns:emma="http://www.w3.org/2003/04/emma" version="1.0">
              <emma:interpretation id="{48F904E7-A587-4578-8B79-D656387EFBFF}" emma:medium="tactile" emma:mode="ink">
                <msink:context xmlns:msink="http://schemas.microsoft.com/ink/2010/main" type="inkWord" rotatedBoundingBox="16206,10936 22460,10321 22610,11844 16356,12458"/>
              </emma:interpretation>
              <emma:one-of disjunction-type="recognition" id="oneOf1">
                <emma:interpretation id="interp5" emma:lang="en-US" emma:confidence="0">
                  <emma:literal>pain.</emma:literal>
                </emma:interpretation>
                <emma:interpretation id="interp6" emma:lang="en-US" emma:confidence="0">
                  <emma:literal>plain.</emma:literal>
                </emma:interpretation>
                <emma:interpretation id="interp7" emma:lang="en-US" emma:confidence="0">
                  <emma:literal>pain'</emma:literal>
                </emma:interpretation>
                <emma:interpretation id="interp8" emma:lang="en-US" emma:confidence="0">
                  <emma:literal>pain,</emma:literal>
                </emma:interpretation>
                <emma:interpretation id="interp9" emma:lang="en-US" emma:confidence="0">
                  <emma:literal>pin</emma:literal>
                </emma:interpretation>
              </emma:one-of>
            </emma:emma>
          </inkml:annotationXML>
          <inkml:trace contextRef="#ctx0" brushRef="#br0" timeOffset="614.3489">4432 2529 628 0,'0'0'0'0,"-11"25"0"0,-5 8 0 0,16-33 59 0,0 0-59 15,0 0 59-15,0-17-59 0,0 17 3 0,0 0-3 0,0-11 4 16,2-2-4-16,-2 13 14 0,0 0-14 0,0-9 15 16,6 1-15-16,-6 8 2 0,0 0-2 0,0-5 2 15,0 2-2-15,0 3 44 0,0 0-44 0,0 0 45 16,-6-5-45-16,6 5 48 0,0 0-48 0,0 0 49 15,0 0-49-15,0 0 42 0,0 0-42 0,0 0 43 16,0 0-43-16,0 0 53 0,0 0-53 0,0 0 54 16,0 0-54-16,0 0 49 0,0 0-49 0,0 0 49 0,6 8-49 15,-6-8 37-15,0 0-37 0,3 11 37 16,8 8-37-16,-11-19 40 0,0 0-40 0,11 24 41 16,3 4-41-16,-14-28 16 0,0 0-16 0,14 38 17 15,0 8-17-15,-14-46 20 0,0 0-20 0,11 52 20 0,-3 5-20 16,-8-57 34-16,0 0-34 0,6 55 34 0,2 7-34 15,-8-62 27-15,0 0-27 0,6 58 27 0,2 7-27 16,-8-65 9-16,0 0-9 0,8 55 9 0,3-1-9 0,-11-54 36 16,0 0-36-16,6 44 37 0,-1-6-37 0,-5-38 10 15,0 0-10-15,3 33 10 0,3-9-10 0,-6-24 6 16,0 0-6-16,0 22 6 0,0-3-6 0,0-19 4 16,0 0-4-16,0 11 4 0,0-3-4 0,0-8-30 15,0 0 30-15,0 6-30 0,0-4 30 0,0-2-122 16,0 0 122-16,0 0-121 0,0 0 121 0,0 0-181 15,0 0 181-15,8-11-180 0,3-5 180 0,9-17-705 0</inkml:trace>
          <inkml:trace contextRef="#ctx0" brushRef="#br0" timeOffset="5289.4806">6075 1725 1300 0,'0'0'0'0,"22"16"0"0,20 12 0 15,-42-28 181-15,0 0-181 0,5 2 182 0,-10-10-182 0,5 8 103 16,0 0-103-16,-6-3 104 0,3-2-104 0,3 5-14 16,0 0 14-16,3-8-13 0,5 0 13 0,-8 8-164 15,0 0 164-15,9-9-164 0,2-10 164 0,-11 19-170 16,0 0 170-16,11-13-170 0,-3 2 170 0,12-19-779 16</inkml:trace>
          <inkml:trace contextRef="#ctx0" brushRef="#br0" timeOffset="1590.7657">4355 2437 214 0,'0'0'0'0,"22"13"0"15,14 12 0-15,-36-25 30 0,0 0-30 0,8-11 30 16,-16-16-30-16,8 27 6 0,0 0-6 0,-6-25 7 16,1 0-7-16,5 25 13 0,0 0-13 0,3-24 13 15,8-6-13-15,-11 30 13 0,0 0-13 0,11-25 14 16,3 6-14-16,-14 19 8 0,0 0-8 0,25-30 9 0,11 0-9 15,-36 30 39-15,0 0-39 0,25-21 39 0,-6 4-39 16,-19 17 58-16,0 0-58 0,20-16 58 0,-6 8-58 16,-14 8 54-16,0 0-54 0,8-11 55 0,3 5-55 0,-11 6 40 15,0 0-40-15,8-2 40 0,-2 2-40 0,-6 0 36 16,0 0-36-16,8 0 37 0,1 0-37 0,-9 0 33 16,0 0-33-16,8 2 33 0,3 4-33 0,-11-6 22 15,0 0-22-15,11 5 22 0,-5 1-22 0,-6-6 46 16,0 0-46-16,8 5 47 0,-2 3-47 0,-6-8 39 15,0 0-39-15,5 11 40 0,4-3-40 0,-9-8 40 16,0 0-40-16,0 17 40 0,2-4-40 0,-2-13 46 0,0 0-46 16,0 19 46-16,-2 1-46 0,2-20 41 0,0 0-41 15,0 21 41-15,-9 4-41 0,9-25 27 0,0 0-27 16,-5 19 27-16,-1 6-27 0,6-25 27 0,0 0-27 16,-8 24 27-16,-3 1-27 0,11-25 33 0,0 0-33 0,-9 24 33 15,-2-10-33-15,11-14 19 0,0 0-19 0,-8 16 20 16,0-2-20-16,8-14 36 0,0 0-36 0,-6 11 36 15,6 0-36-15,0-11 20 0,0 0-20 0,-6 8 20 16,4-3-20-16,2-5 18 0,0 0-18 0,0 0 19 16,0 3-19-16,0-3 10 0,0 0-10 0,0 0 10 15,0 0-10-15,0 0 4 0,0 0-4 0,0 0 5 16,0 0-5-16,0 0 3 0,0 0-3 0,0 0 3 16,0 0-3-16,0 0-3 0,0 0 3 0,0 0-3 15,0 0 3-15,0 0-72 0,0 0 72 0,0 0-72 16,0 0 72-16,0 0-1119 0</inkml:trace>
          <inkml:trace contextRef="#ctx0" brushRef="#br0" timeOffset="5629.1981">6989 1608 1356 0,'0'0'0'0,"-106"5"0"16,-72 9 0-16,178-14-183 0,0 0 183 0,-119 16-182 0,13 3 182 15,106-19-56-15,0 0 56 0,-75 25-55 0,25 8 55 16,50-33-4-16,0 0 4 0,-36 27-3 0,17-3 3 15,19-24-63-15,0 0 63 0,-11 19-62 0,13 1 62 0,-2-20-55 16,0 0 55-16,3 10-54 0,3 4 54 0,-6-14-114 0,0 0 114 16,22 14-113-16,11-3 113 0,23 13-221 0</inkml:trace>
          <inkml:trace contextRef="#ctx0" brushRef="#br0" timeOffset="3844.0454">5597 1744 1188 0,'0'0'0'0,"3"25"0"15,5 18 0-15,-8-43 51 0,0 0-51 0,-3 6 52 16,-2-20-52-16,5 14 42 0,0 0-42 0,-3-8 43 16,-6 0-43-16,9 8 0 0,0 0 0 0,-2-3 0 15,-1-2 0-15,3 5-45 0,0 0 45 0,0 0-44 16,0 5 44-16,0-5-68 0,0 0 68 0,0 5-67 16,0 1 67-16,0-6-114 0,0 0 114 0,0 8-113 0,0-2 113 0,0-6-154 15,0 0 154-15,0 5-153 16,0 0 153-16,0 6-366 0</inkml:trace>
          <inkml:trace contextRef="#ctx0" brushRef="#br0" timeOffset="-1.70292E9">7167 2044 785 0,'0'0'0'0,"0"0"0"16,-9-14 0-16,9 14 70 0,0 0-70 0,0 0 70 15,-5 3-70-15,5-3 43 0,0 0-43 0,-3 6 44 16,3 4-44-16,0-10 10 0,0 0-10 0,-8 11 10 16,-6 6-10-16,14-17 33 0,0 0-33 0,-11 16 34 0,2 3-34 15,9-19 44-15,0 0-44 0,-13 22 44 0,1 2-44 16,12-24 56-16,0 0-56 0,-8 25 57 0,-6 2-57 16,14-27 45-16,0 0-45 0,-14 30 46 0,0 6-46 0,14-36 32 15,0 0-32-15,-11 27 32 0,3-5-32 0,8-22-107 16,0 0 107-16,-6 16-107 0,6-5 107 0,0-11-139 15,0 0 139-15,0 11-138 0,3-8 138 0,3 10-629 16</inkml:trace>
          <inkml:trace contextRef="#ctx0" brushRef="#br0" timeOffset="-1.70292E9">8401 1845 863 0,'0'0'0'0,"-6"8"0"16,0-2 0-16,6-6 90 0,0 0-90 15,0 0 90-15,6-3-90 0,-6 3 57 0,0 0-57 0,3-3 57 16,5-5-57-16,-8 8 45 0,0 0-45 0,3-5 46 15,2 2-46-15,-5 3 0 0,0 0 0 0,0 0 1 16,6-6-1-16,-6 6 25 0,0 0-25 0,0 0 26 16,0 0-26-16,0 0 42 0,0 0-42 0,0 6 43 15,3 2-43-15,-3-8 49 0,0 0-49 0,5 16 50 16,1 3-50-16,-6-19 48 0,0 0-48 0,8 25 49 0,1 5-49 16,-9-30 43-16,0 0-43 0,11 33 43 0,0 5-43 15,-11-38 12-15,0 0-12 0,14 33 12 0,-6-3-12 16,-8-30-52-16,0 0 52 0,11 24-52 0,-5-8 52 0,-6-16-174 15,0 0 174-15,8 14-174 0,-5-3 174 0,8 13-826 16</inkml:trace>
          <inkml:trace contextRef="#ctx0" brushRef="#br0" timeOffset="-1.70292E9">9320 1878 382 0,'0'0'0'16,"0"16"0"-16,-2 9 0 0,2-25 71 0,0 0-71 0,-3 10 72 16,0-7-72-16,3-3 86 0,0 0-86 0,0 0 86 15,-3 0-86-15,3 0 84 0,0 0-84 0,0 0 85 0,0 0-85 16,0 0 73-16,0 0-73 0,0 0 73 0,-5 8-73 15,5-8 62-15,0 0-62 0,-6 11 62 0,-2-3-62 16,8-8 42-16,0 0-42 0,-9 17 42 0,4-6-42 0,5-11 42 16,0 0-42-16,-11 16 42 0,0 0-42 0,11-16 40 15,0 0-40-15,-11 17 40 0,-1 2-40 0,12-19 39 16,0 0-39-16,-11 19 40 0,0 0-40 0,11-19 26 16,0 0-26-16,-11 19 26 0,3-3-26 0,8-16 10 15,0 0-10-15,-9 14 10 0,1 0-10 0,8-14 19 16,0 0-19-16,-8 11 20 0,5-3-20 0,3-8 13 15,0 0-13-15,-8 8 14 0,2 0-14 0,6-8 4 0,0 0-4 16,-5 6 5-16,2-4-5 0,3-2 3 0,0 0-3 16,0 0 3-16,-6 6-3 0,6-6 0 0,0 0 0 15,0 0 0-15,0 0 0 0,0 0 0 0,0 0 0 16,0 0 0-16,0 0 0 0,0 0 0 0,0 0 0 0,0 0 0 16,0 0 0-16,0 0-1 0,0 0 1 0,0 0-1 15,0 0 1-15,0 0 1 0,0 0-1 0,0 0 1 16,0 0-1-16,0 0 0 0,0 0 0 0,0 0 0 15,0 0 0-15,0 0-1 0,0 0 1 0,0 0-1 16,0-8 1-16,0 8 0 0,0 0 0 0,3-11 0 16,0-3 0-16,-3 14-25 0,0 0 25 0,5-16-24 15,4-3 24-15,-9 19-88 0,0 0 88 0,8-19-87 16,3-6 87-16,-11 25-138 0,0 0 138 0,14-24-138 16,3 4 138-16,13-26-741 0</inkml:trace>
          <inkml:trace contextRef="#ctx0" brushRef="#br0" timeOffset="-1.70292E9">9229 2088 1345 0,'0'0'0'0,"-9"-14"0"0,-2-8 0 0,11 22 152 15,0 0-152-15,0-3 153 0,0 6-153 0,0-3 3 16,0 0-3-16,0 0 3 0,9 8-3 0,-9-8-182 16,0 0 182-16,2 9-182 0,7-9 182 0,-9 0-248 0,0 0 248 0,0 0-248 15,2 5 248-15,4 0-475 0</inkml:trace>
          <inkml:trace contextRef="#ctx0" brushRef="#br0" timeOffset="-1.70292E9">10485 1831 1491 0,'0'0'0'0,"8"6"0"16,0 5 0-16,-8-11 67 0,0 0-67 0,11 5 67 16,3-2-67-16,-14-3 43 0,0 0-43 0,9 5 44 15,-1-2-44-15,-8-3 5 0,0 0-5 0,8 6 6 16,-2 2-6-16,-6-8-5 0,0 0 5 0,5 2-5 15,7 4 5-15,-12-6-20 0,0 0 20 0,2 5-20 16,4 6 20-16,-6-11-55 0,0 0 55 0,5 6-54 16,-2-1 54-16,-3-5-186 0,0 0 186 0,6 8-185 15,-1 3 185-15,-5-11-168 0,0 0 168 0,6 11-167 16,-1 0 167-16,7 11-542 0</inkml:trace>
        </inkml:traceGroup>
      </inkml:traceGroup>
    </inkml:traceGroup>
  </inkml:traceGroup>
</inkml:ink>
</file>

<file path=ppt/ink/ink33.xml><?xml version="1.0" encoding="utf-8"?>
<inkml:ink xmlns:inkml="http://www.w3.org/2003/InkML">
  <inkml:definitions>
    <inkml:context xml:id="ctx0">
      <inkml:inkSource xml:id="inkSrc0">
        <inkml:traceFormat>
          <inkml:channel name="X" type="integer" max="19500" units="cm"/>
          <inkml:channel name="Y" type="integer" max="11180" units="cm"/>
          <inkml:channel name="F" type="integer" max="4096" units="dev"/>
          <inkml:channel name="T" type="integer" max="2.14748E9" units="dev"/>
        </inkml:traceFormat>
        <inkml:channelProperties>
          <inkml:channelProperty channel="X" name="resolution" value="631.06793" units="1/cm"/>
          <inkml:channelProperty channel="Y" name="resolution" value="642.52875" units="1/cm"/>
          <inkml:channelProperty channel="F" name="resolution" value="0" units="1/dev"/>
          <inkml:channelProperty channel="T" name="resolution" value="1" units="1/dev"/>
        </inkml:channelProperties>
      </inkml:inkSource>
      <inkml:timestamp xml:id="ts0" timeString="2020-12-07T08:37:14.966"/>
    </inkml:context>
    <inkml:brush xml:id="br0">
      <inkml:brushProperty name="width" value="0.1" units="cm"/>
      <inkml:brushProperty name="height" value="0.1" units="cm"/>
      <inkml:brushProperty name="color" value="#3165BB"/>
      <inkml:brushProperty name="fitToCurve" value="1"/>
    </inkml:brush>
    <inkml:brush xml:id="br1">
      <inkml:brushProperty name="width" value="0.1" units="cm"/>
      <inkml:brushProperty name="height" value="0.1" units="cm"/>
      <inkml:brushProperty name="color" value="#ED1C24"/>
      <inkml:brushProperty name="fitToCurve" value="1"/>
    </inkml:brush>
    <inkml:brush xml:id="br2">
      <inkml:brushProperty name="width" value="0.1" units="cm"/>
      <inkml:brushProperty name="height" value="0.1" units="cm"/>
      <inkml:brushProperty name="fitToCurve" value="1"/>
    </inkml:brush>
    <inkml:brush xml:id="br3">
      <inkml:brushProperty name="width" value="0.1" units="cm"/>
      <inkml:brushProperty name="height" value="0.1" units="cm"/>
      <inkml:brushProperty name="color" value="#3165BB"/>
    </inkml:brush>
  </inkml:definitions>
  <inkml:traceGroup>
    <inkml:annotationXML>
      <emma:emma xmlns:emma="http://www.w3.org/2003/04/emma" version="1.0">
        <emma:interpretation id="{115184E7-08A1-4212-A1C2-096E0221271B}" emma:medium="tactile" emma:mode="ink">
          <msink:context xmlns:msink="http://schemas.microsoft.com/ink/2010/main" type="writingRegion" rotatedBoundingBox="18929,11523 26939,11587 26906,15769 18896,15705"/>
        </emma:interpretation>
      </emma:emma>
    </inkml:annotationXML>
    <inkml:traceGroup>
      <inkml:annotationXML>
        <emma:emma xmlns:emma="http://www.w3.org/2003/04/emma" version="1.0">
          <emma:interpretation id="{FE3C8201-8186-4368-AA0D-4B1E4CB5C2A8}" emma:medium="tactile" emma:mode="ink">
            <msink:context xmlns:msink="http://schemas.microsoft.com/ink/2010/main" type="paragraph" rotatedBoundingBox="19797,11275 23645,11686 23522,12843 19674,12432" alignmentLevel="2"/>
          </emma:interpretation>
        </emma:emma>
      </inkml:annotationXML>
      <inkml:traceGroup>
        <inkml:annotationXML>
          <emma:emma xmlns:emma="http://www.w3.org/2003/04/emma" version="1.0">
            <emma:interpretation id="{B803A0C1-AAF1-4B74-AD96-E9D6AE2F664E}" emma:medium="tactile" emma:mode="ink">
              <msink:context xmlns:msink="http://schemas.microsoft.com/ink/2010/main" type="line" rotatedBoundingBox="19797,11275 23645,11686 23522,12843 19674,12432"/>
            </emma:interpretation>
          </emma:emma>
        </inkml:annotationXML>
        <inkml:traceGroup>
          <inkml:annotationXML>
            <emma:emma xmlns:emma="http://www.w3.org/2003/04/emma" version="1.0">
              <emma:interpretation id="{C7083B17-81D6-42EB-A243-29473BFB812B}" emma:medium="tactile" emma:mode="ink">
                <msink:context xmlns:msink="http://schemas.microsoft.com/ink/2010/main" type="inkWord" rotatedBoundingBox="19797,11275 23645,11686 23522,12843 19674,12432"/>
              </emma:interpretation>
              <emma:one-of disjunction-type="recognition" id="oneOf0">
                <emma:interpretation id="interp0" emma:lang="en-US" emma:confidence="0">
                  <emma:literal>Buell',</emma:literal>
                </emma:interpretation>
                <emma:interpretation id="interp1" emma:lang="en-US" emma:confidence="0">
                  <emma:literal>Bocelli,</emma:literal>
                </emma:interpretation>
                <emma:interpretation id="interp2" emma:lang="en-US" emma:confidence="0">
                  <emma:literal>Bells,</emma:literal>
                </emma:interpretation>
                <emma:interpretation id="interp3" emma:lang="en-US" emma:confidence="0">
                  <emma:literal>Befell',</emma:literal>
                </emma:interpretation>
                <emma:interpretation id="interp4" emma:lang="en-US" emma:confidence="0">
                  <emma:literal>mess,</emma:literal>
                </emma:interpretation>
              </emma:one-of>
            </emma:emma>
          </inkml:annotationXML>
          <inkml:trace contextRef="#ctx0" brushRef="#br0">9821 2587 998 0,'0'0'0'0,"2"24"0"0,1 17 0 16,-3-41 104-16,0 0-104 0,3 11 104 0,0-11-104 15,-3 0 72-15,0 0-72 0,0 0 73 0,5-3-73 0,-5 3 46 16,0 0-46-16,0 0 46 0,6-3-46 0,-6 3 31 16,0 0-31-16,3 9 31 0,2 1-31 0,-5-10 12 15,0 0-12-15,6 14 12 0,2 5-12 0,-8-19 21 16,0 0-21-16,8 25 21 0,3 2-21 0,-11-27 8 16,0 0-8-16,6 27 9 0,2 3-9 0,-8-30 9 15,0 0-9-15,6 25 10 0,-3 5-10 0,-3-30-26 16,0 0 26-16,2 24-25 0,7-5 25 0,-9-19-150 0,0 0 150 15,0 14-150-15,3-3 150 0,-3-11-153 0,0 0 153 16,2 8-153-16,-2-2 153 0,3 7-615 0</inkml:trace>
          <inkml:trace contextRef="#ctx0" brushRef="#br0" timeOffset="390.6697">10101 2456 975 0,'0'0'0'0,"-3"16"0"0,-10 9 0 16,13-25 96-16,0 0-96 0,0 13 96 0,2-5-96 0,-2-8 64 16,0 0-64-16,6 11 64 0,-1-5-64 0,-5-6 43 15,0 0-43-15,6 5 44 0,-3 3-44 0,-3-8 36 16,0 0-36-16,3 14 36 0,-1 2-36 0,-2-16 20 16,0 0-20-16,0 25 20 0,0-1-20 0,0-24 21 15,0 0-21-15,0 25 21 0,3-1-21 0,-3-24 26 16,0 0-26-16,3 30 26 0,2 0-26 0,-5-30 0 15,0 0 0-15,9 30 1 0,-1-2-1 0,-8-28-26 16,0 0 26-16,8 24-25 0,4-7 25 0,-12-17-195 0,0 0 195 16,8 13-194-16,3-5 194 0,3 14-754 0</inkml:trace>
          <inkml:trace contextRef="#ctx0" brushRef="#br0" timeOffset="885.9404">10663 2480 1132 0,'0'0'0'0,"-12"11"0"0,-7 11 0 15,19-22 135-15,0 0-135 0,-11 16 136 0,5-2-136 0,6-14 68 16,0 0-68-16,-5 22 69 0,2 2-69 0,3-24 15 15,0 0-15-15,-8 28 15 0,-4-1-15 0,12-27-2 16,0 0 2-16,-11 22-2 0,0-3 2 0,11-19-4 0,0 0 4 16,-8 16-4-16,0-5 4 0,8-11-1 0,0 0 1 15,-6 14-1-15,6-9 1 0,0-5 1 0,0 0-1 16,0 5 2-16,3 1-2 0,-3-6 13 0,0 0-13 0,8 3 13 16,6 2-13-16,-14-5 9 0,0 0-9 0,17 0 10 15,5 3-10-15,-22-3 16 0,0 0-16 0,25 3 17 16,3 2-17-16,-28-5 14 0,0 0-14 0,22 5 15 15,-3 4-15-15,-19-9-50 0,0 0 50 0,12 11-50 16,-10 8 50-16,-2-19-145 0,0 0 145 0,-14 19-145 16,-11 0 145-16,-11 14-861 0</inkml:trace>
          <inkml:trace contextRef="#ctx0" brushRef="#br0" timeOffset="-1696.3858">7939 2562 427 0,'0'0'0'0,"-2"16"0"0,-4 1 0 16,6-17 6-16,0 0-6 0,3-8 7 0,8-14-7 0,-11 22 1 16,0 0-1-16,8-17 1 0,3-2-1 0,-11 19 48 15,0 0-48-15,14-13 49 0,-5 2-49 0,-9 11 59 0,0 0-59 16,11-14 60-16,3 3-60 0,-14 11 83 0,0 0-83 16,16-11 83-16,4 3-83 0,-20 8 109 0,0 0-109 15,22-5 110-15,0 5-110 0,-22 0 98 0,0 0-98 0,25 0 99 16,6 0-99-16,-31 0 81 0,0 0-81 0,22 5 82 15,0-2-82-15,-22-3 54 0,0 0-54 0,17 8 55 16,-1 0-55-16,-16-8 51 0,0 0-51 0,14 8 52 16,-2 3-52-16,-12-11 37 0,0 0-37 0,8 11 38 15,0-5-38-15,-8-6 39 0,0 0-39 0,6 13 40 16,-1-5-40-16,-5-8 34 0,0 0-34 0,3 17 34 0,-3-4-34 0,0-13 33 16,0 0-33-16,-3 20 33 15,-2 1-33-15,5-21 22 0,0 0-22 0,-11 22 22 16,2 0-22-16,9-22 28 0,0 0-28 0,-11 16 28 15,0 1-28-15,11-17 21 0,0 0-21 0,-22 19 21 16,-6-3-21-16,28-16 17 0,0 0-17 0,-22 14 17 0,-3 2-17 16,25-16 5-16,0 0-5 0,-22 8 5 0,-9 0-5 15,31-8-35-15,0 0 35 0,-22 9-34 0,8-7 34 16,14-2-37-16,0 0 37 0,-17 3-36 0,9 0 36 16,8-3-41-16,0 0 41 0,-6 3-40 0,4-3 40 0,2 0-41 15,0 0 41-15,0 0-41 0,0-9 41 0,0 9-35 16,0 0 35-16,2-2-34 0,4-9 34 15,-6 11-34-15,0 0 34 0,8-8-33 0,3 2 33 0,-11 6-32 16,0 0 32-16,14-8-32 0,3 2 32 0,-17 6-14 16,0 0 14-16,14-2-13 0,2 2 13 0,-16 0-13 15,0 0 13-15,17 0-13 0,3 2 13 0,-20-2-10 16,0 0 10-16,16 3-9 0,4 0 9 0,-20-3-4 16,0 0 4-16,19 8-3 0,1-2 3 0,-20-6 0 0,0 0 0 15,19 10 0-15,1 1 0 0,-20-11 0 0,0 0 0 16,16 14 1-16,1 2-1 0,-17-16 3 0,0 0-3 15,11 19 4-15,0 3-4 0,-11-22 7 0,0 0-7 0,6 25 7 16,-4 2-7-16,-2-27 15 0,0 0-15 0,0 27 15 16,0-2-15-16,0-25 3 0,0 0-3 0,-5 24 4 15,-6 1-4-15,11-25 2 0,0 0-2 0,-11 19 3 16,0 0-3-16,11-19 5 0,0 0-5 0,-17 11 5 16,-5 3-5-16,22-14 6 0,0 0-6 0,-20 11 7 15,-2-3-7-15,22-8 3 0,0 0-3 0,-22 5 3 16,-3-2-3-16,25-3 2 0,0 0-2 0,-23 0 2 15,-4 0-2-15,27 0 0 0,0 0 0 0,-20-3 0 16,-5-5 0-16,25 8-34 0,0 0 34 0,-22-8-33 16,3 0 33-16,19 8-64 0,0 0 64 0,-20-9-64 15,6 4 64-15,14 5-96 0,0 0 96 0,-14-5-95 0,-2-1 95 16,16 6-140-16,0 0 140 0,-11-5-139 0,5 2 139 16,-14-5-608-16</inkml:trace>
          <inkml:trace contextRef="#ctx0" brushRef="#br0" timeOffset="-2619.9148">7856 2480 247 0,'0'0'0'0,"19"6"0"16,12 5 0-16,-31-11 74 0,0 0-74 0,8 8 74 15,-11-8-74-15,3 0 69 0,0 0-69 0,0 0 69 16,-8 5-69-16,8-5 68 0,0 0-68 0,0 0 69 15,-5 0-69-15,5 0 53 0,0 0-53 0,-9 3 54 16,6 5-54-16,3-8 67 0,0 0-67 0,-5 14 67 0,2 5-67 16,3-19 75-16,0 0-75 0,-5 24 75 0,-1 1-75 15,6-25 72-15,0 0-72 0,-3 27 72 0,-2 3-72 16,5-30 61-16,0 0-61 0,-6 27 62 0,3-2-62 0,3-25 36 16,0 0-36-16,-2 27 37 0,-1 0-37 0,3-27 41 15,0 0-41-15,-3 25 41 0,3 2-41 0,0-27 24 16,0 0-24-16,-3 19 25 0,3-2-25 0,0-17 17 15,0 0-17-15,-5 19 17 0,-4 0-17 0,9-19 10 16,0 0-10-16,-5 13 11 0,2 4-11 0,3-17 1 16,0 0-1-16,-6 19 2 0,4-5-2 0,2-14-4 15,0 0 4-15,-3 16-3 0,3-2 3 0,0-14-74 16,0 0 74-16,0 10-73 0,0 1 73 0,0-11-178 0,0 0 178 16,0 9-178-16,0-4 178 0,0 9-706 0</inkml:trace>
          <inkml:trace contextRef="#ctx0" brushRef="#br0" timeOffset="-331.6819">9384 3031 1043 0,'0'0'0'16,"-3"-16"0"-16,-2-23 0 0,5 39-21 0,0 0 21 0,14-11-21 16,5 11 21-16,-19 0-12 0,0 0 12 0,17 0-12 15,5-5 12-15,-22 5-37 0,0 0 37 0,20-8-37 16,2-3 37-16,-22 11-6 0,0 0 6 0,14-16-5 0,0-1 5 16,-14 17 0-16,0 0 0 0,11-16 0 0,0-3 0 15,-11 19 33-15,0 0-33 0,5-17 34 0,1 4-34 16,-6 13 12-16,0 0-12 0,0-14 13 0,0 3-13 0,0 11 13 0,0 0-13 0,-3-11 14 0,0 3-14 0,3 8 4 15,0 0-4-15,-5-8 5 16,-3 3-5-16,8 5 7 0,0 0-7 16,-9-3 7-16,-2 3-7 0,11 0 22 15,0 0-22-15,-11 3 22 0,0-1-22 0,11-2 6 16,0 0-6-16,-17 11 7 0,3 8-7 0,14-19 4 16,0 0-4-16,-11 19 5 0,0 11-5 0,11-30 13 15,0 0-13-15,-6 25 13 0,6 5-13 0,0-30 14 0,0 0-14 16,6 33 15-16,5 10-15 0,-11-43 56 0,0 0-56 15,14 36 56-15,6-1-56 0,-20-35 40 0,0 0-40 16,19 27 40-16,3-8-40 0,-22-19 5 0,0 0-5 16,22 14 5-16,3-6-5 0,-25-8-58 0,0 0 58 0,23-5-57 15,7-12 57-15,-30 17-154 0,0 0 154 0,25-19-153 16,6-2 153-16,27-20-603 0</inkml:trace>
          <inkml:trace contextRef="#ctx0" brushRef="#br0" timeOffset="-855.5">9062 2717 191 0,'0'0'0'0,"0"0"0"16,-8 0 0-16,8 0 0 0,0 0 0 0,-6 3 0 15,6 3 0-15,0-6 10 0,0 0-10 0,-8 0 10 16,-1 5-10-16,9-5 57 0,0 0-57 0,-14 8 58 15,-5 3-58-15,19-11 60 0,0 0-60 0,-17 14 61 16,-8-1-61-16,25-13 40 0,0 0-40 0,-25 22 41 16,0 5-41-16,25-27 32 0,0 0-32 0,-19 22 32 15,2 3-32-15,17-25 14 0,0 0-14 0,-14 30 15 16,6 8-15-16,8-38 11 0,0 0-11 0,-14 35 11 0,3 4-11 16,11-39 40-16,0 0-40 0,-6 30 40 15,4 2-40-15,2-32 36 0,0 0-36 0,0 28 36 0,5-4-36 16,-5-24 8-16,0 0-8 0,14 19 8 0,0-3-8 15,-14-16 0-15,0 0 0 0,25 9 0 0,6-7 0 16,-31-2-81-16,0 0 81 0,36-5-81 0,5-9 81 0,-41 14-86 16,0 0 86-16,48-16-86 0,-1-9 86 0,47-15-277 15</inkml:trace>
          <inkml:trace contextRef="#ctx0" brushRef="#br1" timeOffset="43357.6628">11568 3241 830 0,'0'0'0'16,"-16"8"0"-16,-15 3 0 0,31-11 80 0,0 0-80 0,-11 8 81 15,11-2-81-15,0-6 2 0,0 0-2 0,0 0 2 16,0 5-2-16,0-5-14 0,0 0 14 0,0 0-13 16,-8 5 13-16,8-5-40 0,0 0 40 0,-11 6-40 15,-9 8 40-15,20-14-19 0,0 0 19 0,-19 10-18 16,-4 4 18-16,23-14-12 0,0 0 12 0,-25 11-12 16,0-3 12-16,25-8-1 0,0 0 1 0,-16 6-1 0,-6-1 1 0,22-5 9 15,0 0-9-15,-17 0 9 16,6-3-9-16,11 3 18 0,0 0-18 0,-9-11 18 15,7-5-18-15,2 16 17 0,0 0-17 0,2-24 17 16,4-9-17-16,-6 33 0 0,0 0 0 0,11-33 0 16,3-5 0-16,-14 38 0 0,0 0 0 0,19-36 0 0,9-2 0 15,-28 38 1-15,0 0-1 0,28-32 1 0,5 2-1 16,-33 30 1-16,0 0-1 0,28-25 1 0,3 1-1 16,-31 24 38-16,0 0-38 0,25-14 39 0,0 6-39 0,-25 8 63 15,0 0-63-15,25-3 64 0,-6 6-64 0,-19-3 61 16,0 0-61-16,20 11 62 0,-4 8-62 0,-16-19 70 15,0 0-70-15,14 24 71 0,0 9-71 0,-14-33 55 16,0 0-55-16,8 35 55 0,-5 6-55 0,-3-41 40 16,0 0-40-16,0 44 40 0,-5 5-40 0,5-49 46 15,0 0-46-15,-9 55 47 0,-2-1-47 0,11-54 41 16,0 0-41-16,-14 60 41 0,-2 0-41 0,16-60 10 16,0 0-10-16,-17 57 10 0,-2-2-10 0,19-55 0 15,0 0 0-15,-17 52 0 0,0-12 0 0,17-40-120 0,0 0 120 16,-14 39-119-16,6-18 119 0,8-21-140 0,0 0 140 15,-11-2-139-15,-3-23 139 0,-8 1-845 0</inkml:trace>
        </inkml:traceGroup>
      </inkml:traceGroup>
    </inkml:traceGroup>
    <inkml:traceGroup>
      <inkml:annotationXML>
        <emma:emma xmlns:emma="http://www.w3.org/2003/04/emma" version="1.0">
          <emma:interpretation id="{BA587C34-4D4C-4E42-A79C-4D6D9E94CF17}" emma:medium="tactile" emma:mode="ink">
            <msink:context xmlns:msink="http://schemas.microsoft.com/ink/2010/main" type="paragraph" rotatedBoundingBox="18904,12900 22975,12325 23066,12969 18995,13544" alignmentLevel="1"/>
          </emma:interpretation>
        </emma:emma>
      </inkml:annotationXML>
      <inkml:traceGroup>
        <inkml:annotationXML>
          <emma:emma xmlns:emma="http://www.w3.org/2003/04/emma" version="1.0">
            <emma:interpretation id="{FBDFBA27-D374-4978-821C-9E3FF8E2EC51}" emma:medium="tactile" emma:mode="ink">
              <msink:context xmlns:msink="http://schemas.microsoft.com/ink/2010/main" type="line" rotatedBoundingBox="18904,12900 22975,12325 23066,12969 18995,13544"/>
            </emma:interpretation>
          </emma:emma>
        </inkml:annotationXML>
        <inkml:traceGroup>
          <inkml:annotationXML>
            <emma:emma xmlns:emma="http://www.w3.org/2003/04/emma" version="1.0">
              <emma:interpretation id="{209D6506-8550-4845-A698-B3863B1F2F2E}" emma:medium="tactile" emma:mode="ink">
                <msink:context xmlns:msink="http://schemas.microsoft.com/ink/2010/main" type="inkWord" rotatedBoundingBox="18903,12906 20907,12613 20994,13209 18991,13502"/>
              </emma:interpretation>
              <emma:one-of disjunction-type="recognition" id="oneOf1">
                <emma:interpretation id="interp5" emma:lang="en-US" emma:confidence="1">
                  <emma:literal>with</emma:literal>
                </emma:interpretation>
                <emma:interpretation id="interp6" emma:lang="en-US" emma:confidence="0">
                  <emma:literal>With</emma:literal>
                </emma:interpretation>
                <emma:interpretation id="interp7" emma:lang="en-US" emma:confidence="0">
                  <emma:literal>witch</emma:literal>
                </emma:interpretation>
                <emma:interpretation id="interp8" emma:lang="en-US" emma:confidence="0">
                  <emma:literal>withe</emma:literal>
                </emma:interpretation>
                <emma:interpretation id="interp9" emma:lang="en-US" emma:confidence="0">
                  <emma:literal>width</emma:literal>
                </emma:interpretation>
              </emma:one-of>
            </emma:emma>
          </inkml:annotationXML>
          <inkml:trace contextRef="#ctx0" brushRef="#br1" timeOffset="39455.17">7008 3906 247 0,'0'0'0'0,"0"0"0"15,0 0 0-15,0 0 80 0,0 0-80 0,0 0 80 16,0 0-80-16,0 0 126 0,0 0-126 0,0 0 126 0,0 0-126 16,0 0 120-16,0 0-120 0,0 0 120 0,0 0-120 15,0 0 121-15,0 0-121 0,0 0 121 0,0 0-121 16,0 0 115-16,0 0-115 0,0 0 116 0,6 33-116 0,-6-33 102 15,0 0-102-15,3 24 102 0,2 9-102 0,-5-33 76 16,0 0-76-16,6 33 77 0,-3 5-77 0,-3-38 58 16,0 0-58-16,5 35 59 0,1-5-59 0,-6-30 52 15,0 0-52-15,5 28 52 0,1-7-52 0,-6-21 13 16,0 0-13-16,8 19 13 0,-5-5-13 0,-3-14 23 16,0 0-23-16,6 11 24 0,-1-3-24 0,-5-8 32 15,0 0-32-15,8 6 32 0,4-6-32 0,-12 0 4 0,0 0-4 16,8-3 5-16,9-5-5 0,-17 8 35 0,0 0-35 15,22-11 36-15,-3-6-36 0,-19 17 1 0,0 0-1 16,22-16 2-16,3-3-2 0,-25 19 13 0,0 0-13 16,23-22 13-16,2-5-13 0,-25 27 24 0,0 0-24 0,22-19 25 15,-3 0-25-15,-19 19 0 0,0 0 0 0,17-14 1 16,0 9-1-16,-17 5 3 0,0 0-3 0,14-6 4 16,-3 6-4-16,-11 0 19 0,0 0-19 0,14 6 20 15,5-1-20-15,-19-5 3 0,0 0-3 0,14 14 3 16,0-3-3-16,-14-11 7 0,0 0-7 0,11 13 7 15,-3-2-7-15,-8-11 8 0,0 0-8 0,9 14 8 16,-4-3-8-16,-5-11 7 0,0 0-7 0,6 13 8 16,2-4-8-16,-8-9 15 0,0 0-15 0,6 8 15 15,2 0-15-15,-8-8 8 0,0 0-8 0,6 3 8 16,2-1-8-16,-8-2 24 0,0 0-24 0,5 0 25 16,4 0-25-16,-9 0 2 0,0 0-2 0,5 0 2 0,1-2-2 15,-6 2 7-15,0 0-7 0,5-9 7 0,4-1-7 16,-9 10 0-16,0 0 0 0,5-17 0 0,1-5 0 15,-6 22-19-15,0 0 19 0,3-19-18 0,2-11 18 0,-5 30-10 16,0 0 10-16,0-27-9 0,6-3 9 0,-6 30-11 16,0 0 11-16,3-27-11 0,2 2 11 0,-5 25-9 15,0 0 9-15,6-22-9 0,2 6 9 0,-8 16-56 16,0 0 56-16,11-14-55 0,3-2 55 0,-14 16-123 16,0 0 123-16,8-8-122 0,3-6 122 0,-11 14-182 15,0 0 182-15,14-5-182 0,0-1 182 0,9-4-1125 16</inkml:trace>
          <inkml:trace contextRef="#ctx0" brushRef="#br1" timeOffset="39770.9635">8039 3961 1065 0,'0'0'0'0,"-14"0"0"16,-8 2 0-16,22-2 100 0,0 0-100 0,-11 11 100 16,8 8-100-16,3-19 69 0,0 0-69 0,-2 25 69 0,-1 2-69 15,3-27 51-15,0 0-51 0,-3 27 52 0,3-2-52 16,0-25 0-16,0 0 0 0,-3 30 0 0,-5-6 0 15,8-24-10-15,0 0 10 0,-6 28-10 0,1-4 10 16,5-24-118-16,0 0 118 0,-3 22-117 0,0-8 117 0,3-14-172 16,0 0 172-16,0 13-171 0,3-5 171 0,0 14-579 15</inkml:trace>
          <inkml:trace contextRef="#ctx0" brushRef="#br1" timeOffset="40084.2452">8112 3732 1345 0,'0'0'0'0,"-6"8"0"16,-2 3 0-16,8-11 158 0,0 0-158 0,8-9 158 15,11-10-158-15,-19 19 39 0,0 0-39 0,14-16 39 16,6 0-39-16,-20 16-109 0,0 0 109 0,11-14-109 16,0 3 109-16,-11 11-245 0,0 0 245 0,11-11-244 15,-5 6 244-15,10-9-653 0</inkml:trace>
          <inkml:trace contextRef="#ctx0" brushRef="#br1" timeOffset="40730.898">8328 4048 774 0,'0'0'0'0,"17"0"0"0,14 0 0 15,-31 0 85-15,0 0-85 0,13 5 86 0,-7-5-86 0,-6 0 74 16,0 0-74-16,6 0 75 0,-6 0-75 0,0 0 42 16,0 0-42-16,8-5 43 0,3-3-43 0,-11 8 9 15,0 0-9-15,19-11 10 16,1-8-10-16,-20 19 18 0,0 0-18 0,30-19 19 16,7-6-19-16,-37 25 1 0,0 0-1 0,36-22 1 15,0 0-1-15,-36 22-123 0,0 0 123 0,30-19-123 16,-5 3 123-16,-25 16-168 0,0 0 168 0,25-22-167 15,-2 0 167-15,24-19-391 0</inkml:trace>
          <inkml:trace contextRef="#ctx0" brushRef="#br1" timeOffset="40444.3052">8478 3721 796 0,'0'0'0'0,"-14"-17"0"16,-8-7 0-16,22 24 43 0,0 0-43 0,0 5 44 15,14 20-44-15,-14-25 38 0,0 0-38 0,8 19 38 16,4 3-38-16,-12-22-12 0,0 0 12 0,11 21-12 15,-9 1 12-15,-2-22-42 0,0 0 42 0,3 30-41 16,-3 8 41-16,0-38-44 0,0 0 44 0,-3 36-44 0,1-3 44 0,2-33-11 0,0 0 11 0,-9 30-11 31,4 0 11-31,5-30-23 0,0 0 23 0,-6 24-22 16,-2-2 22-16,8-22-105 0,0 0 105 0,-6 16-105 16,4-5 105-16,2-11-107 0,0 0 107 0,0 8-106 15,0-2 106-15,0 7-119 0</inkml:trace>
          <inkml:trace contextRef="#ctx0" brushRef="#br1" timeOffset="41181.3815">8784 3647 639 0,'0'0'0'0,"-3"14"0"15,-2 10 0-15,5-24 94 0,0 0-94 0,-3 14 94 0,3-3-94 16,0-11 64-16,0 0-64 0,3 11 64 0,-1-9-64 0,-2-2 34 0,0 0-34 0,3 9 34 0,3-1-34 16,-6-8 9-1,0 0-9-15,8 16 9 0,0 6-9 0,-8-22 35 16,0 0-35-16,6 22 35 0,0 0-35 0,-6-22 26 16,0 0-26-16,5 24 26 0,3 3-26 0,-8-27 25 15,0 0-25-15,6 28 26 0,0 2-26 0,-6-30 34 16,0 0-34-16,8 24 34 0,-8-5-34 0,0-19 30 15,0 0-30-15,3 17 30 0,0-7-30 0,-3-10 8 16,0 0-8-16,2 11 8 0,-2-5-8 0,0-6 0 0,0 0 0 16,0 0 0-16,0 0 0 0,0 0-37 0,0 0 37 15,0 0-36-15,-2-8 36 0,2 8-43 0,0 0 43 0,0-11-43 0,0 0 43 0,0 11-36 16,0 0 36-16,0-11-36 16,2 0 36-16,-2 11-27 0,0 0 27 0,6-11-27 15,-1 0 27-15,-5 11 0 0,0 0 0 0,9-8 0 16,5 0 0-16,-14 8 2 0,0 0-2 0,14-6 3 15,-1 4-3-15,-13 2 22 0,0 0-22 0,14 0 22 16,3 0-22-16,-17 0 22 0,0 0-22 0,14 5 23 16,5 6-23-16,-19-11 9 0,0 0-9 0,11 8 9 15,1 9-9-15,-12-17-1 0,0 0 1 0,11 10 0 16,3 7 0-16,-14-17-134 0,0 0 134 0,11 13-134 16,0 1 134-16,11 13-594 0</inkml:trace>
        </inkml:traceGroup>
        <inkml:traceGroup>
          <inkml:annotationXML>
            <emma:emma xmlns:emma="http://www.w3.org/2003/04/emma" version="1.0">
              <emma:interpretation id="{1E641242-0C0B-4FDA-9748-1612BEF49440}" emma:medium="tactile" emma:mode="ink">
                <msink:context xmlns:msink="http://schemas.microsoft.com/ink/2010/main" type="inkWord" rotatedBoundingBox="21440,12783 22947,12404 23050,12817 21544,13195"/>
              </emma:interpretation>
              <emma:one-of disjunction-type="recognition" id="oneOf2">
                <emma:interpretation id="interp10" emma:lang="en-US" emma:confidence="0">
                  <emma:literal>an</emma:literal>
                </emma:interpretation>
                <emma:interpretation id="interp11" emma:lang="en-US" emma:confidence="0">
                  <emma:literal>as</emma:literal>
                </emma:interpretation>
                <emma:interpretation id="interp12" emma:lang="en-US" emma:confidence="0">
                  <emma:literal>as,</emma:literal>
                </emma:interpretation>
                <emma:interpretation id="interp13" emma:lang="en-US" emma:confidence="0">
                  <emma:literal>as.</emma:literal>
                </emma:interpretation>
                <emma:interpretation id="interp14" emma:lang="en-US" emma:confidence="0">
                  <emma:literal>can,</emma:literal>
                </emma:interpretation>
              </emma:one-of>
            </emma:emma>
          </inkml:annotationXML>
          <inkml:trace contextRef="#ctx0" brushRef="#br1" timeOffset="41706.8258">9776 3655 639 0,'0'0'0'0,"-30"0"0"16,-18 0 0-16,48 0 88 0,0 0-88 0,-8 0 88 16,22 0-88-16,-14 0 74 0,0 0-74 0,5 0 74 15,6 0-74-15,-11 0 69 0,0 0-69 0,6 3 70 16,-3 0-70-16,-3-3 36 0,0 0-36 0,-3 11 37 16,-5 2-37-16,8-13 40 0,0 0-40 0,-14 25 41 15,-3 5-41-15,17-30 45 0,0 0-45 0,-17 30 46 16,1 2-46-16,16-32 74 0,0 0-74 0,-17 36 75 15,3 2-75-15,14-38 81 0,0 0-81 0,-14 35 82 16,9 1-82-16,5-36 92 0,0 0-92 0,0 30 92 0,5-3-92 16,-5-27 61-16,0 0-61 0,9 25 61 0,5-6-61 15,-14-19 32-15,0 0-32 0,19 13 33 0,6-2-33 0,-25-11-4 16,0 0 4-16,28 6-3 0,5-6 3 0,-33 0-70 16,0 0 70-16,34-17-69 0,2-4 69 0,-36 21-139 15,0 0 139-15,33-17-138 0,-2-2 138 0,32-16-1111 16</inkml:trace>
          <inkml:trace contextRef="#ctx0" brushRef="#br1" timeOffset="42013.1712">10121 3614 1087 0,'0'0'0'0,"-11"17"0"15,-9 7 0-15,20-24 136 0,0 0-136 0,-3 17 136 16,9-15-136-16,-6-2 78 0,0 0-78 0,14 8 78 16,5 1-78-16,-19-9 40 0,0 0-40 0,20 5 40 15,-1 1-40-15,-19-6-1 0,0 0 1 0,14 13 0 16,5 1 0-16,-19-14-14 0,0 0 14 0,17 16-13 0,-3 3 13 16,-14-19-90-16,0 0 90 0,17 19-90 15,-3 0 90-15,-14-19-149 0,0 0 149 0,11 17-148 16,-3-4 148-16,-8-13-175 0,0 0 175 0,3 11-174 15,0-2 174-15,5 10-453 0</inkml:trace>
          <inkml:trace contextRef="#ctx0" brushRef="#br1" timeOffset="42322.6752">10212 3568 1110 0,'0'0'0'0,"6"16"0"0,5 14 0 0,-11-30 155 0,0 0-155 15,17-5 155-15,-1-22-155 0,-16 27 105 0,0 0-105 16,20-19 106-16,-1-6-106 0,-19 25 48 0,0 0-48 16,28-22 48-16,3 0-48 0,-31 22 17 0,0 0-17 15,27-13 17-15,-2 2-17 0,-25 11 9 0,0 0-9 0,31-3 9 16,2 6-9-16,-33-3 9 0,0 0-9 0,31 5 10 15,-6 3-10-15,-25-8 24 0,0 0-24 0,25 11 25 16,0 6-25-16,-25-17-1 0,0 0 1 0,19 22 0 16,-2 2 0-16,-17-24-5 0,0 0 5 0,8 22-5 15,-2 0 5-15,-6-22-34 0,0 0 34 0,-3 27-33 16,-8 0 33-16,11-27-119 0,0 0 119 0,-19 27-119 16,-6 1 119-16,25-28-247 0,0 0 247 0,-31 30-246 15,-2-6 246-15,-28 31-657 0</inkml:trace>
          <inkml:trace contextRef="#ctx0" brushRef="#br1" timeOffset="42712.6023">10985 3459 1155 0,'0'0'0'0,"-17"0"0"0,-16 3 0 0,33-3 132 15,0 0-132-15,5 5 132 0,26 3-132 0,-31-8 86 16,0 0-86-16,22 3 86 16,3 2-86-16,-25-5 42 0,0 0-42 0,20 11 42 15,-1 3-42-15,-19-14 1 0,0 0-1 0,17 19 2 16,-3 3-2-16,-14-22-13 0,0 0 13 0,11 24-13 16,-3 1 13-16,-8-25-164 0,0 0 164 0,8 25-164 15,-5-12 164-15,-3-13-187 0,0 0 187 0,3 14-187 16,0-3 187-16,2 13-606 0</inkml:trace>
        </inkml:traceGroup>
      </inkml:traceGroup>
    </inkml:traceGroup>
    <inkml:traceGroup>
      <inkml:annotationXML>
        <emma:emma xmlns:emma="http://www.w3.org/2003/04/emma" version="1.0">
          <emma:interpretation id="{546BDCBE-F89E-4151-9E78-6800B8A1E3B8}" emma:medium="tactile" emma:mode="ink">
            <msink:context xmlns:msink="http://schemas.microsoft.com/ink/2010/main" type="paragraph" rotatedBoundingBox="23034,13932 26901,13748 26928,14322 23061,14506" alignmentLevel="3"/>
          </emma:interpretation>
        </emma:emma>
      </inkml:annotationXML>
      <inkml:traceGroup>
        <inkml:annotationXML>
          <emma:emma xmlns:emma="http://www.w3.org/2003/04/emma" version="1.0">
            <emma:interpretation id="{EE0D4EF1-8237-45AE-AEAE-A3BC69CC54B7}" emma:medium="tactile" emma:mode="ink">
              <msink:context xmlns:msink="http://schemas.microsoft.com/ink/2010/main" type="line" rotatedBoundingBox="23034,13932 26901,13748 26928,14322 23061,14506"/>
            </emma:interpretation>
          </emma:emma>
        </inkml:annotationXML>
        <inkml:traceGroup>
          <inkml:annotationXML>
            <emma:emma xmlns:emma="http://www.w3.org/2003/04/emma" version="1.0">
              <emma:interpretation id="{309D325D-7059-489B-9AD2-5957A1417B29}" emma:medium="tactile" emma:mode="ink">
                <msink:context xmlns:msink="http://schemas.microsoft.com/ink/2010/main" type="inkWord" rotatedBoundingBox="23443,13925 23540,14379 23099,14473 23002,14018"/>
              </emma:interpretation>
              <emma:one-of disjunction-type="recognition" id="oneOf3">
                <emma:interpretation id="interp15" emma:lang="en-US" emma:confidence="0">
                  <emma:literal>coo</emma:literal>
                </emma:interpretation>
                <emma:interpretation id="interp16" emma:lang="en-US" emma:confidence="0">
                  <emma:literal>C.</emma:literal>
                </emma:interpretation>
                <emma:interpretation id="interp17" emma:lang="en-US" emma:confidence="0">
                  <emma:literal>G.</emma:literal>
                </emma:interpretation>
                <emma:interpretation id="interp18" emma:lang="en-US" emma:confidence="0">
                  <emma:literal>.</emma:literal>
                </emma:interpretation>
                <emma:interpretation id="interp19" emma:lang="en-US" emma:confidence="0">
                  <emma:literal>oof</emma:literal>
                </emma:interpretation>
              </emma:one-of>
            </emma:emma>
          </inkml:annotationXML>
          <inkml:trace contextRef="#ctx0" brushRef="#br2" timeOffset="110693.7398">11318 4879 124 0,'0'0'0'0,"0"14"0"0,-2 11 0 0,2-25 55 16,0 0-55-16,0 8 56 0,0-16-56 0,0 8 53 0,0 0-53 16,0 0 53-16,-3-9-53 0,3 9 45 0,0 0-45 15,0 0 45-15,-6-8-45 0,6 8 43 0,0 0-43 0,0 0 44 16,-8-5-44-16,8 5 35 0,0 0-35 0,-8 0 35 15,-4 0-35-15,12 0 8 0,0 0-8 0,-11 5 9 16,-3-5-9-16,14 0 20 0,0 0-20 0,-11 3 20 16,0 2-20-16,11-5 8 0,0 0-8 0,-11 6 8 15,5-1-8-15,6-5 9 0,0 0-9 0,-13 6 9 16,4-1-9-16,9-5 15 0,0 0-15 0,-11 6 15 16,0-1-15-16,11-5 14 0,0 0-14 0,-8 8 15 15,-1-2-15-15,9-6 9 0,0 0-9 0,-5 8 9 16,5 3-9-16,0-11 9 0,0 0-9 0,-6 8 10 15,6 3-10-15,0-11 3 0,0 0-3 0,-3 13 4 16,3 4-4-16,0-17 19 0,0 0-19 0,-2 16 20 0,2-2-20 16,0-14 13-16,0 0-13 0,0 19 14 0,0 5-14 15,0-24 9-15,0 0-9 0,0 25 10 0,2-6-10 16,-2-19 10-16,0 0-10 0,3 22 10 0,3-3-10 0,-6-19 15 16,0 0-15-16,3 16 15 0,2 1-15 0,-5-17 3 15,0 0-3-15,3 16 4 0,2-2-4 0,-5-14 2 16,0 0-2-16,6 13 3 0,5 1-3 0,-11-14 1 15,0 0-1-15,3 11 2 0,2-3-2 0,-5-8 4 16,0 0-4-16,6 8 4 0,2 0-4 0,-8-8 12 16,0 0-12-16,11 6 12 0,3-1-12 0,-14-5 8 15,0 0-8-15,20 3 9 0,-3 0-9 0,-17-3 9 0,0 0-9 16,16 2 9-16,1-2-9 0,-17 0 8 0,0 0-8 16,17 3 8-16,-1-3-8 0,-16 0 3 0,0 0-3 15,17 3 4-15,-3 2-4 0,-14-5 6 0,0 0-6 0,16 0 6 16,4 0-6-16,-20 0 3 0,0 0-3 0,17-5 3 15,-1-1-3-15,-16 6 18 0,0 0-18 0,17-5 18 16,0-3-18-16,-17 8 14 0,0 0-14 0,16-6 15 16,-2-2-15-16,-14 8 25 0,0 0-25 0,14-11 26 15,0 0-26-15,-14 11 13 0,0 0-13 0,11-11 13 16,0-2-13-16,-11 13 10 0,0 0-10 0,11-17 11 16,-2-4-11-16,-9 21 17 0,0 0-17 0,11-19 17 15,-6-11-17-15,-5 30 8 0,0 0-8 0,3-25 8 16,-3 6-8-16,0 19 9 0,0 0-9 0,-3-25 9 15,1 6-9-15,2 19 3 0,0 0-3 0,-3-19 4 16,-8-3-4-16,11 22 12 0,0 0-12 0,-9-19 12 0,-2 3-12 16,11 16 3-16,0 0-3 0,-11-16 4 0,0-1-4 15,11 17 6-15,0 0-6 0,-11-13 6 0,0-1-6 16,11 14 13-16,0 0-13 0,-11-11 14 0,-3 6-14 0,14 5 1 16,0 0-1-16,-14-8 1 0,-3 5-1 0,17 3 0 15,0 0 0-15,-17 0 0 0,-5 5 0 0,22-5 3 16,0 0-3-16,-19 8 3 0,-1 1-3 0,20-9 1 15,0 0-1-15,-16 13 2 0,-1 1-2 0,17-14 10 16,0 0-10-16,-17 19 11 0,1 5-11 0,16-24 15 16,0 0-15-16,-14 25 16 0,0 2-16 0,14-27 8 15,0 0-8-15,-8 30 9 0,5 3-9 0,3-33 16 0,0 0-16 16,0 25 17-16,0-1-17 0,0-24 14 0,0 0-14 16,3 16 15-16,5 1-15 0,-8-17-4 0,0 0 4 15,8 16-3-15,1-10 3 0,-9-6-14 0,0 0 14 16,11 8-13-16,0-3 13 0,-11-5-10 0,0 0 10 0,16 6-10 15,-4-6 10-15,-12 0-10 0,0 0 10 0,22-6-10 16,3-2 10-16,-25 8-15 0,0 0 15 0,22-8-15 16,0-3 15-16,-22 11-23 0,0 0 23 0,25-14-22 15,0-2 22-15,-25 16-4 0,0 0 4 0,22-16-3 16,1-3 3-16,-23 19-14 0,0 0 14 0,16-17-13 16,1 4 13-16,-17 13-25 0,0 0 25 0,11-14-24 15,-2 3 24-15,-9 11-30 0,0 0 30 0,5-11-30 16,-5 3 30-16,0 8-37 0,0 0 37 0,-3-14-37 15,-2 3 37-15,5 11-8 0,0 0 8 0,-14-13-8 16,0 5 8-16,14 8-38 0,0 0 38 0,-22-3-37 0,-6-5 37 16,28 8-53-16,0 0 53 0,-22 0-52 0,-6 0 52 15,28 0-58-15,0 0 58 0,-20 8-58 0,-5-5 58 16,25-3-17-16,0 0 17 0,-19 5-16 0,2 3 16 16,17-8-1-16,0 0 1 0,-14 11-1 0,1 3 1 15,13-14 0-15,0 0 0 0,-12 13 0 0,-1 6 0 0,13-19 1 16,0 0-1-16,-9 11 2 0,1 3-2 0,8-14 5 15,0 0-5-15,-3 16 6 0,-5 1-6 0,8-17 3 16,0 0-3-16,-3 16 4 0,6 0-4 0,-3-16 6 16,0 0-6-16,3 14 6 0,5 0-6 0,-8-14 3 15,0 0-3-15,8 11 3 0,6-3-3 0,-14-8-7 16,0 0 7-16,14 5-7 0,5 1 7 0,-19-6-2 16,0 0 2-16,20 0-1 0,2-6 1 0,-22 6 0 0,0 0 0 15,14-3 1-15,5 1-1 0,-19 2 0 0,0 0 0 16,14-6 0-16,-5-2 0 0,-9 8-15 0,0 0 15 15,8-11-15-15,0 0 15 0,-8 11-46 0,0 0 46 0,9-13-45 16,-7-1 45-16,-2 14-50 0,0 0 50 0,3-24-50 16,0-1 50-16,-3 25-38 0,0 0 38 0,0-25-37 15,-3 1 37-15,3 24-5 0,0 0 5 0,-5-25-5 16,-4 1 5-16,9 24-20 0,0 0 20 0,-11-25-19 16,-3 3 19-16,14 22-21 0,0 0 21 0,-14-19-21 15,1 3 21-15,13 16-15 0,0 0 15 0,-17-14-14 16,0 4 14-16,17 10-10 0,0 0 10 0,-16-9-10 15,-1 4 10-15,17 5-5 0,0 0 5 0,-17-3-4 16,3 3 4-16,14 0-1 0,0 0 1 0,-16 3 0 16,2 5 0-16,14-8 0 0,0 0 0 0,-14 14 0 15,3-1 0-15,11-13 0 0,0 0 0 0,-11 22 1 0,-1 8-1 16,12-30 1-16,0 0-1 0,-8 27 1 0,0 3-1 16,8-30 1-16,0 0-1 0,-6 30 1 0,3 3-1 0,3-33 3 15,0 0-3-15,-5 36 3 0,10-9-3 0,-5-27 11 16,0 0-11-16,0 27 11 0,0-2-11 0,0-25 15 15,0 0-15-15,6 27 16 0,2-3-16 0,-8-24 15 16,0 0-15-16,9 22 16 0,2-5-16 0,-11-17 16 16,0 0-16-16,14 10 17 0,-6 1-17 0,-8-11 1 15,0 0-1-15,14 3 1 0,0 0-1 0,-14-3 1 16,0 0-1-16,17 0 1 0,2-6-1 0,-19 6 3 16,0 0-3-16,19-5 4 0,1-6-4 0,-20 11 2 0,0 0-2 15,22-8 2-15,-2-6-2 0,-20 14 0 0,0 0 0 16,16-11 0-16,1 0 0 0,-17 11-1 0,0 0 1 15,11-11-1-15,-3 3 1 0,-8 8-10 0,0 0 10 0,9-11-9 16,-7 0 9-16,-2 11-34 0,0 0 34 0,3-16-34 16,-3-3 34-16,0 19-2 0,0 0 2 0,0-16-1 15,-3 2 1-15,3 14-21 0,0 0 21 0,-8-19-21 16,-3 3 21-16,11 16-44 0,0 0 44 0,-14-14-43 16,0-2 43-16,14 16-8 0,0 0 8 0,-14-17-7 15,-2 1 7-15,16 16-3 0,0 0 3 0,-20-16-3 16,1 2 3-16,19 14-2 0,0 0 2 0,-20-11-2 15,6 3 2-15,14 8 1 0,0 0-1 0,-22 0 1 16,6 0-1-16,16 0 1 0,0 0-1 0,-17 5 2 16,0 6-2-16,17-11 0 0,0 0 0 0,-14 11 0 0,3 3 0 15,11-14 0-15,0 0 0 0,-11 22 0 0,0 8 0 16,11-30 1-16,0 0-1 0,-6 21 1 0,6 1-1 16,0-22-4-16,0 0 4 0,3 19-3 0,5-2 3 0,-2 13-128 15</inkml:trace>
        </inkml:traceGroup>
        <inkml:traceGroup>
          <inkml:annotationXML>
            <emma:emma xmlns:emma="http://www.w3.org/2003/04/emma" version="1.0">
              <emma:interpretation id="{9CB32DEB-C77F-489F-B0B6-341DD580F8C4}" emma:medium="tactile" emma:mode="ink">
                <msink:context xmlns:msink="http://schemas.microsoft.com/ink/2010/main" type="inkWord" rotatedBoundingBox="24030,13936 25663,13847 25691,14372 24059,14460"/>
              </emma:interpretation>
              <emma:one-of disjunction-type="recognition" id="oneOf4">
                <emma:interpretation id="interp20" emma:lang="en-US" emma:confidence="0">
                  <emma:literal>0800</emma:literal>
                </emma:interpretation>
                <emma:interpretation id="interp21" emma:lang="en-US" emma:confidence="0">
                  <emma:literal>@oo</emma:literal>
                </emma:interpretation>
                <emma:interpretation id="interp22" emma:lang="en-US" emma:confidence="0">
                  <emma:literal>08.0</emma:literal>
                </emma:interpretation>
                <emma:interpretation id="interp23" emma:lang="en-US" emma:confidence="0">
                  <emma:literal>.80</emma:literal>
                </emma:interpretation>
                <emma:interpretation id="interp24" emma:lang="en-US" emma:confidence="0">
                  <emma:literal>080</emma:literal>
                </emma:interpretation>
              </emma:one-of>
            </emma:emma>
          </inkml:annotationXML>
          <inkml:trace contextRef="#ctx0" brushRef="#br2" timeOffset="112493.4621">12313 4901 617 0,'0'0'0'15,"0"0"0"-15,0 0 0 0,0 0 63 0,0 0-63 0,-5 0 63 16,-4 6-63-16,9-6-100 0,0 0 100 0,-11 8-100 16,0 5 100-16,11-13-33 0,0 0 33 0,-11 14-32 15,-3 0 32-15,14-14-41 0,0 0 41 0,-17 19-41 16,-2 5 41-16,19-24-40 0,0 0 40 0,-17 25-39 15,-2-6 39-15,19-19-20 0,0 0 20 0,-14 24-20 16,0 1 20-16,14-25-2 0,0 0 2 0,-8 25-2 16,2-4 2-16,6-21 11 0,0 0-11 0,0 28 11 15,8 2-11-15,-8-30 64 0,0 0-64 0,9 24 64 16,5 1-64-16,-14-25 77 0,0 0-77 0,19 19 77 16,3 5-77-16,-22-24 73 0,0 0-73 0,25 17 73 0,6-1-73 15,-31-16 56-15,0 0-56 0,28 16 57 0,-1-10-57 16,-27-6 58-16,0 0-58 0,25 8 58 0,-5-5-58 15,-20-3 33-15,0 0-33 0,22 2 34 0,3-4-34 0,-25 2 16 16,0 0-16-16,20-8 17 0,-1-1-17 0,-19 9 6 16,0 0-6-16,22-24 6 0,1-12-6 0,-23 36 15 15,0 0-15-15,19-32 15 0,0-7-15 0,-19 39 14 16,0 0-14-16,12-35 15 0,-4-6-15 0,-8 41 8 16,0 0-8-16,5-33 9 0,-2 3-9 0,-3 30 9 15,0 0-9-15,0-27 10 0,-3 5-10 0,3 22 8 16,0 0-8-16,-8-24 8 0,-3 5-8 0,11 19 1 0,0 0-1 15,-11-22 1-15,3 8-1 0,8 14 0 0,0 0 0 16,-14-11 1-16,-3 3-1 0,17 8 0 0,0 0 0 16,-19-2 1-16,-4 2-1 0,23 0-1 0,0 0 1 0,-22 8 0 15,-3 5 0-15,25-13-3 0,0 0 3 0,-22 19-3 16,-3 3 3-16,25-22-6 0,0 0 6 0,-20 25-6 16,4-1 6-16,16-24-8 0,0 0 8 0,-11 30-8 15,2 8 8-15,9-38 0 0,0 0 0 0,-5 28 0 16,5 2 0-16,0-30 10 0,0 0-10 0,5 27 11 15,-2-3-11-15,-3-24 35 0,0 0-35 0,8 22 35 16,6-3-35-16,-14-19 19 0,0 0-19 0,14 17 20 16,6-9-20-16,-20-8 36 0,0 0-36 0,22 5 36 15,0-5-36-15,-22 0 6 0,0 0-6 0,28-13 7 16,2-12-7-16,-30 25 18 0,0 0-18 0,28-30 19 0,3-8-19 16,-31 38 3-16,0 0-3 0,25-41 4 0,0 0-4 15,-25 41 13-15,0 0-13 0,19-41 13 0,1 0-13 16,-20 41 1-16,0 0-1 0,14-38 1 0,-6 0-1 0,-8 38 0 15,0 0 0-15,5-30 0 0,-2 6 0 0,-3 24-6 16,0 0 6-16,0-19-5 0,-3 5 5 0,3 14-9 16,0 0 9-16,-8-6-9 0,-6 6 9 0,14 0-16 15,0 0 16-15,-19 14-15 0,-9 5 15 0,28-19-9 0,0 0 9 16,-28 25-8-16,3 5 8 0,25-30-9 16,0 0 9-16,-33 32-9 0,2 1 9 0,31-33-4 0,0 0 4 0,-28 33-3 15,1-3 3-15,27-30 0 16,0 0 0-16,-23 27 0 0,4 0 0 0,19-27 0 0,0 0 0 15,-14 22 1-15,9-5-1 0,5-17 3 0,0 0-3 16,-9 10 4-16,9-1-4 0,0-9 13 0,0 0-13 0,14 5 14 16,8-10-14-16,-22 5 1 0,0 0-1 0,25-11 1 15,9-6-1-15,-34 17 1 0,0 0-1 0,27-16 1 16,7-9-1-16,-34 25 0 0,0 0 0 0,25-24 1 16,5-6-1-16,-30 30 6 0,0 0-6 0,25-25 7 15,-8 1-7-15,-17 24 8 0,0 0-8 0,17-19 8 16,-12 2-8-16,-5 17-1 0,0 0 1 0,3-16-1 0,-3 2 1 15,0 14-27-15,0 0 27 0,-3-13-27 16,-2-1 27-16,5 14-21 0,0 0 21 0,-20-8-21 16,-2 0 21-16,22 8-36 0,0 0 36 0,-25-3-35 15,-8 0 35-15,33 3-13 0,0 0 13 0,-31 3-12 16,3 3 12-16,28-6-6 0,0 0 6 0,-30 8-6 16,5 3 6-16,25-11-1 0,0 0 1 0,-25 11-1 0,8 2 1 15,17-13 5-15,0 0-5 0,-14 14 5 0,3-1-5 16,11-13 9-16,0 0-9 0,-8 17 10 0,2-4-10 0,6-13 25 0,0 0-25 0,-5 17 26 15,5-4-26-15,0-13 20 0,0 0-20 0,0 14 20 16,5 2-20-16,-5-16 4 16,0 0-4-16,3 11 5 0,5 3-5 0,-8-14 3 15,0 0-3-15,11 14 4 0,6-1-4 0,-17-13 2 16,0 0-2-16,17 8 3 0,-1-2-3 0,-16-6 16 16,0 0-16-16,17 0 17 0,-3-3-17 0,-14 3 7 15,0 0-7-15,19-14 8 0,6-7-8 0,-25 21 16 16,0 0-16-16,17-17 17 0,0 6-17 0,-17 11-1 0,0 0 1 15,8-16-1-15,1 8 1 0,-9 8-35 0,0 0 35 16,5-17-34-16,-2 4 34 0,-3 13-19 0,0 0 19 16,0-14-18-16,-3 1 18 0,3 13-31 0,0 0 31 15,-5-14-31-15,-7-2 31 0,12 16-20 0,0 0 20 0,-11-17-19 16,0-2 19-16,11 19-18 0,0 0 18 0,-17-16-18 16,-2-1 18-16,19 17-40 0,0 0 40 0,-14-10-40 15,-3-1 40-15,17 11-71 0,0 0 71 0,-16-6-70 16,-1 1 70-16,17 5-108 0,0 0 108 0,-17-3-107 15,4 3 107-15,13 0-103 0,0 0 103 0,-14 8-103 16,0 9 103-16,-14 2-308 0</inkml:trace>
          <inkml:trace contextRef="#ctx0" brushRef="#br2" timeOffset="113050.0421">13569 4877 1356 0,'0'0'0'0,"0"0"-407"16,0 0 407-16,-3-14-406 0,1-8 406 0,-10-11-246 16</inkml:trace>
          <inkml:trace contextRef="#ctx0" brushRef="#br2" timeOffset="114130.5985">13433 4852 281 0,'0'0'0'15,"6"6"0"-15,2-6 0 0,-8 0 8 0,0 0-8 0,-11 10 8 0,-9 7-8 16,20-17 13-16,0 0-13 16,-25 19 14-16,0 3-14 0,25-22 12 0,0 0-12 15,-16 19 13-15,-7 3-13 0,23-22 5 0,0 0-5 16,-11 21 6-16,-3-2-6 0,14-19 0 0,0 0 0 0,-5 30 1 16,8 9-1-16,-3-39 3 0,0 0-3 0,5 30 3 15,6 0-3-15,-11-30 35 0,0 0-35 0,17 30 36 16,11 0-36-16,-28-30 40 0,0 0-40 0,22 24 40 15,0-5-40-15,-22-19 39 0,0 0-39 0,22 17 40 16,1-7-40-16,-23-10 35 0,0 0-35 0,22 9 35 16,3-7-35-16,-25-2 24 0,0 0-24 0,28-2 25 15,-1-7-25-15,-27 9 40 0,0 0-40 0,31-13 41 16,5-9-41-16,-36 22 13 0,0 0-13 0,28-22 14 16,3-5-14-16,-31 27 22 0,0 0-22 0,22-33 22 15,0-2-22-15,-22 35 8 0,0 0-8 0,17-33 8 0,-3 3-8 16,-14 30 25-16,0 0-25 0,8-27 26 0,-3-3-26 15,-5 30 6-15,0 0-6 0,-2-27 6 0,-4-1-6 16,6 28 25-16,0 0-25 0,-14-24 26 0,-2 2-26 0,16 22 12 16,0 0-12-16,-28-22 13 0,-6 3-13 0,34 19 5 15,0 0-5-15,-33-11 5 0,-3 3-5 0,36 8 1 16,0 0-1-16,-39 0 1 0,-5 5-1 0,44-5 2 16,0 0-2-16,-39 9 3 0,5 4-3 0,34-13 1 15,0 0-1-15,-33 17 2 0,2 7-2 0,31-24 9 16,0 0-9-16,-25 19 9 0,3 6-9 0,22-25 33 15,0 0-33-15,-14 30 33 0,-2-6-33 0,16-24 17 16,0 0-17-16,-6 36 17 0,9 5-17 0,-3-41 42 0,0 0-42 16,5 32 42-16,9-2-42 0,-14-30 13 0,0 0-13 15,25 28 14-15,9 2-14 0,-34-30 22 0,0 0-22 16,27 16 22-16,4-2-22 0,-31-14-2 0,0 0 2 16,31 5-1-16,-6-5 1 0,-25 0-1 0,0 0 1 0,27-5-1 15,4-1 1-15,-31 6-5 0,0 0 5 0,28-22-4 16,2-2 4-16,-30 24-33 0,0 0 33 0,22-27-32 15,-2-6 32-15,-20 33-1 0,0 0 1 0,11-30-1 16,-3-3 1-16,-8 33-2 0,0 0 2 0,3-35-2 16,-3-4 2-16,0 39-6 0,0 0 6 0,-5-32-5 15,-4-1 5-15,9 33-21 0,0 0 21 0,-11-27-21 16,-11 0 21-16,22 27-43 0,0 0 43 0,-17-20-43 16,-2 4 43-16,19 16-49 0,0 0 49 0,-22-8-49 15,-3 2 49-15,25 6-37 0,0 0 37 0,-25 6-37 16,-3 8 37-16,28-14-10 0,0 0 10 0,-22 19-10 15,-1 11 10-15,23-30-8 0,0 0 8 0,-16 32-7 0,2 9 7 16,14-41 0-16,0 0 0 0,-9 38 0 0,7-2 0 16,2-36 6-16,0 0-6 0,0 33 6 0,5-1-6 0,-5-32 16 15,0 0-16-15,6 25 17 0,2-3-17 0,-8-22 4 16,0 0-4-16,11 13 4 0,6-5-4 0,-17-8 22 16,0 0-22-16,22 0 22 0,6-8-22 0,-28 8 6 15,0 0-6-15,28-16 7 0,11-9-7 0,-39 25-4 16,0 0 4-16,33-27-3 0,-3-6 3 0,-30 33-66 15,0 0 66-15,28-35-66 0,-3-1 66 0,-25 36-60 16,0 0 60-16,23-35-59 0,-1-3 59 0,-22 38-19 0,0 0 19 0,14-33-18 16,-6 3 18-16,-8 30-35 0,0 0 35 15,6-22-34-15,-4 3 34 0,-2 19-42 0,0 0 42 16,-2-13-41-16,-4 4 41 0,6 9-55 0,0 0 55 16,-17 6-54-16,-8 5 54 0,25-11-38 0,0 0 38 15,-27 19-38-15,-7 5 38 0,34-24-2 0,0 0 2 0,-28 28-2 16,3 7 2-16,25-35 3 0,0 0-3 0,-22 27 4 15,5 3-4-15,17-30 15 0,0 0-15 0,-13 28 16 16,4-4-16-16,9-24 18 0,0 0-18 0,-8 19 19 16,5-5-19-16,3-14 15 0,0 0-15 0,-3 11 16 0,6-6-16 0,-3-5 57 15,0 0-57-15,3 6 57 16,0-6-57-16,-3 0 56 0,0 0-56 0,5-3 57 16,1-5-57-16,-6 8 45 0,0 0-45 0,5-11 45 15,4-3-45-15,-9 14 32 0,0 0-32 0,5-16 33 16,4-3-33-16,-9 19-26 0,0 0 26 0,5-17-25 0,-2-2 25 0,-3 19-86 15,0 0 86-15,3-16-85 0,-3 2 85 16,0 14-105-16,0 0 105 0,0-10-105 0,0 1 105 16,0-10-225-16</inkml:trace>
        </inkml:traceGroup>
        <inkml:traceGroup>
          <inkml:annotationXML>
            <emma:emma xmlns:emma="http://www.w3.org/2003/04/emma" version="1.0">
              <emma:interpretation id="{44139F91-E1A6-40F3-A9C0-8AE27AC6723D}" emma:medium="tactile" emma:mode="ink">
                <msink:context xmlns:msink="http://schemas.microsoft.com/ink/2010/main" type="inkWord" rotatedBoundingBox="26390,14185 26671,13690 27058,13910 26777,14405"/>
              </emma:interpretation>
              <emma:one-of disjunction-type="recognition" id="oneOf5">
                <emma:interpretation id="interp25" emma:lang="en-US" emma:confidence="0">
                  <emma:literal>oo</emma:literal>
                </emma:interpretation>
                <emma:interpretation id="interp26" emma:lang="en-US" emma:confidence="0">
                  <emma:literal>oof</emma:literal>
                </emma:interpretation>
                <emma:interpretation id="interp27" emma:lang="en-US" emma:confidence="0">
                  <emma:literal>ooo</emma:literal>
                </emma:interpretation>
                <emma:interpretation id="interp28" emma:lang="en-US" emma:confidence="0">
                  <emma:literal>t.</emma:literal>
                </emma:interpretation>
                <emma:interpretation id="interp29" emma:lang="en-US" emma:confidence="0">
                  <emma:literal>.</emma:literal>
                </emma:interpretation>
              </emma:one-of>
            </emma:emma>
          </inkml:annotationXML>
          <inkml:trace contextRef="#ctx0" brushRef="#br2" timeOffset="115001.6663">14925 4691 718 0,'0'0'0'0,"-16"14"0"0,-9 8 0 0,25-22 0 16,0 0 0-16,-9-3 0 0,6-11 0 0,3 14-102 15,0 0 102-15,-2-8-102 0,2-3 102 0,0 11-89 16,0 0 89-16,-6-5-88 0,-2-3 88 0,-6-6-171 16</inkml:trace>
          <inkml:trace contextRef="#ctx0" brushRef="#br2" timeOffset="115963.3993">14647 4800 337 0,'0'0'0'16,"0"8"0"-16,0 6 0 0,0-14 95 0,0 0-95 16,-11 30 95-16,-3 3-95 0,14-33 72 0,0 0-72 0,-14 33 72 0,1 2-72 0,13-35 60 15,0 0-60-15,-9 38 61 0,4 6-61 0,5-44 68 16,0 0-68-16,0 38 68 0,5-5-68 0,-5-33 69 15,0 0-69-15,14 30 69 0,11-6-69 0,-25-24 76 16,0 0-76-16,22 22 77 16,-2-6-77-16,-20-16 67 0,0 0-67 0,22 14 68 15,0-6-68-15,-22-8 43 0,0 0-43 0,34 3 44 16,7-6-44-16,-41 3-18 0,0 0 18 0,34-5-18 16,-1-6 18-16,-33 11-29 0,0 0 29 0,31-8-29 15,-1-12 29-15,-30 20-15 0,0 0 15 0,28-19-14 0,-6-5 14 16,-22 24-22-16,0 0 22 0,20-25-22 15,-7 1 22-15,-13 24-14 0,0 0 14 0,12-27-13 16,-12-6 13-16,0 33-10 0,0 0 10 0,-6-30-10 0,-2 0 10 16,8 30-10-16,0 0 10 0,-14-30-9 0,-3 0 9 0,17 30-8 15,0 0 8-15,-22-27-8 0,-6-3 8 16,28 30 0-16,0 0 0 0,-25-25 0 0,3 6 0 0,22 19-1 16,0 0 1-16,-25-14 0 0,0 3 0 0,25 11-31 15,0 0 31-15,-28-2-31 0,0 2 31 0,28 0-17 16,0 0 17-16,-30 11-16 0,2 5 16 0,28-16-7 0,0 0 7 0,-28 19-6 15,0 0 6-15,28-19-2 16,0 0 2-16,-25 25-1 0,3-1 1 0,22-24 9 16,0 0-9-16,-14 25 9 0,9-3-9 0,5-22 29 15,0 0-29-15,0 24 29 0,2 3-29 0,-2-27 20 16,0 0-20-16,12 25 20 0,1-1-20 0,-13-24 18 0,0 0-18 16,17 20 18-16,5-4-18 0,-22-16 9 0,0 0-9 15,20 14 10-15,5-4-10 0,-25-10 17 0,0 0-17 16,28 6 17-16,-1-3-17 0,-27-3 14 0,0 0-14 0,31 2 15 15,-1-2-15-15,-30 0 1 0,0 0-1 0,28-5 1 16,0-6-1-16,-28 11 0 0,0 0 0 0,25-16 0 16,-3-6 0-16,-22 22-5 0,0 0 5 0,20-22-4 15,-4-3 4-15,-16 25-9 0,0 0 9 0,12-21-8 16,-7-4 8-16,-5 25 0 0,0 0 0 0,3-22 0 16,-6-2 0-16,3 24-1 0,0 0 1 0,-8-25-1 15,-3-2 1-15,11 27-3 0,0 0 3 0,-17-22-3 16,-5 3 3-16,22 19-11 0,0 0 11 0,-28-14-11 15,-3 6 11-15,31 8-16 0,0 0 16 0,-33 0-15 16,0 8 15-16,33-8-16 0,0 0 16 0,-31 9-15 16,6 7 15-16,25-16-2 0,0 0 2 0,-25 19-1 0,6 6 1 15,19-25-1-15,0 0 1 0,-17 24-1 16,6 3 1-16,11-27 0 0,0 0 0 0,-6 30 0 0,6 0 0 16,0-30-1-16,0 0 1 0,0 28 0 0,6-1 0 15,-6-27 0-15,0 0 0 0,5 24 0 0,4-2 0 16,-9-22 12-16,0 0-12 0,14 17 12 0,0-1-12 0,-14-16 34 15,0 0-34-15,16 5 34 0,4 1-34 0,-20-6 11 16,0 0-11-16,22 0 11 0,3-8-11 0,-25 8 2 16,0 0-2-16,19-8 3 0,1-3-3 0,-20 11 0 15,0 0 0-15,14-19 1 0,0-6-1 0,-14 25-14 16,0 0 14-16,8-25-13 0,0-2 13 0,-8 27-29 16,0 0 29-16,3-27-29 0,0 0 29 0,-3 27-20 0,0 0 20 15,-3-28-20-15,0 1 20 0,3 27-18 0,0 0 18 16,-11-30-18-16,3 6 18 0,8 24-26 0,0 0 26 0,-11-14-26 15,0-2 26-15,11 16-21 0,0 0 21 0,-20-3-21 16,-2 8 21-16,22-5-5 0,0 0 5 0,-25 14-4 16,-3 0 4-16,28-14-4 0,0 0 4 0,-30 24-3 15,-1 9 3-15,31-33 0 0,0 0 0 0,-25 30 0 16,3 3 0-16,22-33 0 0,0 0 0 0,-17 27 0 16,9 3 0-16,8-30-40 0,0 0 40 0,-9 19-39 15,7-3 39-15,2-16-115 0,0 0 115 0,0 17-115 16,5-6 115-16,1 16-461 0</inkml:trace>
        </inkml:traceGroup>
      </inkml:traceGroup>
    </inkml:traceGroup>
    <inkml:traceGroup>
      <inkml:annotationXML>
        <emma:emma xmlns:emma="http://www.w3.org/2003/04/emma" version="1.0">
          <emma:interpretation id="{3C857C7B-C344-44F5-88D0-ED5F208118E2}" emma:medium="tactile" emma:mode="ink">
            <msink:context xmlns:msink="http://schemas.microsoft.com/ink/2010/main" type="paragraph" rotatedBoundingBox="23061,14337 26830,14367 26826,14832 23057,14801" alignmentLevel="3"/>
          </emma:interpretation>
        </emma:emma>
      </inkml:annotationXML>
      <inkml:traceGroup>
        <inkml:annotationXML>
          <emma:emma xmlns:emma="http://www.w3.org/2003/04/emma" version="1.0">
            <emma:interpretation id="{7291AA1D-4921-417C-AC2B-1104D33F6D34}" emma:medium="tactile" emma:mode="ink">
              <msink:context xmlns:msink="http://schemas.microsoft.com/ink/2010/main" type="line" rotatedBoundingBox="23061,14337 26830,14367 26826,14832 23057,14801"/>
            </emma:interpretation>
          </emma:emma>
        </inkml:annotationXML>
        <inkml:traceGroup>
          <inkml:annotationXML>
            <emma:emma xmlns:emma="http://www.w3.org/2003/04/emma" version="1.0">
              <emma:interpretation id="{D7A86507-EB0A-4BA0-AA60-3148D036C7E7}" emma:medium="tactile" emma:mode="ink">
                <msink:context xmlns:msink="http://schemas.microsoft.com/ink/2010/main" type="inkWord" rotatedBoundingBox="23050,14706 23153,14321 23342,14371 23239,14756"/>
              </emma:interpretation>
              <emma:one-of disjunction-type="recognition" id="oneOf6">
                <emma:interpretation id="interp30" emma:lang="en-US" emma:confidence="0">
                  <emma:literal>h</emma:literal>
                </emma:interpretation>
                <emma:interpretation id="interp31" emma:lang="en-US" emma:confidence="0">
                  <emma:literal>{</emma:literal>
                </emma:interpretation>
                <emma:interpretation id="interp32" emma:lang="en-US" emma:confidence="0">
                  <emma:literal>2</emma:literal>
                </emma:interpretation>
                <emma:interpretation id="interp33" emma:lang="en-US" emma:confidence="0">
                  <emma:literal>k</emma:literal>
                </emma:interpretation>
                <emma:interpretation id="interp34" emma:lang="en-US" emma:confidence="0">
                  <emma:literal>L</emma:literal>
                </emma:interpretation>
              </emma:one-of>
            </emma:emma>
          </inkml:annotationXML>
          <inkml:trace contextRef="#ctx0" brushRef="#br1" timeOffset="123455.0117">11310 5247 91 0,'0'0'0'0,"0"0"0"0,0 0 0 16,0 0 34-16,0 0-34 0,0 0 35 0,0 0-35 16,0 0 12-16,0 0-12 0,0 0 12 0,0 0-12 15,0 0 13-15,0 0-13 0,0 0 13 0,0 0-13 0,0 0 18 16,0 0-18-16,0 0 18 0,0 0-18 0,0 0 7 15,0 0-7-15,0 0 8 0,0 0-8 0,0 0 45 16,0 0-45-16,0 0 45 0,0 0-45 0,0 0 42 16,0 0-42-16,0 0 42 0,3 28-42 0,-3-28 35 15,0 0-35-15,0 13 35 0,3 4-35 0,-3-17 16 16,0 0-16-16,0 13 17 0,0-2-17 0,0-11 13 16,0 0-13-16,-3 11 13 0,0 0-13 0,3-11 9 0,0 0-9 15,-3 11 10-15,3-6-10 0,0-5 8 0,0 0-8 16,-3 6 8-16,3-1-8 0,0-5 15 0,0 0-15 15,-2 8 15-15,-1-8-15 0,3 0 22 0,0 0-22 0,-3 6 23 16,3-3-23-16,0-3 14 0,0 0-14 0,0 5 15 16,0 1-15-16,0-6 5 0,0 0-5 0,-5 5 5 15,2 0-5-15,3-5 3 0,0 0-3 0,-3 6 4 16,3-1-4-16,0-5 2 0,0 0-2 0,-3 8 2 16,3-5-2-16,0-3 0 0,0 0 0 0,-3 6 0 15,3-4 0-15,0-2 3 0,0 0-3 0,0 0 3 16,-2 6-3-16,2-6 6 0,0 0-6 0,0 0 7 15,0 0-7-15,0 0 8 0,0 0-8 0,0 0 8 16,0 8-8-16,0-8 1 0,0 0-1 0,0 0 1 16,0 0-1-16,0 0 0 0,0 0 0 0,0 0 0 15,0 0 0-15,0 0 2 0,0 0-2 0,0 0 2 0,0 0-2 16,0 0 0-16,0 0 0 0,0 0 0 0,0 0 0 16,0 0 1-16,0 0-1 0,0 0 2 0,0 0-2 15,0 0 1-15,0 0-1 0,0 0 2 0,0 0-2 0,0 0 0 16,0 0 0-16,0 0 0 0,0 0 0 0,0 0 0 15,0 0 0-15,0 0 0 0,0 0 0 0,0 0 3 16,0 0-3-16,0 0 3 0,0 3-3 0,0-3 6 16,0 0-6-16,0 0 7 0,0 0-7 0,0 0 15 15,0 0-15-15,0 0 15 0,0 0-15 0,0 0 44 16,0 0-44-16,0 0 45 0,0 5-45 0,0-5 37 16,0 0-37-16,0 0 37 0,0 6-37 0,0-6 34 0,0 0-34 15,0 0 34-15,0 0-34 0,0 0 34 0,0 0-34 16,0 0 34-16,0 0-34 0,0 0 32 0,0 0-32 15,0 0 32-15,0 0-32 0,0 0 38 0,0 0-38 16,0 0 38-16,0 5-38 0,0-5 23 0,0 0-23 0,0 0 24 16,0 6-24-16,0-6 35 0,0 0-35 0,0 0 36 15,0 0-36-15,0 0 13 0,0 0-13 0,0 0 13 16,0 0-13-16,0 0 30 0,0 0-30 0,0 0 30 16,0 0-30-16,0 0 18 0,0 0-18 0,0 0 19 15,0 0-19-15,0 0 18 0,0 0-18 0,0 0 18 16,0 0-18-16,0 0 40 0,0 0-40 0,0 0 40 15,0 0-40-15,0 0 31 0,0 0-31 0,0 0 31 16,0 0-31-16,0 0 38 0,0 0-38 0,0 0 38 16,0 0-38-16,0 0 33 0,0 0-33 0,0 0 34 15,0 0-34-15,0 0 8 0,0 0-8 0,0 0 8 16,0 0-8-16,0 0 30 0,0 0-30 0,0 0 30 16,0 0-30-16,0 0-60 0,0 0 60 0,0 0-60 0,0 0 60 15,0 0-51-15,0 0 51 0,0 0-50 0,0 0 50 16,0 0-40-16,0 0 40 0,0 0-39 0,0 0 39 15,0 0-32-15,0 0 32 0,0 0-32 0,0 0 32 0,0 0-22 16,0 0 22-16,0 0-22 0,0 0 22 0,0 0-26 16,0 0 26-16,0 0-25 0,0 0 25 0,0 0-15 15,0 0 15-15,0 0-14 0,0 0 14 0,0 0-19 16,0 0 19-16,0 0-18 0,0 0 18 0,0 0-4 16,0 0 4-16,0 0-3 0,0 0 3 0,0 0-3 15,0 0 3-15,0 0-3 0,0 0 3 0,0 0 0 16,0 0 0-16,0 0 0 0,-6 5 0 0,6-5 0 0,0 0 0 15,-3 5 0-15,-2 1 0 0,5-6 0 0,0 0 0 16,-6 8 0-16,1-2 0 0,5-6 4 0,0 0-4 0,-3 8 4 16,-6 3-4-16,9-11 13 0,0 0-13 0,-8 5 14 15,0 1-14-15,8-6 9 0,0 0-9 0,-9 5 9 16,4-2-9-16,5-3 9 0,0 0-9 0,-6 5 10 16,1-5-10-16,5 0 3 0,0 0-3 0,0 0 4 15,-6 3-4-15,6-3 0 0,0 0 0 0,0 0 1 16,-3 5-1-16,3-5-1 0,0 0 1 0,0 0 0 15,0 0 0-15,0 0 1 0,0 0-1 0,0 0 1 16,-5 3-1-16,5-3 4 0,0 0-4 0,0 0 4 16,-3 3-4-16,3-3 3 0,0 0-3 0,0 0 3 15,-11 3-3-15,11-3 0 0,0 0 0 0,-6 2 1 16,4-2-1-16,2 0 0 0,0 0 0 0,-6 6 0 16,3-6 0-16,3 0 0 0,0 0 0 0,0 0 0 0,-5 0 0 15,5 0 0-15,0 0 0 0,0 0 0 0,0 0 0 16,0 0-1-16,0 0 1 0,0 0-1 0,0 0 1 15,0 0-1-15,0 0 1 0,0 0-1 0,0 0 1 0,0 0-1 16,0 0 1-16,0 0-1 0,0 0 1 16,0 0-4-16,0 0 4 0,0 0-3 0,3-6 3 0,-3 6-6 15,0 0 6-15,0 0-5 0,8-8 5 0,-8 8-8 16,0 0 8-16,5-3-7 0,1-2 7 0,-6 5-4 16,0 0 4-16,6-3-3 0,-1 3 3 0,-5 0-6 15,0 0 6-15,6-5-6 0,-1 2 6 0,-5 3-3 16,0 0 3-16,6-3-3 0,-3 1 3 0,-3 2-2 0,0 0 2 15,5-3-1-15,3 3 1 0,-8 0-1 0,0 0 1 16,3-3-1-16,3 0 1 0,-6 3-1 0,0 0 1 16,5-2-1-16,-2 2 1 0,-3 0-1 0,0 0 1 0,0 0 0 15,8 0 0-15,-8 0 0 0,0 0 0 0,0 0 0 16,9-6 0-16,-9 6 2 0,0 0-2 0,0 0 2 16,5 0-2-16,-5 0 6 0,0 0-6 0,0 0 6 15,3 6-6-15,-3-6 15 0,0 0-15 0,0 0 15 16,6 8-15-16,-6-8 8 0,0 0-8 0,3 8 8 15,-1 0-8-15,-2-8 24 0,0 0-24 0,3 8 25 16,-3 1-25-16,0-9 6 0,0 0-6 0,0 8 7 16,3 3-7-16,-3-11 9 0,0 0-9 0,0 13 10 15,3-7-10-15,-3-6 15 0,0 0-15 0,0 8 16 16,2-3-16-16,-2-5 8 0,0 0-8 0,3 6 8 16,0-1-8-16,-3-5 9 0,0 0-9 0,0 0 9 0,3 6-9 15,-3-6 8-15,0 0-8 0,0 0 8 0,0 0-8 16,0 0 15-16,0 0-15 0,0 0 15 0,8 2-15 15,-8-2 3-15,0 0-3 0,0 0 4 0,3 6-4 0,-3-6 6 16,0 0-6-16,0 0 7 0,0 0-7 0,0 0 3 16,0 0-3-16,0 0 3 0,0 0-3 0,0 0 5 15,0 0-5-15,0 0 6 0,3 5-6 0,-3-5 0 16,0 0 0-16,0 0 1 0,5 3-1 0,-5-3-87 16,0 0 87-16,0 0-86 0,6 0 86 0,-6 0-171 15,0 0 171-15,5-3-171 0,1-2 171 0,5-3-768 16</inkml:trace>
        </inkml:traceGroup>
        <inkml:traceGroup>
          <inkml:annotationXML>
            <emma:emma xmlns:emma="http://www.w3.org/2003/04/emma" version="1.0">
              <emma:interpretation id="{63486537-01E4-4E0D-AE42-C938CC6B3A80}" emma:medium="tactile" emma:mode="ink">
                <msink:context xmlns:msink="http://schemas.microsoft.com/ink/2010/main" type="inkWord" rotatedBoundingBox="24459,14433 24470,14802 24187,14811 24176,14441"/>
              </emma:interpretation>
              <emma:one-of disjunction-type="recognition" id="oneOf7">
                <emma:interpretation id="interp35" emma:lang="en-US" emma:confidence="1">
                  <emma:literal>h</emma:literal>
                </emma:interpretation>
                <emma:interpretation id="interp36" emma:lang="en-US" emma:confidence="0">
                  <emma:literal>L</emma:literal>
                </emma:interpretation>
                <emma:interpretation id="interp37" emma:lang="en-US" emma:confidence="0">
                  <emma:literal>2</emma:literal>
                </emma:interpretation>
                <emma:interpretation id="interp38" emma:lang="en-US" emma:confidence="0">
                  <emma:literal>k</emma:literal>
                </emma:interpretation>
                <emma:interpretation id="interp39" emma:lang="en-US" emma:confidence="0">
                  <emma:literal>&amp;</emma:literal>
                </emma:interpretation>
              </emma:one-of>
            </emma:emma>
          </inkml:annotationXML>
          <inkml:trace contextRef="#ctx0" brushRef="#br1" timeOffset="125060.1202">12402 5346 1502 0,'0'0'0'0,"0"0"-184"0,0 0 184 0,0 5-183 16,-3 6 183-16,3-11-32 0,0 0 32 16,0 5-32-16,3 1 32 0,-3-6-39 0,0 0 39 15,0 0-38-15,6 5 38 0,-6-5-33 0,0 0 33 0,0 0-33 16,5 3 33-16,-5-3 0 0,0 0 0 0,0 0 1 16,0 5-1-16,0-5 7 0,0 0-7 0,0 6 8 15,0 2-8-15,0-8 27 0,0 0-27 0,0 11 27 16,0 0-27-16,0-11 12 0,0 0-12 0,0 13 12 15,3 1-12-15,-3-14 18 0,0 0-18 0,3 14 19 16,2-1-19-16,-5-13 24 0,0 0-24 0,3 14 25 16,3-3-25-16,-6-11 37 0,0 0-37 0,2 8 38 15,1 0-38-15,-3-8 31 0,0 0-31 0,0 6 31 16,0-1-31-16,0-5 22 0,0 0-22 0,0 0 23 16,3 6-23-16,-3-6 29 0,0 0-29 0,0 0 29 15,0 0-29-15,0 0 6 0,0 0-6 0,0 0 7 0,-6 2-7 16,6-2 10-16,0 0-10 0,0 0 11 0,-8 9-11 15,8-9 3-15,0 0-3 0,-6 5 4 0,4-2-4 0,2-3 6 16,0 0-6-16,-6 5 7 0,-2 3-7 0,8-8 3 16,0 0-3-16,-9 9 3 0,1 1-3 0,8-10 10 0,0 0-10 0,-8 14 11 15,-3 0-11-15,11-14 8 16,0 0-8-16,-11 13 9 0,-1 1-9 0,12-14 8 16,0 0-8-16,-13 16 9 0,-7 3-9 0,20-19 15 15,0 0-15-15,-11 11 15 0,0 3-15 0,11-14 14 16,0 0-14-16,-8 5 15 0,5 4-15 0,3-9 9 15,0 0-9-15,-3 5 9 0,3-5-9 0,0 0 9 0,0 0-9 16,0 0 10-16,3-8-10 0,-3 8 33 0,0 0-33 16,3-6 33-16,2 1-33 0,-5 5 4 0,0 0-4 15,11-11 4-15,-2 0-4 0,-9 11 10 0,0 0-10 0,11-8 10 16,3-3-10-16,-14 11 25 0,0 0-25 0,8-8 26 16,0 2-26-16,-8 6 11 0,0 0-11 0,9-5 11 15,2 0-11-15,-11 5 18 0,0 0-18 0,11-6 19 16,-3 3-19-16,-8 3 15 0,0 0-15 0,8-2 15 15,-2-4-15-15,-6 6 16 0,0 0-16 0,6-3 17 16,-1-2-17-16,-5 5 25 0,0 0-25 0,6-3 26 16,-4 3-26-16,-2 0 6 0,0 0-6 0,0 0 7 15,9 0-7-15,-9 0 26 0,0 0-26 0,0 0 26 0,8 0-26 0,-8 0 20 16,0 0-20-16,0 0 20 16,8 3-20-16,-8-3 9 0,0 0-9 0,6 3 10 15,0-3-10-15,-6 0 35 0,0 0-35 0,5 2 35 0,4 1-35 16,-9-3 18-16,0 0-18 0,8 3 18 0,-3-3-18 15,-5 0-21-15,0 0 21 0,6 0-21 0,0 0 21 16,-6 0-22-16,0 0 22 0,5 0-22 0,-2 3 22 16,-3-3-35-16,0 0 35 0,0 0-34 0,8 5 34 0,-8-5-15 15,0 0 15-15,0 0-14 0,6 8 14 0,-6-8-20 16,0 0 20-16,8 6-19 0,-5-1 19 0,-3-5-9 16,0 0 9-16,5 6-8 0,-2-4 8 0,-3-2-10 15,0 0 10-15,3 6-9 0,0-3 9 0,-3-3-4 16,0 0 4-16,3 5-3 0,-3 0 3 0,0-5-6 15,0 0 6-15,0 3-6 0,2 0 6 0,-2-3-3 16,0 0 3-16,0 5-3 0,3-2 3 0,-3-3-11 0,0 0 11 16,0 5-10-16,3 1 10 0,-3-6-56 0,0 0 56 15,0 0-55-15,5 3 55 0,-5-3-152 0,0 0 152 16,0 0-151-16,0 0 151 0,0 0-160 0,0 0 160 0,0 0-160 16,0 0 160-16,0 0-701 0</inkml:trace>
        </inkml:traceGroup>
        <inkml:traceGroup>
          <inkml:annotationXML>
            <emma:emma xmlns:emma="http://www.w3.org/2003/04/emma" version="1.0">
              <emma:interpretation id="{116E7030-B89E-4402-8C6C-6B2D6EBED560}" emma:medium="tactile" emma:mode="ink">
                <msink:context xmlns:msink="http://schemas.microsoft.com/ink/2010/main" type="inkWord" rotatedBoundingBox="25243,14767 25280,14377 25552,14404 25514,14793"/>
              </emma:interpretation>
              <emma:one-of disjunction-type="recognition" id="oneOf8">
                <emma:interpretation id="interp40" emma:lang="en-US" emma:confidence="0">
                  <emma:literal>h</emma:literal>
                </emma:interpretation>
                <emma:interpretation id="interp41" emma:lang="en-US" emma:confidence="0">
                  <emma:literal>n</emma:literal>
                </emma:interpretation>
                <emma:interpretation id="interp42" emma:lang="en-US" emma:confidence="0">
                  <emma:literal>k</emma:literal>
                </emma:interpretation>
                <emma:interpretation id="interp43" emma:lang="en-US" emma:confidence="0">
                  <emma:literal>&amp;</emma:literal>
                </emma:interpretation>
                <emma:interpretation id="interp44" emma:lang="en-US" emma:confidence="0">
                  <emma:literal>U</emma:literal>
                </emma:interpretation>
              </emma:one-of>
            </emma:emma>
          </inkml:annotationXML>
          <inkml:trace contextRef="#ctx0" brushRef="#br1" timeOffset="126543.7181">13455 5294 102 0,'0'0'0'0,"-5"5"0"0,-6 3 0 0,11-8 36 16,0 0-36-16,0 0 36 0,0 6-36 0,0-6 42 15,0 0-42-15,0 0 43 0,0 0-43 0,0 0 52 16,0 0-52-16,0 0 52 0,5 3-52 0,-5-3 60 16,0 0-60-16,6 5 60 0,-1 0-60 0,-5-5 62 15,0 0-62-15,9 11 63 0,-4-2-63 0,-5-9 52 0,0 0-52 16,6 16 53-16,-1-5-53 0,-5-11 45 0,0 0-45 16,6 13 45-16,-3 1-45 0,-3-14 36 0,0 0-36 15,2 14 36-15,4-3-36 0,-6-11 24 0,0 0-24 0,0 13 25 16,0 1-25-16,0-14 35 0,0 0-35 0,0 13 35 15,0-2-35-15,0-11 20 0,0 0-20 0,0 11 20 16,0-3-20-16,0-8 36 0,0 0-36 0,-6 9 36 16,6-1-36-16,0-8 12 0,0 0-12 0,-2 5 13 15,-1-2-13-15,3-3 36 0,0 0-36 0,0 0 37 16,-6 5-37-16,6-5 0 0,0 0 0 0,-5 3 0 16,-1 3 0-16,6-6 3 0,0 0-3 0,-5 0 4 15,-7 5-4-15,12-5 0 0,0 0 0 0,-13 8 1 16,-1 3-1-16,14-11 0 0,0 0 0 0,-14 11 0 15,0 3 0-15,14-14 2 0,0 0-2 0,-11 13 2 16,0 1-2-16,11-14 4 0,0 0-4 0,-9 14 5 0,1-3-5 16,8-11 3-16,0 0-3 0,-6 10 3 0,4-1-3 15,2-9 0-15,0 0 0 0,-9 8 0 0,6-3 0 16,3-5 0-16,0 0 0 0,-2 8 0 0,-1-8 0 0,3 0 0 16,0 0 0-16,0 0 0 0,0 0 0 15,0 0 1-15,0 0-1 0,0 0 1 0,0 0-1 0,0 0 9 16,0 0-9-16,0 0 9 0,0 0-9 0,0 0 15 15,0 0-15-15,0 0 16 0,0 0-16 0,0 0 9 16,0 0-9-16,0 0 9 0,8-5-9 0,-8 5 9 16,0 0-9-16,9-5 10 0,-1-4-10 0,-8 9 1 15,0 0-1-15,11-11 1 0,3-5-1 0,-14 16 0 16,0 0 0-16,11-19 1 0,3-3-1 0,-14 22 2 0,0 0-2 16,14-24 3-16,3-1-3 0,-17 25 18 0,0 0-18 15,13-19 18-15,-1 0-18 0,-12 19 3 0,0 0-3 0,11-14 3 16,-3 3-3-16,-8 11 13 0,0 0-13 15,8-8 14-15,-2 0-14 0,-6 8 24 0,0 0-24 0,5 0 25 16,-2-5-25-16,-3 5 20 0,0 0-20 0,0 0 20 16,6 5-20-16,-6-5 35 0,0 0-35 0,3 3 35 15,-1 2-35-15,-2-5 36 0,0 0-36 0,3 11 36 16,3 0-36-16,-6-11 50 0,0 0-50 0,5 11 50 16,-2 3-50-16,-3-14 0 0,0 0 0 0,3 13 0 15,0 4 0-15,-3-17 2 0,0 0-2 0,2 16 2 16,-2-2-2-16,0-14 1 0,0 0-1 0,0 13 2 15,3-2-2-15,-3-11 3 0,0 0-3 0,3 11 4 16,2-3-4-16,-5-8 5 0,0 0-5 0,6 8 6 16,0-2-6-16,-6-6 7 0,0 0-7 0,5 5 8 0,1 1-8 15,-6-6 15-15,0 0-15 0,5 5 15 0,1-2-15 16,-6-3 3-16,0 0-3 0,5 5 4 0,1-2-4 0,-6-3 0 16,0 0 0-16,0 6 1 0,5-4-1 0,-5-2-20 15,0 0 20-15,0 0-20 0,6 3 20 0,-6-3-125 16,0 0 125-16,0 0-124 0,0 0 124 0,0 0-196 15,0 0 196-15,0 0-196 0,0 0 196 0,0 0-734 0</inkml:trace>
        </inkml:traceGroup>
        <inkml:traceGroup>
          <inkml:annotationXML>
            <emma:emma xmlns:emma="http://www.w3.org/2003/04/emma" version="1.0">
              <emma:interpretation id="{E4E10A42-DB51-4247-B274-E00D9B3035A9}" emma:medium="tactile" emma:mode="ink">
                <msink:context xmlns:msink="http://schemas.microsoft.com/ink/2010/main" type="inkWord" rotatedBoundingBox="26819,14412 26827,14808 26532,14813 26524,14418"/>
              </emma:interpretation>
              <emma:one-of disjunction-type="recognition" id="oneOf9">
                <emma:interpretation id="interp45" emma:lang="en-US" emma:confidence="1">
                  <emma:literal>h</emma:literal>
                </emma:interpretation>
                <emma:interpretation id="interp46" emma:lang="en-US" emma:confidence="0">
                  <emma:literal>L</emma:literal>
                </emma:interpretation>
                <emma:interpretation id="interp47" emma:lang="en-US" emma:confidence="0">
                  <emma:literal>2</emma:literal>
                </emma:interpretation>
                <emma:interpretation id="interp48" emma:lang="en-US" emma:confidence="0">
                  <emma:literal>K</emma:literal>
                </emma:interpretation>
                <emma:interpretation id="interp49" emma:lang="en-US" emma:confidence="0">
                  <emma:literal>k</emma:literal>
                </emma:interpretation>
              </emma:one-of>
            </emma:emma>
          </inkml:annotationXML>
          <inkml:trace contextRef="#ctx0" brushRef="#br1" timeOffset="127839.1981">14733 5324 147 0,'0'0'0'0,"0"0"0"16,0 0 0-16,0 0 68 0,0 0-68 0,0 0 69 15,0 0-69-15,0 0 63 0,0 0-63 0,0 0 63 16,3 5-63-16,-3-5 71 0,0 0-71 0,0 0 71 0,6 8-71 0,-6-8 66 16,0 0-66-16,0 0 67 0,3 6-67 0,-3-6 70 0,0 0-70 0,0 5 71 15,0 3-71-15,0-8 48 0,0 0-48 16,0 9 49-16,0-1-49 0,0-8 44 16,0 0-44-16,0 8 45 0,0 0-45 0,0-8 36 15,0 0-36-15,0 8 36 0,0 6-36 0,0-14 50 16,0 0-50-16,0 8 50 0,0 8-50 0,0-16 41 15,0 0-41-15,0 14 42 0,-3 2-42 0,3-16 28 0,0 0-28 16,-3 20 28-16,-3-4-28 0,6-16 35 16,0 0-35-16,-5 19 35 0,2-3-35 0,3-16 13 15,0 0-13-15,-5 22 13 0,-1-5-13 0,6-17 20 16,0 0-20-16,-6 16 20 0,1 0-20 0,5-16 3 0,0 0-3 16,-8 17 4-16,-1-1-4 0,9-16 7 0,0 0-7 15,-5 14 8-15,-4-3-8 0,9-11 7 0,0 0-7 16,-8 13 8-16,0-2-8 0,8-11 3 0,0 0-3 0,-9 11 3 15,1-6-3-15,8-5 2 0,0 0-2 0,-6 6 2 16,1-3-2-16,5-3 0 0,0 0 0 0,0 0 0 16,-6 5 0-16,6-5 1 0,0 0-1 0,0 0 1 15,0 0-1-15,0 0-1 0,0 0 1 0,0 0-1 16,0 0 1-16,0 0 0 0,0 0 0 0,3-5 0 16,5-4 0-16,-8 9 3 0,0 0-3 0,9-11 3 15,5 1-3-15,-14 10 0 0,0 0 0 0,11-9 1 16,3-7-1-16,-14 16-5 0,0 0 5 0,11-11-5 15,3-2 5-15,-14 13-17 0,0 0 17 0,11-11-16 16,3-3 16-16,-14 14-4 0,0 0 4 0,11-11-4 16,-3 3 4-16,-8 8-8 0,0 0 8 0,6-8-8 15,-1 0 8-15,-5 8 0 0,0 0 0 0,3-6 0 16,0 3 0-16,-3 3 0 0,0 0 0 0,0 0 0 16,3-5 0-16,-3 5 3 0,0 0-3 0,0 0 3 0,0 0-3 15,0 0 0-15,0 0 0 0,0 0 0 0,0 0 0 0,0 0 0 16,0 0 0-16,0 0 0 0,0 0 0 0,0 0 17 15,0 0-17-15,0 0 17 0,8 5-17 0,-8-5 34 16,0 0-34-16,8 3 34 0,3 3-34 0,-11-6 29 16,0 0-29-16,11 8 29 0,1-3-29 0,-12-5 15 15,0 0-15-15,11 11 16 0,0 0-16 0,-11-11 20 16,0 0-20-16,11 11 20 0,-3 3-20 0,-8-14 24 16,0 0-24-16,9 13 25 0,-1-2-25 0,-8-11 37 15,0 0-37-15,8 11 38 0,-2-3-38 0,-6-8 12 0,0 0-12 16,5 8 13-16,-2-2-13 0,-3-6 43 0,0 0-43 15,3 8 44-15,3-5-44 0,-6-3 7 0,0 0-7 16,2 5 7-16,1-2-7 0,-3-3 19 0,0 0-19 0,0 0 20 16,3 5-20-16,-3-5 15 0,0 0-15 0,0 0 15 15,0 0-15-15,0 0 4 0,0 0-4 0,0 0 4 16,0 0-4-16,0 0 3 0,0 0-3 0,0 0 3 16,0 0-3-16,0 0-31 0,0 0 31 0,0 0-31 15,0 0 31-15,0 0-104 0,0 0 104 0,0 0-104 16,0 0 104-16,0 0-1224 0</inkml:trace>
          <inkml:trace contextRef="#ctx0" brushRef="#br1" timeOffset="127058.6497">14775 5343 247 0,'0'0'0'0,"-5"0"0"15,-1 3 0-15,6-3-8 0,0 0 8 0,0 0-7 16,-3 0 7-16,3 0-42 0,0 0 42 0,0 0-42 0,0-6 42 16,0 3-41-16</inkml:trace>
        </inkml:traceGroup>
      </inkml:traceGroup>
    </inkml:traceGroup>
    <inkml:traceGroup>
      <inkml:annotationXML>
        <emma:emma xmlns:emma="http://www.w3.org/2003/04/emma" version="1.0">
          <emma:interpretation id="{0AAD14E8-64AE-4338-AD83-3DCC97FC6A6C}" emma:medium="tactile" emma:mode="ink">
            <msink:context xmlns:msink="http://schemas.microsoft.com/ink/2010/main" type="paragraph" rotatedBoundingBox="23152,14773 26922,15118 26862,15777 23092,15432" alignmentLevel="3"/>
          </emma:interpretation>
        </emma:emma>
      </inkml:annotationXML>
      <inkml:traceGroup>
        <inkml:annotationXML>
          <emma:emma xmlns:emma="http://www.w3.org/2003/04/emma" version="1.0">
            <emma:interpretation id="{015615A1-3BB6-48AB-8EA4-6F6F75BB96F7}" emma:medium="tactile" emma:mode="ink">
              <msink:context xmlns:msink="http://schemas.microsoft.com/ink/2010/main" type="line" rotatedBoundingBox="23152,14773 26922,15118 26862,15777 23092,15432"/>
            </emma:interpretation>
          </emma:emma>
        </inkml:annotationXML>
        <inkml:traceGroup>
          <inkml:annotationXML>
            <emma:emma xmlns:emma="http://www.w3.org/2003/04/emma" version="1.0">
              <emma:interpretation id="{9C6CEC3E-DD36-48B7-8C48-560D1AB30802}" emma:medium="tactile" emma:mode="ink">
                <msink:context xmlns:msink="http://schemas.microsoft.com/ink/2010/main" type="inkWord" rotatedBoundingBox="23152,14773 26922,15118 26862,15777 23092,15432"/>
              </emma:interpretation>
              <emma:one-of disjunction-type="recognition" id="oneOf10">
                <emma:interpretation id="interp50" emma:lang="en-US" emma:confidence="0">
                  <emma:literal>his</emma:literal>
                </emma:interpretation>
                <emma:interpretation id="interp51" emma:lang="en-US" emma:confidence="0">
                  <emma:literal>"'a</emma:literal>
                </emma:interpretation>
                <emma:interpretation id="interp52" emma:lang="en-US" emma:confidence="0">
                  <emma:literal>"114k</emma:literal>
                </emma:interpretation>
                <emma:interpretation id="interp53" emma:lang="en-US" emma:confidence="0">
                  <emma:literal>"114K</emma:literal>
                </emma:interpretation>
                <emma:interpretation id="interp54" emma:lang="en-US" emma:confidence="0">
                  <emma:literal>Xia</emma:literal>
                </emma:interpretation>
              </emma:one-of>
            </emma:emma>
          </inkml:annotationXML>
          <inkml:trace contextRef="#ctx0" brushRef="#br1" timeOffset="148526.0381">11291 5915 516 0,'0'0'0'0,"-12"-11"0"0,-4-8 0 0,16 19 47 15,0 0-47-15,0 0 47 0,5 0-47 0,-5 0 59 16,0 0-59-16,6 6 59 0,-1-1-59 0,-5-5 72 16,0 0-72-16,6 6 72 0,-3-4-72 0,-3-2 93 15,0 0-93-15,0 0 94 0,8 6-94 0,-8-6 87 16,0 0-87-16,0 0 88 0,0 0-88 0,0 0 84 15,0 0-84-15,0 0 84 0,0 0-84 0,0 0 65 16,0 0-65-16,0 0 66 0,0 11-66 0,0-11 65 0,0 0-65 0,0 3 66 0,-5 5-66 0,5-8 58 16,0 0-58-16,-3 8 59 15,3 0-59-15,0-8 51 0,0 0-51 16,-3 11 51-16,-3 0-51 0,6-11 44 0,0 0-44 16,-5 11 44-16,-1 2-44 0,6-13 19 0,0 0-19 0,-5 14 20 15,-1 0-20-15,6-14 12 0,0 0-12 0,-5 13 13 16,2-2-13-16,3-11 34 0,0 0-34 0,0 8 35 15,-6 1-35-15,6-9 0 0,0 0 0 0,0 5 0 0,0 0 0 0,0-5 6 16,0 0-6-16,0 0 7 0,-3 6-7 0,3-6 1 0,0 0-1 16,0 0 1-16,0 0-1 0,0 0 0 0,0 0 0 0,0 0 1 15,0 0-1-15,0 0 7 0,0 0-7 16,0 0 8 0,0 0-8-16,0 0 3 0,0 0-3 0,0 0 3 15,0 8-3-15,0-8 2 0,0 0-2 0,0 0 2 16,-2 6-2-16,2-6 18 0,0 0-18 0,-3 8 18 15,0 3-18-15,3-11 0 0,0 0 0 0,-3 5 1 0,3 1-1 16,0-6 3-16,0 0-3 0,-5 5 4 0,5-2-4 16,0-3 0-16,0 0 0 0,0 0 0 0,0 0 0 0,0 0-15 15,0 0 15-15,0 0-14 0,11-11 14 0,-11 11-1 16,0 0 1-16,8-8-1 0,1-3 1 0,-9 11-5 16,0 0 5-16,11-11-5 0,-3-3 5 0,-8 14-3 15,0 0 3-15,8-11-3 0,4-2 3 0,-12 13 0 16,0 0 0-16,5-11 0 0,1 3 0 0,-6 8-1 0,0 0 1 0,5-9-1 15,-2 1 1-15,-3 8 0 0,0 0 0 0,3-5 0 0,0-1 0 16,-3 6 0-16,0 0 0 0,0 0 0 0,2-5 0 16,-2 5-1-16,0 0 1 0,0 0 0 15,0 0 0-15,0 0 1 0,0 0-1 16,-2 5 2-16,-4 1-2 0,6-6 10 0,0 0-10 16,-8 11 10-16,2 2-10 0,6-13-1 0,0 0 1 0,-14 17-1 15,0 2 1-15,14-19 1 0,0 0-1 16,-14 16 1-16,3 0-1 0,11-16-4 0,0 0 4 0,-11 17-3 15,0-1 3-15,11-16-67 0,0 0 67 0,-6 17-67 16,-2-4 67-16,8-13-103 0,0 0 103 0,-5 11-103 16,-1 0 103-16,6-11-208 0,0 0 208 0,0 0-207 15,6 0 207-15,-1 0-939 0</inkml:trace>
          <inkml:trace contextRef="#ctx0" brushRef="#br1" timeOffset="146965.2063">12522 6000 1625 0,'0'0'0'0,"0"0"-159"0,0 0 159 16,5 5-159-16,3 6 159 0,-8-11-77 0,0 0 77 0,6 8-77 15,2 3 77-15,-8-11-101 0,0 0 101 0,6 17-100 0,-1 2 100 0,-5-19-103 16,0 0 103-16,0 30-102 0,-5 5 102 0,5-35-81 16,0 0 81-16,-8 41-80 0,-4 3 80 0,12-44-107 0,0 0 107 15,-13 46-107 1,-4 6 107-16,-14 46-193 0</inkml:trace>
          <inkml:trace contextRef="#ctx0" brushRef="#br1" timeOffset="146110.9643">13614 5964 841 0,'0'0'0'15,"2"6"0"-15,7 5 0 0,-9-11 76 0,0 0-76 0,2 8 76 0,-2-3-76 0,0-5 70 16,0 0-70-16,-5 11 70 0,-6 0-70 0,11-11 75 16,0 0-75-16,-9 14 75 0,-2 2-75 0,11-16 24 15,0 0-24-15,-11 25 25 0,-3 5-25 0,14-30-2 16,0 0 2-16,-8 35-1 0,0-5 1 0,8-30-179 15,0 0 179-15,-3 25-178 0,3-4 178 0,-3 26-625 0</inkml:trace>
          <inkml:trace contextRef="#ctx0" brushRef="#br1" timeOffset="145239.72">14842 6011 113 0,'0'0'0'0,"0"0"0"0,0 0 0 15,0 0 48-15,0 0-48 0,0 0 49 0,0 0-49 16,0 0 62-16,0 0-62 0,0 0 63 0,0 0-63 0,0 0 68 15,0 0-68-15,0 0 69 0,0 0-69 0,0 0 66 16,0 0-66-16,0 0 66 0,0 0-66 0,0 0 54 16,0 0-54-16,0 0 54 0,0 0-54 0,0 0 51 15,0 0-51-15,0 0 51 0,0 0-51 0,0 0 54 16,0 0-54-16,0 0 55 0,0 0-55 0,0 0 66 16,0 0-66-16,0 0 66 0,0 0-66 0,0 0 69 15,0 0-69-15,0 0 69 0,0 0-69 0,0 0 65 0,0 0-65 16,0 0 66-16,0 0-66 0,0 0 65 0,0 0-65 15,0 0 66-15,0 0-66 0,0 0 53 0,0 0-53 0,0 0 53 16,0 0-53-16,0 0 56 0,0 0-56 0,0 0 56 16,0 0-56-16,0 0 44 0,0 0-44 0,0 0 45 15,0 0-45-15,0 0 36 0,0 0-36 0,0 0 37 16,0 0-37-16,0 0 45 0,0 0-45 0,0 0 45 16,0 32-45-16,0-32 46 0,0 0-46 0,0 20 46 15,-3-1-46-15,3-19 36 0,0 0-36 0,0 16 36 16,0-2-36-16,0-14 34 0,0 0-34 0,0 11 35 15,-3 2-35-15,3-13 8 0,0 0-8 0,-3 6 8 16,1-1-8-16,2-5 19 0,0 0-19 0,-3 6 20 16,3-4-20-16,0-2 14 0,0 0-14 0,0 0 15 15,0 0-15-15,0 0 4 0,0 0-4 0,0 0 4 16,0 0-4-16,0 0 13 0,0 0-13 0,0 0 14 0,0 6-14 16,0-6 8-16,0 0-8 0,0 0 9 0,0 8-9 15,0-8 1-15,0 0-1 0,0 5 1 0,0 1-1 16,0-6-68-16,0 0 68 0,0 5-68 0,3-2 68 0,-3-3-128 15,0 0 128-15,5-8-128 0,4-9 128 0,7-7-1336 16</inkml:trace>
          <inkml:trace contextRef="#ctx0" brushRef="#br3" timeOffset="1.70306E9">14756 6327 819 0,'0'0'0'0,"0"0"0"0,11-11 0 0,-11 11 45 16,0 0-45-16,0 0 46 0,0-5-46 0,0 5 40 0,0 0-40 15,0 0 40-15,-6-3-40 0,6 3 43 0,0 0-43 16,0 0 43-16,-5 0-43 0,5 0 63 0,0 0-63 15,0 0 63-15,-6 0-63 0,6 0 66 0,0 0-66 0,0 0 67 16,-5 5-67-16,5-5 49 0,0 0-49 0,-3 9 49 16,-3 1-49-16,6-10 45 0,0 0-45 0,-5 11 46 15,-4 3-46-15,9-14 36 0,0 0-36 0,-8 19 36 16,2 0-36-16,6-19 33 0,0 0-33 0,-5 19 34 16,-1 3-34-16,6-22 38 0,0 0-38 0,3 22 38 15,3 2-38-15,-6-24 38 0,0 0-38 0,8 22 39 16,0-3-39-16,-8-19-45 0,0 0 45 0,11 25-44 15,3-6 44-15,-14-19-51 0,0 0 51 0,14 19-50 16,-5 0 50-16,-9-19-38 0,0 0 38 0,11 19-38 16,3-2 38-16,-14-17-32 0,0 0 32 0,11 13-32 15,3-5 32-15,-14-8-8 0,0 0 8 0,11 9-7 16,0-7 7-16,-11-2-6 0,0 0 6 0,11 3-5 0,-3-3 5 16,-8 0-1-16,0 0 1 0,14-3 0 0,0 1 0 15,-14 2 0-15,0 0 0 0,17-6 0 0,-1-5 0 16,-16 11 0-16,0 0 0 0,20-8 0 0,-9-3 0 0,-11 11 0 15,0 0 0-15,4-4 0 0</inkml:trace>
          <inkml:trace contextRef="#ctx0" brushRef="#br3" timeOffset="1.70306E9">14957 6383 1838 484,'-7'-1'0'0,"7"1"-75"0,0 0 75 0,-19-11-75 16,-6 2 75-16,25 9-248 0,0 0 248 0,-28-10-247 16,-5-7 247-16,-29-10-773 0</inkml:trace>
        </inkml:traceGroup>
      </inkml:traceGroup>
    </inkml:traceGroup>
  </inkml:traceGroup>
</inkml:ink>
</file>

<file path=ppt/ink/ink34.xml><?xml version="1.0" encoding="utf-8"?>
<inkml:ink xmlns:inkml="http://www.w3.org/2003/InkML">
  <inkml:definitions>
    <inkml:context xml:id="ctx0">
      <inkml:inkSource xml:id="inkSrc0">
        <inkml:traceFormat>
          <inkml:channel name="X" type="integer" max="19500" units="cm"/>
          <inkml:channel name="Y" type="integer" max="11180" units="cm"/>
          <inkml:channel name="F" type="integer" max="4096" units="dev"/>
          <inkml:channel name="T" type="integer" max="2.14748E9" units="dev"/>
        </inkml:traceFormat>
        <inkml:channelProperties>
          <inkml:channelProperty channel="X" name="resolution" value="631.06793" units="1/cm"/>
          <inkml:channelProperty channel="Y" name="resolution" value="642.52875" units="1/cm"/>
          <inkml:channelProperty channel="F" name="resolution" value="0" units="1/dev"/>
          <inkml:channelProperty channel="T" name="resolution" value="1" units="1/dev"/>
        </inkml:channelProperties>
      </inkml:inkSource>
      <inkml:timestamp xml:id="ts0" timeString="2020-12-07T08:19:56.146"/>
    </inkml:context>
    <inkml:brush xml:id="br0">
      <inkml:brushProperty name="width" value="0.1" units="cm"/>
      <inkml:brushProperty name="height" value="0.1" units="cm"/>
      <inkml:brushProperty name="color" value="#3165BB"/>
      <inkml:brushProperty name="fitToCurve" value="1"/>
    </inkml:brush>
  </inkml:definitions>
  <inkml:traceGroup>
    <inkml:annotationXML>
      <emma:emma xmlns:emma="http://www.w3.org/2003/04/emma" version="1.0">
        <emma:interpretation id="{E1EE0E4E-9CD4-49F6-9572-B7DFF6C518C7}" emma:medium="tactile" emma:mode="ink">
          <msink:context xmlns:msink="http://schemas.microsoft.com/ink/2010/main" type="inkDrawing" rotatedBoundingBox="27989,4855 28034,6525 27448,6541 27402,4871" semanticType="callout" shapeName="Other">
            <msink:sourceLink direction="with" ref="{D255AA77-2709-4025-ADBC-AF356AF9B113}"/>
            <msink:sourceLink direction="with" ref="{F22F3264-CF35-4C80-AE39-FDBF91CF4DFA}"/>
          </msink:context>
        </emma:interpretation>
      </emma:emma>
    </inkml:annotationXML>
    <inkml:trace contextRef="#ctx0" brushRef="#br0">250 0 270 0,'0'0'0'0,"0"0"0"0,0 0 0 0,0 0 65 15,0 0-65-15,0 0 65 0,0 0-65 0,0 0 34 16,0 0-34-16,0 0 35 0,0 0-35 0,0 0 43 16,0 0-43-16,0 0 44 0,0 0-44 0,0 0 50 15,0 0-50-15,0 0 50 0,0 0-50 0,0 0 47 16,0 0-47-16,0 0 47 0,0 0-47 0,0 0 59 16,0 0-59-16,0 0 60 0,0 0-60 0,0 0-9 15,0 0 9-15,0 0-8 0,-25 30 8 0,25-30-17 16,0 0 17-16,-20 19-16 0,6 0 16 0,14-19-4 0,0 0 4 15,-16 14-4-15,2 2 4 0,14-16-27 0,0 0 27 16,-11 14-27-16,5-1 27 0,6-13 0 0,0 0 0 16,-8 11 1-16,2 0-1 0,6-11 0 0,0 0 0 0,-8 14 1 15,2-3-1-15,6-11 6 0,0 0-6 0,-8 13 7 16,-3-2-7-16,11-11 4 0,0 0-4 0,-8 14 4 16,-1-3-4-16,9-11 2 0,0 0-2 0,-3 13 3 15,-2-2-3-15,5-11 5 0,0 0-5 0,-6 14 5 16,3-3-5-16,3-11 6 0,0 0-6 0,-5 13 7 15,2-4-7-15,3-9 7 0,0 0-7 0,-5 10 8 16,2 1-8-16,3-11 8 0,0 0-8 0,-3 9 8 16,-3 1-8-16,6-10 3 0,0 0-3 0,-5 17 4 15,2-1-4-15,3-16 2 0,0 0-2 0,-3 17 2 16,1 2-2-16,2-19 5 0,0 0-5 0,-3 19 5 16,3-3-5-16,0-16 0 0,0 0 0 0,0 19 1 0,0 0-1 15,0-19 0-15,0 0 0 0,0 14 0 0,-3 2 0 16,3-16 1-16,0 0-1 0,-3 19 2 0,0-2-2 0,3-17 4 15,0 0-4-15,-2 19 5 0,-4 0-5 0,6-19 7 16,0 0-7-16,-3 19 7 0,1 5-7 0,2-24 3 16,0 0-3-16,0 20 4 0,0-1-4 0,0-19 0 15,0 0 0-15,0 16 1 0,2-2-1 0,-2-14 0 16,0 0 0-16,3 13 0 0,3-2 0 0,-6-11 0 16,0 0 0-16,2 14 0 0,7 2 0 0,-9-16-4 15,0 0 4-15,5 16-3 0,1 1 3 0,-6-17-3 16,0 0 3-16,5 16-3 0,1-2 3 0,-6-14-1 15,0 0 1-15,0 16 0 0,6-8 0 0,-6-8-2 0,0 0 2 16,2 11-1-16,1 0 1 0,-3-11 0 0,0 0 0 16,3 14 0-16,-3-3 0 0,0-11 0 0,0 0 0 15,0 13 0-15,3-2 0 0,-3-11 0 0,0 0 0 0,0 14 0 16,2-6 0-16,-2-8 1 0,0 0-1 0,0 11 2 16,0 0-2-16,0-11 4 0,0 0-4 0,0 5 4 15,0 3-4-15,0-8 7 0,0 0-7 0,3 11 7 16,0-5-7-16,-3-6 0 0,0 0 0 0,8 8 0 15,-5 3 0-15,-3-11-5 0,0 0 5 0,6 14-5 16,2-6 5-16,-8-8-4 0,0 0 4 0,8 11-4 16,1 0 4-16,-9-11-3 0,0 0 3 0,8 10-3 15,0 4 3-15,-8-14 0 0,0 0 0 0,6 19 0 16,-3 0 0-16,-3-19 0 0,0 0 0 0,3 17 0 16,-1 2 0-16,-2-19 1 0,0 0-1 0,3 11 1 15,-3 2-1-15,0-13-1 0,0 0 1 0,0 8-1 0,0 3 1 16,0-11 0-16,0 0 0 0,-3 11 0 0,1 3 0 15,2-14 1-15,0 0-1 0,-3 13 1 0,0 4-1 16,3-17 3-16,0 0-3 0,-3 19 4 0,-2 0-4 0,5-19 0 16,0 0 0-16,-3 14 1 0,0 2-1 0,3-16 0 15,0 0 0-15,0 11 1 0,0 3-1 0,0-14-2 16,0 0 2-16,0 13-2 0,3-2 2 0,-3-11 0 16,0 0 0-16,0 14 0 0,3-1 0 0,-3-13 0 15,0 0 0-15,0 11 0 0,2 0 0 0,-2-11 2 16,0 0-2-16,0 11 2 0,3 3-2 0,-3-14 12 15,0 0-12-15,0 8 13 0,3 3-13 0,-3-11 24 0,0 0-24 16,0 11 25-16,0 2-25 0,0-13 13 0,0 0-13 16,0 14 13-16,-3-3-13 0,3-11 5 0,0 0-5 15,-3 11 5-15,3 2-5 0,0-13 8 0,0 0-8 0,-2 6 9 16,-1-1-9-16,3-5 13 0,0 0-13 0,-3 6 14 16,3 2-14-16,0-8 8 0,0 0-8 0,-3 5 9 15,3-5-9-15,0 0 1 0,0 0-1 0,-2 6 1 16,2-3-1-16,0-3-1 0,0 0 1 0,-3 5-1 15,3 0 1-15,0-5-2 0,0 0 2 0,0 6-2 16,0-6 2-16,0 0 0 0,0 0 0 0,0 5 1 16,0-2-1-16,0-3 7 0,0 0-7 0,0 0 8 15,-3 6-8-15,3-6 0 0,0 0 0 0,0 0 0 16,0 0 0-16,0 0-139 0,0 0 139 0,0 0-139 16,6-3 139-16,-1 0-502 0</inkml:trace>
    <inkml:trace contextRef="#ctx0" brushRef="#br0" timeOffset="962.1084">428 1322 516 0,'0'0'0'0,"-6"-5"0"0,0-4 0 16,6 9 63-16,0 0-63 0,-5 0 64 0,2 0-64 0,3 0 80 16,0 0-80-16,-3 9 80 0,-8 2-80 0,11-11 55 15,0 0-55-15,-11 13 56 0,0 4-56 0,11-17 41 16,0 0-41-16,-11 13 42 0,0-5-42 0,11-8 52 16,0 0-52-16,-11 17 53 0,-1-4-53 0,12-13 36 15,0 0-36-15,-8 17 37 0,0-9-37 0,8-8 46 16,0 0-46-16,-9 16 46 0,4-2-46 0,5-14 41 15,0 0-41-15,-8 16 42 0,-1 3-42 0,9-19 40 0,0 0-40 16,-14 14 41-16,0 2-41 0,14-16 0 0,0 0 0 16,-13 19 0-16,-1-8 0 0,14-11 0 0,0 0 0 15,-17 14 0-15,3 0 0 0,14-14-2 0,0 0 2 16,-11 10-1-16,3 1 1 0,8-11-6 0,0 0 6 16,-9 14-6-16,1-9 6 0,8-5-4 0,0 0 4 0,-8 9-3 15,-1-4 3-15,9-5 0 0,0 0 0 0,-8 8 0 16,0 3 0-16,8-11 2 0,0 0-2 0,-9 6 3 15,4-1-3-15,5-5 3 0,0 0-3 0,-9 0 3 16,1 3-3-16,8-3 2 0,0 0-2 0,-8 2 3 16,2-2-3-16,6 0 1 0,0 0-1 0,0 0 2 15,-3-2-2-15,3 2 4 0,0 0-4 0,0 0 4 16,0 0-4-16,0 0 12 0,0 0-12 0,0 0 12 16,0 0-12-16,0 0 3 0,0 0-3 0,-8-3 4 15,2-2-4-15,6 5 7 0,0 0-7 0,-5-6 7 16,-3-5-7-16,8 11 13 0,0 0-13 0,-6-8 14 0,-8-3-14 15,14 11 15-15,0 0-15 0,-11-8 15 16,3-3-15-16,8 11 15 0,0 0-15 0,-14-11 16 0,0 3-16 16,14 8 26-16,0 0-26 0,-11-14 26 0,0 3-26 15,11 11 6-15,0 0-6 0,-11-13 7 0,-1 2-7 0,12 11 17 16,0 0-17-16,-11-16 17 0,-3-1-17 0,14 17 15 16,0 0-15-16,-11-11 15 0,0-2-15 0,11 13 4 15,0 0-4-15,-8-11 4 0,0-3-4 0,8 14 3 16,0 0-3-16,-9-11 3 0,6 0-3 0,3 11 5 15,0 0-5-15,-8-8 6 0,3 3-6 0,5 5-2 16,0 0 2-16,-3-6-1 0,0 1 1 0,3 5-177 16,0 0 177-16,6-8-177 0,7 2 177 0,7-13-921 0</inkml:trace>
  </inkml:traceGroup>
</inkml:ink>
</file>

<file path=ppt/ink/ink35.xml><?xml version="1.0" encoding="utf-8"?>
<inkml:ink xmlns:inkml="http://www.w3.org/2003/InkML">
  <inkml:definitions>
    <inkml:context xml:id="ctx0">
      <inkml:inkSource xml:id="inkSrc0">
        <inkml:traceFormat>
          <inkml:channel name="X" type="integer" max="19500" units="cm"/>
          <inkml:channel name="Y" type="integer" max="11180" units="cm"/>
          <inkml:channel name="F" type="integer" max="4096" units="dev"/>
          <inkml:channel name="T" type="integer" max="2.14748E9" units="dev"/>
        </inkml:traceFormat>
        <inkml:channelProperties>
          <inkml:channelProperty channel="X" name="resolution" value="631.06793" units="1/cm"/>
          <inkml:channelProperty channel="Y" name="resolution" value="642.52875" units="1/cm"/>
          <inkml:channelProperty channel="F" name="resolution" value="0" units="1/dev"/>
          <inkml:channelProperty channel="T" name="resolution" value="1" units="1/dev"/>
        </inkml:channelProperties>
      </inkml:inkSource>
      <inkml:timestamp xml:id="ts0" timeString="2020-12-07T08:25:51.837"/>
    </inkml:context>
    <inkml:brush xml:id="br0">
      <inkml:brushProperty name="width" value="0.1" units="cm"/>
      <inkml:brushProperty name="height" value="0.1" units="cm"/>
      <inkml:brushProperty name="color" value="#ED1C24"/>
      <inkml:brushProperty name="fitToCurve" value="1"/>
    </inkml:brush>
    <inkml:brush xml:id="br1">
      <inkml:brushProperty name="width" value="0.1" units="cm"/>
      <inkml:brushProperty name="height" value="0.1" units="cm"/>
      <inkml:brushProperty name="color" value="#3165BB"/>
      <inkml:brushProperty name="fitToCurve" value="1"/>
    </inkml:brush>
  </inkml:definitions>
  <inkml:traceGroup>
    <inkml:annotationXML>
      <emma:emma xmlns:emma="http://www.w3.org/2003/04/emma" version="1.0">
        <emma:interpretation id="{0B59A419-6293-46AC-9374-E74830B3AF24}" emma:medium="tactile" emma:mode="ink">
          <msink:context xmlns:msink="http://schemas.microsoft.com/ink/2010/main" type="writingRegion" rotatedBoundingBox="24979,1681 32824,684 33318,4570 25473,5567"/>
        </emma:interpretation>
      </emma:emma>
    </inkml:annotationXML>
    <inkml:traceGroup>
      <inkml:annotationXML>
        <emma:emma xmlns:emma="http://www.w3.org/2003/04/emma" version="1.0">
          <emma:interpretation id="{0445FD52-B86F-4B81-AF5D-EFE6F7473CF9}" emma:medium="tactile" emma:mode="ink">
            <msink:context xmlns:msink="http://schemas.microsoft.com/ink/2010/main" type="paragraph" rotatedBoundingBox="25423,1394 32160,1179 32194,2243 25457,2457" alignmentLevel="1"/>
          </emma:interpretation>
        </emma:emma>
      </inkml:annotationXML>
      <inkml:traceGroup>
        <inkml:annotationXML>
          <emma:emma xmlns:emma="http://www.w3.org/2003/04/emma" version="1.0">
            <emma:interpretation id="{645EDF18-571F-4FFA-B370-2D2EEAB667C2}" emma:medium="tactile" emma:mode="ink">
              <msink:context xmlns:msink="http://schemas.microsoft.com/ink/2010/main" type="line" rotatedBoundingBox="25423,1394 32160,1179 32194,2243 25457,2457"/>
            </emma:interpretation>
          </emma:emma>
        </inkml:annotationXML>
        <inkml:traceGroup>
          <inkml:annotationXML>
            <emma:emma xmlns:emma="http://www.w3.org/2003/04/emma" version="1.0">
              <emma:interpretation id="{6C849146-B66A-414D-9536-557D0EDA217C}" emma:medium="tactile" emma:mode="ink">
                <msink:context xmlns:msink="http://schemas.microsoft.com/ink/2010/main" type="inkWord" rotatedBoundingBox="25423,1394 32160,1179 32194,2243 25457,2457"/>
              </emma:interpretation>
              <emma:one-of disjunction-type="recognition" id="oneOf0">
                <emma:interpretation id="interp0" emma:lang="en-US" emma:confidence="0">
                  <emma:literal>*selection</emma:literal>
                </emma:interpretation>
                <emma:interpretation id="interp1" emma:lang="en-US" emma:confidence="0">
                  <emma:literal>* selection</emma:literal>
                </emma:interpretation>
                <emma:interpretation id="interp2" emma:lang="en-US" emma:confidence="0">
                  <emma:literal>F selection</emma:literal>
                </emma:interpretation>
                <emma:interpretation id="interp3" emma:lang="en-US" emma:confidence="0">
                  <emma:literal>*Selection</emma:literal>
                </emma:interpretation>
                <emma:interpretation id="interp4" emma:lang="en-US" emma:confidence="0">
                  <emma:literal>+ selection</emma:literal>
                </emma:interpretation>
              </emma:one-of>
            </emma:emma>
          </inkml:annotationXML>
          <inkml:trace contextRef="#ctx0" brushRef="#br0">1790-2061 628 0,'0'0'0'16,"-8"6"0"-16,-6 2 0 0,14-8 81 0,0 0-81 16,-14 5 82-16,0 6-82 0,14-11 55 0,0 0-55 0,-14 14 55 15,3 5-55-15,11-19 47 0,0 0-47 0,-20 16 48 16,-2 3-48-16,22-19-143 0,0 0 143 0,-19 20-143 15,2-1 143-15,17-19-118 0,0 0 118 0,-17 19-118 16,1 0 118-16,16-19-90 0,0 0 90 0,-17 24-89 16,0 1 89-16,17-25-35 0,0 0 35 0,-13 24-34 15,-4-2 34-15,17-22 0 0,0 0 0 0,-11 25 1 16,0-3-1-16,11-22 2 0,0 0-2 0,-6 21 2 16,3-7-2-16,3-14 3 0,0 0-3 0,0 11 3 15,0 3-3-15,0-14 20 0,0 0-20 0,3 10 20 16,8 4-20-16,-11-14 13 0,0 0-13 0,6 14 14 15,5-3-14-15,-11-11 4 0,0 0-4 0,11 13 5 0,0 4-5 16,-11-17 8-16,0 0-8 0,11 10 8 0,-2 10-8 16,-9-20 22-16,0 0-22 0,5 13 23 0,-2 6-23 15,-3-19 6-15,0 0-6 0,-8 30 7 0,-12 0-7 16,20-30 4-16,0 0-4 0,-22 30 5 0,-9 8-5 0,31-38 3 16,0 0-3-16,-36 33 3 0,-6 3-3 0,42-36 1 15,0 0-1-15,-38 35 2 0,-4-8-2 0,42-27-73 16,0 0 73-16,-33 25-73 0,2-3 73 0,-33 27-116 15</inkml:trace>
          <inkml:trace contextRef="#ctx0" brushRef="#br0" timeOffset="-352.7134">1826-2115 550 0,'0'0'0'0,"-22"5"0"0,-17 1 0 0,-22 7-353 15</inkml:trace>
          <inkml:trace contextRef="#ctx0" brushRef="#br0" timeOffset="1343.8505">2143-1851 158 0,'0'0'0'0,"-20"25"0"16,-10 5 0-16,30-30 36 0,0 0-36 0,-14 2 37 15,11-15-37-15,3 13 24 0,0 0-24 0,-5-8 25 16,2-3-25-16,3 11 30 0,0 0-30 0,-9 5 30 16,-4 1-30-16,13-6 42 0,0 0-42 0,-14 13 43 15,-6 12-43-15,20-25 44 0,0 0-44 0,-16 24 45 16,2 1-45-16,14-25 46 0,0 0-46 0,-14 35 47 15,3 9-47-15,11-44 31 0,0 0-31 0,-11 44 31 16,2-1-31-16,9-43 45 0,0 0-45 0,-5 44 45 16,5-3-45-16,0-41 40 0,0 0-40 0,0 38 40 15,2-3-40-15,-2-35 40 0,0 0-40 0,6 33 40 0,5-3-40 16,-11-30 26-16,0 0-26 0,14 25 26 0,5-6-26 16,-19-19 27-16,0 0-27 0,34 5 27 0,7 1-27 0,-41-6 22 15,0 0-22-15,48-6 23 0,5-10-23 0,-53 16 25 16,0 0-25-16,58-14 26 0,6-10-26 0,-64 24 14 15,0 0-14-15,61-39 15 0,3-7-15 0,-64 46 28 16,0 0-28-16,61-49 28 0,0-8-28 0,-61 57 2 16,0 0-2-16,56-58 2 0,-1-1-2 0,-55 59 0 15,0 0 0-15,42-63 0 0,0-3 0 0,-42 66-1 0,0 0 1 16,36-62 0-16,-3 2 0 0,-33 60-1 0,0 0 1 16,28-58 0-16,-11 4 0 0,-17 54-14 0,0 0 14 15,13-49-13-15,-1-6 13 0,-12 55-1 0,0 0 1 16,5-43-1-16,-2 7 1 0,-3 36-1 0,0 0 1 0,0-30-1 15,-3 6 1-15,3 24 1 0,0 0-1 0,-5-19 1 16,-4 10-1-16,9 9 0 0,0 0 0 0,-14-5 0 16,-2 10 0-16,16-5 0 0,0 0 0 0,-20 20 0 15,4 10 0-15,16-30 0 0,0 0 0 0,-20 32 0 16,6 4 0-16,14-36 11 0,0 0-11 0,-19 43 11 16,-1 1-11-16,20-44 16 0,0 0-16 0,-19 49 17 15,2 6-17-15,17-55 39 0,0 0-39 0,-17 49 39 16,1 5-39-16,16-54 37 0,0 0-37 0,-11 55 37 15,2-4-37-15,9-51 33 0,0 0-33 0,-2 50 33 16,2-4-33-16,0-46 8 0,0 0-8 0,11 46 9 0,5 1-9 16,-16-47 12-16,0 0-12 0,23 38 13 0,7-6-13 15,-30-32 15-15,0 0-15 0,39 28 16 0,6-6-16 16,-45-22 38-16,0 0-38 0,50 16 39 0,2-2-39 16,-52-14 18-16,0 0-18 0,56 5 19 0,2-5-19 0,-58 0 31 15,0 0-31-15,56-14 31 0,2-2-31 0,-58 16 12 16,0 0-12-16,47-19 12 0,-2-6-12 0,-45 25 29 15,0 0-29-15,42-32 29 0,-6-9-29 0,-36 41 11 16,0 0-11-16,30-33 11 0,-5-2-11 0,-25 35 36 16,0 0-36-16,20-25 36 0,-6 1-36 0,-14 24 11 15,0 0-11-15,5-25 11 0,-5 11-11 0,0 14 12 16,0 0-12-16,-5-11 13 0,-6 1-13 0,11 10 25 0,0 0-25 16,-14-3 26-16,-3 6-26 0,17-3 12 0,0 0-12 15,-19 10 12-15,-7 1-12 0,26-11 18 0,0 0-18 16,-22 14 18-16,3 2-18 0,19-16 15 0,0 0-15 15,-17 28 15-15,3 7-15 0,14-35 16 0,0 0-16 0,-8 33 17 16,8 8-17-16,0-41 25 0,0 0-25 0,0 30 26 16,5 2-26-16,-5-32 12 0,0 0-12 0,12 30 13 15,4 0-13-15,-16-30-21 0,0 0 21 0,20 19-21 16,5 1 21-16,-25-20-33 0,0 0 33 0,33 5-33 16,12-5 33-16,-45 0-71 0,0 0 71 0,50-16-71 15,5-12 71-15,-55 28-188 0,0 0 188 0,56-30-187 16,5-11 187-16,56-29-1055 0</inkml:trace>
          <inkml:trace contextRef="#ctx0" brushRef="#br0" timeOffset="4944.1836">2271-1674 91 0,'0'0'0'0,"-9"6"0"15,-5 13 0-15,14-19 26 0,0 0-26 16,-8 3 26-16,3-6-26 0,5 3 43 0,0 0-43 0,0 0 44 16,-6-11-44-16,6 11 50 0,0 0-50 0,-3-5 51 15,3-1-51-15,0 6 43 0,0 0-43 0,-3-3 44 16,1-2-44-16,2 5 36 0,0 0-36 0,0 0 37 0,-9-5-37 15,9 5 39-15,0 0-39 0,-5 0 40 16,-4 0-40-16,9 0 39 0,0 0-39 0,-11 0 39 0,-3-6-39 16,14 6 51-16,0 0-51 0,-16 0 51 0,-1 0-51 15,17 0 48-15,0 0-48 0,-17 6 48 0,1-6-48 0,16 0 42 16,0 0-42-16,-14 5 43 0,3 0-43 0,11-5-54 16,0 0 54-16,-25 6-595 0,50-12 595 0</inkml:trace>
          <inkml:trace contextRef="#ctx0" brushRef="#br0" timeOffset="4542.7699">2110-1562 247 0,'0'0'0'0,"13"6"0"0,10-1 0 0,13 9-126 16</inkml:trace>
          <inkml:trace contextRef="#ctx0" brushRef="#br0" timeOffset="1703.4828">4071-1938 382 0,'0'0'0'0,"-14"25"0"0,-5 13 0 0,19-38-2 15,0 0 2-15,-6 5-1 0,9-21 1 0,-3 16-3 16,0 0 3-16,3-8-2 0,0-3 2 0,-3 11-1 16,0 0 1-16,3-14-1 0,-1 9 1 0,-2 5-3 15,0 0 3-15,0-6-2 0,-2-2 2 0,2 8 6 16,0 0-6-16,0 0 7 0,-9 0-7 0,9 0 52 0,0 0-52 16,-8 3 52-16,0 8-52 0,8-11 51 0,0 0-51 15,-12 19 51-15,1 5-51 0,11-24 54 0,0 0-54 16,-8 25 55-16,2 5-55 0,6-30 56 0,0 0-56 15,0 32 56-15,6 4-56 0,-6-36 50 0,0 0-50 16,11 35 51-16,3-5-51 0,-14-30 38 0,0 0-38 0,19 33 38 16,9-8-38-16,-28-25 27 0,0 0-27 0,28 24 27 15,0-5-27-15,-28-19 4 0,0 0-4 0,36 19 4 16,6-2-4-16,-42-17-61 0,0 0 61 0,44 0-61 16,6-6 61-16,-50 6-121 0,0 0 121 0,50-13-121 15,3-7 121-15,50-9-422 0</inkml:trace>
          <inkml:trace contextRef="#ctx0" brushRef="#br0" timeOffset="2407.1933">4544-1622 180 0,'0'0'0'0,"19"-2"0"0,15-4 0 0,-34 6 8 15,0 0-8-15,25-11 9 0,-3-2-9 0,-22 13 15 16,0 0-15-16,33-17 15 0,6-2-15 0,-39 19 1 0,0 0-1 0,39-19 2 15,3 0-2-15,-42 19 0 0,0 0 0 0,39-19 0 16,2-6 0-16,-41 25-11 16,0 0 11-16,36-16-10 0,-2 2 10 0,-34 14-11 15,0 0 11-15,25-13-10 0,-3 7 10 0,-22 6-10 16,0 0 10-16,19 0-9 0,-5 3 9 0,-14-3 0 16,0 0 0-16,11 5 0 0,0 6 0 0,-11-11 35 0,0 0-35 15,9 11 35-15,-4 8-35 0,-5-19 29 0,0 0-29 16,3 19 29-16,0 11-29 0,-3-30 40 0,0 0-40 15,-3 30 40-15,-2 9-40 0,5-39 25 0,0 0-25 16,-6 32 26-16,3-2-26 0,3-30-15 0,0 0 15 0,-3 25-14 16,1-3 14-16,2-22-72 0,0 0 72 0,0 19-71 15,0-6 71-15,0 17-115 0</inkml:trace>
          <inkml:trace contextRef="#ctx0" brushRef="#br0" timeOffset="2080.0652">4791-2189 247 0,'0'0'0'0,"0"25"0"31,-3 7 0-31,3-32 5 0,0 0-5 0,0 22 5 0,3-3-5 0,-3-19 5 16,0 0-5-16,3 30 5 0,0 3-5 0,-3-33 4 16,0 0-4-16,2 41 5 0,-2-3-5 0,0-38 16 15,0 0-16-15,0 49 17 0,0 0-17 0,0-49 32 0,0 0-32 16,0 44 32-16,-2-6-32 0,2-38 18 0,0 0-18 15,0 41 18-15,0-8-18 0,0-33-53 0,0 0 53 0,0 30-53 16,-3-6 53-16,3-24-67 0,0 0 67 0,-3 19-66 16,3-8 66-16,-3 19-51 0</inkml:trace>
          <inkml:trace contextRef="#ctx0" brushRef="#br0" timeOffset="2620.4938">5088-2170 1233 0,'0'0'0'0,"9"19"0"15,2 17 0-15,-11-36-112 0,0 0 112 0,5 19-111 16,1-8 111-16,-6-11-136 0,0 0 136 0,0 13-136 15,-6-7 136-15,1 13-460 16</inkml:trace>
          <inkml:trace contextRef="#ctx0" brushRef="#br0" timeOffset="3923.5693">5483-1881 348 0,'0'0'0'0,"-6"0"0"15,-2 0 0-15,8 0 4 0,0 0-4 0,-8 19 5 16,2 11-5-16,6-30-4 0,0 0 4 0,-5 25-3 15,-1 5 3-15,6-30-26 0,0 0 26 0,-5 24-26 16,2-5 26-16,3-19-42 0,0 0 42 0,0 25-42 16,0-6 42-16,0-19-17 0,0 0 17 0,3 19-16 15,5 3 16-15,-8-22-1 0,0 0 1 0,17 14 0 16,10-3 0-16,-27-11-3 0,0 0 3 0,31 2-3 16,8 1 3-16,-39-3 0 0,0 0 0 0,41-3 0 0,9-5 0 15,-50 8 0-15,0 0 0 0,45-14 0 0,-3 4 0 16,-42 10 9-16,0 0-9 0,39-14 9 0,-6-2-9 0,-33 16 17 15,0 0-17-15,25-14 17 0,-6-2-17 0,-19 16 8 16,0 0-8-16,11-9 9 0,-5-2-9 0,-6 11 10 16,0 0-10-16,-8-13 10 0,-12 2-10 0,20 11 1 15,0 0-1-15,-28-14 1 0,-8-5-1 0,36 19-2 16,0 0 2-16,-30-11-1 0,-1-5 1 0,31 16-2 16,0 0 2-16,-25-19-2 0,3 0 2 0,22 19-2 15,0 0 2-15,-14-19-2 0,6-6 2 0,8 25-11 0,0 0 11 16,2-24-10-16,12-9 10 0,-14 33-8 0,0 0 8 15,25-25-8-15,12 1 8 0,-37 24-4 0,0 0 4 16,38-17-3-16,4 4 3 0,-42 13-3 0,0 0 3 16,45-11-2-16,2 3 2 0,-47 8 0 0,0 0 0 0,41-3 0 15,-2 6 0-15,-39-3 3 0,0 0-3 0,39 8 4 16,3 8-4-16,-42-16 23 0,0 0-23 0,31 19 24 16,-9 6-24-16,-22-25 32 0,0 0-32 0,16 27 32 15,-7 14-32-15,-9-41 36 0,0 0-36 0,3 38 36 16,-3 0-36-16,0-38 15 0,0 0-15 0,-6 36 15 15,-2-1-15-15,8-35 37 0,0 0-37 0,-11 25 37 16,-3-12-37-16,14-13 20 0,0 0-20 0,-14 11 20 16,0-5-20-16,14-6 28 0,0 0-28 0,-14 0 28 15,3-6-28-15,11 6 13 0,0 0-13 0,-8-16 13 16,2-11-13-16,6 27 11 0,0 0-11 0,3-30 11 0,5-11-11 16,-8 41 10-16,0 0-10 0,17-33 10 0,5-8-10 15,-22 41 15-15,0 0-15 0,28-32 15 0,8 2-15 16,-36 30 8-16,0 0-8 0,36-30 8 0,6 5-8 0,-42 25 15 15,0 0-15-15,41-19 16 0,1 5-16 0,-42 14 33 16,0 0-33-16,47-11 34 0,3 3-34 0,-50 8 10 16,0 0-10-16,45 0 10 0,-1 8-10 0,-44-8 30 15,0 0-30-15,36 6 30 0,-8 7-30 0,-28-13 18 16,0 0-18-16,22 17 19 0,-8 2-19 0,-14-19-116 16,0 0 116-16,0 24-116 0,-8 6 116 0,0 28-430 15</inkml:trace>
          <inkml:trace contextRef="#ctx0" brushRef="#br0" timeOffset="-2980.5346">-136-1665 460 0,'0'0'0'0,"0"0"0"0,0 0 0 0,0 0 80 15,0 0-80-15,0 0 80 0,0 0-80 0,0 0 28 16,0 0-28-16,0 0 28 0,45 5-28 0,-45-5 42 16,0 0-42-16,41 0 43 0,12 0-43 0,-53 0 10 15,0 0-10-15,53 0 10 0,3 0-10 0,-56 0 35 0,0 0-35 16,58-5 36-16,6 2-36 0,-64 3-30 0,0 0 30 15,64-3-30-15,2 3 30 0,-66 0-73 0,0 0 73 16,64 0-72-16,0 3 72 0,-64-3-97 0,0 0 97 0,64 8-97 16,0 3 97-16,58 3-256 0</inkml:trace>
          <inkml:trace contextRef="#ctx0" brushRef="#br0" timeOffset="-2425.4421">387-1742 1423 0,'0'0'0'0,"0"0"-282"0,0 0 282 0,5 44-281 16,4 24 281-16,-9-68-113 0,0 0 113 0,5 74-112 16,1 2 112-16,-6-76-150 0,0 0 150 0,0 85-150 0,0-1 150 15,0 82-154-15</inkml:trace>
          <inkml:trace contextRef="#ctx0" brushRef="#br0" timeOffset="-1089.4201">503-2023 124 0,'0'0'0'0,"0"0"0"16,0 63 0-16,0-63 38 0,0 0-38 0,0 0 39 15,11-27-39-15,-11 27 44 0,0 0-44 0,6-16 44 0,-3-4-44 16,-3 20 29-16,0 0-29 0,3-10 29 0,-3 1-29 15,0 9 17-15,0 0-17 0,0-5 17 0,-3 5-17 16,3 0 19-16,0 0-19 0,0 0 20 0,-6 5-20 16,6-5 14-16,0 0-14 0,-5 6 15 0,-1 7-15 0,6-13 9 15,0 0-9-15,-8 14 10 0,-3 2-10 0,11-16 16 16,0 0-16-16,-14 25 17 0,0 0-17 0,14-25 14 16,0 0-14-16,-14 24 15 0,-3 9-15 0,17-33 9 15,0 0-9-15,-16 35 9 0,2-2-9 0,14-33 16 16,0 0-16-16,-11 35 17 0,0-5-17 0,11-30 8 15,0 0-8-15,-9 36 8 0,4 7-8 0,5-43 15 16,0 0-15-16,0 39 16 0,2-1-16 0,-2-38 3 0,0 0-3 16,9 46 4-16,7 0-4 0,-16-46-69 0,0 0 69 15,17 52-69-15,-6 0 69 0,17 52-296 0</inkml:trace>
        </inkml:traceGroup>
      </inkml:traceGroup>
    </inkml:traceGroup>
    <inkml:traceGroup>
      <inkml:annotationXML>
        <emma:emma xmlns:emma="http://www.w3.org/2003/04/emma" version="1.0">
          <emma:interpretation id="{EEB80A05-7E4E-456C-BB81-818CC359F40D}" emma:medium="tactile" emma:mode="ink">
            <msink:context xmlns:msink="http://schemas.microsoft.com/ink/2010/main" type="paragraph" rotatedBoundingBox="25201,3427 31194,2665 31308,3561 25315,4323" alignmentLevel="1"/>
          </emma:interpretation>
        </emma:emma>
      </inkml:annotationXML>
      <inkml:traceGroup>
        <inkml:annotationXML>
          <emma:emma xmlns:emma="http://www.w3.org/2003/04/emma" version="1.0">
            <emma:interpretation id="{CB3BE06D-BDBD-4431-A5D6-0C273F7B6933}" emma:medium="tactile" emma:mode="ink">
              <msink:context xmlns:msink="http://schemas.microsoft.com/ink/2010/main" type="line" rotatedBoundingBox="25201,3427 31194,2665 31308,3561 25315,4323"/>
            </emma:interpretation>
          </emma:emma>
        </inkml:annotationXML>
        <inkml:traceGroup>
          <inkml:annotationXML>
            <emma:emma xmlns:emma="http://www.w3.org/2003/04/emma" version="1.0">
              <emma:interpretation id="{A3E9D421-D629-4B30-90EB-DD6747B2527D}" emma:medium="tactile" emma:mode="ink">
                <msink:context xmlns:msink="http://schemas.microsoft.com/ink/2010/main" type="inkWord" rotatedBoundingBox="25201,3427 29502,2880 29616,3776 25315,4323"/>
              </emma:interpretation>
              <emma:one-of disjunction-type="recognition" id="oneOf1">
                <emma:interpretation id="interp5" emma:lang="en-US" emma:confidence="0">
                  <emma:literal>005-5</emma:literal>
                </emma:interpretation>
                <emma:interpretation id="interp6" emma:lang="en-US" emma:confidence="0">
                  <emma:literal>0005-7</emma:literal>
                </emma:interpretation>
                <emma:interpretation id="interp7" emma:lang="en-US" emma:confidence="0">
                  <emma:literal>0005-5</emma:literal>
                </emma:interpretation>
                <emma:interpretation id="interp8" emma:lang="en-US" emma:confidence="0">
                  <emma:literal>0095-5</emma:literal>
                </emma:interpretation>
                <emma:interpretation id="interp9" emma:lang="en-US" emma:confidence="0">
                  <emma:literal>0095-7</emma:literal>
                </emma:interpretation>
              </emma:one-of>
            </emma:emma>
          </inkml:annotationXML>
          <inkml:trace contextRef="#ctx0" brushRef="#br1" timeOffset="-409032.5102">503 31 180 0,'0'0'0'0,"17"-14"0"0,8-2 0 0,-25 16 61 16,0 0-61-16,0 0 62 0,-17 6-62 0,17-6 51 16,0 0-51-16,-11 0 52 0,0 5-52 0,11-5 40 0,0 0-40 15,-8 3 41-15,-1-1-41 0,9-2 35 0,0 0-35 16,-8 0 36-16,3 0-36 0,5 0 32 0,0 0-32 16,-9 0 33-16,1 0-33 0,8 0 13 0,0 0-13 15,-8 0 14-15,-4 0-14 0,12 0 31 0,0 0-31 0,-11 3 31 16,0 0-31-16,11-3 27 0,0 0-27 0,-11 3 27 15,0 2-27-15,11-5 15 0,0 0-15 0,-11 6 15 16,0-1-15-16,11-5 19 0,0 0-19 0,-14 5 20 16,3 4-20-16,11-9 24 0,0 0-24 0,-14 5 25 15,0 3-25-15,14-8 21 0,0 0-21 0,-17 11 21 16,-2-3-21-16,19-8 16 0,0 0-16 0,-17 11 17 16,3 0-17-16,14-11 27 0,0 0-27 0,-14 6 27 15,0 2-27-15,14-8 20 0,0 0-20 0,-13 11 20 16,-4-6-20-16,17-5 17 0,0 0-17 0,-17 9 17 15,3-4-17-15,14-5 40 0,0 0-40 0,-11 8 41 0,0-2-41 16,11-6 48-16,0 0-48 0,-8 11 48 0,2-6-48 16,6-5 47-16,0 0-47 0,-8 5 47 0,0 4-47 15,8-9-42-15,0 0 42 0,-9 5-41 0,1 3 41 16,8-8-32-16,0 0 32 0,-8 11-32 0,2 0 32 0,6-11-51 16,0 0 51-16,-3 8-51 0,-5 3 51 0,8-11-24 15,0 0 24-15,-6 11-23 0,1 3 23 0,5-14-6 16,0 0 6-16,-6 8-6 0,3 3 6 0,3-11-5 15,0 0 5-15,-5 5-5 0,5 4 5 0,0-9-29 16,0 0 29-16,-8 11-29 0,5-6 29 0,3-5-2 16,0 0 2-16,-6 5-1 0,3 1 1 0,3-6-6 15,0 0 6-15,-5 8-5 0,2 0 5 0,3-8-4 0,0 0 4 16,-5 9-3-16,5-1 3 0,0-8-2 0,0 0 2 16,-6 8-2-16,3 0 2 0,3-8-5 0,0 0 5 15,0 8-5-15,0 3 5 0,0-11-1 0,0 0 1 0,0 14 0 16,0-6 0-16,0-8 6 0,0 0-6 0,0 11 7 15,-3 0-7-15,3-11 26 0,0 0-26 0,0 11 26 16,3 2-26-16,-3-13 7 0,0 0-7 0,3 14 7 16,3 3-7-16,-6-17 18 0,0 0-18 0,2 13 18 15,4 1-18-15,-6-14 1 0,0 0-1 0,3 11 1 16,-1-3-1-16,-2-8 3 0,0 0-3 0,3 11 4 16,-3 0-4-16,0-11 11 0,0 0-11 0,3 8 11 15,3 3-11-15,-6-11 15 0,0 0-15 0,8 5 15 16,-5 4-15-16,-3-9 9 0,0 0-9 0,5 5 9 15,1 1-9-15,-6-6 0 0,0 0 0 0,5 5 0 16,1-2 0-16,-6-3 0 0,0 0 0 0,8 2 0 0,-2 1 0 16,-6-3 0-16,0 0 0 0,11 6 0 15,6-6 0-15,-17 0 2 0,0 0-2 0,11 5 3 0,3-5-3 16,-14 0 6-16,0 0-6 0,13 6 7 0,4-6-7 16,-17 0 8-16,0 0-8 0,17 2 9 0,2 1-9 0,-19-3 3 15,0 0-3-15,17 3 4 0,-3 2-4 0,-14-5 6 16,0 0-6-16,14 0 6 0,-3 0-6 0,-11 0 7 15,0 0-7-15,11 6 7 0,-3-6-7 0,-8 0 7 16,0 0-7-16,9 0 8 0,-4 0-8 0,-5 0 3 16,0 0-3-16,9 0 4 0,-1 0-4 0,-8 0 12 15,0 0-12-15,8-6 12 0,1 6-12 0,-9 0 3 16,0 0-3-16,8-5 4 0,0-1-4 0,-8 6 0 0,0 0 0 16,9-2 0-16,2-4 0 0,-11 6-1 0,0 0 1 15,11-5 0-15,3-6 0 0,-14 11-1 0,0 0 1 0,14-8-1 16,-1-3 1-16,-13 11 0 0,0 0 0 0,14-9 0 15,3-2 0-15,-17 11-1 0,0 0 1 0,14-13 0 16,0 2 0-16,-14 11-1 0,0 0 1 0,8-11 0 16,3 3 0-16,-11 8 1 0,0 0-1 0,9-6 2 15,-1-7-2-15,-8 13 5 0,0 0-5 0,8-6 6 16,-2-5-6-16,-6 11 8 0,0 0-8 0,5-5 9 16,1 2-9-16,-6 3 8 0,0 0-8 0,3-5 8 15,-1-1-8-15,-2 6 8 0,0 0-8 0,3-5 8 16,0-4-8-16,-3 9 3 0,0 0-3 0,3-5 4 15,2-6-4-15,-5 11 6 0,0 0-6 0,0-8 6 16,3 2-6-16,-3 6 7 0,0 0-7 0,3-10 7 16,2 1-7-16,-5 9 7 0,0 0-7 0,6-5 8 0,0-6-8 15,-6 11 8-15,0 0-8 0,5-8 8 0,1 2-8 16,-6 6 8-16,0 0-8 0,0-8 8 0,3 0-8 16,-3 8 15-16,0 0-15 0,2-8 15 0,-2-3-15 0,0 11 14 15,0 0-14-15,0-8 15 0,3-9-15 0,-3 17 9 16,0 0-9-16,0-13 9 0,3-1-9 0,-3 14 4 15,0 0-4-15,0-11 4 0,3-3-4 0,-3 14 7 16,0 0-7-16,0-11 7 0,2 3-7 0,-2 8 7 16,0 0-7-16,0-5 7 0,3-6-7 0,-3 11 14 15,0 0-14-15,0-8 15 0,0 2-15 0,0 6 3 16,0 0-3-16,0-5 4 0,-3-1-4 0,3 6 0 16,0 0 0-16,-2-8 1 0,2 3-1 0,0 5 0 0,0 0 0 15,-3-6 0-15,0-5 0 0,3 11 10 0,0 0-10 16,-3-5 11-16,3-3-11 0,0 8 15 0,0 0-15 0,-2-6 16 15,2-2-16-15,0 8 4 0,0 0-4 0,-3-6 4 16,3 1-4-16,0 5 14 0,0 0-14 0,-6-5 15 16,3 5-15-16,3 0 8 0,0 0-8 0,0 0 8 15,-5-9-8-15,5 9 3 0,0 0-3 0,0 0 4 16,-6-5-4-16,6 5 0 0,0 0 0 0,0 0 1 16,-3-6-1-16,3 6-3 0,0 0 3 0,0 0-2 15,0 0 2-15,0 0-201 0,0 0 201 0,0 0-200 16,-5 0 200-16,-1-5-832 0</inkml:trace>
          <inkml:trace contextRef="#ctx0" brushRef="#br1" timeOffset="-376123.0144">-19 192 158 0,'0'0'0'0,"19"6"0"15,18-1 0-15,-37-5 47 0,0 0-47 0,8 0 48 16,-22 6-48-16,14-6 42 0,0 0-42 0,-8 0 42 15,-1 0-42-15,9 0 42 0,0 0-42 0,-2 0 43 0,-7 0-43 16,9 0 35-16,0 0-35 0,-5 0 35 0,2 0-35 16,3 0 50-16,0 0-50 0,-6 0 50 0,3 0-50 15,3 0 47-15,0 0-47 0,0 0 48 0,-5 0-48 0,5 0 59 16,0 0-59-16,0 0 59 0,0 0-59 0,0 0 62 16,0 0-62-16,0 0 62 0,0 0-62 0,0 0 52 15,0 0-52-15,0 0 52 0,0 0-52 0,0 0 67 16,0 0-67-16,0 0 67 0,0 0-67 0,0 0 47 15,0 0-47-15,0 0 47 0,0 0-47 0,0 0 55 16,0 0-55-16,0 0 55 0,-3 0-55 0,3 0-10 16,0 0 10-16,-8 0-10 0,2-6 10 0,6 6-18 15,0 0 18-15,-5 0-18 0,-4-5 18 0,9 5-4 0,0 0 4 16,-8 0-4-16,0-6 4 0,8 6 0 0,0 0 0 16,-11 0 1-16,-1 0-1 0,12 0 4 0,0 0-4 15,-11 0 4-15,-3 0-4 0,14 0 4 0,0 0-4 16,-13 0 4-16,4 0-4 0,9 0 13 0,0 0-13 15,-14 0 13-15,6 0-13 0,8 0 3 0,0 0-3 16,-8 0 4-16,5 0-4 0,3 0 6 0,0 0-6 0,-8 0 6 16,2 0-6-16,6 0 7 0,0 0-7 0,-6 0 8 15,4 0-8-15,2 0 3 0,0 0-3 0,0 0 3 16,-6 0-3-16,6 0 6 0,0 0-6 0,0 0 6 16,0 0-6-16,0 0 7 0,0 0-7 0,0 0 7 15,-5-3-7-15,5 3 3 0,0 0-3 0,0 0 3 16,0-5-3-16,0 5 6 0,0 0-6 0,0 0 6 15,0 0-6-15,0 0 3 0,0 0-3 0,0 0 3 16,0 0-3-16,0 0 5 0,0 0-5 0,0 0 5 0,-9 0-5 16,9 0 0-16,0 0 0 0,0 0 0 0,0 0 0 15,0 0-1-15,0 0 1 0,0 0 0 0,0 0 0 16,0 0 0-16,0 0 0 0,0 0 0 0,0 0 0 0,0 0 5 16,0 0-5-16,0 0 5 0,0 0-5 0,0 0 15 15,0 0-15-15,0 0 16 0,-5-11-16 0,5 11 9 16,0 0-9-16,-3-8 9 0,-3 2-9 0,6 6 16 15,0 0-16-15,-5-10 17 0,-1-1-17 0,6 11 8 16,0 0-8-16,-5-9 8 0,-4-7-8 0,9 16 1 16,0 0-1-16,-8-14 1 0,2 1-1 0,6 13 3 15,0 0-3-15,-8-17 4 0,3-2-4 0,5 19 11 0,0 0-11 16,-6-13 11-16,0-7-11 0,6 20 3 0,0 0-3 16,-2-10 4-16,-1-1-4 0,3 11 0 0,0 0 0 15,-3-6 1-15,3 3-1 0,0 3 0 0,0 0 0 16,0 0 0-16,-3-5 0 0,3 5-55 0,0 0 55 15,0 0-55-15,0 0 55 0,0 0-152 0,0 0 152 0,6 0-152 16,5 5 152-16,0 4-789 0</inkml:trace>
          <inkml:trace contextRef="#ctx0" brushRef="#br1" timeOffset="-375309.9825">-244 334 169 0,'0'0'0'0,"8"-3"0"0,3 3 0 0,-11 0 65 16,0 0-65-16,0 0 66 0,-14 3-66 0,14-3 80 0,0 0-80 16,-8 3 80-16,-3 5-80 0,11-8 58 0,0 0-58 15,-11 6 58-15,3-6-58 0,8 0 37 0,0 0-37 16,-6 2 37-16,-2 1-37 0,8-3 18 0,0 0-18 15,-6 3 18-15,3-3-18 0,3 0 28 0,0 0-28 16,-5 3 28-16,2-3-28 0,3 0 12 0,0 0-12 16,0 0 12-16,0 0-12 0,0 0-21 0,0 0 21 15,0 0-21-15,0 0 21 0,0 0-89 0,0 0 89 16,0 0-89-16,3 8 89 0,-3-8-83 0,0 0 83 0,0 0-83 16,5 5 83-16,1 3-205 0</inkml:trace>
          <inkml:trace contextRef="#ctx0" brushRef="#br1" timeOffset="-372624.6163">1445 39 124 0,'0'0'0'0,"-8"8"0"0,-3 9 0 0,11-17 8 15,0 0-8-15,-6 11 8 0,1-11-8 0,5 0 53 16,0 0-53-16,0 0 53 0,0 0-53 0,0 0 56 15,0 0-56-15,0 0 57 0,0-8-57 0,0 8 60 0,0 0-60 16,0-6 61-16,0 1-61 0,0 5 75 0,0 0-75 16,0-9 75-16,0-1-75 0,0 10 72 0,0 0-72 15,0-14 72-15,3-2-72 0,-3 16 66 0,0 0-66 16,2-20 67-16,1 1-67 0,-3 19 54 0,0 0-54 16,3-22 55-16,0 1-55 0,-3 21 51 0,0 0-51 15,2-22 51-15,-2 3-51 0,0 19 54 0,0 0-54 16,3-20 55-16,3-4-55 0,-6 24 38 0,0 0-38 0,5-25 38 15,1 6-38-15,-6 19 18 0,0 0-18 0,5-24 18 16,4 2-18-16,-9 22 20 0,0 0-20 0,5-14 20 16,1-5-20-16,-6 19 33 0,0 0-33 0,5-14 34 15,-2 3-34-15,-3 11 40 0,0 0-40 0,6-5 41 16,-6-6-41-16,0 11 24 0,0 0-24 0,0-3 25 16,0-2-25-16,0 5 36 0,0 0-36 0,0 0 36 0,-6-6-36 15,6 6 13-15,0 0-13 0,0 0 14 0,0 0-14 16,0 0 20-16,0 0-20 0,0 0 20 0,0 0-20 15,0 0 8-15,0 0-8 0,0 0 9 0,-5 0-9 16,5 0 9-16,0 0-9 0,0 0 10 0,0 0-10 0,0 0 15 16,0 0-15-16,0 0 15 0,-6 6-15 0,6-6 22 15,0 0-22-15,0 0 23 0,-5 5-23 0,5-5 14 16,0 0-14-16,-6 0 15 0,0 0-15 0,6 0 18 16,0 0-18-16,-16 3 18 0,-1-3-18 0,17 0 15 15,0 0-15-15,-19 0 15 0,-1 0-15 0,20 0 26 16,0 0-26-16,-22 0 26 0,-3-3-26 0,25 3 20 15,0 0-20-15,-22 0 20 0,2-5-20 0,20 5 26 0,0 0-26 16,-16 0 26-16,5-6-26 0,11 6 8 0,0 0-8 16,-12 0 8-16,4 0-8 0,8 0 27 0,0 0-27 15,-8 0 27-15,2-2-27 0,6 2 6 0,0 0-6 16,0 0 6-16,-5-9-6 0,5 9-44 0,0 0 44 16,0 0-44-16,-3-2 44 0,3 2-55 0,0 0 55 15,0 0-55-15,3-6 55 0,-3 6-45 0,0 0 45 16,0 0-45-16,5-5 45 0,-5 5-101 0,0 0 101 0,6 0-100 15,2-3 100-15,-8 3-177 0,0 0 177 0,8 3-176 16,4 2 176-16,7 1-875 0</inkml:trace>
          <inkml:trace contextRef="#ctx0" brushRef="#br1" timeOffset="-370508.0344">2621 61 1603 0,'5'0'0'15,"-5"0"-358"-15,0 0 358 0,0 0-358 0,6 0 358 0,-6 0-87 16,0 0 87-16,0 0-86 0,0 0 86 0,0 0-55 16,0 0 55-16,0 0-55 0,3-5 55 0,-3 5-28 15,0 0 28-15,5-6-28 0,-5-2 28 0,0 8 15 16,0 0-15-16,3-5 15 0,0-9-15 0,-3 14 48 15,0 0-48-15,3-16 49 0,-1-4-49 0,-2 20 46 16,0 0-46-16,3-19 47 0,-3 0-47 0,0 19 30 16,0 0-30-16,0-16 30 0,3-3-30 0,-3 19 39 15,0 0-39-15,0-17 40 0,3-2-40 0,-3 19 15 0,0 0-15 16,2-14 15-16,1-5-15 0,-3 19 13 0,0 0-13 16,3-11 13-16,0-2-13 0,-3 13 17 0,0 0-17 15,3-11 17-15,-3 3-17 0,0 8 33 0,0 0-33 16,0-6 33-16,0-5-33 0,0 11 10 0,0 0-10 15,0-5 10-15,-3 2-10 0,3 3 12 0,0 0-12 16,0 0 13-16,-3-5-13 0,3 5 25 0,0 0-25 0,0 0 26 16,0 0-26-16,0 0 12 0,0 0-12 0,0 0 12 15,0 0-12-15,0 0 18 0,0 0-18 0,0 0 18 16,-6 2-18-16,6-2 3 0,0 0-3 0,0 0 4 16,-5 3-4-16,5-3 22 0,0 0-22 0,0 0 22 15,-6 0-22-15,6 0 6 0,0 0-6 0,-5-3 7 16,-1-5-7-16,6 8 34 0,0 0-34 0,-14-5 34 15,3-9-34-15,11 14 18 0,0 0-18 0,-8-11 18 0,-6 0-18 16,14 11 28-16,0 0-28 0,-14-8 28 0,0-8-28 16,14 16 7-16,0 0-7 0,-14-9 7 0,3-4-7 15,11 13 18-15,0 0-18 0,-11-6 18 0,3-5-18 16,8 11 14-16,0 0-14 0,-14-8 15 0,0 3-15 0,14 5 25 16,0 0-25-16,-14-6 26 0,3-2-26 0,11 8 6 15,0 0-6-15,-8-5 7 0,-1 2-7 0,9 3-8 16,0 0 8-16,0 0-7 0,-2-8 7 0,2 8-136 15,0 0 136-15,11 0-135 0,5-6 135 0,12 1-882 16</inkml:trace>
          <inkml:trace contextRef="#ctx0" brushRef="#br1" timeOffset="-369890.3123">2668-176 281 0,'0'0'0'16,"0"-9"0"-16,3-2 0 0,-3 11 111 0,0 0-111 0,0-5 111 16,3 2-111-16,-3 3 112 0,0 0-112 0,2-5 112 15,1-1-112-15,-3 6 76 0,0 0-76 0,8-5 76 16,4-1-76-16,-12 6 48 0,0 0-48 0,16-8 49 16,7-11-49-16,-23 19 33 0,0 0-33 0,27-16 33 15,7-3-33-15,-34 19-2 0,0 0 2 0,25-14-1 16,0 3 1-16,-25 11-146 0,0 0 146 0,19-11-145 15,-2 8 145-15,19-13-465 0</inkml:trace>
          <inkml:trace contextRef="#ctx0" brushRef="#br1" timeOffset="-368586.0443">3824 105 113 0,'0'0'0'0,"8"5"0"0,9 9 0 15,-17-14 7-15,0 0-7 0,8 0 7 0,-5 0-7 0,-3 0 52 16,0 0-52-16,0 0 52 0,-3-11-52 0,3 11 50 16,0 0-50-16,-2-8 50 0,-1 2-50 0,3 6 60 15,0 0-60-15,-3-13 60 0,3 2-60 0,0 11 74 16,0 0-74-16,0-14 74 0,0 0-74 0,0 14 71 16,0 0-71-16,-3-16 72 0,0-3-72 0,3 19 66 0,0 0-66 15,-2-25 67-15,-4-5-67 0,6 30 71 0,0 0-71 16,-5-30 72-16,-4 3-72 0,9 27 54 0,0 0-54 15,-8-25 55-15,-3 4-55 0,11 21 34 0,0 0-34 16,-11-20 34-16,2 7-34 0,9 13 26 0,0 0-26 16,-8-11 26-16,2-3-26 0,6 14 24 0,0 0-24 15,-2-11 25-15,2 0-25 0,0 11 8 0,0 0-8 16,0-8 9-16,0 3-9 0,0 5 18 0,0 0-18 16,0-11 18-16,0 8-18 0,0 3 0 0,0 0 0 0,0-5 0 15,0-1 0-15,0 6 0 0,0 0 0 0,0 0 1 16,0-5-1-16,0 5 0 0,0 0 0 0,0 0 1 15,0 0-1-15,0 0 7 0,0 0-7 0,0 0 7 16,-6 5-7-16,6-5 3 0,0 0-3 0,0 0 4 16,-5 6-4-16,5-6 2 0,0 0-2 0,0 0 3 15,-9 0-3-15,9 0 1 0,0 0-1 0,-5 5 2 0,-1-5-2 16,6 0 9-16,0 0-9 0,-5 0 9 0,-1 0-9 16,6 0 22-16,0 0-22 0,-6-5 23 0,-2 5-23 15,8 0 7-15,0 0-7 0,-14-6 8 0,-2-5-8 16,16 11 17-16,0 0-17 0,-17-8 17 0,-3-3-17 0,20 11 8 15,0 0-8-15,-22-8 9 0,0 2-9 0,22 6 3 16,0 0-3-16,-20-5 4 0,7 5-4 0,13 0-28 16,0 0 28-16,-12-5-28 0,4 5 28 0,8 0-161 15,0 0 161-15,0 0-161 0,0 0 161 0,0 0-754 16</inkml:trace>
          <inkml:trace contextRef="#ctx0" brushRef="#br1" timeOffset="-368073.6531">3821-278 527 0,'0'0'0'0,"0"0"0"0,-3-5 0 0,3 5 82 0,0 0-82 16,14-11 82-16,11-8-82 0,-25 19 61 0,0 0-61 15,20-14 62-15,2-8-62 0,-22 22 0 0,0 0 0 16,17-13 0-16,-1 2 0 0,18-14-551 0</inkml:trace>
        </inkml:traceGroup>
        <inkml:traceGroup>
          <inkml:annotationXML>
            <emma:emma xmlns:emma="http://www.w3.org/2003/04/emma" version="1.0">
              <emma:interpretation id="{FE4E720D-E3E0-4345-A383-E3AEAE094EEF}" emma:medium="tactile" emma:mode="ink">
                <msink:context xmlns:msink="http://schemas.microsoft.com/ink/2010/main" type="inkWord" rotatedBoundingBox="30691,3005 31229,2937 31295,3458 30757,3526"/>
              </emma:interpretation>
              <emma:one-of disjunction-type="recognition" id="oneOf2">
                <emma:interpretation id="interp10" emma:lang="en-US" emma:confidence="0">
                  <emma:literal>Y</emma:literal>
                </emma:interpretation>
                <emma:interpretation id="interp11" emma:lang="en-US" emma:confidence="0">
                  <emma:literal>T</emma:literal>
                </emma:interpretation>
                <emma:interpretation id="interp12" emma:lang="en-US" emma:confidence="0">
                  <emma:literal>5</emma:literal>
                </emma:interpretation>
                <emma:interpretation id="interp13" emma:lang="en-US" emma:confidence="0">
                  <emma:literal>7</emma:literal>
                </emma:interpretation>
                <emma:interpretation id="interp14" emma:lang="en-US" emma:confidence="0">
                  <emma:literal>f</emma:literal>
                </emma:interpretation>
              </emma:one-of>
            </emma:emma>
          </inkml:annotationXML>
          <inkml:trace contextRef="#ctx0" brushRef="#br1" timeOffset="-366814.3986">5405-90 158 0,'0'0'0'16,"17"0"0"-16,8-6 0 0,-25 6 70 15,0 0-70-15,5-3 70 0,-10 6-70 0,5-3 74 0,0 0-74 0,0 0 75 16,-8 0-75-16,8 0 80 0,0 0-80 0,-6 0 80 16,0-3-80-16,6 3 69 0,0 0-69 0,-5-2 69 15,2-1-69-15,3 3 55 0,0 0-55 0,-3-5 55 16,1-1-55-16,2 6 46 0,0 0-46 0,-3-8 46 16,3 3-46-16,0 5 42 0,0 0-42 0,-3-6 42 0,0 1-42 15,3 5 34-15,0 0-34 0,-3-14 35 0,1-2-35 16,2 16 23-16,0 0-23 0,-3-14 24 0,3-11-24 15,0 25 35-15,0 0-35 0,0-19 36 0,0-5-36 16,0 24 30-16,0 0-30 0,0-22 30 0,-3 0-30 16,3 22 44-16,0 0-44 0,-3-16 44 0,0-3-44 15,3 19 25-15,0 0-25 0,-2-14 26 0,-1 3-26 0,3 11 28 16,0 0-28-16,-3-11 28 0,3 3-28 0,0 8 14 16,0 0-14-16,0-5 15 0,0-1-15 0,0 6 18 15,0 0-18-15,0 0 19 0,0-5-19 0,0 5 8 16,0 0-8-16,0 0 9 0,0 0-9 0,0 0 9 15,0 0-9-15,0 0 10 0,0 0-10 0,0 0 3 0,0 0-3 16,0 0 4-16,0 0-4 0,0 0 6 0,0 0-6 0,0 0 6 16,-3-6-6-16,3 6 7 0,0 0-7 15,0 0 7-15,-5-8-7 0,5 8 22 0,0 0-22 16,-3-5 23-16,0-3-23 0,3 8 13 0,0 0-13 16,-5-6 13-16,-4-5-13 0,9 11 18 0,0 0-18 0,-8-8 18 15,-3 3-18-15,11 5 8 0,0 0-8 0,-20-11 9 16,-7-3-9-16,27 14 9 0,0 0-9 0,-25-16 10 15,2 2-10-15,23 14 3 0,0 0-3 0,-25-14 4 16,0 3-4-16,25 11 2 0,0 0-2 0,-19-13 2 16,-3-4-2-16,22 17-1 0,0 0 1 0,-14-8 0 15,3 3 0-15,11 5-135 0,0 0 135 0,-6-6-135 16,9 1 135-16,-3 5-181 0,0 0 181 0,6 0-180 16,5 5 180-16,5 1-743 0</inkml:trace>
          <inkml:trace contextRef="#ctx0" brushRef="#br1" timeOffset="-366288.1033">5405-363 1289 0,'0'0'0'0,"0"0"-117"16,0 0 117-16,6-5-117 0,5-6 117 15,-11 11 0-15,0 0 0 0,17-14 0 0,2-5 0 0,-19 19-15 16,0 0 15-16,28-22-14 0,5-2 14 0,-33 24-129 16,0 0 129-16,28-19-129 0,0 5 129 0,-28 14-99 15,0 0 99-15,25-11-99 0,-3 3 99 0,25-9-343 16</inkml:trace>
        </inkml:traceGroup>
      </inkml:traceGroup>
    </inkml:traceGroup>
    <inkml:traceGroup>
      <inkml:annotationXML>
        <emma:emma xmlns:emma="http://www.w3.org/2003/04/emma" version="1.0">
          <emma:interpretation id="{59883C77-225D-456E-9966-469A91F269AB}" emma:medium="tactile" emma:mode="ink">
            <msink:context xmlns:msink="http://schemas.microsoft.com/ink/2010/main" type="paragraph" rotatedBoundingBox="26356,3585 29770,3630 29758,4493 26345,4448" alignmentLevel="2"/>
          </emma:interpretation>
        </emma:emma>
      </inkml:annotationXML>
      <inkml:traceGroup>
        <inkml:annotationXML>
          <emma:emma xmlns:emma="http://www.w3.org/2003/04/emma" version="1.0">
            <emma:interpretation id="{08DDEE19-1CFD-4706-ADCD-CD1F8205231C}" emma:medium="tactile" emma:mode="ink">
              <msink:context xmlns:msink="http://schemas.microsoft.com/ink/2010/main" type="line" rotatedBoundingBox="26356,3585 29770,3630 29758,4493 26345,4448"/>
            </emma:interpretation>
          </emma:emma>
        </inkml:annotationXML>
        <inkml:traceGroup>
          <inkml:annotationXML>
            <emma:emma xmlns:emma="http://www.w3.org/2003/04/emma" version="1.0">
              <emma:interpretation id="{E21D104D-6FDA-4C75-A85E-909B8487AF79}" emma:medium="tactile" emma:mode="ink">
                <msink:context xmlns:msink="http://schemas.microsoft.com/ink/2010/main" type="inkWord" rotatedBoundingBox="26355,3675 27322,3687 27315,4260 26347,4248"/>
              </emma:interpretation>
              <emma:one-of disjunction-type="recognition" id="oneOf3">
                <emma:interpretation id="interp15" emma:lang="en-US" emma:confidence="0.5">
                  <emma:literal>U</emma:literal>
                </emma:interpretation>
                <emma:interpretation id="interp16" emma:lang="en-US" emma:confidence="0">
                  <emma:literal>o</emma:literal>
                </emma:interpretation>
                <emma:interpretation id="interp17" emma:lang="en-US" emma:confidence="0">
                  <emma:literal>.</emma:literal>
                </emma:interpretation>
                <emma:interpretation id="interp18" emma:lang="en-US" emma:confidence="0">
                  <emma:literal>•</emma:literal>
                </emma:interpretation>
                <emma:interpretation id="interp19" emma:lang="en-US" emma:confidence="0">
                  <emma:literal>N</emma:literal>
                </emma:interpretation>
              </emma:one-of>
            </emma:emma>
          </inkml:annotationXML>
          <inkml:trace contextRef="#ctx0" brushRef="#br1" timeOffset="-405999.5634">778 179 1457 0,'123'0'0'0,"-123"0"-362"16,0 0 362-16,114-6-362 0,8 6 362 0,-122 0-117 16,0 0 117-16,69 0-117 0,-30 0 117 0,-39 0-47 15,0 0 47-15,25 0-46 0,-16 6 46 0,-9-6-35 16,0 0 35-16,0 5-35 0,-9 0 35 0,9-5 5 15,0 0-5-15,-8 9 5 0,-6-4-5 0,14-5 19 0,0 0-19 16,-14 6 20-16,0 2-20 0,14-8 9 0,0 0-9 16,-14 11 9-16,3-6-9 0,11-5 4 0,0 0-4 15,-11 8 5-15,3 3-5 0,8-11 13 0,0 0-13 0,-6 6 13 16,1 7-13-16,5-13 3 0,0 0-3 0,-3 11 4 16,3-5-4-16,0-6 12 0,0 0-12 0,-6 13 12 15,4-7-12-15,2-6 23 0,0 0-23 0,-3 14 24 16,3-9-24-16,0-5 21 0,0 0-21 0,-3 11 21 15,0 3-21-15,3-14 16 0,0 0-16 0,-5 8 17 16,-1 3-17-16,6-11 18 0,0 0-18 0,-5 11 18 16,5 2-18-16,0-13 8 0,0 0-8 0,-9 14 9 15,6 2-9-15,3-16 16 0,0 0-16 0,-2 19 17 16,-1-8-17-16,3-11 14 0,0 0-14 0,0 14 15 16,0 0-15-16,0-14 25 0,0 0-25 0,3 16 26 15,-1-2-26-15,-2-14 6 0,0 0-6 0,3 13 7 0,0-2-7 16,-3-11 17-16,0 0-17 0,6 14 17 0,-4-3-17 15,-2-11 15-15,0 0-15 0,6 11 15 0,2 2-15 16,-8-13 25-16,0 0-25 0,9 6 26 0,2 2-26 0,-11-8 12 16,0 0-12-16,8 6 13 0,0-1-13 0,-8-5 35 15,0 0-35-15,6 6 36 0,2-6-36 0,-8 0 28 16,0 0-28-16,6 5 28 0,2-2-28 0,-8-3 23 16,0 0-23-16,11 5 24 0,0 1-24 0,-11-6 27 15,0 0-27-15,14 5 27 0,3-5-27 0,-17 0-5 16,0 0 5-16,14 6-5 0,3-6 5 0,-17 0-13 15,0 0 13-15,16 2-12 0,-7 4 12 0,-9-6-10 0,0 0 10 16,13 5-9-16,4 1 9 0,-17-6-10 0,0 0 10 16,17 5-10-16,-1-5 10 0,-16 0-1 0,0 0 1 15,20 0-1-15,2-5 1 0,-22 5-1 0,0 0 1 16,22-6 0-16,1-2 0 0,-23 8 5 0,0 0-5 0,27-5 6 16,4-6-6-16,-31 11 17 0,0 0-17 0,31-14 17 15,-9 3-17-15,-22 11 15 0,0 0-15 0,25-11 16 16,-3-3-16-16,-22 14 4 0,0 0-4 0,19-13 5 0,-2 2-5 15,-17 11 7-15,0 0-7 0,14-14 8 16,0 3-8-16,-14 11 7 0,0 0-7 0,14-11 8 16,-9 3-8-16,-5 8 7 0,0 0-7 0,6-11 8 15,-1-2-8-15,-5 13 3 0,0 0-3 0,6-14 4 16,-3 3-4-16,-3 11 6 0,0 0-6 0,3-16 6 16,2 2-6-16,-5 14 3 0,0 0-3 0,0-14 3 15,3 3-3-15,-3 11 1 0,0 0-1 0,3-11 2 0,-3 3-2 16,0 8 0-16,0 0 0 0,0-16 0 0,0 2 0 15,0 14 1-15,0 0-1 0,0-13 1 0,0-4-1 0,0 17 3 16,0 0-3-16,0-19 3 0,-3 0-3 16,3 19 6-16,0 0-6 0,-3-19 6 0,3 2-6 0,0 17 8 15,0 0-8-15,-5-13 8 0,2-1-8 0,3 14 8 16,0 0-8-16,-9-19 8 0,1 3-8 0,8 16 3 16,0 0-3-16,-8-14 4 0,-3 3-4 0,11 11 6 15,0 0-6-15,-14-11 6 0,-3-2-6 0,17 13 0 16,0 0 0-16,-17-11 1 0,1 2-1 0,16 9 2 15,0 0-2-15,-17-5 2 0,-2-6-2 0,19 11 1 16,0 0-1-16,-20-3 2 0,4-2-2 0,16 5 4 0,0 0-4 16,-25-6 5-16,0 6-5 0,25 0 2 0,0 0-2 15,-26 0 3-15,4 0-3 0,22 0 5 0,0 0-5 16,-28 6 5-16,1-1-5 0,27-5 3 0,0 0-3 0,-28 3 3 16,3 8-3-16,25-11 1 0,0 0-1 0,-25 11 2 15,3-3-2-15,22-8 0 0,0 0 0 0,-20 11 0 16,4 0 0-16,16-11-17 0,0 0 17 0,-14 8-16 15,3 3 16-15,11-11-169 0,0 0 169 0,-6 5-169 16,6 4 169-16,-6 7-618 0</inkml:trace>
        </inkml:traceGroup>
        <inkml:traceGroup>
          <inkml:annotationXML>
            <emma:emma xmlns:emma="http://www.w3.org/2003/04/emma" version="1.0">
              <emma:interpretation id="{6259D3B2-C78D-4E6D-892F-F0180C98F2F4}" emma:medium="tactile" emma:mode="ink">
                <msink:context xmlns:msink="http://schemas.microsoft.com/ink/2010/main" type="inkWord" rotatedBoundingBox="27721,3610 28468,3620 28457,4476 27709,4466"/>
              </emma:interpretation>
              <emma:one-of disjunction-type="recognition" id="oneOf4">
                <emma:interpretation id="interp20" emma:lang="en-US" emma:confidence="0.5">
                  <emma:literal>Egg</emma:literal>
                </emma:interpretation>
                <emma:interpretation id="interp21" emma:lang="en-US" emma:confidence="0">
                  <emma:literal>Eg</emma:literal>
                </emma:interpretation>
                <emma:interpretation id="interp22" emma:lang="en-US" emma:confidence="0">
                  <emma:literal>Cag</emma:literal>
                </emma:interpretation>
                <emma:interpretation id="interp23" emma:lang="en-US" emma:confidence="0">
                  <emma:literal>Cig</emma:literal>
                </emma:interpretation>
                <emma:interpretation id="interp24" emma:lang="en-US" emma:confidence="0">
                  <emma:literal>lag</emma:literal>
                </emma:interpretation>
              </emma:one-of>
            </emma:emma>
          </inkml:annotationXML>
          <inkml:trace contextRef="#ctx0" brushRef="#br0" timeOffset="-389290.9482">2415 129 124 0,'0'0'0'0,"22"0"0"0,15 0 0 16,-37 0 23-16,0 0-23 0,-3 6 24 0,-22-1-24 0,25-5 25 0,0 0-25 16,-17 9 26-16,-2-4-26 0,19-5 15 0,0 0-15 15,-17 5 16-15,3-2-16 0,14-3 19 0,0 0-19 16,-11 3 20-16,0 0-20 0,11-3 8 0,0 0-8 0,-11 5 8 15,0 1-8-15,11-6 16 0,0 0-16 0,-12 5 17 16,1 0-17-16,11-5 8 0,0 0-8 0,-11 9 8 16,3-4-8-16,8-5 1 0,0 0-1 0,-11 8 1 15,2 3-1-15,9-11 15 0,0 0-15 0,-11 6 15 16,0-1-15-16,11-5 22 0,0 0-22 0,-5 6 23 16,-6 2-23-16,11-8 7 0,0 0-7 0,-6 0 8 15,3 5-8-15,3-5 35 0,0 0-35 0,-5 0 35 16,2 6-35-16,3-6 10 0,0 0-10 0,-6 5 10 15,6 3-10-15,0-8 6 0,0 0-6 0,-5 11 6 16,2-5-6-16,3-6 24 0,0 0-24 0,-3 8 25 16,3-3-25-16,0-5 12 0,0 0-12 0,-3 6 12 0,1-6-12 15,2 0 26-15,0 0-26 0,-3 5 26 0,-3-2-26 16,6-3 13-16,0 0-13 0,-5 6 13 0,-1-1-13 16,6-5 35-16,0 0-35 0,-5 5 36 0,2-2-36 0,3-3 28 15,0 0-28-15,-3 6 28 0,0-1-28 0,3-5 33 16,0 0-33-16,-2 6 33 0,2-4-33 0,0-2 32 15,0 0-32-15,-3 6 32 0,3-1-32 0,0-5 32 16,0 0-32-16,-3 6 32 0,3-1-32 0,0-5 22 16,0 0-22-16,-3 3 22 0,0 0-22 0,3-3-1 15,0 0 1-15,-2 5 0 0,2 3 0 0,0-8-6 16,0 0 6-16,-3 6-6 0,3-1 6 0,0-5-17 0,0 0 17 16,-3 8-16-16,3 3 16 0,0-11-16 0,0 0 16 15,0 11-15-15,0 3 15 0,0-14-5 0,0 0 5 16,0 5-4-16,0 4 4 0,0-9 5 0,0 0-5 0,0 10 5 15,0-4-5-15,0-6 9 0,0 0-9 0,0 8 9 16,0 3-9-16,0-11 5 0,0 0-5 0,0 6 5 16,0 2-5-16,0-8 7 0,0 0-7 0,0 5 8 15,0 1-8-15,0-6 3 0,0 0-3 0,0 8 3 16,3-3-3-16,-3-5 0 0,0 0 0 0,3 11 0 16,-1-8 0-16,-2-3 0 0,0 0 0 0,3 11 0 15,3-6 0-15,-6-5 4 0,0 0-4 0,3 6 4 16,2-1-4-16,-5-5 7 0,0 0-7 0,3 8 7 15,0 3-7-15,-3-11 15 0,0 0-15 0,2 6 15 16,-2 2-15-16,0-8 3 0,0 0-3 0,0 11 4 16,3-6-4-16,-3-5 21 0,0 0-21 0,0 9 21 15,0-4-21-15,0-5 32 0,0 0-32 0,0 0 32 0,3 6-32 16,-3-6 10-16,0 0-10 0,0 0 11 0,8 2-11 16,-8-2 6-16,0 0-6 0,6 3 7 0,2 5-7 15,-8-8 9-15,0 0-9 0,11 6 9 0,-5 2-9 16,-6-8 3-16,0 0-3 0,5 11 3 0,1-6-3 0,-6-5 11 15,0 0-11-15,3 6 11 0,0-4-11 0,-3-2 23 16,0 0-23-16,2 6 24 0,1-1-24 0,-3-5 13 16,0 0-13-16,0 0 13 0,6 6-13 0,-6-6 28 15,0 0-28-15,5 0 28 0,1 5-28 0,-6-5 6 16,0 0-6-16,8 0 6 0,0 3-6 0,-8-3 10 16,0 0-10-16,12 3 10 0,-1 5-10 0,-11-8 15 0,0 0-15 15,11 5 16-15,-3-5-16 0,-8 0 8 0,0 0-8 16,8 3 8-16,1 0-8 0,-9-3 9 0,0 0-9 15,8 3 9-15,-2-3-9 0,-6 0 15 0,0 0-15 0,8 2 15 16,0-2-15-16,-8 0 14 0,0 0-14 0,9 3 15 16,2-3-15-16,-11 0 9 0,0 0-9 0,11 6 9 15,-8-6-9-15,-3 0 9 0,0 0-9 0,8 0 10 16,0 5-10-16,-8-5 8 0,0 0-8 0,9 0 8 16,2 0-8-16,-11 0 8 0,0 0-8 0,8 0 8 15,3-5-8-15,-11 5 8 0,0 0-8 0,9 0 8 16,-4 0-8-16,-5 0 23 0,0 0-23 0,6 0 24 15,2-6-24-15,-8 6 12 0,0 0-12 0,6 0 13 16,2-3-13-16,-8 3 10 0,0 0-10 0,6 0 10 16,2 0-10-16,-8 0 17 0,0 0-17 0,5 0 17 15,4 0-17-15,-9 0 14 0,0 0-14 0,5 0 15 16,1 0-15-16,-6 0 1 0,0 0-1 0,5-2 1 0,4-1-1 16,-9 3 4-16,0 0-4 0,8-3 5 0,3 0-5 15,-11 3 2-15,0 0-2 0,9-5 2 0,2-1-2 0,-11 6 5 16,0 0-5-16,8-2 5 0,-2-4-5 0,-6 6 12 15,0 0-12-15,8 0 13 0,-5-5-13 0,-3 5 8 16,0 0-8-16,5 0 9 0,1-6-9 0,-6 6 3 16,0 0-3-16,5-8 4 0,4 3-4 0,-9 5 21 15,0 0-21-15,8-11 21 0,3 0-21 0,-11 11 2 16,0 0-2-16,8-8 3 0,4-9-3 0,-12 17 2 0,0 0-2 16,8-8 3-16,3-8-3 0,-11 16 5 0,0 0-5 15,8-8 6-15,1-6-6 0,-9 14 0 0,0 0 0 16,8-11 1-16,-2 5-1 0,-6 6 6 0,0 0-6 15,5-10 6-15,1 1-6 0,-6 9 0 0,0 0 0 16,3-11 1-16,-1 6-1 0,-2 5 3 0,0 0-3 0,3-3 3 16,-3-8-3-16,0 11 5 0,0 0-5 0,0-5 5 15,3-3-5-15,-3 8 7 0,0 0-7 0,0-6 7 16,3 1-7-16,-3 5 1 0,0 0-1 0,0-6 1 16,5 1-1-16,-5 5 7 0,0 0-7 0,0-3 8 15,0-8-8-15,0 11 3 0,0 0-3 0,0-8 3 16,0 2-3-16,0 6 0 0,0 0 0 0,0-10 0 15,0 1 0-15,0 9 1 0,0 0-1 0,-5-5 2 16,5-1-2-16,0 6 0 0,0 0 0 0,-3-8 0 16,0 0 0-16,3 8 9 0,0 0-9 0,-3-3 9 15,1-8-9-15,2 11 1 0,0 0-1 0,-3-5 1 0,0-3-1 16,3 8 3-16,0 0-3 0,-3-6 4 16,0-2-4-16,3 8 6 0,0 0-6 0,-2-5 7 0,-1-1-7 15,3 6 7-15,0 0-7 0,-3-5 7 0,-2-6-7 16,5 11 3-16,0 0-3 0,-6-6 4 0,3 4-4 15,3 2 12-15,0 0-12 0,-5-6 12 0,2-2-12 0,3 8 8 16,0 0-8-16,-6-6 8 0,3 1-8 0,3 5 3 16,0 0-3-16,-5-5 4 0,2-6-4 0,3 11 2 15,0 0-2-15,-5-9 3 0,2-4-3 0,3 13-1 16,0 0 1-16,-6-6 0 0,3-5 0 0,3 11 0 16,0 0 0-16,-2-5 0 0,-1-1 0 0,3 6 3 15,0 0-3-15,0-2 3 0,0-4-3 0,0 6 7 0,0 0-7 16,0 0 7-16,-6-5-7 0,6 5 3 0,0 0-3 15,-5 0 4-15,-1-6-4 0,6 6 7 0,0 0-7 16,-5-2 7-16,-4 2-7 0,9 0 0 0,0 0 0 0,-8-3 1 16,0 0-1-16,8 3 6 0,0 0-6 0,-9 0 7 15,1-5-7-15,8 5 7 0,0 0-7 0,-8 0 8 16,-1 0-8-16,9 0 0 0,0 0 0 0,-8-6 0 16,0 6 0-16,8 0 0 0,0 0 0 0,-9-5 1 15,1 2-1-15,8 3 0 0,0 0 0 0,-8-3 1 16,2 1-1-16,6 2 0 0,0 0 0 0,-5 0 1 15,-1-6-1-15,6 6 2 0,0 0-2 0,-3-5 2 16,3-4-2-16,0 9 0 0,0 0 0 0,0-5 0 16,3 0 0-16,-3 5 1 0,0 0-1 0,3-6 2 15,0 6-2-15,-3 0 0 0,0 0 0 0,5-8 0 16,1 2 0-16,-6 6-1 0,0 0 1 0,11-5-1 16,3 0 1-16,-14 5 0 0,0 0 0 0,16-11 0 0,1 2 0 15,-17 9-1-15,0 0 1 0,17-5-1 0,2-6 1 16,-19 11-1-16,0 0 1 0,17-3-1 0,-1-2 1 0,-16 5 0 15,0 0 0-15,14 0 0 0,0-6 0 0,-14 6 1 16,0 0-1-16,11 0 2 0,1 0-2 0,-12 0 5 16,0 0-5-16,8 0 5 0,-3 0-5 0,-5 0 7 15,0 0-7-15,6 0 8 0,0 0-8 0,-6 0 8 16,0 0-8-16,0 0 8 0,5 6-8 0,-5-6 15 16,0 0-15-16,0 0 15 0,6 0-15 0,-6 0 1 15,0 0-1-15,5 0 1 0,1 0-1 0,-6 0 0 16,0 0 0-16,8 0 0 0,0 0 0 0,-8 0-2 15,0 0 2-15,12 5-1 0,-1-5 1 0,-11 0-2 0,0 0 2 16,11 0-2-16,0 0 2 0,-11 0 0 0,0 0 0 16,8 3 1-16,-2 0-1 0,-6-3 0 0,0 0 0 0,5 2 0 15,1 4 0-15,-6-6 0 0,0 0 0 0,3 5 0 16,-1 4 0-16,-2-9 3 0,0 0-3 0,0 11 4 16,0-1-4-16,0-10 0 0,0 0 0 0,0 9 0 15,-2 2 0-15,2-11 0 0,0 0 0 0,-3 8 1 16,3 3-1-16,0-11 0 0,0 0 0 0,-3 11 0 15,3-6 0-15,0-5-1 0,0 0 1 0,0 8 0 16,0 3 0-16,0-11 1 0,0 0-1 0,0 14 2 16,0-1-2-16,0-13 0 0,0 0 0 0,0 17 0 15,0-6 0-15,0-11-1 0,0 0 1 0,0 13 0 16,0-2 0-16,0-11 0 0,0 0 0 0,0 14 0 16,0-6 0-16,0-8-3 0,0 0 3 0,0 11-2 0,0-3 2 15,0-8-2-15,0 0 2 0,0 11-2 16,0 0 2-16,0-11 0 0,0 0 0 0,0 8 0 0,0 3 0 15,0-11-2-15,0 0 2 0,0 8-1 0,0 3 1 16,0-11 0-16,0 0 0 0,0 11 0 0,-3 0 0 16,3-11 0-16,0 0 0 0,-2 14 0 0,-4-9 0 0,6-5-4 15,0 0 4-15,-6 9-3 0,1 1 3 0,5-10 5 16,0 0-5-16,-6 6 5 0,1 8-5 0,5-14 3 16,0 0-3-16,-6 8 4 0,-2 8-4 0,8-16 0 15,0 0 0-15,-8 11 1 0,2 3-1 0,6-14 7 16,0 0-7-16,-8 13 8 0,-1-2-8 0,9-11 7 0,0 0-7 15,-8 11 8-15,0 3-8 0,8-14 3 0,0 0-3 16,-9 5 3-16,-2 4-3 0,11-9 2 0,0 0-2 16,-11 11 3-16,0-3-3 0,11-8-1 0,0 0 1 15,-11 11 0-15,0 0 0 0,11-11 0 0,0 0 0 0,-11 13 0 16,2-7 0-16,9-6-2 0,0 0 2 0,-8 8-1 16,2 3 1-16,6-11-5 0,0 0 5 0,-8 5-4 15,5 1 4-15,3-6 0 0,0 0 0 0,-11 8 0 16,6-3 0-16,5-5 0 0,0 0 0 0,-9 11 1 15,4-8-1-15,5-3 0 0,0 0 0 0,-9 5 1 16,4 1-1-16,5-6 0 0,0 0 0 0,-6 5 1 16,1-5-1-16,5 0 0 0,0 0 0 0,-6 0 0 15,3 0 0-15,3 0 2 0,0 0-2 0,-2 3 2 16,-4-3-2-16,6 0 5 0,0 0-5 0,-6 0 6 16,-2-3-6-16,8 3 0 0,0 0 0 0,-8 0 1 0,2-5-1 15,6 5 3-15,0 0-3 0,-8-6 3 0,2 1-3 16,6 5 2-16,0 0-2 0,-8-3 2 0,2-2-2 15,6 5 0-15,0 0 0 0,-5-6 0 0,-1 6 0 16,6 0 3-16,0 0-3 0,0 0 4 0,-5-5-4 0,5 5 0 16,0 0 0-16,0 0 1 0,-3-6-1 0,3 6 6 15,0 0-6-15,0 0 7 0,-6-2-7 0,6 2 3 16,0 0-3-16,0 0 3 0,-8-6-3 0,8 6 0 16,0 0 0-16,-5 0 0 0,2 0 0 0,3 0 1 15,0 0-1-15,-6 0 2 0,1-5-2 0,5 5 0 16,0 0 0-16,-6 0 0 0,1 0 0 0,5 0 1 15,0 0-1-15,-6-6 1 0,-2 1-1 0,8 5 1 16,0 0-1-16,-9-3 1 0,4-2-1 0,5 5 0 0,0 0 0 16,-9 0 0-16,4-6 0 0,5 6 0 0,0 0 0 15,-6-5 0-15,1-1 0 0,5 6 0 0,0 0 0 0,-3-2 0 16,-3-4 0-16,6 6-6 0,0 0 6 0,-5-5-5 16,2-6 5-16,3 11 0 0,0 0 0 0,-6-8 0 15,1-12 0-15,5 20-1 0,0 0 1 0,-6-11 0 16,4-8 0-16,2 19-1 0,0 0 1 0,-3-16 0 15,0 2 0-15,3 14-1 0,0 0 1 0,0-19 0 16,0 3 0-16,0 16-7 0,0 0 7 0,0-14-6 16,0 0 6-16,0 14 0 0,0 0 0 0,0-13 0 15,-3 2 0-15,3 11 0 0,0 0 0 0,-3-14 0 16,3 3 0-16,0 11-1 0,0 0 1 0,-2-16 0 16,2 2 0-16,0 14 2 0,0 0-2 0,0-11 2 15,0 3-2-15,0 8 0 0,0 0 0 0,0-13 0 16,2 2 0-16,-2 11 2 0,0 0-2 0,3-11 2 0,3 2-2 15,-6 9 0-15,0 0 0 0,5-5 0 0,1-6 0 16,-6 11-4-16,0 0 4 0,5-8-3 0,1-3 3 0,-6 11-1 16,0 0 1-16,6-8 0 0,2-3 0 0,-8 11-3 15,0 0 3-15,3-6-3 0,-1-5 3 0,-2 11-30 16,0 0 30-16,9-8-30 0,-1 3 30 0,-8 5-135 16,0 0 135-16,11-11-135 0,3 3 135 0,-14 8-132 15,0 0 132-15,25-17-1281 0,-50 34 1281 0</inkml:trace>
          <inkml:trace contextRef="#ctx0" brushRef="#br1" timeOffset="-404257.3662">2468 69 1267 0,'0'0'0'15,"0"0"-254"-15,0 0 254 0,-17 6-254 0,-8 5 254 0,25-11-103 16,0 0 103-16,-22 13-103 0,3-2 103 0,19-11-57 16,0 0 57-16,-20 8-57 0,3 9 57 0,17-17-36 15,0 0 36-15,-16 14-36 0,2-1 36 0,14-13 2 16,0 0-2-16,-14 17 2 0,0 2-2 0,14-19 13 15,0 0-13-15,-11 13 14 0,0 4-14 0,11-17 18 16,0 0-18-16,-11 19 19 0,2-3-19 0,9-16 8 16,0 0-8-16,-8 19 9 0,0 6-9 0,8-25 9 15,0 0-9-15,-9 19 10 0,4 0-10 0,5-19 15 0,0 0-15 16,-6 19 15-16,6 0-15 0,0-19 22 0,0 0-22 16,-5 22 23-16,5 0-23 0,0-22 8 0,0 0-8 0,5 22 8 15,-2 2-8-15,-3-24 26 0,0 0-26 0,3 25 26 16,2-6-26-16,-5-19 12 0,0 0-12 0,3 19 13 15,3 0-13-15,-6-19 10 0,0 0-10 0,3 22 10 16,2-3-10-16,-5-19 26 0,0 0-26 0,6 25 26 16,-6-6-26-16,0-19 19 0,0 0-19 0,2 19 20 15,1-5-20-15,-3-14 16 0,0 0-16 0,6 16 17 16,-1-5-17-16,-5-11 27 0,0 0-27 0,9 14 27 16,2-9-27-16,-11-5 12 0,0 0-12 0,14 14 13 15,5-9-13-15,-19-5 18 0,0 0-18 0,17 9 19 16,2 2-19-16,-19-11 24 0,0 0-24 0,22 5 25 15,3 0-25-15,-25-5 13 0,0 0-13 0,28 6 13 16,-5-3-13-16,-23-3 18 0,0 0-18 0,25 5 19 0,-3-5-19 16,-22 0 24-16,0 0-24 0,19 0 25 0,-2 0-25 15,-17 0 7-15,0 0-7 0,17 0 7 0,2 0-7 0,-19 0 17 16,0 0-17-16,17-5 17 0,-3 2-17 0,-14 3 33 16,0 0-33-16,13-3 34 0,4-2-34 0,-17 5 34 15,0 0-34-15,14-3 35 0,3-8-35 0,-17 11 22 16,0 0-22-16,14-8 23 0,-3 2-23 0,-11 6 36 15,0 0-36-15,14-11 36 0,0 3-36 0,-14 8 21 16,0 0-21-16,13-16 21 0,1 2-21 0,-14 14 41 16,0 0-41-16,14-16 41 0,-3 2-41 0,-11 14 22 0,0 0-22 15,14-19 23-15,3 0-23 0,-17 19-1 0,0 0 1 16,14-16 0-16,0-4 0 0,-14 20-6 0,0 0 6 16,11-13-5-16,0-6 5 0,-11 19-4 0,0 0 4 15,8-17-4-15,1 4 4 0,-9 13-1 0,0 0 1 0,5-17-1 16,-2 4 1-16,-3 13 0 0,0 0 0 0,3-17 0 15,2 1 0-15,-5 16 7 0,0 0-7 0,3-17 8 16,0 1-8-16,-3 16 9 0,0 0-9 0,3-16 9 16,-3 5-9-16,0 11 15 0,0 0-15 0,0-17 16 15,0 4-16-15,0 13 8 0,0 0-8 0,0-14 9 16,-3 3-9-16,3 11 3 0,0 0-3 0,-3-14 4 16,0-2-4-16,3 16 7 0,0 0-7 0,-5-14 7 15,-1 1-7-15,6 13 22 0,0 0-22 0,-8-11 22 16,-3-3-22-16,11 14 12 0,0 0-12 0,-11-11 13 15,2-2-13-15,9 13 10 0,0 0-10 0,-8-11 10 16,-3-6-10-16,11 17 10 0,0 0-10 0,-11-13 10 0,2-1-10 16,9 14 3-16,0 0-3 0,-11-11 4 0,3 0-4 15,8 11 29-15,0 0-29 0,-11-8 29 0,0-3-29 16,11 11 10-16,0 0-10 0,-11-8 10 0,2 2-10 0,9 6 29 16,0 0-29-16,-11-11 29 0,0 3-29 0,11 8 0 15,0 0 0-15,-11-5 0 0,0-6 0 0,11 11-46 16,0 0 46-16,-11-8-45 0,2-3 45 0,9 11-207 15,0 0 207-15,-8-11-206 0,0 3 206 0,-9-17-907 16</inkml:trace>
          <inkml:trace contextRef="#ctx0" brushRef="#br0" timeOffset="-14496.1377">2221 287 135 0,'0'0'0'0,"25"-6"0"0,11-10 0 15,-36 16 34-15,0 0-34 0,11 11 34 0,-14 13-34 16,3-24 49-16,0 0-49 0,-3 17 50 0,-5 2-50 16,8-19 59-16,0 0-59 0,-6 19 59 0,1 0-59 0,5-19 51 15,0 0-51-15,-6 24 51 0,1-4-51 0,5-20 50 16,0 0-50-16,-6 24 50 0,3 1-50 0,3-25 37 15,0 0-37-15,-2 19 38 0,-4-3-38 0,6-16-33 16,0 0 33-16,-5 25-33 0,-4-1 33 0,9-24-31 16,0 0 31-16,-5 25-31 0,-1-1 31 0,6-24-40 15,0 0 40-15,-3 19-39 0,3-8 39 0,0-11-19 16,0 0 19-16,0 19-18 0,0-5 18 0,0-14-13 16,0 0 13-16,0 16-12 0,0-2 12 0,0-14-10 0,0 0 10 15,6 11-10-15,-1 2 10 0,-5-13 0 0,0 0 0 16,9 6 0-16,5-1 0 0,-14-5 10 0,0 0-10 0,14 8 11 15,5-2-11-15,-19-6 18 0,0 0-18 0,14 0 18 16,5 5-18-16,-19-5 9 0,0 0-9 0,17 0 9 16,2 0-9-16,-19 0 4 0,0 0-4 0,17 3 5 15,3-3-5-15,-20 0 3 0,0 0-3 0,16 3 3 16,1-3-3-16,-17 0 5 0,0 0-5 0,17 0 5 16,-1 0-5-16,-16 0 20 0,0 0-20 0,23-6 20 15,2-5-20-15,-25 11 32 0,0 0-32 0,22-10 32 16,3-4-32-16,-25 14 41 0,0 0-41 0,22-19 42 15,0 0-42-15,-22 19 9 0,0 0-9 0,20-17 9 16,-1 4-9-16,-19 13 22 0,0 0-22 0,17-17 23 16,-1 4-23-16,-16 13 13 0,0 0-13 0,17-14 14 0,-3 3-14 15,-14 11 9-15,0 0-9 0,14-13 10 0,0 2-10 16,-14 11 4-16,0 0-4 0,14-14 4 0,0-5-4 16,-14 19 7-16,0 0-7 0,11-11 7 0,0-8-7 15,-11 19 3-15,0 0-3 0,17-19 3 0,-4 0-3 0,-13 19 5 16,0 0-5-16,14-17 5 0,-3 1-5 0,-11 16 7 15,0 0-7-15,9-8 7 0,-4-3-7 0,-5 11 7 16,0 0-7-16,0-5 8 0,-2 2-8 0,2 3 3 16,0 0-3-16,-9 0 4 0,1 0-4 0,8 0 6 15,0 0-6-15,-28 5 6 0,-8 9-6 0,36-14 0 16,0 0 0-16,-33 8 1 0,-4 3-1 0,37-11 0 0,0 0 0 16,-30 11 1-16,2-6-1 0,28-5 0 0,0 0 0 15,-22 9 0-15,8-4 0 0,14-5 5 0,0 0-5 16,-11 5 5-16,3-2-5 0,8-3 0 0,0 0 0 15,-6 3 1-15,3 0-1 0,3-3 0 0,0 0 0 0,0 0 0 16,0 0 0-16,0 0-6 0,0 0 6 0,0 0-5 16,0 0 5-16,0 0-9 0,0 0 9 0,0 0-9 15,9 0 9-15,-9 0-16 0,0 0 16 0,5 0-15 16,3 0 15-16,-8 0-9 0,0 0 9 0,6 0-8 16,2 0 8-16,-8 0-1 0,0 0 1 0,6 0-1 15,-3-3 1-15,-3 3 1 0,0 0-1 0,2-6 1 16,4 1-1-16,-6 5-1 0,0 0 1 0,6-8 0 15,-1-3 0-15,-5 11 0 0,0 0 0 0,11-11 0 16,-5-3 0-16,-6 14 0 0,0 0 0 0,11-16 0 16,0 2 0-16,-11 14-7 0,0 0 7 0,11-16-7 15,-3 2 7-15,-8 14-15 0,0 0 15 0,6-8-15 16,0-3 15-16,-6 11-9 0,0 0 9 0,2-8-9 0,1 3 9 16,-3 5-17-16,0 0 17 0,0 0-16 0,-8 0 16 15,8 0-4-15,0 0 4 0,-14 5-3 0,-8 9 3 0,22-14-7 16,0 0 7-16,-20 13-6 0,-2 4 6 0,22-17-3 15,0 0 3-15,-19 13-3 0,2 1 3 0,17-14-6 16,0 0 6-16,-8 11-5 0,-4-3 5 0,12-8-3 16,0 0 3-16,-5 8-3 0,-1 0 3 0,6-8 0 15,0 0 0-15,-2 6 0 0,4 2 0 0,-2-8 0 16,0 0 0-16,3 11 0 0,5 0 0 0,-8-11-1 16,0 0 1-16,12 14-1 0,-7-9 1 0,-5-5 0 0,0 0 0 15,8 14 0-15,4-9 0 0,-12-5 4 0,0 0-4 16,8 8 4-16,0 3-4 0,-8-11 8 0,0 0-8 15,6 0 8-15,-1 0-8 0,-5 0 1 0,0 0-1 16,6 0 1-16,-3-11-1 0,-3 11 1 0,0 0-1 0,5-8 1 16,-5-3-1-16,0 11 0 0,0 0 0 0,3-8 0 15,-3-8 0-15,0 16 0 0,0 0 0 0,0-14 0 16,0 0 0-16,0 14-1 0,0 0 1 0,0-11 0 16,-3 3 0-16,3 8 0 0,0 0 0 0,-5-5 0 15,-4 2 0-15,9 3 0 0,0 0 0 0,-11 3 0 16,-3 2 0-16,14-5-1 0,0 0 1 0,-16 14 0 15,-1 0 0-15,17-14-1 0,0 0 1 0,-17 16 0 16,1 3 0-16,16-19 0 0,0 0 0 0,-14 14 0 16,5-1 0-16,9-13 0 0,0 0 0 0,-5 17 1 15,2-9-1-15,3-8 0 0,0 0 0 0,3 11 1 0,2 0-1 16,-5-11 3-16,0 0-3 0,12 13 3 16,7-7-3-16,-19-6 10 0,0 0-10 0,22 5 11 0,3-2-11 15,-25-3 4-15,0 0-4 0,22 0 4 0,1-3-4 16,-23 3 7-16,0 0-7 0,19-11 7 0,1 0-7 0,-20 11 3 15,0 0-3-15,13-13 3 0,1-6-3 0,-14 19 2 16,0 0-2-16,12-17 2 0,-4-2-2 0,-8 19 4 16,0 0-4-16,5-13 5 0,1-7-5 0,-6 20 0 15,0 0 0-15,0-16 1 0,0 8-1 0,0 8-1 16,0 0 1-16,-6-11 0 0,-2 3 0 0,8 8-3 16,0 0 3-16,-11-3-3 0,0 6 3 0,11-3-7 15,0 0 7-15,-17 8-7 0,0 8 7 0,17-16-15 0,0 0 15 16,-13 14-15-16,-1 2 15 0,14-16-83 0,0 0 83 15,-9 14-83-15,7 0 83 0,2-14-80 0,0 0 80 0,11 13-79 16,11 4 79-16,11 7-224 0</inkml:trace>
          <inkml:trace contextRef="#ctx0" brushRef="#br0" timeOffset="-12649.598">2615 167 1423 0,'3'5'0'0,"-3"-5"-310"0,0 0 310 0,8 6-309 0,6 4 309 15,-14-10-102-15,0 0 102 0,6 0-102 0,5 3 102 16,-11-3-78-16,0 0 78 0,8 0-77 0,1 0 77 15,-9 0-78-15,0 0 78 0,8 3-77 0,0 0 77 0,-8-3-17 16,0 0 17-16,9 11-16 0,-1-6 16 0,-8-5 0 16,0 0 0-16,8 19 0 0,-2 0 0 0,-6-19-1 15,0 0 1-15,3 17 0 0,-1 4 0 0,-2-21 7 16,0 0-7-16,0 22 8 0,-2 3-8 0,2-25 27 16,0 0-27-16,-3 24 27 0,0-5-27 0,3-19 0 15,0 0 0-15,-3 19 1 0,1-2-1 0,2-17 3 16,0 0-3-16,-3 16 4 0,0 0-4 0,3-16 2 0,0 0-2 15,-3 14 2-15,3 2-2 0,0-16 1 0,0 0-1 16,0 9 2-16,0 2-2 0,0-11 1 0,0 0-1 0,0 10 1 16,0 4-1-16,0-14 3 0,0 0-3 0,-3 8 4 15,1 3-4-15,2-11 11 0,0 0-11 0,-3 6 11 16,3-1-11-16,0-5 4 0,0 0-4 0,-3 6 4 16,-3-4-4-16,6-2 3 0,0 0-3 0,-5 6 3 15,-3-1-3-15,8-5 5 0,0 0-5 0,-12 6 5 16,1-4-5-16,11-2 6 0,0 0-6 0,-11 6 7 15,-5 5-7-15,16-11 14 0,0 0-14 0,-14 5 15 16,0 9-15-16,14-14 0 0,0 0 0 0,-17 11 0 16,0-6 0-16,17-5 0 0,0 0 0 0,-13 8 1 15,4-2-1-15,9-6 7 0,0 0-7 0,-8 5 8 16,0-10-8-16,8 5 8 0,0 0-8 0,-9 0 8 16,1-6-8-16,8 6 3 0,0 0-3 0,-8-5 4 0,-4-3-4 15,12 8 13-15,0 0-13 0,-11-11 13 0,3-3-13 16,8 14 14-16,0 0-14 0,-8-11 15 0,2-2-15 15,6 13 15-15,0 0-15 0,-3-17 15 0,3 4-15 0,0 13 16 16,0 0-16-16,3-19 17 0,3-6-17 0,-6 25 25 16,0 0-25-16,0-25 26 0,5 1-26 0,-5 24 30 15,0 0-30-15,3-30 30 0,3 0-30 0,-6 30 21 16,0 0-21-16,2-27 21 0,4-3-21 0,-6 30 35 16,0 0-35-16,8-25 36 0,1-5-36 0,-9 30 30 0,0 0-30 0,11-24 30 15,3-1-30-15,-14 25 14 0,0 0-14 0,11-19 15 16,0 0-15-16,-11 19 30 0,0 0-30 0,11-11 30 0,0-5-30 15,-11 16 28-15,0 0-28 0,14-8 28 0,5-6-28 16,-19 14-46-16,0 0 46 16,17-6-46-16,0 1 46 0,-17 5-47 0,0 0 47 0,16-5-46 15,-2 5 46-15,-14 0-31 0,0 0 31 0,14 0-31 16,3 0 31-16,-17 0-29 0,0 0 29 0,14 5-29 16,-3 0 29-16,-11-5-23 0,0 0 23 0,11 9-22 15,0 2 22-15,-11-11-2 0,0 0 2 0,11 10-1 16,-2 4 1-16,-9-14 0 0,0 0 0 0,5 14 0 15,1 2 0-15,-6-16 0 0,0 0 0 0,2 19 0 16,1 0 0-16,-3-19 0 0,0 0 0 0,3 14 0 16,3 2 0-16,-6-16 4 0,0 0-4 0,0 14 5 15,0-3-5-15,0-11 13 0,0 0-13 0,0 11 14 16,0 2-14-16,0-13 4 0,0 0-4 0,0 8 4 16,0 3-4-16,0-11 3 0,0 0-3 0,0 14 3 0,-6 2-3 15,6-16 0-15,0 0 0 0,-3 14 0 0,0 5 0 16,3-19 0-16,0 0 0 0,-2 19 0 0,-1-3 0 15,3-16 0-15,0 0 0 0,-3 20 0 0,-2 1 0 0,5-21-4 16,0 0 4-16,-3 19-4 0,0 1 4 0,3-20-3 16,0 0 3-16,-3 19-3 0,3-11 3 0,0-8-1 15,0 0 1-15,0 16 0 0,-5 3 0 0,5-19-5 16,0 0 5-16,-3 19-5 0,-3-2 5 0,6-17-1 16,0 0 1-16,-8 24 0 0,-3 1 0 0,11-25 0 15,0 0 0-15,-11 24 0 0,-3-5 0 0,14-19 0 16,0 0 0-16,-17 25 1 0,-2-6-1 0,19-19 7 0,0 0-7 15,-20 19 7-15,1-5-7 0,19-14 8 0,0 0-8 16,-25 16 9-16,3 3-9 0,22-19 8 0,0 0-8 16,-28 14 9-16,6 2-9 0,22-16 3 0,0 0-3 0,-23 8 4 15,4-2-4-15,19-6 0 0,0 0 0 16,-22 5 1-16,2 1-1 0,20-6 0 0,0 0 0 0,-19 0 0 16,2 0 0-16,17 0 1 0,0 0-1 0,-17-6 2 15,3 1-2-15,14 5 1 0,0 0-1 0,-13-8 1 16,1-3-1-16,12 11 1 0,0 0-1 0,-11-14 1 0,3-8-1 0,8 22 3 15,0 0-3-15,-6-24 4 0,1-4-4 0,5 28 2 0,0 0-2 0,-6-30 2 16,4 0-2-16,2 30 1 0,0 0-1 0,-3-27 2 16,0 3-2-1,3 24 0-15,0 0 0 0,-3-28 0 0,0 1 0 16,3 27 0-16,0 0 0 0,-2-24 0 0,-4 2 0 16,6 22 0-16,0 0 0 0,-3-22 1 0,1 6-1 15,2 16 3-15,0 0-3 0,0-19 3 0,0-1-3 16,0 20 0-16,0 0 0 0,0-16 1 0,2 2-1 15,-2 14 0-15,0 0 0 0,6-19 0 0,2 3 0 0,-8 16-3 16,0 0 3-16,11-14-2 0,3-2 2 0,-14 16-3 16,0 0 3-16,17-14-3 0,2 1 3 0,-19 13-6 15,0 0 6-15,20-6-5 0,-1-5 5 0,-19 11-3 16,0 0 3-16,25-2-3 0,0-4 3 0,-25 6-2 16,0 0 2-16,25 0-2 0,3 0 2 0,-28 0-57 15,0 0 57-15,22 6-56 0,1-1 56 0,-23-5-84 16,0 0 84-16,25 8-83 0,-6-2 83 0,28 2-271 15</inkml:trace>
          <inkml:trace contextRef="#ctx0" brushRef="#br0" timeOffset="-14194.9136">2493 428 998 0,'0'0'0'0,"25"0"0"0,19 3 0 15,-44-3 12-15,0 0-12 0,6 8 13 0,-23 6-13 0,17-14-73 16,0 0 73-16,-11 5-72 0,0 4 72 0,-11 7-581 16</inkml:trace>
          <inkml:trace contextRef="#ctx0" brushRef="#br0" timeOffset="-17768.0989">2501 497 147 0,'0'0'0'0,"17"-25"0"16,14-10 0-16,-31 35 57 0,0 0-57 0,13-3 58 15,-7 22-58-15,-6-19 43 0,0 0-43 0,6 8 44 16,-6 3-44-16,0-11 38 0,0 0-38 0,2 11 38 16,4-3-38-16,-6-8 51 0,0 0-51 0,5 6 52 15,1-1-52-15,-6-5 41 0,0 0-41 0,6 3 42 0,-4-1-42 16,-2-2 5-16,0 0-5 0,6 3 6 0,-1-3-6 15,7 6-408-15</inkml:trace>
        </inkml:traceGroup>
        <inkml:traceGroup>
          <inkml:annotationXML>
            <emma:emma xmlns:emma="http://www.w3.org/2003/04/emma" version="1.0">
              <emma:interpretation id="{8EF22289-88E8-46E9-8002-448D18F7936F}" emma:medium="tactile" emma:mode="ink">
                <msink:context xmlns:msink="http://schemas.microsoft.com/ink/2010/main" type="inkWord" rotatedBoundingBox="28877,3872 29565,3537 29868,4160 29179,4494"/>
              </emma:interpretation>
              <emma:one-of disjunction-type="recognition" id="oneOf5">
                <emma:interpretation id="interp25" emma:lang="en-US" emma:confidence="0.5">
                  <emma:literal>o</emma:literal>
                </emma:interpretation>
                <emma:interpretation id="interp26" emma:lang="en-US" emma:confidence="0">
                  <emma:literal>0</emma:literal>
                </emma:interpretation>
                <emma:interpretation id="interp27" emma:lang="en-US" emma:confidence="0">
                  <emma:literal>O</emma:literal>
                </emma:interpretation>
                <emma:interpretation id="interp28" emma:lang="en-US" emma:confidence="0">
                  <emma:literal>C</emma:literal>
                </emma:interpretation>
                <emma:interpretation id="interp29" emma:lang="en-US" emma:confidence="0">
                  <emma:literal>c</emma:literal>
                </emma:interpretation>
              </emma:one-of>
            </emma:emma>
          </inkml:annotationXML>
          <inkml:trace contextRef="#ctx0" brushRef="#br1" timeOffset="-402770.8086">3877 41 91 0,'0'0'0'0,"16"0"0"0,12 0 0 0,-28 0 34 16,0 0-34-16,-14 2 35 0,-22 1-35 0,36-3 41 0,0 0-41 16,-28 3 42-16,1-1-42 0,27-2 46 0,0 0-46 15,-28 6 46-15,3 2-46 0,25-8 31 0,0 0-31 16,-22 11 31-16,5-6-31 0,17-5 39 0,0 0-39 15,-19 14 39-15,5 2-39 0,14-16 39 0,0 0-39 0,-23 20 39 16,7-1-39-16,16-19 33 0,0 0-33 0,-22 24 34 16,-1 1-34-16,23-25 44 0,0 0-44 0,-22 30 45 15,-3-6-45-15,25-24 40 0,0 0-40 0,-17 25 41 16,-5-1-41-16,22-24 40 0,0 0-40 0,-17 25 41 16,4-1-41-16,13-24 40 0,0 0-40 0,-14 25 40 15,0-1-40-15,14-24 34 0,0 0-34 0,-11 25 35 16,0-1-35-16,11-24 39 0,0 0-39 0,-6 25 39 15,3 5-39-15,3-30 33 0,0 0-33 0,0 27 34 0,6-2-34 0,-6-25 22 16,0 0-22-16,5 22 23 16,6-1-23-16,-11-21 41 0,0 0-41 0,12 22 42 0,4-3-42 15,-16-19 13-15,0 0-13 0,14 19 14 0,0-5-14 16,-14-14 32-16,0 0-32 0,17 16 32 0,2 3-32 16,-19-19 27-16,0 0-27 0,17 14 27 0,2 2-27 15,-19-16 23-15,0 0-23 0,20 11 24 0,-1 3-24 0,-19-14 34 16,0 0-34-16,17 5 35 0,0 1-35 0,-17-6 36 15,0 0-36-15,22 8 37 0,6-2-37 0,-28-6 33 16,0 0-33-16,22 0 33 0,0 2-33 0,-22-2 38 16,0 0-38-16,22 0 39 0,-2-2-39 0,-20 2 15 15,0 0-15-15,19 0 16 0,3-6-16 0,-22 6 31 16,0 0-31-16,20-5 31 0,-1-1-31 0,-19 6 18 16,0 0-18-16,20-8 19 0,2 3-19 0,-22 5 10 0,0 0-10 15,19-11 11-15,4 2-11 0,-23 9 18 0,0 0-18 16,22-13 18-16,3 2-18 0,-25 11 22 0,0 0-22 15,19-16 23-15,1 2-23 0,-20 14 3 0,0 0-3 0,16-14 4 16,1 3-4-16,-17 11 13 0,0 0-13 0,17-13 14 16,-3-4-14-16,-14 17 15 0,0 0-15 0,14-13 16 15,-1-1-16-15,-13 14-1 0,0 0 1 0,14-16-1 16,-3 2 1-16,-11 14-4 0,0 0 4 0,12-19-4 16,-4 3 4-16,-8 16-8 0,0 0 8 0,5-19-8 15,1 5 8-15,-6 14-16 0,0 0 16 0,0-11-15 16,0-8 15-16,0 19-4 0,0 0 4 0,0-14-3 15,-3-2 3-15,3 16-1 0,0 0 1 0,-3-14 0 16,1 3 0-16,2 11 6 0,0 0-6 0,-3-16 7 16,3 8-7-16,0 8 4 0,0 0-4 0,-3-14 5 15,0 3-5-15,3 11 14 0,0 0-14 0,-5-13 15 0,-1-6-15 16,6 19 8-16,0 0-8 0,-5-17 9 0,-4-7-9 16,9 24 3-16,0 0-3 0,-8-25 4 0,0 1-4 15,8 24-29-15,0 0 29 0,-9-25-29 0,-2 1 29 16,11 24-222-16,0 0 222 0,-11-19-222 0,-3-1 222 0,-11-15-1066 15</inkml:trace>
        </inkml:traceGroup>
      </inkml:traceGroup>
    </inkml:traceGroup>
    <inkml:traceGroup>
      <inkml:annotationXML>
        <emma:emma xmlns:emma="http://www.w3.org/2003/04/emma" version="1.0">
          <emma:interpretation id="{467C3262-68C7-45D5-A7DC-E36EDA41DFAA}" emma:medium="tactile" emma:mode="ink">
            <msink:context xmlns:msink="http://schemas.microsoft.com/ink/2010/main" type="paragraph" rotatedBoundingBox="27710,4058 33102,3115 33338,4464 27946,5407" alignmentLevel="3"/>
          </emma:interpretation>
        </emma:emma>
      </inkml:annotationXML>
      <inkml:traceGroup>
        <inkml:annotationXML>
          <emma:emma xmlns:emma="http://www.w3.org/2003/04/emma" version="1.0">
            <emma:interpretation id="{9156A3D7-38D5-4575-87CF-FC0DCCD93F2C}" emma:medium="tactile" emma:mode="ink">
              <msink:context xmlns:msink="http://schemas.microsoft.com/ink/2010/main" type="inkBullet" rotatedBoundingBox="27820,4684 27890,4672 27899,4719 27828,4732"/>
            </emma:interpretation>
            <emma:one-of disjunction-type="recognition" id="oneOf6">
              <emma:interpretation id="interp30" emma:lang="en-US" emma:confidence="0">
                <emma:literal>•</emma:literal>
              </emma:interpretation>
            </emma:one-of>
          </emma:emma>
        </inkml:annotationXML>
        <inkml:trace contextRef="#ctx0" brushRef="#br1" timeOffset="-306504.9777">2248 1120 91 0,'0'0'0'0,"0"0"0"0,62-33 0 16,-62 33 4-16,0 0-4 0,5 0 5 0,-16 14-5 0,11-14 15 15,0 0-15-15,-8 11 15 0,-6 3-15 0,-8 5-42 16</inkml:trace>
      </inkml:traceGroup>
      <inkml:traceGroup>
        <inkml:annotationXML>
          <emma:emma xmlns:emma="http://www.w3.org/2003/04/emma" version="1.0">
            <emma:interpretation id="{16A674BA-3C3E-47EF-A5BE-78C1720168F4}" emma:medium="tactile" emma:mode="ink">
              <msink:context xmlns:msink="http://schemas.microsoft.com/ink/2010/main" type="line" rotatedBoundingBox="27971,4012 33102,3115 33338,4464 28207,5361"/>
            </emma:interpretation>
          </emma:emma>
        </inkml:annotationXML>
        <inkml:traceGroup>
          <inkml:annotationXML>
            <emma:emma xmlns:emma="http://www.w3.org/2003/04/emma" version="1.0">
              <emma:interpretation id="{D255AA77-2709-4025-ADBC-AF356AF9B113}" emma:medium="tactile" emma:mode="ink">
                <msink:context xmlns:msink="http://schemas.microsoft.com/ink/2010/main" type="inkWord" rotatedBoundingBox="28263,4354 28486,4760 28221,4906 27998,4500">
                  <msink:destinationLink direction="with" ref="{E1EE0E4E-9CD4-49F6-9572-B7DFF6C518C7}"/>
                </msink:context>
              </emma:interpretation>
              <emma:one-of disjunction-type="recognition" id="oneOf7">
                <emma:interpretation id="interp31" emma:lang="en-US" emma:confidence="0">
                  <emma:literal>☹</emma:literal>
                </emma:interpretation>
                <emma:interpretation id="interp32" emma:lang="en-US" emma:confidence="0">
                  <emma:literal>R</emma:literal>
                </emma:interpretation>
                <emma:interpretation id="interp33" emma:lang="en-US" emma:confidence="0">
                  <emma:literal>&amp;</emma:literal>
                </emma:interpretation>
                <emma:interpretation id="interp34" emma:lang="en-US" emma:confidence="0">
                  <emma:literal>K</emma:literal>
                </emma:interpretation>
                <emma:interpretation id="interp35" emma:lang="en-US" emma:confidence="0">
                  <emma:literal>I</emma:literal>
                </emma:interpretation>
              </emma:one-of>
            </emma:emma>
          </inkml:annotationXML>
          <inkml:trace contextRef="#ctx0" brushRef="#br1" timeOffset="-298699.7633">2682 771 1468 0,'0'0'0'0,"0"0"-333"0,0 0 333 0,3 6-332 0,2 5 332 16,-5-11-60-16,0 0 60 0,0 0-60 0,9 2 60 0,-9-2-43 15,0 0 43-15,0 0-42 0,0 0 42 16,0 0-39-16,0 0 39 0,0 0-39 0,0 0 39 0,0 0-1 16,0 0 1-16,0 0 0 0,0 0 0 0,0 0 18 15,0 0-18-15,0 0 18 0,0 0-18 0,0 0 34 16,0 0-34-16,0 0 35 0,0 0-35 0,0 0 31 16,0 0-31-16,0 0 31 0,0 0-31 0,0 0 22 15,0 0-22-15,0 0 23 0,-3 6-23 0,3-6 46 16,0 0-46-16,0 0 47 0,-3 5-47 0,3-5 39 0,0 0-39 0,-3 6 40 0,3-1-40 0,0-5 45 15,0 0-45-15,-3 8 46 0,3 3-46 16,0-11 41-16,0 0-41 16,-2 8 42-16,-1 3-42 0,3-11 27 0,0 0-27 0,-3 11 27 15,-2 3-27-15,5-14 35 0,0 0-35 0,-6 13 35 16,3 4-35-16,3-17 13 0,0 0-13 0,-3 11 13 16,1 2-13-16,2-13 20 0,0 0-20 0,-3 6 20 15,3 2-20-15,0-8 8 0,0 0-8 0,-3 5 9 16,3 1-9-16,0-6 16 0,0 0-16 0,-3 5 17 15,3-2-17-15,0-3 14 0,0 0-14 0,0 0 15 16,-2 5-15-16,2-5 9 0,0 0-9 0,0 0 9 0,0 6-9 0,0-6 16 0,0 0-16 0,0 0 17 31,0 5-17-31,0-5 14 0,0 0-14 0,0 0 15 0,0 6-15 0,0-6 25 16,0 0-25-16,0 0 26 0,0 8-26 16,0-8 20-16,0 0-20 0,0 5 20 0,0 1-20 15,0-6 10-15,0 0-10 0,0 0 10 0,-3 5-10 0,3-5 27 16,0 0-27-16,0 0 27 0,0 0-27 15,0 0 19-15,0 0-19 0,0 0 20 0,0 3-20 0,0-3 25 16,0 0-25-16,0 0 26 0,0 0-26 0,0 0 14 16,0 0-14-16,0 0 15 0,0 0-15 0,0 0 28 15,0 0-28-15,0 0 28 0,0 0-28 0,0 0 6 16,0 0-6-16,0 0 6 0,-3 6-6 0,3-6 26 16,0 0-26-16,0 0 26 0,-3 10-26 0,3-10 12 0,0 0-12 0,0 6 13 15,-5-3-13-15,5-3 18 0,0 0-18 0,-3 11 18 16,0-6-18-16,3-5 24 0,0 0-24 15,-3 8 25-15,1 3-25 0,2-11 31 0,0 0-31 16,-3 11 31-16,-3 3-31 0,6-14 20 0,0 0-20 16,-5 13 20-16,2 4-20 0,3-17 18 0,0 0-18 15,-8 11 19-15,5 2-19 0,3-13-44 0,0 0 44 0,-3 8-43 16,0 3 43-16,3-11-43 0,0 0 43 0,0 8-42 0,0 1 42 0,0-9-37 0,0 0 37 16,0 8-37-16,-3-3 37 0,3-5-36 15,0 0 36-15,-2 3-36 16,2 0 36-16,0-3-23 0,0 0 23 0,0 0-22 15,0 5 22-15,0-5-18 0,0 0 18 0,0 0-18 16,0 0 18-16,0 0-18 0,0 0 18 0,0 0-18 16,0 0 18-16,0 0-4 0,0 0 4 0,0 0-3 15,0 0 3-15,0 0-3 0,0 0 3 0,0 0-3 16,0 0 3-16,0 0-6 0,0 0 6 0,0 0-5 16,0 0 5-16,0 0-13 0,0 0 13 0,0 0-12 15,0 0 12-15,0 0-4 0,0 0 4 0,0 0-3 16,0 0 3-16,0 0-3 0,0 0 3 0,0 0-3 0,0 0 3 15,0 0-2-15,0 0 2 0,0 0-1 0,0 0 1 16,0 0 0-16,0 0 0 0,0 0 0 0,5-5 0 16,-5 5 0-16,0 0 0 0,6-6 0 0,5-5 0 15,-11 11 0-15,0 0 0 0,8-11 0 0,3-5 0 0,-11 16 0 16,0 0 0-16,14-16 0 0,-5-3 0 0,-9 19-1 16,0 0 1-16,8-17 0 0,-3 4 0 0,-5 13 0 15,0 0 0-15,6-11 0 0,0 3 0 0,-6 8 0 16,0 0 0-16,2-11 0 0,1 2 0 0,-3 9 0 15,0 0 0-15,3-5 0 0,2 0 0 0,-5 5-1 0,0 0 1 16,3-9 0-16,0 7 0 0,-3 2-1 0,0 0 1 16,0 0 0-16,3-9 0 0,-3 9-1 0,0 0 1 15,0 0 0-15,3-5 0 0,-3 5-1 0,0 0 1 16,0 0 0-16,0 0 0 0,0 0-1 0,0 0 1 0,0 0 0 16,0 0 0-16,0 0-2 0,0 0 2 0,0 0-2 15,0 0 2-15,0 0-5 0,0 0 5 0,0 0-5 16,0 0 5-16,0 0-8 0,0 0 8 0,0 0-7 15,0 0 7-15,0 0-4 0,0 0 4 0,0 0-3 16,8 5 3-16,-8-5-2 0,0 0 2 0,8 6-2 16,1-3 2-16,-9-3-10 0,0 0 10 0,11 5-10 15,0 6 10-15,-11-11-4 0,0 0 4 0,11 5-3 16,0 4 3-16,-11-9-2 0,0 0 2 0,8 11-2 16,4-6 2-16,-12-5-5 0,0 0 5 0,2 3-5 15,4 2 5-15,-6-5-1 0,0 0 1 0,5 6 0 16,4-1 0-16,-9-5 0 0,0 0 0 0,11 6 0 0,-6-6 0 15,-5 0 0-15,0 0 0 0,6 5 1 0,0 3-1 16,-6-8 3-16,0 0-3 0,2 6 3 0,1-6-3 16,-3 0 2-16,0 0-2 0,3 5 3 0,-3-2-3 0,0-3 5 15,0 0-5-15,0 0 6 0,5 5-6 0,-5-5 0 16,0 0 0-16,0 0 1 0,9 6-1 0,-9-6 12 16,0 0-12-16,5 0 13 0,1 0-13 0,-6 0 3 15,0 0-3-15,5 5 4 0,1-5-4 0,-6 0 2 16,0 0-2-16,6 3 3 0,-4 0-3 0,-2-3 2 15,0 0-2-15,0 0 2 0,6 5-2 0,-6-5 4 16,0 0-4-16,0 0 4 0,3 8-4 0,-3-8 12 0,0 0-12 16,0 0 12-16,0 6-12 0,0-6-25 0,0 0 25 15,0 5-24-15,-3-2 24 0,3-3-167 0,0 0 167 16,0 0-167-16,-6 3 167 0,1-1-802 0</inkml:trace>
          <inkml:trace contextRef="#ctx0" brushRef="#br1" timeOffset="-306896.5141">2479 905 1446 0,'0'0'0'15,"0"0"-386"-15,0 0 386 0,0 0-385 16,0 0 385-16,0 0-134 0,0 0 134 0,0 0-134 0,0 0 134 0,0 0-212 15</inkml:trace>
          <inkml:trace contextRef="#ctx0" brushRef="#br1" timeOffset="-305994.819">2657 1033 91 0,'0'0'0'0,"0"0"0"0,5 0 0 0,1 0-9 0</inkml:trace>
          <inkml:trace contextRef="#ctx0" brushRef="#br1" timeOffset="-305927.3685">2860 1120 91 0,'0'0'0'16,"-14"-5"0"-16,-11-3 0 0,-14-12-9 0</inkml:trace>
        </inkml:traceGroup>
        <inkml:traceGroup>
          <inkml:annotationXML>
            <emma:emma xmlns:emma="http://www.w3.org/2003/04/emma" version="1.0">
              <emma:interpretation id="{82A0ACF9-5B17-4823-B503-518BA4CA68EC}" emma:medium="tactile" emma:mode="ink">
                <msink:context xmlns:msink="http://schemas.microsoft.com/ink/2010/main" type="inkWord" rotatedBoundingBox="29068,4448 29691,4339 29770,4790 29147,4899"/>
              </emma:interpretation>
              <emma:one-of disjunction-type="recognition" id="oneOf8">
                <emma:interpretation id="interp36" emma:lang="en-US" emma:confidence="0">
                  <emma:literal>..</emma:literal>
                </emma:interpretation>
                <emma:interpretation id="interp37" emma:lang="en-US" emma:confidence="0">
                  <emma:literal>,</emma:literal>
                </emma:interpretation>
                <emma:interpretation id="interp38" emma:lang="en-US" emma:confidence="0">
                  <emma:literal>s.</emma:literal>
                </emma:interpretation>
                <emma:interpretation id="interp39" emma:lang="en-US" emma:confidence="0">
                  <emma:literal>¢</emma:literal>
                </emma:interpretation>
                <emma:interpretation id="interp40" emma:lang="en-US" emma:confidence="0">
                  <emma:literal>S.</emma:literal>
                </emma:interpretation>
              </emma:one-of>
            </emma:emma>
          </inkml:annotationXML>
          <inkml:trace contextRef="#ctx0" brushRef="#br1" timeOffset="-304104.7015">4016 771 102 0,'0'0'0'0,"16"11"0"15,9-3 0-15,-25-8 75 0,0 0-75 0,6 3 75 16,-12-6-75-16,6 3 84 0,0 0-84 0,0 0 85 16,-5-8-85-16,5 8 65 0,0 0-65 0,-8 0 65 15,5-8-65-15,3 8 45 0,0 0-45 0,-6-3 46 16,3 0-46-16,3 3 22 0,0 0-22 0,0 0 22 0,-5 3-22 15,5-3 10-15,0 0-10 0,0 0 11 0,-3 11-11 16,3-11 17-16,0 0-17 0,-3 6 17 0,-2 2-17 16,5-8 3-16,0 0-3 0,-6 11 4 0,1-3-4 0,5-8 2 15,0 0-2-15,-6 11 3 0,1 0-3 0,5-11 1 16,0 0-1-16,-6 8 2 0,0 8-2 0,6-16 4 16,0 0-4-16,-5 11 4 0,2 3-4 0,3-14 6 15,0 0-6-15,-5 19 6 0,-1 5-6 0,6-24 0 16,0 0 0-16,-6 19 1 0,1-2-1 0,5-17 0 15,0 0 0-15,-6 19 1 0,4-6-1 0,2-13 6 0,0 0-6 16,-3 14 7-16,0-3-7 0,3-11 3 0,0 0-3 16,-3 11 3-16,0-6-3 0,3-5 6 0,0 0-6 15,-2 9 6-15,-4-4-6 0,6-5 3 0,0 0-3 16,-5 5 3-16,-1 1-3 0,6-6 0 0,0 0 0 16,-6 3 0-16,4 2 0 0,2-5 5 0,0 0-5 15,-9 0 5-15,6 6-5 0,3-6 2 0,0 0-2 0,0 0 3 16,-5 5-3-16,5-5 2 0,0 0-2 0,0 0 2 0,0 0-2 0,0 0 5 0,0 0-5 0,0 0 5 31,0 0-5-31,0 0 2 0,0 0-2 0,0 0 2 16,-6 0-2-16,6 0 5 0,0 0-5 0,0 0 5 15,0 0-5-15,0 0 7 0,0 0-7 0,0 0 7 16,0 0-7-16,0 0 14 0,0 0-14 0,0 0 15 16,-5 0-15-16,5 0 8 0,0 0-8 0,0 0 8 15,-6 0-8-15,6 0 9 0,0 0-9 0,-8 0 9 0,0 3-9 16,8-3 8-16,0 0-8 0,-12 5 8 0,1 1-8 0,11-6 23 0,0 0-23 15,-11 5 24-15,-3 3-24 0,14-8 12 0,0 0-12 16,-16 11 13-16,-4-3-13 0,20-8 18 16,0 0-18-16,-19 11 18 0,2 0-18 0,17-11 8 15,0 0-8-15,-19 14 9 0,2-1-9 0,17-13 25 16,0 0-25-16,-17 17 26 0,3-9-26 0,14-8 19 16,0 0-19-16,-11 11 20 0,0 0-20 0,11-11 25 15,0 0-25-15,-11 8 26 0,-3 8-26 0,14-16 33 16,0 0-33-16,-14 8 33 0,3 3-33 0,11-11 29 15,0 0-29-15,-11 9 29 0,3-4-29 0,8-5 23 0,0 0-23 16,-6 5 24-16,3 1-24 0,3-6-161 0,0 0 161 0,0 0-161 0,6-6 161 16,-1 4-700-16</inkml:trace>
          <inkml:trace contextRef="#ctx0" brushRef="#br1" timeOffset="-303725.4362">4027 1101 315 0,'0'0'0'0,"-25"8"0"0,-14 9 0 15,39-17 53-15,0 0-53 0,0 0 53 0,22 0-53 0,-22 0 34 16,0 0-34-16,14 0 34 0,6 0-34 0,-20 0 31 16,0 0-31-16,13 0 31 0,1 5-31 0,-14-5 5 15,0 0-5-15,14 6 6 0,-3 2-6 0,-11-8 10 16,0 0-10-16,14 8 10 0,-3 3-10 0,-11-11 15 15,0 0-15-15,11 11 16 0,3-6-16 0,-14-5 8 16,0 0-8-16,11 6 8 0,1-4-8 0,-12-2-67 16,0 0 67-16,11 6-67 0,3-1 67 0,11 1-295 15</inkml:trace>
        </inkml:traceGroup>
        <inkml:traceGroup>
          <inkml:annotationXML>
            <emma:emma xmlns:emma="http://www.w3.org/2003/04/emma" version="1.0">
              <emma:interpretation id="{225EAE64-256F-4DBD-94E1-95DAC577A811}" emma:medium="tactile" emma:mode="ink">
                <msink:context xmlns:msink="http://schemas.microsoft.com/ink/2010/main" type="inkWord" rotatedBoundingBox="31210,3528 31219,4888 30418,4893 30409,3533"/>
              </emma:interpretation>
              <emma:one-of disjunction-type="recognition" id="oneOf9">
                <emma:interpretation id="interp41" emma:lang="en-US" emma:confidence="0">
                  <emma:literal>¥</emma:literal>
                </emma:interpretation>
                <emma:interpretation id="interp42" emma:lang="en-US" emma:confidence="0">
                  <emma:literal>A</emma:literal>
                </emma:interpretation>
                <emma:interpretation id="interp43" emma:lang="en-US" emma:confidence="0">
                  <emma:literal>a</emma:literal>
                </emma:interpretation>
                <emma:interpretation id="interp44" emma:lang="en-US" emma:confidence="0">
                  <emma:literal>6</emma:literal>
                </emma:interpretation>
                <emma:interpretation id="interp45" emma:lang="en-US" emma:confidence="0">
                  <emma:literal>?</emma:literal>
                </emma:interpretation>
              </emma:one-of>
            </emma:emma>
          </inkml:annotationXML>
          <inkml:trace contextRef="#ctx0" brushRef="#br1" timeOffset="-302482.3566">5325 719 270 0,'0'0'0'0,"11"9"0"0,8 7 0 0,-19-16 42 0,0 0-42 16,3 5 43-16,-6-5-43 0,3 0 58 0,0 0-58 16,-5 0 58-16,-1-2-58 0,6 2 46 0,0 0-46 0,-6 0 46 15,1 2-46-15,5-2 36 0,0 0-36 0,-6 9 36 16,1 1-36-16,5-10 34 0,0 0-34 0,-6 14 34 15,3 0-34-15,3-14 32 0,0 0-32 0,-2 16 32 16,-1-2-32-16,3-14 13 0,0 0-13 0,-3 16 14 16,3-2-14-16,0-14 13 0,0 0-13 0,-3 16 13 15,3 3-13-15,0-19 16 0,0 0-16 0,-2 22 17 16,-1 2-17-16,3-24 22 0,0 0-22 0,-3 25 23 16,-3 0-23-16,6-25 8 0,0 0-8 0,-5 24 8 15,-3-2-8-15,8-22 26 0,0 0-26 0,-9 19 26 16,4-8-26-16,5-11 12 0,0 0-12 0,-9 14 13 15,4-4-13-15,5-10 27 0,0 0-27 0,-6 9 27 16,3 2-27-16,3-11 12 0,0 0-12 0,-2 2 13 16,2 1-13-16,0-3 28 0,0 0-28 0,0 0 28 0,0 0-28 15,0 0 19-15,0 0-19 0,0 0 20 0,0 0-20 16,0 0 26-16,0 0-26 0,0 0 26 0,0 0-26 16,0 0 22-16,0 0-22 0,-6 3 23 0,-2 2-23 0,8-5 16 15,0 0-16-15,-11 6 17 0,-3-4-17 16,14-2 18-16,0 0-18 0,-14 6 18 0,0 5-18 0,14-11 24 15,0 0-24-15,-14 5 25 0,0 6-25 0,14-11 13 16,0 0-13-16,-11 14 13 0,0-9-13 0,11-5 10 16,0 0-10-16,-8 8 11 0,2 3-11 0,6-11 34 15,0 0-34-15,-5 3 35 0,-1 2-35 0,6-5 17 16,0 0-17-16,-8 11 17 0,-4-3-17 0,12-8-20 0,0 0 20 16,-11 11-20-16,0 3 20 0,11-14-44 0,0 0 44 15,-11 16-43-15,3-7 43 0,8-9-34 0,0 0 34 16,-9 10-34-16,4 1 34 0,5-11-17 0,0 0 17 0,-3 6-17 15,0-3 17-15,3-3-138 0,0 0 138 0,9-6-138 16,7-8 138-16,-16 14-181 0,0 0 181 0,20-13-180 16,8-4 180-16,19-13-393 0</inkml:trace>
          <inkml:trace contextRef="#ctx0" brushRef="#br1" timeOffset="-302224.9232">5416 1153 135 0,'0'0'0'0,"-5"3"0"0,-4 2 0 0,9-5 40 15,0 0-40-15,14 8 40 0,11-2-40 0,-25-6 15 16,0 0-15-16,23 5 15 0,-1 1-15 0,-22-6 8 15,0 0-8-15,19 8 9 0,1-3-9 0,-20-5 9 16,0 0-9-16,16 6 10 0,-2 2-10 0,-14-8-57 16,0 0 57-16,14 11-57 0,-3 0 57 0,14 10-51 15</inkml:trace>
          <inkml:trace contextRef="#ctx0" brushRef="#br1" timeOffset="-400564.3269">4933 76 1255 0,'0'0'0'0,"0"5"0"16,0 1 0-16,0-6-176 0,0 0 176 0,0 5-176 16,-3-2 176-16,3-3-60 0,0 0 60 0,0 0-59 15,-6 6 59-15,6-6-10 0,0 0 10 0,0 0-10 0,-8 5 10 16,8-5-27-16,0 0 27 0,-5 0-27 0,-4 5 27 15,9-5 3-15,0 0-3 0,-8 14 4 0,-3-3-4 0,11-11 46 16,0 0-46-16,-11 19 47 0,2 0-47 0,9-19 49 16,0 0-49-16,-11 25 50 0,3 5-50 0,8-30 42 15,0 0-42-15,-6 30 43 0,4 0-43 0,2-30 36 16,0 0-36-16,0 32 37 0,2-2-37 0,-2-30 34 16,0 0-34-16,6 28 34 0,-1-1-34 0,-5-27 7 15,0 0-7-15,9 27 8 0,-1 3-8 0,-8-30 29 16,0 0-29-16,11 30 29 0,0-5-29 0,-11-25 1 15,0 0-1-15,14 24 2 0,0 1-2 0,-14-25 6 0,0 0-6 16,14 24 7-16,0 1-7 0,-14-25 14 0,0 0-14 16,17 19 15-16,5-3-15 0,-22-16 22 0,0 0-22 15,19 19 23-15,3-11-23 0,-22-8 14 0,0 0-14 0,23 11 15 16,-1 0-15-16,-22-11 40 0,0 0-40 0,25 8 41 16,0-2-41-16,-25-6 31 0,0 0-31 0,28 0 31 15,2 5-31-15,-30-5 22 0,0 0-22 0,28 0 22 16,3-5-22-16,-31 5 18 0,0 0-18 0,27 0 19 15,-2-6-19-15,-25 6 18 0,0 0-18 0,23-8 18 16,-1 3-18-16,-22 5 15 0,0 0-15 0,19-11 15 16,1-3-15-16,-20 14 4 0,0 0-4 0,16-16 5 15,1 2-5-15,-17 14 7 0,0 0-7 0,17-16 8 16,-3 2-8-16,-14 14 7 0,0 0-7 0,14-19 8 16,-3 6-8-16,-11 13 7 0,0 0-7 0,11-17 8 15,0 4-8-15,-11 13 15 0,0 0-15 0,8-19 15 0,1 2-15 16,-9 17 22-16,0 0-22 0,8-24 23 15,-2 5-23-15,-6 19 8 0,0 0-8 0,8-25 8 0,0 6-8 16,-8 19 10-16,0 0-10 0,11-25 10 0,3 1-10 0,-14 24 24 16,0 0-24-16,14-25 25 0,3-5-25 0,-17 30 2 15,0 0-2-15,14-24 2 0,-3-6-2 0,-11 30 6 16,0 0-6-16,8-25 7 0,0 6-7 0,-8 19 14 16,0 0-14-16,6-24 15 0,-3 5-15 0,-3 19 8 15,0 0-8-15,0-20 8 0,0 1-8 0,0 19 3 16,0 0-3-16,-6-16 4 0,1 2-4 0,5 14 21 15,0 0-21-15,-11-19 21 0,-1 8-21 0,12 11 6 0,0 0-6 16,-16-16 7-16,-4 2-7 0,20 14 4 0,0 0-4 16,-22-8 5-16,-6 3-5 0,28 5 3 0,0 0-3 15,-30-11 3-15,-6 3-3 0,36 8 0 0,0 0 0 16,-28-6 0-16,3 1 0 0,25 5 3 0,0 0-3 16,-25-11 4-16,3 3-4 0,22 8 2 0,0 0-2 0,-20-6 3 15,3 1-3-15,17 5 2 0,0 0-2 0,-19-6 2 16,-3-2-2-16,22 8 5 0,0 0-5 0,-22-5 5 15,-1-3-5-15,23 8 0 0,0 0 0 0,-25-3 1 16,0 0-1-16,25 3 0 0,0 0 0 0,-25 3 0 16,0 0 0-16,25-3-1 0,0 0 1 0,-22 2 0 15,3 4 0-15,19-6-39 0,0 0 39 0,-14 5-38 16,3 1 38-16,11-6-165 0,0 0 165 0,-9 0-165 16,1 2 165-16,-9 4-1091 0</inkml:trace>
        </inkml:traceGroup>
        <inkml:traceGroup>
          <inkml:annotationXML>
            <emma:emma xmlns:emma="http://www.w3.org/2003/04/emma" version="1.0">
              <emma:interpretation id="{7EEDFA77-D8FA-42FC-BC75-432409337A97}" emma:medium="tactile" emma:mode="ink">
                <msink:context xmlns:msink="http://schemas.microsoft.com/ink/2010/main" type="inkWord" rotatedBoundingBox="31341,3690 33177,3458 33273,4218 31437,4451"/>
              </emma:interpretation>
              <emma:one-of disjunction-type="recognition" id="oneOf10">
                <emma:interpretation id="interp46" emma:lang="en-US" emma:confidence="0">
                  <emma:literal>Non.</emma:literal>
                </emma:interpretation>
                <emma:interpretation id="interp47" emma:lang="en-US" emma:confidence="0">
                  <emma:literal>Non</emma:literal>
                </emma:interpretation>
                <emma:interpretation id="interp48" emma:lang="en-US" emma:confidence="0">
                  <emma:literal>Non,</emma:literal>
                </emma:interpretation>
                <emma:interpretation id="interp49" emma:lang="en-US" emma:confidence="0">
                  <emma:literal>Nan.</emma:literal>
                </emma:interpretation>
                <emma:interpretation id="interp50" emma:lang="en-US" emma:confidence="0">
                  <emma:literal>None</emma:literal>
                </emma:interpretation>
              </emma:one-of>
            </emma:emma>
          </inkml:annotationXML>
          <inkml:trace contextRef="#ctx0" brushRef="#br0" timeOffset="62065.9337">6789 276 684 0,'0'0'0'0,"-11"11"0"0,-9 8 0 15,20-19 98-15,0 0-98 0,-11 11 99 0,3-3-99 0,8-8 73 16,0 0-73-16,-6 5 73 0,1 1-73 0,5-6 42 15,0 0-42-15,-3 5 42 0,0 3-42 0,3-8 12 16,0 0-12-16,-2 19 12 0,2 11-12 0,0-30 10 16,0 0-10-16,0 25 11 0,0 5-11 0,0-30 4 0,0 0-4 15,5 30 4-15,3 8-4 0,-8-38 3 0,0 0-3 16,12 30 3-16,-1-5-3 0,-11-25 5 0,0 0-5 16,19 19 5-16,9-11-5 0,-28-8 12 0,0 0-12 15,22 11 12-15,0-11-12 0,-22 0 15 0,0 0-15 16,20 0 15-16,-1-6-15 0,-19 6 25 0,0 0-25 0,14-5 26 15,0-3-26-15,-14 8 12 0,0 0-12 0,11-11 13 16,-2 3-13-16,-9 8 18 0,0 0-18 0,8-19 19 16,-3 2-19-16,-5 17 15 0,0 0-15 0,3-19 15 15,-3 3-15-15,0 16 26 0,0 0-26 0,-3-17 26 16,-2 1-26-16,5 16 42 0,0 0-42 0,-11-19 43 16,-3-6-43-16,14 25 22 0,0 0-22 0,-11-19 23 15,2 3-23-15,9 16 36 0,0 0-36 0,-5-14 37 16,-1-2-37-16,6 16 13 0,0 0-13 0,-3-14 14 15,1-5-14-15,2 19 12 0,0 0-12 0,0-16 13 0,2 2-13 16,-2 14 16-16,0 0-16 0,3-8 17 0,3 3-17 16,-6 5 8-16,0 0-8 0,8-6 8 0,3 6-8 15,-11 0 15-15,0 0-15 0,14 8 16 0,3 3-16 0,-17-11 15 16,0 0-15-16,17 17 15 0,2 2-15 0,-19-19 15 16,0 0-15-16,19 24 16 0,1-2-16 0,-20-22 16 15,0 0-16-15,19 25 17 0,1-4-17 0,-20-21 9 16,0 0-9-16,16 19 9 0,-2-5-9 0,-14-14 9 15,0 0-9-15,14 11 10 0,0-3-10 0,-14-8 1 16,0 0-1-16,8 8 1 0,1 1-1 0,-9-9 0 16,0 0 0-16,5 5 0 0,-2-5 0 0,-3 0-2 15,0 0 2-15,0 0-2 0,3 5 2 0,-3-5-7 0,0 0 7 16,0 0-6-16,-6-2 6 0,6 2-1 0,0 0 1 16,-5-3-1-16,-4-8 1 0,9 11 0 0,0 0 0 15,-11-11 0-15,0 3 0 0,11 8-2 0,0 0 2 16,-11-16-2-16,0-1 2 0,11 17-2 0,0 0 2 15,-8-16-1-15,-1 0 1 0,9 16-5 0,0 0 5 16,-2-22-5-16,2-3 5 0,0 25-13 0,0 0 13 0,0-22-13 16,2 3 13-16,-2 19-4 0,0 0 4 0,0-13-3 15,3-1 3-15,-3 14-3 0,0 0 3 0,0-5-3 16,3-1 3-16,-3 6-2 0,0 0 2 0,0 0-1 16,8-5 1-16,-8 5-4 0,0 0 4 0,9 0-4 15,-1 11 4-15,-8-11-12 0,0 0 12 0,11 8-12 16,6 3 12-16,-17-11-9 0,0 0 9 0,16 11-8 15,1 2 8-15,-17-13-4 0,0 0 4 0,19 14-3 0,1 2 3 16,-20-16-3-16,0 0 3 0,22 19-3 0,0-8 3 16,-22-11-5-16,0 0 5 0,23 14-5 0,-4-6 5 0,-19-8-154 15,0 0 154-15,20 11-154 0,-1-6 154 0,-19-5-223 16,0 0 223-16,22 0-222 0,6 0 222 0,22 3-630 16</inkml:trace>
          <inkml:trace contextRef="#ctx0" brushRef="#br0" timeOffset="62341.7902">7514 300 830 0,'0'0'0'16,"0"6"0"0,0 5 0-16,0-11 86 0,0 0-86 0,9-6 86 0,7-13 2 0,-16 19-88 0,14-16 89 15,3-3-89-15,-17 19 74 0,0 0-74 0,14-17 74 16,0 4-74-16,-14 13 47 0,0 0-47 0,11-14 47 16,-3 3-47-16,-8 11-18 0,0 0 18 0,6-11-18 15,-1 3 18-15,-5 8-181 0,0 0 181 0,0 0-180 16,6-5 180-16,-1-1-663 0</inkml:trace>
          <inkml:trace contextRef="#ctx0" brushRef="#br0" timeOffset="60945.4065">6000 810 617 0,'0'0'0'15,"0"0"0"-15,3-35 0 0,-3 35 108 0,0 0-108 16,0 0 108-16,2 11-108 0,-2-11 105 0,0 0-105 0,0 5 105 15,-2 6-105-15,2-11 78 0,0 0-78 0,-3 14 78 16,3-9-78-16,0-5 81 0,0 0-81 0,-3 8 82 16,3 3-82-16,0-11 67 0,0 0-67 0,0 3 68 15,0 2-68-15,0-5 66 0,0 0-66 0,0 0 66 16,0 0-66-16,0 0 48 0,0 0-48 0,0 0 49 16,-8-8-49-16,8 8 38 0,0 0-38 0,-6-11 38 15,-2-2-38-15,8 13 40 0,0 0-40 0,-11-25 40 16,0-5-40-16,11 30 24 0,0 0-24 0,-12-38 25 0,-1-6-25 15,13 44 18-15,0 0-18 0,-14-35 18 16,3-6-18-16,11 41 18 0,0 0-18 0,-12-38 18 0,-1 0-18 16,13 38 33-16,0 0-33 0,-14-30 34 0,3-3-34 0,11 33 5 15,0 0-5-15,-14-27 5 0,0-1-5 0,14 28 18 16,0 0-18-16,-11-19 18 0,5 3-18 0,6 16 1 16,0 0-1-16,-5-11 1 0,2 8-1 0,3 3 3 15,0 0-3-15,-3-5 4 0,3-1-4 0,0 6 0 16,0 0 0-16,0 0 0 0,8 6 0 0,-8-6 0 15,0 0 0-15,11 5 0 0,3 9 0 0,-14-14-1 0,0 0 1 16,17 16 0-16,2 1 0 0,-19-17-4 0,0 0 4 16,25 21-3-16,0-2 3 0,-25-19-1 0,0 0 1 15,34 25 0-15,2 0 0 0,-36-25-1 0,0 0 1 16,36 24 0-16,3-5 0 0,-39-19-2 0,0 0 2 16,39 19-1-16,3-2 1 0,-42-17 0 0,0 0 0 15,36 5 1-15,-3 3-1 0,-33-8 0 0,0 0 0 16,25 0 0-16,-3 0 0 0,-22 0 1 0,0 0-1 15,20-5 1-15,-1-3-1 0,-19 8 3 0,0 0-3 0,14-6 4 16,0-5-4-16,-14 11 6 0,0 0-6 0,11-8 7 16,0-8-7-16,-11 16 15 0,0 0-15 0,9-14 15 15,-4-10-15-15,-5 24 1 0,0 0-1 0,3-25 1 16,0 0-1-16,-3 25 14 0,0 0-14 0,-6-40 15 16,-5-7-15-16,11 47 3 0,0 0-3 0,-11-41 4 15,0 3-4-15,11 38 2 0,0 0-2 0,-14-38 3 16,-3 3-3-16,17 35 18 0,0 0-18 0,-14-30 19 0,0 5-19 15,14 25 0-15,0 0 0 0,-11-24 1 0,3 4-1 16,8 20 1-16,0 0-1 0,-6-19 1 0,1 6-1 16,5 13 0-16,0 0 0 0,-3-11 0 0,3 0 0 0,0 11 0 15,0 0 0-15,3-6 0 0,2 1 0 0,-5 5-64 16,0 0 64-16,9 0-64 0,5 5 64 0,-14-5-160 16,0 0 160-16,16 6-160 0,7 5 160 0,15 0-1250 15</inkml:trace>
        </inkml:traceGroup>
      </inkml:traceGroup>
    </inkml:traceGroup>
  </inkml:traceGroup>
</inkml:ink>
</file>

<file path=ppt/ink/ink36.xml><?xml version="1.0" encoding="utf-8"?>
<inkml:ink xmlns:inkml="http://www.w3.org/2003/InkML">
  <inkml:definitions>
    <inkml:context xml:id="ctx0">
      <inkml:inkSource xml:id="inkSrc0">
        <inkml:traceFormat>
          <inkml:channel name="X" type="integer" max="19500" units="cm"/>
          <inkml:channel name="Y" type="integer" max="11180" units="cm"/>
          <inkml:channel name="F" type="integer" max="4096" units="dev"/>
          <inkml:channel name="T" type="integer" max="2.14748E9" units="dev"/>
        </inkml:traceFormat>
        <inkml:channelProperties>
          <inkml:channelProperty channel="X" name="resolution" value="631.06793" units="1/cm"/>
          <inkml:channelProperty channel="Y" name="resolution" value="642.52875" units="1/cm"/>
          <inkml:channelProperty channel="F" name="resolution" value="0" units="1/dev"/>
          <inkml:channelProperty channel="T" name="resolution" value="1" units="1/dev"/>
        </inkml:channelProperties>
      </inkml:inkSource>
      <inkml:timestamp xml:id="ts0" timeString="2020-12-07T08:20:31.233"/>
    </inkml:context>
    <inkml:brush xml:id="br0">
      <inkml:brushProperty name="width" value="0.1" units="cm"/>
      <inkml:brushProperty name="height" value="0.1" units="cm"/>
      <inkml:brushProperty name="color" value="#ED1C24"/>
      <inkml:brushProperty name="fitToCurve" value="1"/>
    </inkml:brush>
  </inkml:definitions>
  <inkml:traceGroup>
    <inkml:annotationXML>
      <emma:emma xmlns:emma="http://www.w3.org/2003/04/emma" version="1.0">
        <emma:interpretation id="{DC48A6EF-EF0D-4362-9841-2C156290EB90}" emma:medium="tactile" emma:mode="ink">
          <msink:context xmlns:msink="http://schemas.microsoft.com/ink/2010/main" type="writingRegion" rotatedBoundingBox="28765,7567 30703,7520 30728,8563 28790,8610"/>
        </emma:interpretation>
      </emma:emma>
    </inkml:annotationXML>
    <inkml:traceGroup>
      <inkml:annotationXML>
        <emma:emma xmlns:emma="http://www.w3.org/2003/04/emma" version="1.0">
          <emma:interpretation id="{F8E5A584-D876-4229-97C3-D5DA37ED0105}" emma:medium="tactile" emma:mode="ink">
            <msink:context xmlns:msink="http://schemas.microsoft.com/ink/2010/main" type="paragraph" rotatedBoundingBox="28765,7567 30703,7520 30728,8563 28790,8610" alignmentLevel="1"/>
          </emma:interpretation>
        </emma:emma>
      </inkml:annotationXML>
      <inkml:traceGroup>
        <inkml:annotationXML>
          <emma:emma xmlns:emma="http://www.w3.org/2003/04/emma" version="1.0">
            <emma:interpretation id="{7E275B33-0D54-4D5C-8AE6-9C1D37544CA3}" emma:medium="tactile" emma:mode="ink">
              <msink:context xmlns:msink="http://schemas.microsoft.com/ink/2010/main" type="line" rotatedBoundingBox="28765,7567 30703,7520 30728,8563 28790,8610"/>
            </emma:interpretation>
          </emma:emma>
        </inkml:annotationXML>
        <inkml:traceGroup>
          <inkml:annotationXML>
            <emma:emma xmlns:emma="http://www.w3.org/2003/04/emma" version="1.0">
              <emma:interpretation id="{8588D447-CC7B-470F-92B1-CFE49790C21B}" emma:medium="tactile" emma:mode="ink">
                <msink:context xmlns:msink="http://schemas.microsoft.com/ink/2010/main" type="inkWord" rotatedBoundingBox="28765,7567 30703,7520 30728,8563 28790,8610"/>
              </emma:interpretation>
              <emma:one-of disjunction-type="recognition" id="oneOf0">
                <emma:interpretation id="interp0" emma:lang="en-US" emma:confidence="0">
                  <emma:literal>72 g</emma:literal>
                </emma:interpretation>
                <emma:interpretation id="interp1" emma:lang="en-US" emma:confidence="0">
                  <emma:literal>7 A g</emma:literal>
                </emma:interpretation>
                <emma:interpretation id="interp2" emma:lang="en-US" emma:confidence="0">
                  <emma:literal>TA g</emma:literal>
                </emma:interpretation>
                <emma:interpretation id="interp3" emma:lang="en-US" emma:confidence="0">
                  <emma:literal>77 g</emma:literal>
                </emma:interpretation>
                <emma:interpretation id="interp4" emma:lang="en-US" emma:confidence="0">
                  <emma:literal>FA g</emma:literal>
                </emma:interpretation>
              </emma:one-of>
            </emma:emma>
          </inkml:annotationXML>
          <inkml:trace contextRef="#ctx0" brushRef="#br0">89 128 91 0,'0'0'0'0,"-17"0"0"0,-13 0 0 0,30 0 34 15,0 0-34-15,5-3 35 0,23-3-35 0,-28 6 58 16,0 0-58-16,22-2 59 0,6-9-59 0,-28 11 55 15,0 0-55-15,33-8 55 0,6-3-55 0,-39 11 57 16,0 0-57-16,45-11 58 0,5-3-58 0,-50 14 79 0,0 0-79 16,44-8 79-16,1 0-79 0,-45 8 94 0,0 0-94 15,39-8 95-15,-6-3-95 0,-33 11 94 0,0 0-94 16,28-8 95-16,-3 2-95 0,-25 6 85 0,0 0-85 16,19-8 85-16,-5 3-85 0,-14 5 71 0,0 0-71 0,8 0 72 15,-2 2-72-15,-6-2 45 0,0 0-45 0,3 6 45 16,-6-1-45-16,3-5 37 0,0 0-37 0,-3 6 38 15,0 2-38-15,3-8 33 0,0 0-33 0,-5 11 34 16,-1-6-34-16,6-5 43 0,0 0-43 0,-5 8 44 16,-1 3-44-16,6-11 34 0,0 0-34 0,-5 11 35 15,-1 8-35-15,6-19 50 0,0 0-50 0,-11 14 50 16,5 2-50-16,6-16 30 0,0 0-30 0,-8 19 30 16,0 6-30-16,8-25 16 0,0 0-16 0,-17 19 17 15,3 5-17-15,14-24 30 0,0 0-30 0,-17 25 30 16,-2 0-30-16,19-25 10 0,0 0-10 0,-25 30 11 15,-3-3-11-15,28-27 36 0,0 0-36 0,-28 27 36 0,1 0-36 16,27-27 11-16,0 0-11 0,-34 25 11 0,1-1-11 16,33-24 6-16,0 0-6 0,-31 22 6 0,1-3-6 15,30-19 9-15,0 0-9 0,-36 25 9 0,0-1-9 0,36-24 3 16,0 0-3-16,-28 22 3 0,3 0-3 0,25-22 0 16,0 0 0-16,-17 14 0 0,6 2 0 0,11-16 5 15,0 0-5-15,-8 19 5 0,2 0-5 0,6-19 2 16,0 0-2-16,-6 14 3 0,4 2-3 0,2-16-1 15,0 0 1-15,-3 8 0 0,3 3 0 0,0-11-66 16,0 0 66-16,0 0-66 0,8-5 66 0,-8 5-200 16,0 0 200-16,17-14-199 0,11-16 199 0,16-19-1110 0</inkml:trace>
          <inkml:trace contextRef="#ctx0" brushRef="#br0" timeOffset="2206.6977">756 338 1647 0,'5'-6'0'0,"-5"6"-375"0,0 0 375 0,17-5-375 16,11-6 375-16,-28 11-94 0,0 0 94 0,16-8-94 0,4-1 94 16,-20 9-63-16,0 0 63 0,11-8-63 0,3 0 63 15,-14 8-74-15,0 0 74 0,22-19-73 0,3-6 73 0,-25 25-75 16,0 0 75-16,28-24-74 0,0-1 74 0,27-29-137 15</inkml:trace>
          <inkml:trace contextRef="#ctx0" brushRef="#br0" timeOffset="1785.6338">950 588 124 0,'0'0'0'0,"9"-2"0"0,2-4 0 15,-11 6 105-15,0 0-105 0,2-8 106 0,-2-6-106 16,0 14 120-16,0 0-120 0,-2-10 120 0,-7-7-120 16,9 17 92-16,0 0-92 0,-8-16 93 0,0-6-93 0,8 22 77 15,0 0-77-15,-11-30 78 0,-3-8-78 0,14 38 52 16,0 0-52-16,-11-36 53 0,-1 4-53 0,12 32 39 15,0 0-39-15,-11-44 39 0,3-5-39 0,8 49 40 16,0 0-40-16,-8-44 40 0,2 9-40 0,6 35 24 16,0 0-24-16,-8-41 25 0,2 0-25 0,6 41 18 15,0 0-18-15,-3-35 18 0,1-3-18 0,2 38 5 16,0 0-5-16,0-30 5 0,2 0-5 0,-2 30 8 0,0 0-8 0,6-30 8 16,0 2-8-16,-6 28 0 0,0 0 0 15,8-22 1-15,6 3-1 0,-14 19 2 0,0 0-2 16,11-19 3-16,3 3-3 0,-14 16 5 0,0 0-5 15,11-8 5-15,0-6-5 0,-11 14 13 0,0 0-13 0,11-5 14 16,0-1-14-16,-11 6 23 0,0 0-23 0,14 0 24 16,0 3-24-16,-14-3 22 0,0 0-22 0,17 5 22 0,5 6-22 0,-22-11 39 15,0 0-39-15,19 8 40 16,4 9-40-16,-23-17 32 0,0 0-32 0,19 13 32 16,3 9-32-16,-22-22 43 0,0 0-43 0,20 25 44 15,-4 2-44-15,-16-27 46 0,0 0-46 0,14 25 46 16,-3-4-46-16,-11-21 19 0,0 0-19 0,9 28 20 0,-1 2-20 15,-8-30 31-15,0 0-31 0,8 30 31 16,-2-6-31-16,-6-24 29 0,0 0-29 0,11 25 29 0,-3-1-29 16,-8-24 22-16,0 0-22 0,12 19 22 0,1-5-22 15,-13-14-1-15,0 0 1 0,9 16 0 0,-1-10 0 16,-8-6-138-16,0 0 138 0,8 8-137 0,4-3 137 16,7 4-1160-16</inkml:trace>
          <inkml:trace contextRef="#ctx0" brushRef="#br0" timeOffset="3182.1683">1723 136 662 0,'0'0'0'0,"-14"-6"0"0,-6-5 0 16,20 11-72-16,0 0 72 0,-2-8-72 0,10 0 72 16,-8 8-49-16,0 0 49 0,6-8-49 0,2 0 49 15,-8 8 3-15,0 0-3 0,8-11 4 0,1-3-4 16,-9 14 15-16,0 0-15 0,5-16 15 0,1-6-15 0,-6 22 45 15,0 0-45-15,2-19 45 0,-2 3-45 0,0 16 69 16,0 0-69-16,0-19 69 0,0 5-69 0,0 14 69 16,0 0-69-16,0-11 69 0,-2 0-69 0,2 11 55 15,0 0-55-15,-3-5 55 0,-3 2-55 0,6 3 46 16,0 0-46-16,-8 0 47 0,-3 0-47 0,11 0 30 16,0 0-30-16,-14 5 30 0,-3 9-30 0,17-14 15 15,0 0-15-15,-16 11 16 0,2 3-16 0,14-14 47 0,0 0-47 16,-14 19 47-16,0 5-47 0,14-24 32 0,0 0-32 15,-8 19 33-15,5 0-33 0,3-19 33 0,0 0-33 16,0 22 33-16,3 0-33 0,-3-22 22 0,0 0-22 16,5 22 23-16,4 2-23 0,-9-24 28 0,0 0-28 0,8 19 28 15,0-2-28-15,-8-17 32 0,0 0-32 0,9 16 32 16,2 0-32-16,-11-16 12 0,0 0-12 0,8 9 12 16,0-1-12-16,-8-8 12 0,0 0-12 0,9 8 13 15,-4-8-13-15,-5 0 16 0,0 0-16 0,6 0 17 16,2 0-17-16,-8 0 14 0,0 0-14 0,8-11 15 15,1 3-15-15,-9 8 15 0,0 0-15 0,8-14 16 16,3 3-16-16,-11 11 4 0,0 0-4 0,11-11 5 16,3-2-5-16,-14 13 3 0,0 0-3 0,11-11 3 15,0 0-3-15,-11 11-1 0,0 0 1 0,9-8 0 16,-1 2 0-16,-8 6-1 0,0 0 1 0,8-5-1 16,-2 2 1-16,-6 3-1 0,0 0 1 0,6-3-1 0,-4 3 1 15,-2 0 0-15,0 0 0 0,0 0 0 0,6 0 0 16,-6 0 10-16,0 0-10 0,0 0 10 0,3 6-10 0,-3-6 26 15,0 0-26-15,2 5 26 0,1 6-26 0,-3-11 7 16,0 0-7-16,6 8 7 0,-1 9-7 0,-5-17 35 16,0 0-35-16,9 19 35 0,2 5-35 0,-11-24 5 15,0 0-5-15,11 30 5 0,3 3-5 0,-14-33 10 16,0 0-10-16,11 41 10 0,0 3-10 0,-11-44 16 16,0 0-16-16,6 35 17 0,-1 3-17 0,-5-38 3 15,0 0-3-15,3 38 3 0,-3-2-3 0,0-36 12 0,0 0-12 16,-8 44 13-16,-3-4-13 0,11-40 8 0,0 0-8 15,-14 39 9-15,0-4-9 0,14-35 38 0,0 0-38 16,-20 38 39-16,-2-5-39 0,22-33 18 0,0 0-18 16,-22 27 19-16,0-2-19 0,22-25 12 0,0 0-12 0,-23 19 12 15,4-6-12-15,19-13 18 0,0 0-18 0,-20 9 19 16,4-7-19-16,16-2-91 0,0 0 91 0,-20-11-90 16,-2-8 90-16,22 19-210 0,0 0 210 0,-19-43-210 15,-1-17 210-15,-19-44-1013 0</inkml:trace>
        </inkml:traceGroup>
      </inkml:traceGroup>
    </inkml:traceGroup>
  </inkml:traceGroup>
</inkml:ink>
</file>

<file path=ppt/ink/ink37.xml><?xml version="1.0" encoding="utf-8"?>
<inkml:ink xmlns:inkml="http://www.w3.org/2003/InkML">
  <inkml:definitions>
    <inkml:context xml:id="ctx0">
      <inkml:inkSource xml:id="inkSrc0">
        <inkml:traceFormat>
          <inkml:channel name="X" type="integer" max="19500" units="cm"/>
          <inkml:channel name="Y" type="integer" max="11180" units="cm"/>
          <inkml:channel name="F" type="integer" max="4096" units="dev"/>
          <inkml:channel name="T" type="integer" max="2.14748E9" units="dev"/>
        </inkml:traceFormat>
        <inkml:channelProperties>
          <inkml:channelProperty channel="X" name="resolution" value="631.06793" units="1/cm"/>
          <inkml:channelProperty channel="Y" name="resolution" value="642.52875" units="1/cm"/>
          <inkml:channelProperty channel="F" name="resolution" value="0" units="1/dev"/>
          <inkml:channelProperty channel="T" name="resolution" value="1" units="1/dev"/>
        </inkml:channelProperties>
      </inkml:inkSource>
      <inkml:timestamp xml:id="ts0" timeString="2020-12-07T08:24:35.336"/>
    </inkml:context>
    <inkml:brush xml:id="br0">
      <inkml:brushProperty name="width" value="0.1" units="cm"/>
      <inkml:brushProperty name="height" value="0.1" units="cm"/>
      <inkml:brushProperty name="color" value="#ED1C24"/>
      <inkml:brushProperty name="fitToCurve" value="1"/>
    </inkml:brush>
    <inkml:brush xml:id="br1">
      <inkml:brushProperty name="width" value="0.1" units="cm"/>
      <inkml:brushProperty name="height" value="0.1" units="cm"/>
      <inkml:brushProperty name="color" value="#3165BB"/>
      <inkml:brushProperty name="fitToCurve" value="1"/>
    </inkml:brush>
  </inkml:definitions>
  <inkml:traceGroup>
    <inkml:annotationXML>
      <emma:emma xmlns:emma="http://www.w3.org/2003/04/emma" version="1.0">
        <emma:interpretation id="{48E29DA9-3DA8-44F4-ADF8-01B39E43023F}" emma:medium="tactile" emma:mode="ink">
          <msink:context xmlns:msink="http://schemas.microsoft.com/ink/2010/main" type="writingRegion" rotatedBoundingBox="16247,17463 25476,13261 26533,15583 17305,19786"/>
        </emma:interpretation>
      </emma:emma>
    </inkml:annotationXML>
    <inkml:traceGroup>
      <inkml:annotationXML>
        <emma:emma xmlns:emma="http://www.w3.org/2003/04/emma" version="1.0">
          <emma:interpretation id="{B21BE40E-0579-493C-B79D-E7310B4DB99E}" emma:medium="tactile" emma:mode="ink">
            <msink:context xmlns:msink="http://schemas.microsoft.com/ink/2010/main" type="paragraph" rotatedBoundingBox="16248,17377 22115,14920 22620,16124 16752,18581" alignmentLevel="1"/>
          </emma:interpretation>
        </emma:emma>
      </inkml:annotationXML>
      <inkml:traceGroup>
        <inkml:annotationXML>
          <emma:emma xmlns:emma="http://www.w3.org/2003/04/emma" version="1.0">
            <emma:interpretation id="{04F40254-1837-49D7-BC1C-4D6CF58C88C1}" emma:medium="tactile" emma:mode="ink">
              <msink:context xmlns:msink="http://schemas.microsoft.com/ink/2010/main" type="line" rotatedBoundingBox="16248,17377 22115,14920 22620,16124 16752,18581"/>
            </emma:interpretation>
          </emma:emma>
        </inkml:annotationXML>
        <inkml:traceGroup>
          <inkml:annotationXML>
            <emma:emma xmlns:emma="http://www.w3.org/2003/04/emma" version="1.0">
              <emma:interpretation id="{AA5BEB80-DAF5-4362-8FC8-46073E3E56E1}" emma:medium="tactile" emma:mode="ink">
                <msink:context xmlns:msink="http://schemas.microsoft.com/ink/2010/main" type="inkWord" rotatedBoundingBox="16248,17377 18798,16308 19303,17513 16752,18581"/>
              </emma:interpretation>
              <emma:one-of disjunction-type="recognition" id="oneOf0">
                <emma:interpretation id="interp0" emma:lang="en-US" emma:confidence="0">
                  <emma:literal>SBC</emma:literal>
                </emma:interpretation>
                <emma:interpretation id="interp1" emma:lang="en-US" emma:confidence="0">
                  <emma:literal>SRBC</emma:literal>
                </emma:interpretation>
                <emma:interpretation id="interp2" emma:lang="en-US" emma:confidence="0">
                  <emma:literal>SBBC</emma:literal>
                </emma:interpretation>
                <emma:interpretation id="interp3" emma:lang="en-US" emma:confidence="0">
                  <emma:literal>BRBC</emma:literal>
                </emma:interpretation>
                <emma:interpretation id="interp4" emma:lang="en-US" emma:confidence="0">
                  <emma:literal>BBBC</emma:literal>
                </emma:interpretation>
              </emma:one-of>
            </emma:emma>
          </inkml:annotationXML>
          <inkml:trace contextRef="#ctx0" brushRef="#br0">-1221 972 124 0,'0'0'0'0,"-5"-11"0"16,-1-11 0-16,6 22 1 0,0 0-1 0,-11-27 1 15,-3-11-1-15,14 38 1 0,0 0-1 0,-19-41 2 16,-4-8-2-16,23 49 5 0,0 0-5 0,-14-52 5 16,-5-3-5-16,19 55 0 0,0 0 0 0,-14-51 1 0,0-4-1 15,14 55 6-15,0 0-6 0,-11-49 6 0,11 0-6 16,0 49 13-16,0 0-13 0,0-41 14 0,0 8-14 16,0 33 15-16,0 0-15 0,3-32 15 0,5 2-15 15,-8 30 26-15,0 0-26 0,6-30 26 0,8 0-26 0,-14 30 37 16,0 0-37-16,14-22 37 0,-6 3-37 0,-8 19 12 15,0 0-12-15,11-17 13 0,-3 6-13 0,-8 11 43 16,0 0-43-16,9-8 44 0,2 0-44 0,-11 8 43 16,0 0-43-16,5-5 43 0,1 2-43 0,-6 3 51 15,0 0-51-15,8 3 51 0,1 2-51 0,-9-5 66 16,0 0-66-16,8 16 66 0,-3 9-66 0,-5-25 63 16,0 0-63-16,3 30 64 0,-6 3-64 0,3-33 53 0,0 0-53 15,-2 38 53-15,-4 3-53 0,6-41 51 0,0 0-51 16,-8 41 51-16,2 2-51 0,6-43 43 0,0 0-43 15,-11 36 43-15,6-4-43 0,5-32 41 0,0 0-41 0,-3 28 42 16,3-4-42-16,0-24 46 0,0 0-46 0,0 19 46 16,0-2-46-16,0-17 46 0,0 0-46 0,3 13 47 15,2-5-47-15,-5-8 42 0,0 0-42 0,11 9 42 16,3-1-42-16,-14-8-49 0,0 0 49 0,11 5-48 16,3 1 48-16,-14-6-52 0,0 0 52 0,17 5-51 15,8 3 51-15,-25-8-33 0,0 0 33 0,22 11-33 16,6 3 33-16,-28-14-65 0,0 0 65 0,39 14-65 15,5-1 65-15,-44-13-145 0,0 0 145 0,47 3-145 16,6-6 145-16,47 3-545 0</inkml:trace>
          <inkml:trace contextRef="#ctx0" brushRef="#br0" timeOffset="1080.3365">-590 427 91 0,'0'0'0'0,"-11"-3"0"0,-6-5 0 15,17 8 10-15,0 0-10 0,-11-11 10 0,3-6-10 0,8 17 62 16,0 0-62-16,-14-21 63 0,-3-7-63 0,17 28 47 16,0 0-47-16,-17-30 48 0,1-5-48 0,16 35 49 15,0 0-49-15,-17-36 49 0,3-4-49 0,14 40 38 0,0 0-38 16,-14-41 38-16,3 0-38 0,11 41 34 0,0 0-34 15,-11-38 35-15,0 2-35 0,11 36 38 0,0 0-38 16,-6-30 39-16,-2 6-39 0,8 24 33 0,0 0-33 0,-5-22 33 16,2 5-33-16,3 17 33 0,0 0-33 0,0-16 33 15,0 0-33-15,0 16 13 0,0 0-13 0,0-11 14 16,0 0-14-16,0 11 31 0,0 0-31 0,3-11 31 16,2 0-31-16,-5 11 10 0,0 0-10 0,8-11 11 15,6 3-11-15,-14 8 29 0,0 0-29 0,6-5 29 16,8-1-29-16,-14 6 41 0,0 0-41 0,8-3 42 15,3 3-42-15,-11 0 32 0,0 0-32 0,14 6 33 16,-6 5-33-16,-8-11 24 0,0 0-24 0,12 16 25 16,-4 3-25-16,-8-19 27 0,0 0-27 0,5 25 27 15,-2 2-27-15,-3-27 13 0,0 0-13 0,-3 41 14 16,-5 0-14-16,8-41 29 0,0 0-29 0,-5 38 29 16,-1-5-29-16,6-33 5 0,0 0-5 0,-11 30 6 0,8-6-6 15,3-24 10-15,0 0-10 0,-8 22 10 0,5-3-10 16,3-19 1-16,0 0-1 0,0 14 1 0,0-9-1 15,0-5 0-15,0 0 0 0,0 0 0 0,11 0 0 0,-11 0 0 16,0 0 0-16,14-8 1 0,5-8-1 0,-19 16 0 16,0 0 0-16,17-17 0 0,3 4 0 0,-20 13 0 15,0 0 0-15,19-19 1 0,6 2-1 0,-25 17 0 16,0 0 0-16,17-13 1 0,2 2-1 0,-19 11-1 16,0 0 1-16,20-11 0 0,-4 3 0 0,-16 8-1 15,0 0 1-15,14-6 0 0,0 1 0 0,-14 5 0 16,0 0 0-16,8 0 0 0,1 2 0 0,-9-2 28 0,0 0-28 15,8 6 28-15,0 2-28 0,-8-8 20 0,0 0-20 16,3 11 20-16,3 5-20 0,-6-16 29 0,0 0-29 0,5 25 29 16,-5 8-29-16,0-33 32 0,0 0-32 0,0 30 32 15,-5 0-32-15,5-30 6 0,0 0-6 0,-3 30 6 16,0 2-6-16,3-32-37 0,0 0 37 0,-3 30-37 16,-8 0 37-16,11-30-165 0,0 0 165 0,-5 22-165 15,2-8 165-15,-11 21-759 0</inkml:trace>
          <inkml:trace contextRef="#ctx0" brushRef="#br0" timeOffset="-811.7589">-1935 765 572 0,'0'0'0'0,"11"11"0"0,11 8 0 15,-22-19 120-15,0 0-120 0,3 13 120 0,0-7-120 0,-3-6 89 16,0 0-89-16,-3 8 89 0,0-3-89 0,3-5 63 15,0 0-63-15,-11 19 64 0,-3 6-64 0,14-25 39 16,0 0-39-16,-8 27 39 0,-6 3-39 0,14-30 4 16,0 0-4-16,-14 30 4 0,9 0-4 0,5-30 10 15,0 0-10-15,-9 27 10 0,4-5-10 0,5-22 3 16,0 0-3-16,0 19 4 0,0-2-4 0,0-17 2 16,0 0-2-16,3 13 2 0,2-4-2 0,-5-9 5 0,0 0-5 15,8 8 5-15,4-3-5 0,-12-5 6 0,0 0-6 16,13 3 6-16,1 0-6 0,-14-3 0 0,0 0 0 0,17 2 1 15,0 1-1-15,-17-3 0 0,0 0 0 0,19 8 1 16,1 3-1-16,-20-11 0 0,0 0 0 0,19 16 1 16,-5 4-1-16,-14-20 2 0,0 0-2 0,11 27 2 15,-3 6-2-15,-8-33-1 0,0 0 1 0,0 38 0 16,0 3 0-16,0-41-151 0,0 0 151 0,-5 38-151 16,2 0 151-16,-3 38-623 0</inkml:trace>
          <inkml:trace contextRef="#ctx0" brushRef="#br0" timeOffset="1516.4535">43-729 1121 0,'0'0'0'0,"-16"16"0"0,-6 14 0 0,22-30 173 0,0 0-173 16,-17 16 173-16,6-5-173 0,11-11 121 15,0 0-121-15,-14 25 122 0,-3 7-122 0,17-32 70 0,0 0-70 0,-16 36 70 16,-1 2-70-16,17-38-38 0,0 0 38 0,-14 44-37 16,0 5 37-16,14-49-10 0,0 0 10 0,-8 43-9 15,5-4 9-15,3-39-39 0,0 0 39 0,3 35-38 16,5-5 38-16,-8-30-15 0,0 0 15 0,25 19-14 15,17-8 14-15,-42-11-114 0,0 0 114 0,44-19-114 16,17-17 114-16,-61 36-154 0,0 0 154 0,64-51-153 16,9-20 153-16,65-52-738 0</inkml:trace>
        </inkml:traceGroup>
        <inkml:traceGroup>
          <inkml:annotationXML>
            <emma:emma xmlns:emma="http://www.w3.org/2003/04/emma" version="1.0">
              <emma:interpretation id="{5845A811-47C9-4203-80E1-864D174E4ADA}" emma:medium="tactile" emma:mode="ink">
                <msink:context xmlns:msink="http://schemas.microsoft.com/ink/2010/main" type="inkWord" rotatedBoundingBox="20365,15886 22198,15118 22467,15760 20633,16528"/>
              </emma:interpretation>
              <emma:one-of disjunction-type="recognition" id="oneOf1">
                <emma:interpretation id="interp5" emma:lang="en-US" emma:confidence="0">
                  <emma:literal>anti</emma:literal>
                </emma:interpretation>
                <emma:interpretation id="interp6" emma:lang="en-US" emma:confidence="0">
                  <emma:literal>Anti</emma:literal>
                </emma:interpretation>
                <emma:interpretation id="interp7" emma:lang="en-US" emma:confidence="0">
                  <emma:literal>Anni</emma:literal>
                </emma:interpretation>
                <emma:interpretation id="interp8" emma:lang="en-US" emma:confidence="0">
                  <emma:literal>Anh'</emma:literal>
                </emma:interpretation>
                <emma:interpretation id="interp9" emma:lang="en-US" emma:confidence="0">
                  <emma:literal>Antis</emma:literal>
                </emma:interpretation>
              </emma:one-of>
            </emma:emma>
          </inkml:annotationXML>
          <inkml:trace contextRef="#ctx0" brushRef="#br0" timeOffset="-17574.3904">2039-957 841 0,'0'0'0'0,"0"0"0"16,-11-11 0-16,11 11-59 0,0 0 59 0,-3 16-58 15,-6 14 58-15,9-30 28 0,0 0-28 0,-2 27 28 16,-1 1-28-16,3-28 3 0,0 0-3 0,0 30 4 16,0-6-4-16,0-24-6 0,0 0 6 0,0 25-5 15,0-1 5-15,0-24 0 0,0 0 0 0,0 19 0 16,0-2 0-16,0-17 0 0,0 0 0 0,0 13 0 15,3-5 0-15,-3-8 2 0,0 0-2 0,2 11 2 16,7 0-2-16,-9-11 0 0,0 0 0 0,3 11 1 16,8 0-1-16,-11-11-105 0,0 0 105 0,5 8-104 15,9 0 104-15,-14-8-107 0,0 0 107 0,6 9-107 16,5-4 107-16,8 11-182 0</inkml:trace>
          <inkml:trace contextRef="#ctx0" brushRef="#br0" timeOffset="-18316.8449">1916-1028 102 0,'0'0'0'0,"0"0"0"0,12 0 0 0,-12 0 29 0,0 0-29 16,8-22 29-16,3-14-29 0,-11 36 0 0,0 0 0 15,11-32 1-15,0-1-1 0,-11 33 9 0,0 0-9 0,11-38 10 16,3 2-10-16,-14 36 16 0,0 0-16 0,11-32 17 15,3 4-17-15,-14 28 13 0,0 0-13 0,11-19 14 16,0 3-14-16,-11 16 17 0,0 0-17 0,12-14 17 16,-1 6-17-16,-11 8 9 0,0 0-9 0,19-8 9 15,3 0-9-15,-22 8 16 0,0 0-16 0,20-6 17 16,-1 4-17-16,-19 2 33 0,0 0-33 0,20 2 33 16,2 4-33-16,-22-6 17 0,0 0-17 0,19 13 17 15,-5 7-17-15,-14-20 30 0,0 0-30 0,14 21 30 16,0 7-30-16,-14-28 2 0,0 0-2 0,11 30 2 15,0 2-2-15,-11-32 7 0,0 0-7 0,11 30 8 16,-2 3-8-16,-9-33 14 0,0 0-14 0,8 25 15 16,3 2-15-16,-11-27 8 0,0 0-8 0,14 27 8 0,0 3-8 15,-14-30-9-15,0 0 9 0,17 25-8 0,2-1 8 16,-19-24-80-16,0 0 80 0,22 27-80 0,3 3 80 16,23 28-199-16</inkml:trace>
          <inkml:trace contextRef="#ctx0" brushRef="#br0" timeOffset="-17206.6601">2016-772 415 0,'0'0'0'16,"3"8"0"-16,6-5 0 0,-9-3 36 0,0 0-36 0,0 0 36 15,5 3-36-15,-5-3 63 0,0 0-63 0,0 0 64 16,0 0-64-16,0 0 13 0,0 0-13 0,0 0 13 16,0-6-13-16,0 6 5 0,0 0-5 0,6-11 5 15,-4-8-5-15,-2 19 55 0,0 0-55 0,9-19 56 16,-1-3-56-16,-8 22 49 0,0 0-49 0,17-24 49 15,8-4-49-15,-25 28 54 0,0 0-54 0,25-27 54 16,5 0-54-16,-30 27 24 0,0 0-24 0,31-25 25 16,-3 1-25-16,-28 24-11 0,0 0 11 0,28-22-11 15,2 6 11-15,-30 16-134 0,0 0 134 0,25-19-134 16,-3 2 134-16,20-15-451 0</inkml:trace>
          <inkml:trace contextRef="#ctx0" brushRef="#br0" timeOffset="-16465.1633">2581-1156 471 0,'0'0'0'0,"-14"5"0"15,-11 0 0-15,25-5 70 0,0 0-70 0,0 0 70 16,25 3-70-16,-25-3 56 0,0 0-56 0,14 0 57 16,-3-3-57-16,-11 3 34 0,0 0-34 0,11 3 34 15,0 0-34-15,-11-3 41 0,0 0-41 0,5 8 42 16,1 0-42-16,-6-8 44 0,0 0-44 0,3 14 44 15,0 2-44-15,-3-16 63 0,0 0-63 0,2 17 63 16,1-1-63-16,-3-16 51 0,0 0-51 0,6 16 52 16,-1 1-52-16,-5-17 45 0,0 0-45 0,6 8 45 15,2 3-45-15,-8-11 6 0,0 0-6 0,6 8 7 16,2-3-7-16,-8-5 36 0,0 0-36 0,6 6 37 0,-1-1-37 16,-5-5 10-16,0 0-10 0,6 3 10 0,-4 0-10 15,-2-3 5-15,0 0-5 0,0 0 6 0,6 5-6 16,-6-5 15-16,0 0-15 0,0 0 16 0,0 0-16 0,0 0 14 15,0 0-14-15,0 0 15 0,3-5-15 0,-3 5 8 16,0 0-8-16,5-11 9 0,1-3-9 0,-6 14 1 16,0 0-1-16,8-19 1 0,3-5-1 0,-11 24 1 15,0 0-1-15,14-30 1 0,0-6-1 0,-14 36 0 16,0 0 0-16,14-35 0 0,8-6 0 0,-22 41-2 16,0 0 2-16,17-33-2 0,0 0 2 0,-17 33-6 0,0 0 6 15,11-24-6-15,0 2 6 0,-11 22 0 0,0 0 0 16,11-16 0-16,-3 2 0 0,-8 14 0 15,0 0 0-15,9-11 0 0,-1 6 0 0,-8 5 0 0,0 0 0 16,8-3 1-16,-2 3-1 0,-6 0 6 0,0 0-6 0,8 5 7 16,1 4-7-16,-9-9 0 0,0 0 0 0,8 11 1 15,0-1-1-15,-8-10 0 0,0 0 0 0,9 17 1 16,-1-1-1-16,-8-16 3 0,0 0-3 0,8 19 3 16,-2 3-3-16,-6-22 10 0,0 0-10 0,8 19 11 15,-5-2-11-15,-3-17 1 0,0 0-1 0,5 16 1 16,1 0-1-16,-6-16-1 0,0 0 1 0,6 14-1 15,-1-1 1-15,-5-13-52 0,0 0 52 0,8 11-51 0,-2-2 51 0,-6-9-130 16,0 0 130-16,6 8-129 16,2-3 129-16,-8-5-150 0,0 0 150 0,5 3-150 15,4 0 150-15,5 2-537 0</inkml:trace>
          <inkml:trace contextRef="#ctx0" brushRef="#br0" timeOffset="-16034.3577">3361-1656 953 0,'0'0'0'16,"-14"8"0"-16,-11 3 0 0,25-11 65 0,0 0-65 0,-5 5 66 16,10 1-66-16,-5-6-56 0,0 0 56 0,0 0-55 15,6 5 55-15,-6-5-53 0,0 0 53 0,8 3-52 16,-2 2 52-16,-6-5-42 0,0 0 42 0,5 8-41 16,-2 3 41-16,-3-11 7 0,0 0-7 0,0 17 8 15,0 2-8-15,0-19 37 0,0 0-37 0,0 22 38 16,-3-1-38-16,3-21 43 0,0 0-43 0,0 28 44 15,0 2-44-15,0-30 52 0,0 0-52 0,0 24 53 16,3 1-53-16,-3-25 22 0,0 0-22 0,3 24 22 16,3 4-22-16,-6-28 13 0,0 0-13 0,2 21 13 15,7-2-13-15,-9-19 35 0,0 0-35 0,0 17 36 16,2-6-36-16,-2-11 0 0,0 0 0 0,3 11 0 0,0 0 0 16,-3-11-98-16,0 0 98 0,3 8-97 0,-3 0 97 15,0-8-161-15,0 0 161 0,0 0-160 0,8 3 160 16,1 2-419-16</inkml:trace>
          <inkml:trace contextRef="#ctx0" brushRef="#br0" timeOffset="-15609.7087">3414-1299 180 0,'0'0'0'0,"6"0"0"15,5 0 0-15,-11 0 1 0,0 0-1 0,22-8 1 16,11-9-1-16,-33 17 8 0,0 0-8 0,31-13 8 16,-9-1-8-16,-22 14 62 0,0 0-62 0,25-14 63 15,-3 1-63-15,-22 13 67 0,0 0-67 0,20-8 67 16,-3 2-67-16,-17 6 64 0,0 0-64 0,13-8 65 15,1 5-65-15,-14 3 60 0,0 0-60 0,9-3 61 16,2 1-61-16,-11 2 63 0,0 0-63 0,8 0 64 16,1 0-64-16,-9 0 57 0,0 0-57 0,5 2 58 15,1 1-58-15,-6-3 45 0,0 0-45 0,5 6 46 16,4 2-46-16,-9-8 37 0,0 0-37 0,8 8 38 16,3 0-38-16,-11-8 15 0,0 0-15 0,6 11 16 0,2 3-16 15,-8-14 21-15,0 0-21 0,5 11 21 0,1 0-21 16,-6-11 3-16,0 0-3 0,8 8 4 0,-8 0-4 15,0-8-80-15,0 0 80 0,3 5-80 0,0-2 80 16,-3-3-136-16,0 0 136 0,0 0-136 0,8-8 136 16,1 0-479-16</inkml:trace>
          <inkml:trace contextRef="#ctx0" brushRef="#br0" timeOffset="-15386.5847">3731-1689 1177 0,'0'0'0'0,"-6"8"0"16,1 3 0-16,5-11 129 0,0 0-129 0,-6 14 129 16,-2-1-129-16,8-13 69 0,0 0-69 0,-6 11 70 15,4-5-70-15,2-6-191 0,0 0 191 0,2 5-191 16,4-5 191-16,-6 0-162 0,0 0 162 0,8-16-162 15,3-14 162-15,9-17-551 0</inkml:trace>
        </inkml:traceGroup>
      </inkml:traceGroup>
    </inkml:traceGroup>
    <inkml:traceGroup>
      <inkml:annotationXML>
        <emma:emma xmlns:emma="http://www.w3.org/2003/04/emma" version="1.0">
          <emma:interpretation id="{6A0CF380-5D5D-473E-92BD-437C3D62D5F1}" emma:medium="tactile" emma:mode="ink">
            <msink:context xmlns:msink="http://schemas.microsoft.com/ink/2010/main" type="paragraph" rotatedBoundingBox="18265,17370 25787,13945 26533,15583 19011,19009" alignmentLevel="2"/>
          </emma:interpretation>
        </emma:emma>
      </inkml:annotationXML>
      <inkml:traceGroup>
        <inkml:annotationXML>
          <emma:emma xmlns:emma="http://www.w3.org/2003/04/emma" version="1.0">
            <emma:interpretation id="{E3549C41-2126-453B-9D12-00F47F5B53A3}" emma:medium="tactile" emma:mode="ink">
              <msink:context xmlns:msink="http://schemas.microsoft.com/ink/2010/main" type="line" rotatedBoundingBox="18265,17370 25787,13945 26533,15583 19011,19009"/>
            </emma:interpretation>
          </emma:emma>
        </inkml:annotationXML>
        <inkml:traceGroup>
          <inkml:annotationXML>
            <emma:emma xmlns:emma="http://www.w3.org/2003/04/emma" version="1.0">
              <emma:interpretation id="{D601BB76-9CC9-4BB7-80F7-755C21161A14}" emma:medium="tactile" emma:mode="ink">
                <msink:context xmlns:msink="http://schemas.microsoft.com/ink/2010/main" type="inkWord" rotatedBoundingBox="18265,17370 18873,17093 19560,18603 18952,18880">
                  <msink:destinationLink direction="with" ref="{F695E5E5-73D8-42F9-AF1E-AC2A3F318E7D}"/>
                </msink:context>
              </emma:interpretation>
              <emma:one-of disjunction-type="recognition" id="oneOf2">
                <emma:interpretation id="interp10" emma:lang="en-US" emma:confidence="1">
                  <emma:literal>(</emma:literal>
                </emma:interpretation>
                <emma:interpretation id="interp11" emma:lang="en-US" emma:confidence="0">
                  <emma:literal>{</emma:literal>
                </emma:interpretation>
                <emma:interpretation id="interp12" emma:lang="en-US" emma:confidence="0">
                  <emma:literal>s</emma:literal>
                </emma:interpretation>
                <emma:interpretation id="interp13" emma:lang="en-US" emma:confidence="0">
                  <emma:literal>'</emma:literal>
                </emma:interpretation>
                <emma:interpretation id="interp14" emma:lang="en-US" emma:confidence="0">
                  <emma:literal>S</emma:literal>
                </emma:interpretation>
              </emma:one-of>
            </emma:emma>
          </inkml:annotationXML>
          <inkml:trace contextRef="#ctx0" brushRef="#br1" timeOffset="-30522.9351">255 0 135 0,'0'0'0'0,"19"2"0"16,20 1 0-16,-39-3 34 0,0 0-34 0,-8 11 34 15,-17 3-34-15,25-14 32 0,0 0-32 0,-20 10 33 16,-2-1-33-16,22-9 8 0,0 0-8 0,-19 11 9 15,-1-6-9-15,20-5 12 0,0 0-12 0,-14 8 13 16,3 3-13-16,11-11 8 0,0 0-8 0,-14 11 9 16,0 3-9-16,14-14 15 0,0 0-15 0,-11 13 15 15,0 1-15-15,11-14 14 0,0 0-14 0,-5 13 15 16,-7 4-15-16,12-17 25 0,0 0-25 0,-8 19 26 16,3 0-26-16,5-19 12 0,0 0-12 0,-6 19 13 15,3 3-13-15,3-22 28 0,0 0-28 0,-8 24 28 0,2 1-28 16,6-25 12-16,0 0-12 0,-5 25 12 0,-4-1-12 15,9-24 18-15,0 0-18 0,-5 25 19 0,-4 5-19 16,9-30 24-16,0 0-24 0,-5 24 25 0,-6 3-25 16,11-27 7-16,0 0-7 0,-9 30 7 0,1 0-7 0,8-30 17 15,0 0-17-15,-5 28 17 0,5-1-17 0,0-27 8 16,0 0-8-16,0 27 9 0,0 0-9 0,0-27 24 16,0 0-24-16,0 25 25 0,-6-1-25 0,6-24 6 15,0 0-6-15,0 25 7 0,0-3-7 0,0-22 34 16,0 0-34-16,6 22 34 0,-6-3-34 0,0-19 27 15,0 0-27-15,2 22 27 0,4-3-27 0,-6-19 23 16,0 0-23-16,5 19 24 0,4 0-24 0,-9-19 35 0,0 0-35 16,11 24 35-16,-6 1-35 0,-5-25 12 0,0 0-12 15,9 24 13-15,-4-2-13 0,-5-22 6 0,0 0-6 16,9 27 6-16,2 1-6 0,-11-28 15 0,0 0-15 0,8 30 16 16,1 0-16-16,-9-30 3 0,0 0-3 0,8 30 4 15,-3 0-4-15,-5-30 30 0,0 0-30 0,6 27 30 16,0 0-30-16,-6-27 16 0,0 0-16 0,5 25 17 15,-2-3-17-15,-3-22 29 0,0 0-29 0,8 19 29 16,1 2-29-16,-9-21 12 0,0 0-12 0,11 20 13 16,5 4-13-16,-16-24 19 0,0 0-19 0,14 22 20 15,-5-3-20-15,-9-19 3 0,0 0-3 0,8 16 4 16,0 1-4-16,-8-17 13 0,0 0-13 0,9 13 13 16,-4 1-13-16,-5-14 8 0,0 0-8 0,8 11 9 15,-5-3-9-15,-3-8 15 0,0 0-15 0,3 8 15 16,0-2-15-16,-3-6 8 0,0 0-8 0,3 8 9 15,5-3-9-15,-8-5 9 0,0 0-9 0,3 8 9 0,2-2-9 16,-5-6 15-16,0 0-15 0,9 8 15 0,-1-2-15 16,-8-6 8-16,0 0-8 0,8 8 8 0,6-3-8 0,-14-5 9 15,0 0-9-15,6 8 9 0,5-2-9 0,-11-6 15 16,0 0-15-16,8 8 15 0,0-3-15 0,-8-5 14 16,0 0-14-16,9 6 15 0,-4-1-15 0,-5-5 25 15,0 0-25-15,6 6 26 0,2-1-26 0,-8-5 12 16,0 0-12-16,6 6 13 0,2 2-13 0,-8-8 28 15,0 0-28-15,9 8 28 0,-1 3-28 0,-8-11 29 16,0 0-29-16,8 11 29 0,-2-3-29 0,-6-8 13 16,0 0-13-16,8 11 14 0,-5 0-14 0,-3-11 20 0,0 0-20 15,5 11 20-15,7 0-20 0,-12-11 15 0,0 0-15 16,5 11 15-16,3-3-15 0,-8-8 9 0,0 0-9 16,9 5 10-16,-1 1-10 0,-8-6 9 0,0 0-9 0,6 5 10 15,-4-5-10-15,-2 0 23 0,0 0-23 0,9 0 24 16,-6 0-24-16,-3 0 20 0,0 0-20 0,5 0 20 15,-2 3-20-15,-3-3 9 0,0 0-9 0,0 0 10 16,5 3-10-16,-5-3 27 0,0 0-27 0,0 0 27 16,6 2-27-16,-6-2 12 0,0 0-12 0,0 0 12 15,6 0-12-15,-6 0 5 0,0 0-5 0,0 0 5 16,5-2-5-16,-5 2 14 0,0 0-14 0,0 0 15 16,6-3-15-16,-6 3 3 0,0 0-3 0,0 0 4 15,8 0-4-15,-8 0 12 0,0 0-12 0,0 0 12 16,3 3-12-16,-3-3 3 0,0 0-3 0,0 0 4 15,5 2-4-15,-5-2-19 0,0 0 19 0,0 0-18 16,6 3 18-16,-6-3-27 0,0 0 27 0,0 0-27 0,5 3 27 16,-5-3-15-16,0 0 15 0,0 0-15 0,6 2 15 15,-6-2-30-15,0 0 30 0,0 0-30 0,0 0 30 16,0 0-2-16,0 0 2 0,0 0-1 0,0 0 1 0,0 0-7 16,0 0 7-16,0 0-6 0,0 0 6 0,0 0-72 15,0 0 72-15,0 0-72 0,8 3 72 0,-8-3-210 16,0 0 210-16,9-3-210 0,10-5 210 0,12 0-898 15</inkml:trace>
        </inkml:traceGroup>
        <inkml:traceGroup>
          <inkml:annotationXML>
            <emma:emma xmlns:emma="http://www.w3.org/2003/04/emma" version="1.0">
              <emma:interpretation id="{EEB05F29-4434-4BA6-BAD1-B38371941146}" emma:medium="tactile" emma:mode="ink">
                <msink:context xmlns:msink="http://schemas.microsoft.com/ink/2010/main" type="inkWord" rotatedBoundingBox="20964,16551 23635,15335 23909,15938 21239,17154"/>
              </emma:interpretation>
              <emma:one-of disjunction-type="recognition" id="oneOf3">
                <emma:interpretation id="interp15" emma:lang="en-US" emma:confidence="1">
                  <emma:literal>Human</emma:literal>
                </emma:interpretation>
                <emma:interpretation id="interp16" emma:lang="en-US" emma:confidence="0">
                  <emma:literal>tumen</emma:literal>
                </emma:interpretation>
                <emma:interpretation id="interp17" emma:lang="en-US" emma:confidence="0">
                  <emma:literal>Hummer</emma:literal>
                </emma:interpretation>
                <emma:interpretation id="interp18" emma:lang="en-US" emma:confidence="0">
                  <emma:literal>Hums</emma:literal>
                </emma:interpretation>
                <emma:interpretation id="interp19" emma:lang="en-US" emma:confidence="0">
                  <emma:literal>times</emma:literal>
                </emma:interpretation>
              </emma:one-of>
            </emma:emma>
          </inkml:annotationXML>
          <inkml:trace contextRef="#ctx0" brushRef="#br0" timeOffset="-14157.7534">2536-618 359 0,'0'0'0'0,"25"6"0"0,14 5 0 0,-39-11 86 0,0 0-86 16,0 0 86-16,-11-11-86 0,11 11 88 0,0 0-88 15,-8-6 88-15,-6 1-88 0,14 5 75 0,0 0-75 0,-14-3 75 16,8 0-75-16,6 3 38 0,0 0-38 0,-8 0 39 16,5 0-39-16,3 0 47 0,0 0-47 0,0 0 48 15,-3 3-48-15,3-3 27 0,0 0-27 0,-5 8 27 16,5 1-27-16,0-9 34 0,0 0-34 0,-3 10 35 15,3 1-35-15,0-11 32 0,0 0-32 0,0 19 32 16,0 6-32-16,0-25 13 0,0 0-13 0,3 25 13 16,2 2-13-16,-5-27 13 0,0 0-13 0,3 35 13 15,8 3-13-15,-11-38 9 0,0 0-9 0,9 41 10 16,2-3-10-16,-11-38 1 0,0 0-1 0,14 44 1 16,5 5-1-16,-19-49-27 0,0 0 27 0,8 44-27 15,1-1 27-15,-9-43-145 0,0 0 145 0,8 44-144 16,3 0 144-16,9 43-614 0</inkml:trace>
          <inkml:trace contextRef="#ctx0" brushRef="#br0" timeOffset="-13331.9525">2781-280 348 0,'0'0'0'0,"16"3"0"16,9 5 0-16,-25-8 9 0,0 0-9 16,9 0 10-16,-7-8-10 0,-2 8 64 0,0 0-64 0,0 0 64 15,0-8-64-15,0 8 61 0,0 0-61 0,0 0 62 16,-2-8-62-16,2 8 53 0,0 0-53 0,0-6 54 15,2 1-54-15,-2 5 62 0,0 0-62 0,9-8 63 0,2-3-63 16,-11 11 46-16,0 0-46 0,19-14 47 0,9-2-47 16,-28 16-5-16,0 0 5 0,28-22-5 0,-6 0 5 15,-22 22-130-15,0 0 130 0,33-27-130 0,4-3 130 16,32-27-413-16</inkml:trace>
          <inkml:trace contextRef="#ctx0" brushRef="#br0" timeOffset="-13719.8341">2872-686 191 0,'0'0'0'0,"-2"8"0"16,-4 9 0-16,6-17 74 0,0 0-74 0,-3 11 74 16,3-3-74-16,0-8 94 0,0 0-94 0,6 13 94 15,2 1-94-15,-8-14 67 0,0 0-67 0,8 22 68 16,4 8-68-16,-12-30 51 0,0 0-51 0,13 27 51 15,-4 0-51-15,-9-27 39 0,0 0-39 0,11 30 40 0,-6 0-40 16,-5-30-25-16,0 0 25 0,9 30-24 0,-9-2 24 16,0-28-96-16,0 0 96 0,0 30-96 0,0 2 96 15,0 31-368-15</inkml:trace>
          <inkml:trace contextRef="#ctx0" brushRef="#br0" timeOffset="-10960.0122">3256-468 908 0,'0'0'0'0,"-14"-8"0"16,-6-5 0-16,20 13 128 0,0 0-128 0,-11-3 128 15,6 6-128-15,5-3 107 0,0 0-107 0,0 0 107 16,0 5-107-16,0-5 54 0,0 0-54 0,0 0 55 16,5 8-55-16,-5-8 39 0,0 0-39 0,0 0 39 15,11 6-39-15,-11-6 44 0,0 0-44 0,3 2 44 16,6-2-44-16,-9 0-23 0,0 0 23 0,8 6-22 15,0 2 22-15,-8-8-26 0,0 0 26 0,9 11-25 16,2 0 25-16,-11-11-25 0,0 0 25 0,14 11-24 16,5 2 24-16,-19-13-11 0,0 0 11 0,11 14-10 0,6-3 10 15,-17-11-6-15,0 0 6 0,14 8-5 0,0 0 5 16,-14-8-8-16,0 0 8 0,13 3-7 0,-1-3 7 0,-12 0-1 16,0 0 1-16,11-6 0 0,3-2 0 0,-14 8 0 15,0 0 0-15,11-13 0 0,5-6 0 0,-16 19 3 16,0 0-3-16,9-25 3 0,5-5-3 0,-14 30 0 15,0 0 0-15,11-33 1 0,3-2-1 0,-14 35 0 16,0 0 0-16,11-33 0 0,0-2 0 0,-11 35-1 16,0 0 1-16,11-28 0 0,-3 7 0 0,-8 21 0 15,0 0 0-15,9-17 0 0,-1 4 0 0,-8 13 0 0,0 0 0 16,8-11 0-16,-8 5 0 0,0 6 0 0,0 0 0 16,0 0 0-16,6 0 0 0,-6 0-1 0,0 0 1 15,3 9 0-15,-3 1 0 0,0-10 11 0,0 0-11 16,0 14 11-16,2 2-11 0,-2-16 51 0,0 0-51 0,3 19 51 15,0 3-51-15,-3-22 15 0,0 0-15 0,3 19 16 16,2-2-16-16,-5-17 44 0,0 0-44 0,9 13 45 16,-1 1-45-16,-8-14 38 0,0 0-38 0,8 11 39 15,1-6-39-15,-9-5 15 0,0 0-15 0,8 6 15 16,-2-6-15-16,-6 0 22 0,0 0-22 0,8-6 22 16,3-5-22-16,-11 11-26 0,0 0 26 0,14-13-25 15,0-6 25-15,-14 19-82 0,0 0 82 0,14-19-82 16,2-6 82-16,-16 25-105 0,0 0 105 0,14-22-104 15,3 0 104-15,-17 22-115 0,0 0 115 0,11-24-115 16,0-1 115-16,-11 25-97 0,0 0 97 0,14-27-97 16,0-3 97-16,-14 30-76 0,0 0 76 0,11-24-76 15,-3 5 76-15,-8 19-58 0,0 0 58 0,9-14-58 0,-4 6 58 16,-5 8-46-16,0 0 46 0,6-6-46 0,-1 4 46 0,-5 2-2 16,0 0 2-16,6-6-2 0,-3 6 2 0,-3 0 3 15,0 0-3-15,0 0 4 0,5 6-4 0,-5-6 50 16,0 0-50-16,0 5 50 0,-2 3-50 0,2-8 51 15,0 0-51-15,-3 11 52 0,3-3-52 0,0-8 43 16,0 0-43-16,-3 11 44 0,3 0-44 0,0-11 59 16,0 0-59-16,0 11 59 0,0-3-59 0,0-8 61 15,0 0-61-15,0 8 62 0,3-2-62 0,-3-6 46 0,0 0-46 16,3 11 46-16,5-9-46 0,-8-2 32 0,0 0-32 16,3 9 33-16,5-1-33 0,-8-8 33 0,0 0-33 15,8 5 33-15,-5 1-33 0,-3-6 31 0,0 0-31 0,0 0 31 16,6 5-31-16,-6-5 22 0,0 0-22 0,0 0 22 0,0 0-22 0,0 0 10 0,0 0-10 0,0 0 11 15,0-5-11-15,0 5 5 16,0 0-5-16,0-6 6 16,0-7-6-16,0 13 0 0,0 0 0 0,5-22 0 15,-5-11 0-15,0 33-7 0,0 0 7 0,6-30-6 16,2-8 6-16,-8 38-17 0,0 0 17 0,11-33-16 16,0 3 16-16,-11 30-16 0,0 0 16 0,11-24-15 15,1 2 15-15,-12 22-17 0,0 0 17 0,11-16-16 16,0 2 16-16,-11 14-4 0,0 0 4 0,8-8-4 15,3 2 4-15,-11 6-3 0,0 0 3 0,9 6-3 16,2 5 3-16,-11-11-2 0,0 0 2 0,8 16-1 0,0 3 1 16,-8-19-1-16,0 0 1 0,6 22-1 0,0 5 1 15,-6-27-4-15,0 0 4 0,0 27-3 0,-6 1 3 16,6-28-2-16,0 0 2 0,-3 24-2 0,-2 1 2 0,5-25 0 16,0 0 0-16,-6 19 1 0,3-3-1 0,3-16 3 15,0 0-3-15,-2 8 4 0,-1 1-4 0,3-9 3 16,0 0-3-16,0 0 3 0,0 0-3 0,0 0 0 15,0 0 0-15,0-6 0 0,3-5 0 0,-3 11-1 16,0 0 1-16,11-19 0 0,-3-11 0 0,-8 30-4 16,0 0 4-16,11-24-3 0,3-9 3 0,-14 33-13 15,0 0 13-15,17-33-13 0,2-2 13 0,-19 35-1 0,0 0 1 16,17-30-1-16,-3 2 1 0,-14 28-4 0,0 0 4 16,14-21-3-16,-3 2 3 0,-11 19-12 0,0 0 12 15,11-14-12-15,0 6 12 0,-11 8-4 0,0 0 4 16,5-6-3-16,4 1 3 0,-9 5-13 0,0 0 13 0,8 0-12 15,3 5 12-15,-11-5-1 0,0 0 1 0,9 11-1 16,2 3 1-16,-11-14 0 0,0 0 0 0,14 16 0 16,2 6 0-16,-16-22 1 0,0 0-1 0,14 16 2 15,3 1-2-15,-17-17 0 0,0 0 0 0,17 13 0 16,2 1 0-16,-19-14-66 0,0 0 66 0,19 5-65 16,4-2 65-16,-23-3-70 0,0 0 70 0,25-13-70 15,5-12 70-15,-30 25-61 0,0 0 61 0,31-27-61 16,-1-9 61-16,-30 36-55 0,0 0 55 0,34-38-54 15,-1-8 54-15,-33 46-34 0,0 0 34 0,33-47-33 16,4 1 33-16,-37 46-25 0,0 0 25 0,30-49-24 16,3 0 24-16,-33 49-5 0,0 0 5 0,23-38-4 0,-4 5 4 15,-19 33-15-15,0 0 15 0,17-27-15 0,-6 2 15 16,-11 25-15-16,0 0 15 0,5-19-15 0,-2 6 15 16,-3 13 4-16,0 0-4 0,-5-9 4 0,-1 7-4 15,6 2 49-15,0 0-49 0,-22 11 49 0,-6 5-49 0,28-16 66 16,0 0-66-16,-25 19 67 0,3 3-67 0,22-22 64 15,0 0-64-15,-22 22 64 0,2-1-64 0,20-21 71 16,0 0-71-16,-14 19 71 0,3-2-71 0,11-17 60 16,0 0-60-16,-8 13 61 0,5-2-61 0,3-11 63 15,0 0-63-15,-3 11 64 0,6-3-64 0,-3-8 47 16,0 0-47-16,8 9 47 0,-2-1-47 0,-6-8 37 16,0 0-37-16,8 5 38 0,3-2-38 0,-11-3 25 15,0 0-25-15,12 0 26 0,1 0-26 0,-13 0 26 0,0 0-26 16,12 0 26-16,1-3-26 0,-13 3 22 0,0 0-22 15,12-2 23-15,1-4-23 0,-13 6 16 0,0 0-16 16,9-8 17-16,-1 0-17 0,-8 8 18 0,0 0-18 0,8-8 18 16,1-3-18-16,-9 11 24 0,0 0-24 0,8-11 25 15,-2 0-25-15,-6 11 13 0,0 0-13 0,5-11 13 16,-2 0-13-16,-3 11 10 0,0 0-10 0,3-8 11 16,5 0-11-16,-8 8 1 0,0 0-1 0,0-9 2 15,6 4-2-15,-6 5 1 0,0 0-1 0,2-5 1 16,1 2-1-16,-3 3 0 0,0 0 0 0,0 0 1 15,9 0-1-15,-9 0 6 0,0 0-6 0,8 5 7 16,0 1-7-16,-8-6 14 0,0 0-14 0,11 11 15 16,-2 0-15-16,-9-11 39 0,0 0-39 0,8 13 39 15,0 1-39-15,-8-14 12 0,0 0-12 0,9 13 12 0,-9 1-12 16,0-14 21-16,0 0-21 0,2 14 21 0,4-3-21 16,-6-11 3-16,0 0-3 0,3 8 4 0,2-3-4 15,-5-5-2-15,0 0 2 0,6 3-1 0,5 0 1 16,-11-3-59-16,0 0 59 0,8-3-58 0,6-5 58 15,-14 8-75-15,0 0 75 0,11-8-75 0,3-6 75 0,-14 14-72 16,0 0 72-16,14-19-72 0,0-3 72 0,-14 22-51 16,0 0 51-16,14-24-51 0,0-4 51 0,-14 28-51 15,0 0 51-15,11-27-51 0,0 0 51 0,-11 27-21 16,0 0 21-16,8-22-21 0,1 3 21 0,-9 19-30 16,0 0 30-16,8-11-30 0,-2 0 30 0,-6 11 0 15,0 0 0-15,5-5 0 0,-2 2 0 0,-3 3 40 0,0 0-40 16,0 0 41-16,6 0-41 0,-6 0 48 0,0 0-48 15,0 5 48-15,-3 4-48 0,3-9 43 0,0 0-43 16,-3 10 43-16,-3 4-43 0,6-14 20 0,0 0-20 0,-5 14 20 16,-1 2-20-16,6-16 43 0,0 0-43 0,-5 16 43 15,2 1-43-15,3-17 37 0,0 0-37 0,0 16 38 16,0-5-38-16,0-11 15 0,0 0-15 0,3 14 15 16,2-6-15-16,-5-8 37 0,0 0-37 0,3 8 38 15,0 0-38-15,-3-8 30 0,0 0-30 0,3 6 30 16,-1-4-30-16,-2-2 7 0,0 0-7 0,0 0 8 15,0 0-8-15,0 0 12 0,0 0-12 0,0 0 12 16,3-5-12-16,-3 5 8 0,0 0-8 0,3-6 9 16,0-4-9-16,-3 10 3 0,0 0-3 0,3-9 4 15,-1-2-4-15,-2 11 6 0,0 0-6 0,3-10 6 16,3-1-6-16,-6 11 0 0,0 0 0 0,5-11 1 16,6 3-1-16,-11 8 0 0,0 0 0 0,17-11 0 0,2 5 0 15,-19 6-1-15,0 0 1 0,23-3 0 0,2 1 0 16,-25 2-4-16,0 0 4 0,22 2-3 0,3 4 3 0,-25-6-6 15,0 0 6-15,25 14-6 0,-3 5 6 0,-22-19-66 16,0 0 66-16,20 21-66 0,-6 1 66 0,-14-22-187 16,0 0 187-16,11 30-187 0,0 6 187 0,-11-36-175 15,0 0 175-15,5 32-174 0,-2 1 174 0,5 33-785 16</inkml:trace>
        </inkml:traceGroup>
        <inkml:traceGroup>
          <inkml:annotationXML>
            <emma:emma xmlns:emma="http://www.w3.org/2003/04/emma" version="1.0">
              <emma:interpretation id="{BB65BF13-2F7D-4EAE-946E-D5DC3F9D9F68}" emma:medium="tactile" emma:mode="ink">
                <msink:context xmlns:msink="http://schemas.microsoft.com/ink/2010/main" type="inkWord" rotatedBoundingBox="24945,14687 25922,14241 26533,15583 25556,16028">
                  <msink:destinationLink direction="to" ref="{ACA33D2F-210D-46A7-911B-F579F2AF1400}"/>
                </msink:context>
              </emma:interpretation>
              <emma:one-of disjunction-type="recognition" id="oneOf4">
                <emma:interpretation id="interp20" emma:lang="en-US" emma:confidence="0">
                  <emma:literal>☺</emma:literal>
                </emma:interpretation>
                <emma:interpretation id="interp21" emma:lang="en-US" emma:confidence="0">
                  <emma:literal>8</emma:literal>
                </emma:interpretation>
                <emma:interpretation id="interp22" emma:lang="en-US" emma:confidence="0">
                  <emma:literal>s</emma:literal>
                </emma:interpretation>
                <emma:interpretation id="interp23" emma:lang="en-US" emma:confidence="0">
                  <emma:literal>S</emma:literal>
                </emma:interpretation>
                <emma:interpretation id="interp24" emma:lang="en-US" emma:confidence="0">
                  <emma:literal>o</emma:literal>
                </emma:interpretation>
              </emma:one-of>
            </emma:emma>
          </inkml:annotationXML>
          <inkml:trace contextRef="#ctx0" brushRef="#br1" timeOffset="-74029.1814">6746-1973 147 0,'0'0'0'31,"8"-2"0"-31,-2 2 0 0,-6 0 27 0,0 0-27 0,0 41 78 16,0-41-78-16,-6 24 51 0,-2 1-51 0,8-25 42 15,0 0-42-15,-8 24 42 0,2 3-42 0,6-27 52 0,0 0-52 16,-5 30 53-16,2 0-53 0,3-30 43 0,0 0-43 16,-3 28 44-16,3-1-44 0,0-27 41 0,0 0-41 0,3 27 42 15,2-2-42-15,-5-25 35 0,0 0-35 0,9 30 35 16,-1-6-35-16,-8-24 33 0,0 0-33 0,11 28 34 15,3-1-34-15,-14-27 32 0,0 0-32 0,14 27 32 16,3-2-32-16,-17-25 43 0,0 0-43 0,13 24 44 16,1-2-44-16,-14-22 51 0,0 0-51 0,17 22 51 15,0 0-51-15,-17-22 43 0,0 0-43 0,19 19 43 16,6 2-43-16,-25-21 47 0,0 0-47 0,28 22 48 16,-6 3-48-16,-22-25 53 0,0 0-53 0,28 22 53 15,5-3-53-15,-33-19 49 0,0 0-49 0,31 19 49 16,2 0-49-16,-33-19 49 0,0 0-49 0,22 11 49 15,3-3-49-15,-25-8 48 0,0 0-48 0,28 11 48 0,0 0-48 16,-28-11 37-16,0 0-37 0,25 3 37 16,-3-3-37-16,-22 0 16 0,0 0-16 0,20-3 17 0,-6-3-17 15,-14 6 37-15,0 0-37 0,19-8 37 0,3-5-37 16,-22 13 19-16,0 0-19 0,20-11 20 0,2-3-20 16,-22 14 35-16,0 0-35 0,19-16 36 0,1-6-36 0,-20 22 20 15,0 0-20-15,22-22 20 0,-8 0-20 0,-14 22 11 16,0 0-11-16,19-22 11 0,-7 1-11 0,-12 21 18 15,0 0-18-15,16-22 19 0,1 0-19 0,-17 22-2 16,0 0 2-16,17-30-1 0,-1 0 1 0,-16 30-10 16,0 0 10-16,14-30-9 0,-3 3 9 0,-11 27-17 15,0 0 17-15,11-28-17 0,-2 4 17 0,-9 24-26 0,0 0 26 16,8-22-25-16,0 6 25 0,-8 16-3 0,0 0 3 16,9-19-2-16,-6 2 2 0,-3 17-3 0,0 0 3 15,2-16-3-15,-2 0 3 0,0 16-2 0,0 0 2 16,0-17-1-16,-2-2 1 0,2 19-5 0,0 0 5 0,-3-19-4 15,3 0 4-15,0 19-1 0,0 0 1 0,-6-22 0 16,3-5 0-16,3 27-5 0,0 0 5 0,-2-25-5 16,2-7 5-16,0 32-8 0,0 0 8 0,0-28-8 15,0 4 8-15,0 24 0 0,0 0 0 0,-3-22 0 16,0 6 0-16,3 16 1 0,0 0-1 0,-3-19 2 16,-2 5-2-16,5 14 6 0,0 0-6 0,-6-14 6 15,3 3-6-15,3 11 3 0,0 0-3 0,-11-10 4 16,3-1-4-16,8 11-2 0,0 0 2 0,-11-9-2 15,0 1 2-15,11 8 0 0,0 0 0 0,-14-8 0 16,0 3 0-16,14 5 0 0,0 0 0 0,-20-9 0 16,1 1 0-16,19 8 0 0,0 0 0 0,-22-8 0 0,-3 0 0 15,25 8 2-15,0 0-2 0,-22-6 2 0,-1 1-2 16,23 5-1-16,0 0 1 0,-27-3 0 0,-1 1 0 16,28 2-4-16,0 0 4 0,-31 0-3 0,1 0 3 0,30 0-7 15,0 0 7-15,-34 2-7 0,1 1 7 0,33-3-8 16,0 0 8-16,-33 8-8 0,-4 0 8 0,37-8-1 15,0 0 1-15,-36 11-1 0,3 3 1 0,33-14 0 16,0 0 0-16,-33 14 0 0,2-4 0 0,31-10 0 16,0 0 0-16,-28 14 0 0,6-8 0 0,22-6 0 15,0 0 0-15,-19 8 0 0,2-3 0 0,17-5-2 0,0 0 2 16,-14 6-2-16,3-4 2 0,11-2-6 16,0 0 6-16,-11 6-5 0,2-3 5 0,9-3 0 0,0 0 0 15,-11 5 0-15,3 3 0 0,8-8-1 0,0 0 1 16,-11 3 0-16,3 5 0 0,8-8 0 0,0 0 0 0,-12 8 1 15,4-2-1-15,8-6 0 0,0 0 0 0,-8 5 0 16,2 1 0-16,6-6-2 0,0 0 2 0,-5 2-2 16,2 1 2-16,3-3-6 0,0 0 6 0,0 0-5 15,-6 3 5-15,6-3-8 0,0 0 8 0,0 0-8 16,0 5 8-16,0-5-50 0,0 0 50 0,0 0-50 16,0 0 50-16,0 0-150 0,0 0 150 0,0 0-149 15,9-5 149-15,-9 5-154 0,0 0 154 0,16-11-153 16,7-3 153-16,15-10-723 0</inkml:trace>
          <inkml:trace contextRef="#ctx0" brushRef="#br1" timeOffset="-72500.1273">7152-2049 214 0,'0'0'0'0,"-14"-5"0"16,-6 2 0-16,20 3 81 0,0 0-81 0,-8-3 82 16,2 0-82-16,6 3 74 0,0 0-74 0,0 0 75 15,0-5-75-15,0 5 64 0,0 0-64 0,3-5 65 16,6-1-65-16,-9 6 42 0,0 0-42 0,5-5 43 15,3-4-43-15,-8 9 42 0,0 0-42 0,9-8 42 16,-1 0-42-16,-8 8 17 0,0 0-17 0,8-11 17 16,1-2-17-16,-9 13 36 0,0 0-36 0,5-14 37 15,1 0-37-15,-6 14 30 0,0 0-30 0,3-16 30 0,-1 2-30 16,-2 14 22-16,0 0-22 0,0-21 22 0,0-4-22 16,0 25 28-16,0 0-28 0,-2-22 28 0,-1 0-28 15,3 22 48-15,0 0-48 0,-3-21 49 0,0-1-49 0,3 22 40 16,0 0-40-16,-2-25 40 0,-1 1-40 0,3 24 18 15,0 0-18-15,-6-25 18 0,6-2-18 0,0 27 43 16,0 0-43-16,0-22 44 0,0 0-44 0,0 22 37 16,0 0-37-16,0-16 38 0,-3 0-38 0,3 16 44 15,0 0-44-15,-2-11 45 0,2 2-45 0,0 9 28 0,0 0-28 16,-3-5 28-16,3 2-28 0,0 3 17 16,0 0-17-16,0 0 17 0,0 0-17 0,0 0 36 0,0 0-36 15,0 0 36-15,0 0-36 0,0 0 11 0,0 0-11 16,0 0 11-16,0 0-11 0,0 0 20 0,0 0-20 15,0 0 20-15,0 0-20 0,0 0 3 0,0 0-3 16,0 0 4-16,0 0-4 0,0 0 0 0,0 0 0 0,0 0 1 16,0 0-1-16,0 0 6 0,0 0-6 0,0 0 7 15,0 3-7-15,0-3 13 0,0 0-13 0,0 0 14 16,0 5-14-16,0-5 8 0,0 0-8 0,0 0 9 16,3 6-9-16,-3-6 16 0,0 0-16 0,0 0 17 15,2 5-17-15,-2-5 22 0,0 0-22 0,0 0 23 16,0 0-23-16,0 0 8 0,0 0-8 0,0 0 8 15,0 0-8-15,0 0 34 0,0 0-34 0,0 0 35 16,0 0-35-16,0 0 5 0,0 0-5 0,0 0 5 16,-8 3-5-16,8-3 17 0,0 0-17 0,-5 0 17 15,-1 0-17-15,6 0 24 0,0 0-24 0,-8-3 25 16,-1 1-25-16,9 2 0 0,0 0 0 0,-14-3 0 0,1-3 0 16,13 6 3-16,0 0-3 0,-20-5 3 0,-2-3-3 15,22 8 6-15,0 0-6 0,-20-8 7 0,1-1-7 16,19 9 14-16,0 0-14 0,-20-10 15 0,4-1-15 0,16 11 23 15,0 0-23-15,-14-14 24 0,3-2-24 0,11 16 3 16,0 0-3-16,-9-14 3 0,4-2-3 0,5 16 22 16,0 0-22-16,-6-11 23 0,4 3-23 0,2 8 31 15,0 0-31-15,-3-9 31 0,0 4-31 0,3 5-1 16,0 0 1-16,0-6 0 0,0 4 0 0,0 2-2 16,0 0 2-16,0 0-1 0,0-3 1 0,0 3-10 15,0 0 10-15,0 0-9 0,0 0 9 0,0 0-2 0,0 0 2 16,0 0-1-16,0 0 1 0,0 0-1 0,0 0 1 0,0 0-1 15,0 0 1-15,0 0-8 0,0 0 8 0,0 0-8 16,8-5 8-16,-8 5-3 0,0 0 3 0,9 0-3 16,-1-3 3-16,-8 3-20 0,0 0 20 0,11 3-19 15,0 2 19-15,-11-5-1 0,0 0 1 0,14 3 0 16,3 2 0-16,-17-5-1 0,0 0 1 0,17 11-1 0,-1 3 1 0,-16-14-3 0,0 0 3 16,17 16-3-1,-3-2 3-15,-14-14 0 0,0 0 0 0,14 16 0 0,0-2 0 16,-14-14 0-16,0 0 0 0,13 11 0 15,-1 0 0-15,-12-11-2 0,0 0 2 0,11 8-1 16,3-6 1-16,-14-2 0 0,0 0 0 0,11 6 1 16,0-3-1-16,-11-3 0 0,0 0 0 0,11 2 0 15,0 1 0-15,-11-3 0 0,0 0 0 0,11 3 0 0,-5-3 0 16,-6 0 9-16,0 0-9 0,8 5 9 0,-2-5-9 0,-6 0 1 16,0 0-1-16,5 0 1 0,3 0-1 0,-8 0 0 0,0 0 0 15,6 0 0-15,0 0 0 0,-6 0 0 16,0 0 0-16,5 0 0 0,1 0 0 0,-6 0 0 15,0 0 0-15,5-5 0 0,4 2 0 0,-9 3 0 16,0 0 0-16,8-5 1 0,3-4-1 0,-11 9 0 16,0 0 0-16,14-10 0 0,0-4 0 0,-14 14-2 15,0 0 2-15,14-16-1 0,2-4 1 0,-16 20 7 16,0 0-7-16,12-16 7 0,1-8-7 0,-13 24 4 16,0 0-4-16,12-17 4 0,-1 1-4 0,-11 16 0 0,0 0 0 15,8-14 1-15,-2 3-1 0,-6 11 7 0,0 0-7 16,5-8 8-16,-2 3-8 0,-3 5 0 0,0 0 0 15,3-3 1-15,-3-2-1 0,0 5 0 0,0 0 0 16,0 0 1-16,0 0-1 0,0 0 6 0,0 0-6 0,0 0 7 16,-3 5-7-16,3-5-2 0,0 0 2 0,0 0-1 15,-3 5 1-15,3-5 0 0,0 0 0 0,0 0 0 16,-5 9 0-16,5-9-2 0,0 0 2 0,-3 5-2 16,0 0 2-16,3-5-5 0,0 0 5 0,-3 3-5 15,0 0 5-15,3-3 0 0,0 0 0 0,0 0 0 16,-2 5 0-16,2-5-20 0,0 0 20 0,0 0-19 15,0 0 19-15,0 0-190 0,0 0 190 0,5 0-189 16,9-2 189-16,0-1-1276 0</inkml:trace>
        </inkml:traceGroup>
      </inkml:traceGroup>
    </inkml:traceGroup>
  </inkml:traceGroup>
</inkml:ink>
</file>

<file path=ppt/ink/ink38.xml><?xml version="1.0" encoding="utf-8"?>
<inkml:ink xmlns:inkml="http://www.w3.org/2003/InkML">
  <inkml:definitions>
    <inkml:context xml:id="ctx0">
      <inkml:inkSource xml:id="inkSrc0">
        <inkml:traceFormat>
          <inkml:channel name="X" type="integer" max="19500" units="cm"/>
          <inkml:channel name="Y" type="integer" max="11180" units="cm"/>
          <inkml:channel name="F" type="integer" max="4096" units="dev"/>
          <inkml:channel name="T" type="integer" max="2.14748E9" units="dev"/>
        </inkml:traceFormat>
        <inkml:channelProperties>
          <inkml:channelProperty channel="X" name="resolution" value="631.06793" units="1/cm"/>
          <inkml:channelProperty channel="Y" name="resolution" value="642.52875" units="1/cm"/>
          <inkml:channelProperty channel="F" name="resolution" value="0" units="1/dev"/>
          <inkml:channelProperty channel="T" name="resolution" value="1" units="1/dev"/>
        </inkml:channelProperties>
      </inkml:inkSource>
      <inkml:timestamp xml:id="ts0" timeString="2020-12-07T08:22:56.262"/>
    </inkml:context>
    <inkml:brush xml:id="br0">
      <inkml:brushProperty name="width" value="0.1" units="cm"/>
      <inkml:brushProperty name="height" value="0.1" units="cm"/>
      <inkml:brushProperty name="color" value="#ED1C24"/>
      <inkml:brushProperty name="fitToCurve" value="1"/>
    </inkml:brush>
    <inkml:brush xml:id="br1">
      <inkml:brushProperty name="width" value="0.1" units="cm"/>
      <inkml:brushProperty name="height" value="0.1" units="cm"/>
      <inkml:brushProperty name="color" value="#3165BB"/>
      <inkml:brushProperty name="fitToCurve" value="1"/>
    </inkml:brush>
  </inkml:definitions>
  <inkml:traceGroup>
    <inkml:annotationXML>
      <emma:emma xmlns:emma="http://www.w3.org/2003/04/emma" version="1.0">
        <emma:interpretation id="{3245CC83-57BB-4ADD-9999-6FA0DC95D6EB}" emma:medium="tactile" emma:mode="ink">
          <msink:context xmlns:msink="http://schemas.microsoft.com/ink/2010/main" type="writingRegion" rotatedBoundingBox="28101,12689 27720,15993 26893,15897 27275,12593"/>
        </emma:interpretation>
      </emma:emma>
    </inkml:annotationXML>
    <inkml:traceGroup>
      <inkml:annotationXML>
        <emma:emma xmlns:emma="http://www.w3.org/2003/04/emma" version="1.0">
          <emma:interpretation id="{BD5DDF5A-9A4A-44AB-91D6-4CC1B3C43D4B}" emma:medium="tactile" emma:mode="ink">
            <msink:context xmlns:msink="http://schemas.microsoft.com/ink/2010/main" type="paragraph" rotatedBoundingBox="28101,12689 27720,15993 26893,15897 27275,12593" alignmentLevel="1"/>
          </emma:interpretation>
        </emma:emma>
      </inkml:annotationXML>
      <inkml:traceGroup>
        <inkml:annotationXML>
          <emma:emma xmlns:emma="http://www.w3.org/2003/04/emma" version="1.0">
            <emma:interpretation id="{428621F9-BE86-4630-B180-F8E6D8461414}" emma:medium="tactile" emma:mode="ink">
              <msink:context xmlns:msink="http://schemas.microsoft.com/ink/2010/main" type="line" rotatedBoundingBox="28101,12689 27720,15993 26893,15897 27275,12593"/>
            </emma:interpretation>
          </emma:emma>
        </inkml:annotationXML>
        <inkml:traceGroup>
          <inkml:annotationXML>
            <emma:emma xmlns:emma="http://www.w3.org/2003/04/emma" version="1.0">
              <emma:interpretation id="{A8B83AA4-0D96-4B90-8B5F-F74177248D71}" emma:medium="tactile" emma:mode="ink">
                <msink:context xmlns:msink="http://schemas.microsoft.com/ink/2010/main" type="inkWord" rotatedBoundingBox="26893,15897 27275,12593 28101,12689 27720,15993">
                  <msink:destinationLink direction="from" ref="{ACA33D2F-210D-46A7-911B-F579F2AF1400}"/>
                </msink:context>
              </emma:interpretation>
              <emma:one-of disjunction-type="recognition" id="oneOf0">
                <emma:interpretation id="interp0" emma:lang="en-US" emma:confidence="0">
                  <emma:literal>to.</emma:literal>
                </emma:interpretation>
                <emma:interpretation id="interp1" emma:lang="en-US" emma:confidence="0">
                  <emma:literal>to</emma:literal>
                </emma:interpretation>
                <emma:interpretation id="interp2" emma:lang="en-US" emma:confidence="0">
                  <emma:literal>too.</emma:literal>
                </emma:interpretation>
                <emma:interpretation id="interp3" emma:lang="en-US" emma:confidence="0">
                  <emma:literal>to*</emma:literal>
                </emma:interpretation>
                <emma:interpretation id="interp4" emma:lang="en-US" emma:confidence="0">
                  <emma:literal>To.</emma:literal>
                </emma:interpretation>
              </emma:one-of>
            </emma:emma>
          </inkml:annotationXML>
          <inkml:trace contextRef="#ctx0" brushRef="#br0">2090 2421 460 0,'0'0'0'0,"0"0"0"15,11 11 0-15,-11-11 57 0,0 0-57 0,8 0 58 16,-8 0-58-16,0 0 48 0,0 0-48 0,0 0 48 0,6 0-48 16,-6 0 53-16,0 0-53 0,0 0 53 0,0 0-53 15,0 0 23-15,0 0-23 0,0 0 24 0,0 0-24 16,0 0 19-16,0 0-19 0,0 0 20 0,0 0-20 0,0 0 18 15,0 0-18-15,0 0 18 0,-6 8-18 0,6-8 8 16,0 0-8-16,0 8 9 0,-6 1-9 0,6-9 9 16,0 0-9-16,-2 11 10 0,-4 2-10 0,6-13 8 15,0 0-8-15,-5 14 8 0,-4 2-8 0,9-16 8 16,0 0-8-16,-5 19 8 0,-6-2-8 0,11-17 15 16,0 0-15-16,-6 16 15 0,0 0-15 0,6-16 14 15,0 0-14-15,-5 17 15 0,2-1-15 0,3-16 15 0,0 0-15 16,-3 16 16-16,1-5-16 0,2-11 4 0,0 0-4 15,-3 14 5-15,0-3-5 0,3-11 7 0,0 0-7 16,-3 13 8-16,0-4-8 0,3-9 7 0,0 0-7 16,-2 16 8-16,-1-5-8 0,3-11 7 0,0 0-7 0,-3 16 8 15,0 1-8-15,3-17 8 0,0 0-8 0,-2 19 8 16,-4 3-8-16,6-22 3 0,0 0-3 0,-6 21 4 16,1 1-4-16,5-22 2 0,0 0-2 0,-3 19 2 15,0-5-2-15,3-14 1 0,0 0-1 0,0 16 2 16,3-2-2-16,-3-14 0 0,0 0 0 0,0 14 0 15,3-4 0-15,-3-10 0 0,0 0 0 0,0 14 1 16,3 0-1-16,-3-14 0 0,0 0 0 0,0 13 1 16,2 4-1-16,-2-17 0 0,0 0 0 0,0 16 1 15,3 0-1-15,-3-16 0 0,0 0 0 0,0 17 0 16,3 2 0-16,-3-19 0 0,0 0 0 0,0 22 0 16,0-9 0-16,0-13 2 0,0 0-2 0,0 17 2 0,0 2-2 15,0-19 5-15,0 0-5 0,-3 11 6 0,0 2-6 16,3-13 3-16,0 0-3 0,0 8 4 0,0 3-4 15,0-11 0-15,0 0 0 0,3 11 1 0,0-3-1 0,-3-8 0 16,0 0 0-16,3 11 0 0,0-5 0 0,-3-6-8 16,0 0 8-16,2 13-8 0,1-4 8 0,-3-9-2 15,0 0 2-15,3 16-1 0,-3-2 1 0,0-14 0 16,0 0 0-16,0 16 0 0,3 3 0 0,-3-19 4 16,0 0-4-16,0 14 4 0,0-1-4 0,0-13 1 15,0 0-1-15,-3 14 1 0,0 0-1 0,3-14 1 0,0 0-1 16,-3 13 1-16,-2 1-1 0,5-14 0 0,0 0 0 15,-6 16 1-15,3-8-1 0,3-8 0 0,0 0 0 16,-2 17 1-16,-1-9-1 0,3-8-1 0,0 0 1 16,0 16 0-16,0-8 0 0,0-8-1 0,0 0 1 0,0 17 0 15,0-9 0-15,0-8 0 0,0 0 0 0,0 11 0 16,0-3 0-16,0-8 0 0,0 0 0 0,0 11 0 16,0 0 0-16,0-11 0 0,0 0 0 0,0 5 0 15,0 3 0-15,0-8 0 0,0 0 0 0,0 6 0 16,0-1 0-16,0-5 2 0,0 0-2 0,0 6 2 15,0 2-2-15,0-8 19 0,0 0-19 0,0 11 20 16,0-3-20-16,0-8 8 0,0 0-8 0,0 8 8 16,0 0-8-16,0-8 9 0,0 0-9 0,0 6 10 15,0-1-10-15,0-5 15 0,0 0-15 0,0 6 16 16,0-3-16-16,0-3 8 0,0 0-8 0,0 5 8 16,0-2-8-16,0-3 15 0,0 0-15 0,0 5 16 0,-3-2-16 15,3-3 23-15,0 0-23 0,-3 8 24 0,3-8-24 16,0 0 22-16,0 0-22 0,0 0 22 0,-2 6-22 15,2-6 15-15,0 0-15 0,0 0 16 0,0 0-16 16,0 0 5-16,0 0-5 0,0 0 5 0,-3 5-5 0,3-5 3 16,0 0-3-16,0 0 4 0,-3 5-4 0,3-5 12 15,0 0-12-15,0 0 12 0,-6 3-12 0,6-3 7 16,0 0-7-16,0 0 8 0,0 0-8 0,0 0 15 16,0 0-15-16,0 0 15 0,0 0-15 0,0 0 8 15,0 0-8-15,0 0 9 0,-5-3-9 0,5 3 9 16,0 0-9-16,-6-2 9 0,1-4-9 0,5 6 3 0,0 0-3 15,-9-2 4-15,1-4-4 0,8 6 12 0,0 0-12 16,-8-8 12-16,-1 0-12 0,9 8 3 0,0 0-3 16,-11-11 4-16,0 0-4 0,11 11 19 0,0 0-19 0,-11-11 20 15,-6 0-20-15,17 11 7 0,0 0-7 0,-13-8 8 16,-1-6-8-16,14 14 9 0,0 0-9 0,-14-11 10 16,-3 0-10-16,17 11 15 0,0 0-15 0,-14-8 16 15,3 3-16-15,11 5 8 0,0 0-8 0,-11-11 8 16,0 5-8-16,11 6 15 0,0 0-15 0,-11-5 16 15,-3 2-16-15,14 3 23 0,0 0-23 0,-11-5 24 16,2 2-24-16,9 3 3 0,0 0-3 0,-5-3 3 16,-1 3-3-16,6 0 22 0,0 0-22 0,0 0 23 15,-3-2-23-15,3 2 13 0,0 0-13 0,0 0 13 16,0 0-13-16,0 0 9 0,0 0-9 0,0 0 10 16,0 0-10-16,0 0 17 0,0 0-17 0,0 0 17 15,0 0-17-15,0 0 8 0,0 0-8 0,0 0 8 0,3 2-8 16,-3-2 15-16,0 0-15 0,0 0 16 0,9 3-16 15,-9-3 23-15,0 0-23 0,5 3 24 0,3 2-24 0,-8-5 7 16,0 0-7-16,9 6 8 0,-1 2-8 0,-8-8 17 16,0 0-17-16,11 11 17 0,3-3-17 0,-14-8 33 15,0 0-33-15,8 11 34 0,1 0-34 0,-9-11 10 16,0 0-10-16,8 11 10 0,3 2-10 0,-11-13 36 16,0 0-36-16,9 14 37 0,-1-3-37 0,-8-11 12 15,0 0-12-15,8 14 12 0,-2-4-12 0,-6-10 19 0,0 0-19 16,5 14 20-16,4-8-20 0,-9-6 15 15,0 0-15-15,3 8 15 0,2-3-15 0,-5-5-15 0,0 0 15 16,6 6-14-16,-4-1 14 0,-2-5-40 0,0 0 40 16,6 3-40-16,0 0 40 0,-6-3-32 0,0 0 32 15,5 2-32-15,3 1 32 0,-8-3-25 0,0 0 25 0,9 3-24 16,-1 2 24-16,-8-5-35 0,0 0 35 0,8 0-35 16,1 6 35-16,-9-6-2 0,0 0 2 0,5 2-2 15,1 1 2-15,-6-3-9 0,0 0 9 0,5 0-8 16,-2 0 8-16,-3 0-15 0,0 0 15 0,6 0-15 15,-1 0 15-15,-5 0-4 0,0 0 4 0,6 0-3 16,2 0 3-16,-8 0-3 0,0 0 3 0,9-3-2 16,-1 1 2-16,-8 2-5 0,0 0 5 0,8-6-5 15,-2 1 5-15,-6 5-3 0,0 0 3 0,5-6-2 16,4-2 2-16,-9 8-2 0,0 0 2 0,5-5-1 16,4-9 1-16,-9 14-1 0,0 0 1 0,5-11-1 0,3-8 1 15,-8 19-1-15,0 0 1 0,9-14-1 0,-1-2 1 16,-8 16-3-16,0 0 3 0,8-14-3 0,1-2 3 15,-9 16-2-15,0 0 2 0,8-14-2 0,-2 3 2 16,-6 11-2-16,0 0 2 0,8-8-1 0,-8 3 1 16,0 5-4-16,0 0 4 0,3-11-4 0,0 3 4 0,-3 8 0 15,0 0 0-15,2-6 0 0,-2-5 0 0,0 11 0 16,0 0 0-16,0-5 1 0,3-1-1 0,-3 6 0 16,0 0 0-16,0-2 0 0,0-6 0 0,0 8-2 15,0 0 2-15,0-6-1 0,0 3 1 0,0 3 0 16,0 0 0-16,0 0 0 0,0-8 0 0,0 8 0 15,0 0 0-15,0 0 1 0,0-5-1 0,0 5 3 16,0 0-3-16,0 0 4 0,0 0-4 0,0 0 0 0,0 0 0 16,0 0 0-16,0 0 0 0,0 0-59 0,0 0 59 15,0 0-58-15,0 0 58 0,0 0-176 0,0 0 176 0,0 0-176 16,0 0 176-16,0 0-991 0</inkml:trace>
          <inkml:trace contextRef="#ctx0" brushRef="#br0" timeOffset="1185.1978">2001 3697 471 0,'0'0'0'0,"2"-5"0"16,4-9 0-16,-6 14 92 0,0 0-92 0,3-8 93 15,2 5-93-15,-5 3 55 0,0 0-55 0,0 0 56 16,6-5-56-16,-6 5 12 0,0 0-12 0,0 0 12 16,5-3-12-16,-5 3 10 0,0 0-10 0,0 0 10 15,6-3-10-15,-6 3 7 0,0 0-7 0,0 0 7 16,8-8-7-16,-8 8 3 0,0 0-3 0,6-5 3 15,-1-6-3-15,-5 11 18 0,0 0-18 0,6-8 19 0,-3-6-19 16,-3 14 3-16,0 0-3 0,3-11 3 0,2-3-3 16,-5 14 3-16,0 0-3 0,6-11 3 0,-4-2-3 15,-2 13 5-15,0 0-5 0,6-11 6 0,0 0-6 0,-6 11 21 16,0 0-21-16,5-11 21 0,1 3-21 0,-6 8 37 16,0 0-37-16,8-8 37 0,-8 2-37 0,0 6 48 15,0 0-48-15,3-5 48 0,0-1-48 0,-3 6 42 16,0 0-42-16,0 0 42 0,2-5-42 0,-2 5 28 15,0 0-28-15,0 0 28 0,0 0-28 0,0 0 18 0,0 0-18 0,0 0 18 16,0 0-18-16,0 0 10 0,0 0-10 16,0 0 10-16,3-6-10 0,-3 6 10 0,0 0-10 15,3-5 10-15,2 2-10 0,-5 3 8 0,0 0-8 16,6-8 8-16,2 3-8 0,-8 5 0 0,0 0 0 0,9-6 0 16,-1 1 0-16,-8 5 3 0,0 0-3 0,8-6 3 15,4 4-3-15,-12 2-7 0,0 0 7 0,8-3-6 16,3-3 6-16,-11 6-186 0,0 0 186 0,8-2-186 15,3 2 186-15,9-3-611 0</inkml:trace>
          <inkml:trace contextRef="#ctx0" brushRef="#br1" timeOffset="22835.705">1714 4897 191 0,'0'0'0'0,"-5"5"0"0,-1-2 0 0,6-3 26 0,0 0-26 15,-5 3 26-15,2-1-26 0,3-2 31 0,0 0-31 0,-6 0 31 16,4 0-31-16,2 0 8 0,0 0-8 0,-6 0 8 16,-5 0-8-16,11 0 1 0,0 0-1 0,-8 0 2 15,-3 0-2-15,11 0 1 0,0 0-1 0,-9 0 2 16,1 0-2-16,8 0 3 0,0 0-3 0,-8 0 4 16,2 3-4-16,6-3 0 0,0 0 0 0,-6 3 0 15,1 0 0-15,5-3 0 0,0 0 0 0,-6 2 0 16,4 4 0-16,2-6-1 0,0 0 1 0,-12 5 0 15,4 1 0-15,8-6-1 0,0 0 1 0,-8 5-1 16,-3 3 1-16,11-8 0 0,0 0 0 0,-11 11 0 16,-3 3 0-16,14-14 10 0,0 0-10 0,-12 13 10 15,1-2-10-15,11-11 10 0,0 0-10 0,-8 11 10 16,2 3-10-16,6-14 25 0,0 0-25 0,-11 5 26 0,6 3-26 16,5-8 12-16,0 0-12 0,-6 11 13 0,3-2-13 15,3-9 5-15,0 0-5 0,-5 10 5 0,2 4-5 16,3-14 22-16,0 0-22 0,-3 16 23 0,1-5-23 15,2-11 42-15,0 0-42 0,-3 14 43 0,3 2-43 0,0-16 38 16,0 0-38-16,-3 17 38 0,0-4-38 0,3-13 40 16,0 0-40-16,-3 17 40 0,-2-4-40 0,5-13 34 15,0 0-34-15,-6 17 35 0,-2 2-35 0,8-19 23 16,0 0-23-16,-8 19 24 0,5 0-24 0,3-19 41 16,0 0-41-16,-8 19 41 0,2-3-41 0,6-16 38 15,0 0-38-15,-3 17 38 0,6-4-38 0,-3-13 39 0,0 0-39 16,0 17 39-16,0-1-39 0,0-16 34 0,0 0-34 15,0 16 35-15,0-2-35 0,0-14 15 0,0 0-15 16,0 14 15-16,0-1-15 0,0-13 31 0,0 0-31 0,3 14 31 16,2-3-31-16,-5-11 35 0,0 0-35 0,6 13 36 15,2 1-36-15,-8-14 31 0,0 0-31 0,6 14 31 16,2 2-31-16,-8-16 33 0,0 0-33 0,6 11 33 16,2 3-33-16,-8-14 13 0,0 0-13 0,8 11 14 15,1 5-14-15,-9-16 6 0,0 0-6 0,8 14 7 16,0-1-7-16,-8-13 24 0,0 0-24 0,11 11 25 15,-2 0-25-15,-9-11 12 0,0 0-12 0,11 11 12 16,3 0-12-16,-14-11 17 0,0 0-17 0,11 13 17 16,6 1-17-16,-17-14 15 0,0 0-15 0,19 16 16 15,3-5-16-15,-22-11 26 0,0 0-26 0,23 14 26 16,-1-6-26-16,-22-8 2 0,0 0-2 0,22 8 3 16,-3-5-3-16,-19-3 7 0,0 0-7 0,20 5 7 0,-1-5-7 15,-19 0 3-15,0 0-3 0,20 0 4 0,2 0-4 16,-22 0 2-16,0 0-2 0,17 0 2 0,-1 0-2 0,-16 0 4 15,0 0-4-15,14 0 5 0,0 3-5 0,-14-3 2 16,0 0-2-16,14 0 2 0,3-3-2 0,-17 3 1 16,0 0-1-16,11-5 2 0,3 0-2 0,-14 5 4 15,0 0-4-15,14-9 5 0,2 4-5 0,-16 5 6 16,0 0-6-16,20-14 6 0,5 3-6 0,-25 11 3 16,0 0-3-16,22-10 3 0,-3-4-3 0,-19 14 6 15,0 0-6-15,20-14 6 0,-1 1-6 0,-19 13 3 16,0 0-3-16,20-14 3 0,-1 3-3 0,-19 11 1 0,0 0-1 15,17-11 2-15,0 0-2 0,-17 11 4 0,0 0-4 16,13-8 5-16,1 0-5 0,-14 8 12 0,0 0-12 16,14-11 12-16,-3 0-12 0,-11 11 3 0,0 0-3 0,12-14 4 15,-1 1-4-15,-11 13 21 0,0 0-21 0,8-14 21 16,0 1-21-16,-8 13 7 0,0 0-7 0,6-14 7 16,-1 3-7-16,-5 11 16 0,0 0-16 0,6-19 17 15,-3 3-17-15,-3 16 3 0,0 0-3 0,3-19 4 16,2-6-4-16,-5 25 3 0,0 0-3 0,3-25 3 15,-3 1-3-15,0 24 18 0,0 0-18 0,0-19 18 16,-3-6-18-16,3 25 7 0,0 0-7 0,-3-19 7 16,-2 0-7-16,5 19 16 0,0 0-16 0,-6-19 17 15,1 0-17-15,5 19 23 0,0 0-23 0,-6-16 24 16,-2-1-24-16,8 17 3 0,0 0-3 0,-9-13 3 0,1-1-3 16,8 14 13-16,0 0-13 0,-14-14 14 0,-2 1-14 15,16 13 9-15,0 0-9 0,-12-14 9 0,-4 3-9 16,16 11 8-16,0 0-8 0,-11-8 9 0,5 0-9 0,6 8 15 15,0 0-15-15,-6-6 15 0,4 1-15 0,2 5 22 16,0 0-22-16,-3-6 23 0,0 4-23 0,3 2 3 16,0 0-3-16,-5-6 4 0,-4 1-4 0,9 5 22 15,0 0-22-15,-5-6 23 0,-9 1-23 0,14 5 2 16,0 0-2-16,-14-3 3 0,0 0-3 0,14 3 12 16,0 0-12-16,-14-2 13 0,3 2-13 0,11 0 15 15,0 0-15-15,-14-3 16 0,-3-2-16 0,17 5 8 16,0 0-8-16,-13-3 9 0,-1-3-9 0,14 6 9 0,0 0-9 15,-11-2 10-15,2-4-10 0,9 6 8 0,0 0-8 16,-8-3 8-16,2-2-8 0,6 5 8 0,0 0-8 16,-8-3 8-16,2-2-8 0,6 5 15 0,0 0-15 0,-8-3 15 15,0 0-15-15,8 3 8 0,0 0-8 0,-14 3 8 16,-6 0-8-16,20-3-51 0,0 0 51 0,-16 5-50 16,-1-2 50-16,17-3-40 0,0 0 40 0,-14 5-39 15,0-2 39-15,14-3-37 0,0 0 37 0,-11 6-36 16,0-4 36-16,11-2-36 0,0 0 36 0,-11 6-36 15,3-6 36-15,8 0-8 0,0 0 8 0,-9 3-7 16,1-3 7-16,8 0-37 0,0 0 37 0,-6 2-36 16,4-2 36-16,2 0-10 0,0 0 10 0,0 0-10 15,-6 0 10-15,6 0-20 0,0 0 20 0,0 0-20 16,0 0 20-16,0 0-15 0,0 0 15 0,0 0-15 16,0 0 15-16,0 0-5 0,0 0 5 0,0 0-4 15,0 0 4-15,0 0-8 0,0 0 8 0,0 0-7 0,0 0 7 16,0 0-8-16,0 0 8 0,0 0-7 0,0 0 7 15,0 0-1-15,0 0 1 0,0 0 0 0,0 0 0 16,0 0-3-16,0 0 3 0,0 0-3 0,3-5 3 0,-3 5-2 16,0 0 2-16,3-8-1 0,2-1 1 0,-5 9 0 15,0 0 0-15,3-8 0 0,2 0 0 0,-5 8 0 16,0 0 0-16,3-8 0 0,3 0 0 0,-6 8-1 16,0 0 1-16,0-8 0 0,0 2 0 0,0 6 0 15,0 0 0-15,0-5 0 0,3-1 0 0,-3 6 1 16,0 0-1-16,0-11 2 0,2 0-2 0,-2 11 4 15,0 0-4-15,0-10 5 0,0-1-5 0,0 11 7 0,0 0-7 16,-2-11 8-16,-1-3-8 0,3 14 1 0,0 0-1 16,0-16 1-16,-6 2-1 0,6 14 0 0,0 0 0 0,-3-22 1 15,3 0-1-15,0 22 0 0,0 0 0 0,-2-21 0 16,-1-1 0-16,3 22-3 0,0 0 3 0,-6-27-3 16,1-1 3-16,5 28 0 0,0 0 0 0,-6-30 0 15,3 6 0-15,3 24 0 0,0 0 0 0,-8-25 1 16,0 1-1-16,8 24 0 0,0 0 0 0,-9-19 1 15,4 2-1-15,5 17 3 0,0 0-3 0,-3-13 4 16,-5-1-4-16,8 14 0 0,0 0 0 0,-3-11 0 16,0 3 0-16,3 8-1 0,0 0 1 0,-3-8 0 15,1 5 0-15,2 3 0 0,0 0 0 0,-3-8 0 16,0 2 0-16,3 6-1 0,0 0 1 0,-3-5 0 16,3-1 0-16,0 6-1 0,0 0 1 0,-2-5-1 15,2 2 1-15,0 3-3 0,0 0 3 0,0 0-3 0,0-8 3 16,0 8-6-16,0 0 6 0,0 0-6 0,0-5 6 15,0 5-3-15,0 0 3 0,0 0-3 0,0 0 3 16,0 0-2-16,0 0 2 0,0 0-2 0,0 0 2 16,0 0-2-16,0 0 2 0,0 0-1 0,0 0 1 0,0 0 9 15,0 0-9-15,0 0 9 0,-6 5-9 0,6-5 27 16,0 0-27-16,0 0 27 0,-6 6-27 0,6-6 13 16,0 0-13-16,0 0 13 0,-5 2-13 0,5-2 20 15,0 0-20-15,0 0 20 0,0 0-20 0,0 0 3 16,0 0-3-16,0 0 4 0,0 0-4 0,0 0 3 15,0 0-3-15,0 0 3 0,0 0-3 0,0 0 10 0,0 0-10 16,0 0 11-16,0 0-11 0,0 0 0 0,0 0 0 16,0 0 1-16,0 0-1 0,0 0 0 0,0 0 0 15,0 0 1-15,0 0-1 0,0 0 0 0,0 0 0 0,0 0 1 16,0 0-1-16,0 0 2 0,0 0-2 0,0 0 3 16,0 0-3-16,0 0 1 0,0 0-1 0,0 0 2 15,-3 8-2-15,3-8 5 0,0 0-5 0,0 0 5 16,3 6-5-16,-3-6 0 0,0 0 0 0,3 5 0 15,2-2 0-15,-5-3 0 0,0 0 0 0,6 11 0 16,2-6 0-16,-8-5-1 0,0 0 1 0,6 9 0 16,2-4 0-16,-8-5-1 0,0 0 1 0,6 8 0 15,2 0 0-15,-8-8-1 0,0 0 1 0,8 14 0 16,1-3 0-16,-9-11-1 0,0 0 1 0,13 14 0 16,-4 2 0-16,-9-16-1 0,0 0 1 0,8 11 0 15,0 0 0-15,-8-11-1 0,0 0 1 0,9 11 0 16,-6-9 0-16,-3-2-2 0,0 0 2 0,2 6-2 0,1-1 2 15,-3-5 0-15,0 0 0 0,3 6 0 0,-3-1 0 16,0-5 0-16,0 0 0 0,0 0 0 0,3 3 0 0,-3-3-5 16,0 0 5-16,0 0-5 0,5 3 5 0,-5-3 0 15,0 0 0-15,6 0 0 0,2 0 0 0,-8 0 0 16,0 0 0-16,3 0 0 0,5 0 0 0,-8 0 0 16,0 0 0-16,9 0 1 0,2 2-1 0,-11-2 7 15,0 0-7-15,11 0 7 0,3 0-7 0,-14 0 3 16,0 0-3-16,11 0 4 0,3-2-4 0,-14 2 12 15,0 0-12-15,5-6 12 0,1 1-12 0,-6 5 15 16,0 0-15-16,5-6 15 0,1-2-15 0,-6 8 3 0,0 0-3 16,3-5 4-16,0-9-4 0,-3 14 3 0,0 0-3 15,5-11 3-15,-2-8-3 0,-3 19 5 0,0 0-5 16,5-16 6-16,4-3-6 0,-9 19 2 0,0 0-2 0,8-19 3 16,3-1-3-16,-11 20 5 0,0 0-5 0,14-19 5 15,3 3-5-15,-17 16 3 0,0 0-3 0,11-14 3 16,0 1-3-16,-11 13 0 0,0 0 0 0,14-11 0 15,0 0 0-15,-14 11 1 0,0 0-1 0,14-8 2 16,-3 0-2-16,-11 8 1 0,0 0-1 0,8-9 1 16,0 4-1-16,-8 5 3 0,0 0-3 0,9-5 4 15,-4-4-4-15,-5 9 6 0,0 0-6 0,9-5 6 16,-7-1-6-16,-2 6 3 0,0 0-3 0,0 0 3 16,6-5-3-16,-6 5 12 0,0 0-12 0,0 0 12 15,0 0-12-15,0 0 8 0,0 0-8 0,0 0 8 0,0 0-8 16,0 0 3-16,0 0-3 0,0 0 4 0,0 0-4 15,0 0-19-15,0 0 19 0,0 0-18 0,0 0 18 16,0 0-148-16,0 0 148 0,0 0-147 0,0 0 147 16,0 0-1332-16</inkml:trace>
        </inkml:traceGroup>
      </inkml:traceGroup>
    </inkml:traceGroup>
  </inkml:traceGroup>
</inkml:ink>
</file>

<file path=ppt/ink/ink39.xml><?xml version="1.0" encoding="utf-8"?>
<inkml:ink xmlns:inkml="http://www.w3.org/2003/InkML">
  <inkml:definitions>
    <inkml:context xml:id="ctx0">
      <inkml:inkSource xml:id="inkSrc0">
        <inkml:traceFormat>
          <inkml:channel name="X" type="integer" max="19500" units="cm"/>
          <inkml:channel name="Y" type="integer" max="11180" units="cm"/>
          <inkml:channel name="F" type="integer" max="4096" units="dev"/>
          <inkml:channel name="T" type="integer" max="2.14748E9" units="dev"/>
        </inkml:traceFormat>
        <inkml:channelProperties>
          <inkml:channelProperty channel="X" name="resolution" value="631.06793" units="1/cm"/>
          <inkml:channelProperty channel="Y" name="resolution" value="642.52875" units="1/cm"/>
          <inkml:channelProperty channel="F" name="resolution" value="0" units="1/dev"/>
          <inkml:channelProperty channel="T" name="resolution" value="1" units="1/dev"/>
        </inkml:channelProperties>
      </inkml:inkSource>
      <inkml:timestamp xml:id="ts0" timeString="2020-12-07T08:23:58.493"/>
    </inkml:context>
    <inkml:brush xml:id="br0">
      <inkml:brushProperty name="width" value="0.1" units="cm"/>
      <inkml:brushProperty name="height" value="0.1" units="cm"/>
      <inkml:brushProperty name="color" value="#3165BB"/>
      <inkml:brushProperty name="fitToCurve" value="1"/>
    </inkml:brush>
  </inkml:definitions>
  <inkml:traceGroup>
    <inkml:annotationXML>
      <emma:emma xmlns:emma="http://www.w3.org/2003/04/emma" version="1.0">
        <emma:interpretation id="{ACA33D2F-210D-46A7-911B-F579F2AF1400}" emma:medium="tactile" emma:mode="ink">
          <msink:context xmlns:msink="http://schemas.microsoft.com/ink/2010/main" type="inkDrawing" rotatedBoundingBox="25797,17385 27261,16532 27612,17135 26148,17988" semanticType="callout" shapeName="Other">
            <msink:sourceLink direction="to" ref="{BB65BF13-2F7D-4EAE-946E-D5DC3F9D9F68}"/>
            <msink:sourceLink direction="from" ref="{A8B83AA4-0D96-4B90-8B5F-F74177248D71}"/>
          </msink:context>
        </emma:interpretation>
      </emma:emma>
    </inkml:annotationXML>
    <inkml:trace contextRef="#ctx0" brushRef="#br0">8774-378 135 0,'0'0'0'0,"0"0"0"16,17-30 0-16,-17 30 73 0,0 0-73 0,0 0 74 16,-14 19-74-16,14-19 57 0,0 0-57 0,-8 14 58 0,-3 0-58 15,11-14 37-15,0 0-37 0,-14 16 37 0,0 3-37 16,14-19 19-16,0 0-19 0,-17 22 20 0,1-8-20 15,16-14 18-15,0 0-18 0,-20 19 19 0,-2 0-19 0,22-19 8 16,0 0-8-16,-14 22 9 0,-5-9-9 0,19-13 16 16,0 0-16-16,-20 19 17 0,-2 3-17 0,22-22 1 15,0 0-1-15,-19 19 1 0,-1-3-1 0,20-16 0 16,0 0 0-16,-19 19 0 0,-4-3 0 0,23-16-2 16,0 0 2-16,-22 16-1 0,0 1 1 0,22-17-2 15,0 0 2-15,-25 16-2 0,-3 0 2 0,28-16 0 16,0 0 0-16,-22 11 0 0,-6 3 0 0,28-14 3 0,0 0-3 15,-22 14 3-15,0-1-3 0,22-13 3 0,0 0-3 16,-23 17 3-16,4-1-3 0,19-16 6 0,0 0-6 16,-19 16 7-16,-1 6-7 0,20-22 3 0,0 0-3 15,-19 16 3-15,-4 1-3 0,23-17 2 0,0 0-2 0,-19 16 2 16,2 0-2-16,17-16 1 0,0 0-1 0,-16 17 2 16,-4-4-2-16,20-13 3 0,0 0-3 0,-14 17 4 15,-5-4-4-15,19-13 11 0,0 0-11 0,-17 14 11 16,3-3-11-16,14-11 4 0,0 0-4 0,-19 11 4 15,-1 0-4-15,20-11 7 0,0 0-7 0,-22 11 7 16,0-3-7-16,22-8 3 0,0 0-3 0,-22 8 3 16,-3 0-3-16,25-8 0 0,0 0 0 0,-25 8 0 15,0 3 0-15,25-11 1 0,0 0-1 0,-23 11 2 16,4-3-2-16,19-8-1 0,0 0 1 0,-22 11-1 0,2 3 1 16,20-14 0-16,0 0 0 0,-19 14 0 0,2-4 0 15,17-10 1-15,0 0-1 0,-17 11 1 16,1-1-1-16,16-10 15 0,0 0-15 0,-17 8 15 0,0 1-15 15,17-9 16-15,0 0-16 0,-16 5 17 0,2 1-17 16,14-6 4-16,0 0-4 0,-14 5 4 0,3-2-4 0,11-3 3 16,0 0-3-16,-11 5 4 0,2 1-4 0,9-6 11 15,0 0-11-15,-5 5 11 0,-1 1-11 0,6-6 0 16,0 0 0-16,-5 5 1 0,5-2-1 0,0-3 8 16,0 0-8-16,-9 5 8 0,7-2-8 0,2-3 32 15,0 0-32-15,-6 5 33 0,0-2-33 0,6-3 16 16,0 0-16-16,-5 6 17 0,-1-4-17 0,6-2 30 15,0 0-30-15,-5 6 30 0,-1-4-30 0,6-2 19 0,0 0-19 16,-5 6 20-16,-4-1-20 0,9-5 27 0,0 0-27 16,-8 6 27-16,0-1-27 0,8-5 13 0,0 0-13 15,-9 0 14-15,4 0-14 0,5 0 11 0,0 0-11 0,-6 3 11 16,3 0-11-16,3-3 10 0,0 0-10 0,0 0 10 16,-5 5-10-16,5-5 15 0,0 0-15 0,0 0 15 15,-6 3-15-15,6-3 3 0,0 0-3 0,0 0 4 16,-5 0-4-16,5 0 2 0,0 0-2 0,-9 0 3 15,1 0-3-15,8 0 1 0,0 0-1 0,-5 0 2 16,-1 3-2-16,6-3 1 0,0 0-1 0,0 0 1 16,-6 0-1-16,6 0 3 0,0 0-3 0,0 0 4 15,0-6-4-15,0 6 5 0,0 0-5 0,0 0 6 16,-5-8-6-16,5 8 3 0,0 0-3 0,-3-8 3 16,3-3-3-16,0 11 0 0,0 0 0 0,-3-14 1 15,3 1-1-15,0 13 0 0,0 0 0 0,0-17 0 0,0 4 0 16,0 13 0-16,0 0 0 0,0-22 0 0,0 3 0 15,0 19 1-15,0 0-1 0,-2-18 1 0,-1-4-1 16,3 22 0-16,0 0 0 0,-3-19 0 0,3 0 0 0,0 19 0 16,0 0 0-16,-3-19 0 0,3 0 0 0,0 19 0 15,0 0 0-15,0-20 0 0,3-1 0 0,-3 21-2 16,0 0 2-16,3-19-1 0,2 2 1 0,-5 17-1 16,0 0 1-16,6-16-1 0,2-3 1 0,-8 19 0 15,0 0 0-15,6-14 0 0,2 0 0 0,-8 14 1 16,0 0-1-16,6-8 1 0,-1 0-1 0,-5 8 10 15,0 0-10-15,6-5 11 0,-6 2-11 0,0 3 9 0,0 0-9 16,0 0 9-16,0 0-9 0,0 0 24 0,0 0-24 16,0 8 25-16,-6-5-25 0,6-3 20 0,0 0-20 15,-8 13 20-15,0 7-20 0,8-20 34 0,0 0-34 0,-9 16 35 16,1 0-35-16,8-16 42 0,0 0-42 0,-8 14 42 16,-1-3-42-16,9-11 24 0,0 0-24 0,-5 11 25 15,2 0-25-15,3-11 19 0,0 0-19 0,-3 11 20 16,3-1-20-16,0-10 18 0,0 0-18 0,0 11 18 15,0-2-18-15,0-9 33 0,0 0-33 0,0 10 34 16,0-1-34-16,0-9 27 0,0 0-27 0,0 13 27 16,0 1-27-16,0-14 33 0,0 0-33 0,0 13 34 15,0 1-34-15,0-14 22 0,0 0-22 0,-5 14 22 16,5-3-22-16,0-11 35 0,0 0-35 0,-3 10 36 16,3 0-36-16,0-10 12 0,0 0-12 0,-3 14 13 15,0-3-13-15,3-11 30 0,0 0-30 0,-3 14 30 16,3-1-30-16,0-13 28 0,0 0-28 0,-2 14 28 0,2 0-28 15,0-14 8-15,0 0-8 0,-3 13 8 0,0 1-8 16,3-14 36-16,0 0-36 0,0 11 36 0,0 0-36 16,0-11 10-16,0 0-10 0,0 8 10 0,3-3-10 15,-3-5-29-15,0 0 29 0,3 6-29 0,2-4 29 0,-5-2-47 16,0 0 47-16,3 6-47 0,3-3 47 0,-6-3-48 16,0 0 48-16,5 5-47 0,1 1 47 0,-6-6-33 15,0 0 33-15,8 5-33 0,0 3 33 0,-8-8-25 16,0 0 25-16,11 8-24 0,-2 0 24 0,-9-8-17 15,0 0 17-15,11 9-16 0,3-1 16 0,-14-8-18 0,0 0 18 16,11 5-18-16,3 1 18 0,-14-6-4 16,0 0 4-16,14 2-3 0,2-2 3 0,-16 0-3 0,0 0 3 15,17 0-3-15,2 0 3 0,-19 0-2 0,0 0 2 16,23 0-1-16,5 3 1 0,-28-3-10 0,0 0 10 0,22 3-9 16,0 0 9-16,-22-3-1 0,0 0 1 0,19 2 0 15,1 1 0-15,-20-3 0 0,0 0 0 0,19 6 0 16,1-1 0-16,-20-5-1 0,0 0 1 0,19 3 0 15,-2-1 0-15,-17-2-2 0,0 0 2 0,19 0-2 16,4-5 2-16,-23 5-81 0,0 0 81 0,25-5-81 16,2-1 81-16,-27 6-207 0,0 0 207 0,23 0-207 15,2 0 207-15,16 0-719 0</inkml:trace>
  </inkml:traceGroup>
</inkml:ink>
</file>

<file path=ppt/ink/ink40.xml><?xml version="1.0" encoding="utf-8"?>
<inkml:ink xmlns:inkml="http://www.w3.org/2003/InkML">
  <inkml:definitions>
    <inkml:context xml:id="ctx0">
      <inkml:inkSource xml:id="inkSrc0">
        <inkml:traceFormat>
          <inkml:channel name="X" type="integer" max="19500" units="cm"/>
          <inkml:channel name="Y" type="integer" max="11180" units="cm"/>
          <inkml:channel name="F" type="integer" max="4096" units="dev"/>
          <inkml:channel name="T" type="integer" max="2.14748E9" units="dev"/>
        </inkml:traceFormat>
        <inkml:channelProperties>
          <inkml:channelProperty channel="X" name="resolution" value="631.06793" units="1/cm"/>
          <inkml:channelProperty channel="Y" name="resolution" value="642.52875" units="1/cm"/>
          <inkml:channelProperty channel="F" name="resolution" value="0" units="1/dev"/>
          <inkml:channelProperty channel="T" name="resolution" value="1" units="1/dev"/>
        </inkml:channelProperties>
      </inkml:inkSource>
      <inkml:timestamp xml:id="ts0" timeString="2020-12-07T08:24:47.031"/>
    </inkml:context>
    <inkml:brush xml:id="br0">
      <inkml:brushProperty name="width" value="0.1" units="cm"/>
      <inkml:brushProperty name="height" value="0.1" units="cm"/>
      <inkml:brushProperty name="color" value="#ED1C24"/>
      <inkml:brushProperty name="fitToCurve" value="1"/>
    </inkml:brush>
  </inkml:definitions>
  <inkml:traceGroup>
    <inkml:annotationXML>
      <emma:emma xmlns:emma="http://www.w3.org/2003/04/emma" version="1.0">
        <emma:interpretation id="{5BD2FCEA-4313-4953-AD2B-95701AFC9047}" emma:medium="tactile" emma:mode="ink">
          <msink:context xmlns:msink="http://schemas.microsoft.com/ink/2010/main" type="inkDrawing" rotatedBoundingBox="21475,9698 33510,9423 33519,9838 21485,10113" shapeName="Other"/>
        </emma:interpretation>
      </emma:emma>
    </inkml:annotationXML>
    <inkml:trace contextRef="#ctx0" brushRef="#br0">38 435 404 0,'0'0'0'0,"0"0"0"0,-39-14 0 0,39 14 68 0,0 0-68 16,6 0 69-16,16 0-69 0,-22 0 64 15,0 0-64-15,17 6 64 0,0-6-64 0,-17 0 46 0,0 0-46 16,13 2 46-16,1 1-46 0,-14-3 34 0,0 0-34 16,14 3 35-16,0-3-35 0,-14 0 14 0,0 0-14 0,20-3 15 15,2-2-15-15,-22 5 42 0,0 0-42 0,22-6 42 16,3 1-42-16,-25 5 32 0,0 0-32 0,28-9 32 15,5-1-32-15,-33 10 37 0,0 0-37 0,39-11 38 16,3 2-38-16,-42 9 50 0,0 0-50 0,47-13 51 16,-3 2-51-16,-44 11 53 0,0 0-53 0,45-5 53 15,2-6-53-15,-47 11 55 0,0 0-55 0,47-9 55 16,1 4-55-16,-48 5 45 0,0 0-45 0,41-11 45 16,1 6-45-16,-42 5 37 0,0 0-37 0,36-9 37 15,0-1-37-15,-36 10 39 0,0 0-39 0,31-9 40 16,-6 4-40-16,-25 5 15 0,0 0-15 0,30 0 16 15,7 5-16-15,-37-5 13 0,0 0-13 0,33 3 13 16,0 5-13-16,-33-8-8 0,0 0 8 0,28 8-7 0,0 3 7 16,-28-11-41-16,0 0 41 0,30 9-40 0,1 1 40 15,-31-10-22-15,0 0 22 0,31 0-22 0,2 0 22 16,-33 0-20-16,0 0 20 0,39 0-20 0,2 0 20 0,-41 0-26 16,0 0 26-16,42-5-26 0,3 0 26 0,-45 5-7 15,0 0 7-15,47-6-7 0,-3 1 7 0,-44 5-17 16,0 0 17-16,45-3-17 0,-1-3 17 0,-44 6-4 15,0 0 4-15,42-5-3 0,0-3 3 0,-42 8-3 16,0 0 3-16,41-6-3 0,-2-5 3 0,-39 11-2 16,0 0 2-16,42-8-1 0,2-3 1 0,-44 11-1 0,0 0 1 15,48-8-1-15,-1 3 1 0,-47 5-8 16,0 0 8-16,47-6-8 0,-3 6 8 0,-44 0-4 0,0 0 4 16,51-5-3-16,-1 5 3 0,-50 0 0 0,0 0 0 15,44 0 1-15,-2 0-1 0,-42 0 3 0,0 0-3 0,33 0 3 16,3 5-3-16,-36-5 2 0,0 0-2 0,33 0 3 15,-2 0-3-15,-31 0 2 0,0 0-2 0,31 0 2 16,2 0-2-16,-33 0 0 0,0 0 0 0,33-5 0 16,1 2 0-16,-34 3-1 0,0 0 1 0,33-3-1 15,3 1 1-15,-36 2 0 0,0 0 0 0,42-6 0 16,11 1 0-16,-53 5 0 0,0 0 0 0,39-6 1 16,2 1-1-16,-41 5 3 0,0 0-3 0,45-3 4 15,2 0-4-15,-47 3 0 0,0 0 0 0,44 0 0 16,1 3 0-16,-45-3 0 0,0 0 0 0,41 3 1 15,1 0-1-15,-42-3 2 0,0 0-2 0,36 2 2 16,-2-2-2-16,-34 0 1 0,0 0-1 0,36-2 2 0,3-4-2 16,-39 6 1-16,0 0-1 0,39-5 2 0,-1-1-2 15,-38 6 1-15,0 0-1 0,37-8 2 0,-4 5-2 16,-33 3 8-16,0 0-8 0,39 0 8 0,0 0-8 16,-39 0 8-16,0 0-8 0,36 3 8 0,0 5-8 0,-36-8 3 15,0 0-3-15,36 6 4 0,0-4-4 0,-36-2 6 16,0 0-6-16,36 6 7 0,-2-3-7 0,-34-3 13 15,0 0-13-15,36 0 13 0,3 0-13 0,-39 0 15 16,0 0-15-16,36 0 15 0,-3 2-15 0,-33-2 4 16,0 0-4-16,31 6 4 0,-3-6-4 0,-28 0 7 15,0 0-7-15,33 2 8 0,-5-2-8 0,-28 0 3 0,0 0-3 16,30 3 3-16,-2 0-3 0,-28-3 18 0,0 0-18 16,28 3 19-16,0 2-19 0,-28-5 3 0,0 0-3 15,27 3 3-15,-2-3-3 0,-25 0 7 0,0 0-7 0,31-3 7 16,5 0-7-16,-36 3 8 0,0 0-8 0,33-2 8 15,-2 2-8-15,-31 0 3 0,0 0-3 0,36 2 3 16,0 4-3-16,-36-6 6 0,0 0-6 0,36 5 6 16,1 1-6-16,-37-6 13 0,0 0-13 0,36 2 13 15,0-2-13-15,-36 0 3 0,0 0-3 0,33 0 4 16,0 0-4-16,-33 0 13 0,0 0-13 0,34 0 13 16,-9 0-13-16,-25 0 8 0,0 0-8 0,28 3 9 15,2 0-9-15,-30-3 8 0,0 0-8 0,31 3 9 16,-9-1-9-16,-22-2 8 0,0 0-8 0,25 6 8 15,3-1-8-15,-28-5 15 0,0 0-15 0,25 8 15 16,0 3-15-16,-25-11 8 0,0 0-8 0,25 9 8 16,0-4-8-16,-25-5 15 0,0 0-15 0,25 5 16 0,-3 1-16 15,-22-6 3-15,0 0-3 0,31 8 4 0,2 3-4 16,-33-11 3-16,0 0-3 0,31 5 3 0,-1 1-3 16,-30-6 5-16,0 0-5 0,33 5 5 0,1 4-5 0,-34-9 6 15,0 0-6-15,33 5 7 0,3-2-7 0,-36-3 7 16,0 0-7-16,36 5 8 0,1-2-8 0,-37-3 8 15,0 0-8-15,30 3 8 0,1 2-8 0,-31-5 3 16,0 0-3-16,30 0 4 0,-2 5-4 0,-28-5 0 16,0 0 0-16,25 6 1 0,-3-3-1 0,-22-3 5 15,0 0-5-15,25 5 5 0,0 1-5 0,-25-6 7 0,0 0-7 16,25 0 7-16,3 5-7 0,-28-5 3 0,0 0-3 16,25 0 3-16,3 0-3 0,-28 0 6 0,0 0-6 15,25 0 7-15,3 3-7 0,-28-3 3 0,0 0-3 16,27 2 3-16,1 4-3 0,-28-6 0 0,0 0 0 0,31 8 0 15,2-2 0-15,-33-6 1 0,0 0-1 0,36 0 2 16,0 2-2-16,-36-2 0 0,0 0 0 0,42 0 0 16,5-2 0-16,-47 2 3 0,0 0-3 0,39 0 4 15,-3 0-4-15,-36 0 6 0,0 0-6 0,45 0 7 16,2-6-7-16,-47 6 3 0,0 0-3 0,42 0 3 16,-1 0-3-16,-41 0 2 0,0 0-2 0,42 0 3 15,0 0-3-15,-42 0 1 0,0 0-1 0,41 0 2 16,-2 0-2-16,-39 0 3 0,0 0-3 0,42 6 4 15,2-6-4-15,-44 0 12 0,0 0-12 0,45 0 12 16,2 5-12-16,-47-5 8 0,0 0-8 0,50 0 9 0,3-3-9 16,-53 3 3-16,0 0-3 0,44 0 4 0,1 0-4 15,-45 0 13-15,0 0-13 0,42 3 13 0,-6 0-13 16,-36-3 0-16,0 0 0 0,33 2 1 0,0 1-1 16,-33-3 0-16,0 0 0 0,34 6 1 0,2-1-1 15,-36-5 7-15,0 0-7 0,39 8 8 0,0 3-8 0,-39-11 3 16,0 0-3-16,41 6 3 0,1-4-3 0,-42-2 6 15,0 0-6-15,47 6 6 0,6-3-6 0,-53-3 22 16,0 0-22-16,47 0 23 0,-2 0-23 0,-45 0 2 16,0 0-2-16,50 0 2 0,3-3-2 0,-53 3 22 15,0 0-22-15,47-3 22 0,0 0-22 0,-47 3 13 16,0 0-13-16,45-2 13 0,-4-4-13 0,-41 6 9 0,0 0-9 16,45-8 10-16,2-3-10 0,-47 11 17 0,0 0-17 15,44-5 17-15,-2-4-17 0,-42 9 3 0,0 0-3 16,47-5 4-16,3 0-4 0,-50 5 2 0,0 0-2 0,50-6 3 15,-8-2-3-15,-42 8 18 0,0 0-18 0,53-11 18 16,8-3-18-16,-61 14 0 0,0 0 0 0,53-8 0 16,-6 0 0-16,-47 8 3 0,0 0-3 0,56-8 3 15,2-3-3-15,-58 11 6 0,0 0-6 0,56-11 6 16,2 0-6-16,-58 11 3 0,0 0-3 0,53-8 3 16,-1 3-3-16,-52 5 6 0,0 0-6 0,59-6 7 15,2 1-7-15,-61 5 0 0,0 0 0 0,67-3 1 16,5-8-1-16,-72 11 6 0,0 0-6 0,69-11 7 15,-2-5-7-15,-67 16 22 0,0 0-22 0,58-11 22 16,-2-6-22-16,-56 17 3 0,0 0-3 0,56-13 3 16,-4-4-3-16,-52 17 7 0,0 0-7 0,53-13 7 15,-3-1-7-15,-50 14 8 0,0 0-8 0,56-13 8 0,2 2-8 16,-58 11 3-16,0 0-3 0,61-9 3 0,3 1-3 16,-64 8 19-16,0 0-19 0,59-8 20 0,-7-3-20 0,-52 11 7 15,0 0-7-15,48-8 7 0,-10 3-7 0,-38 5 4 16,0 0-4-16,45-14 5 0,2 3-5 0,-47 11 7 15,0 0-7-15,42-14 7 0,-3 4-7 0,-39 10 3 16,0 0-3-16,44-9 3 0,6 1-3 0,-50 8-3 16,0 0 3-16,47-8-3 0,-2 3 3 0,-45 5-22 15,0 0 22-15,47-6-22 0,3-2 22 0,-50 8-23 16,0 0 23-16,47 0-22 0,-2 0 22 0,-45 0-10 16,0 0 10-16,47 0-9 0,0 3 9 0,-47-3-11 0,0 0 11 15,45 2-10-15,-1-2 10 0,-44 0-16 0,0 0 16 16,45-2-15-16,2-1 15 0,-47 3-1 0,0 0 1 15,44-6-1-15,-2-2 1 0,-42 8-3 0,0 0 3 16,42-2-3-16,-1-1 3 0,-41 3-2 0,0 0 2 0,45 0-2 16,2 0 2-16,-47 0-5 0,0 0 5 0,45 0-5 15,-4 3 5-15,-41-3-7 0,0 0 7 0,42 2-6 16,2 1 6-16,-44-3 1 0,0 0-1 0,42 5 2 16,0-5-2-16,-42 0 1 0,0 0-1 0,36 6 2 15,-3-1-2-15,-33-5 0 0,0 0 0 0,31 6 0 16,-1 2 0-16,-30-8 2 0,0 0-2 0,28 5 2 15,-3-2-2-15,-25-3-1 0,0 0 1 0,31 6 0 16,-1-4 0-16,-30-2 0 0,0 0 0 0,31 3 0 16,0 3 0-16,-31-6 1 0,0 0-1 0,30 0 1 15,3 0-1-15,-33 0 1 0,0 0-1 0,37 0 1 0,4-6-1 16,-41 6 1-16,0 0-1 0,36-3 1 0,0 1-1 16,-36 2 1-16,0 0-1 0,31-3 1 0,0 3-1 15,-31 0 0-15,0 0 0 0,25 3 1 0,0-1-1 16,-25-2 6-16,0 0-6 0,22 3 7 0,-3-3-7 0,-19 0 0 15,0 0 0-15,20 0 0 0,-4 0 0 0,-16 0 0 16,0 0 0-16,20 0 0 0,-1 6 0 0,-19-6 0 16,0 0 0-16,20 0 1 0,-4 0-1 0,-16 0 0 15,0 0 0-15,17 0 0 0,-3 0 0 0,-14 0-1 16,0 0 1-16,11 5 0 0,0-5 0 0,-11 0-1 16,0 0 1-16,9 0 0 0,-1 0 0 0,-8 0-6 15,0 0 6-15,8 3-6 0,-2-3 6 0,-6 0 0 0,0 0 0 16,5 2 0-16,4 1 0 0,-9-3 0 0,0 0 0 15,8 0 0-15,3 0 0 0,-11 0-1 0,0 0 1 16,14-3 0-16,6 1 0 0,-20 2 2 0,0 0-2 0,19-3 2 16,0-2-2-16,-19 5 0 0,0 0 0 0,20 0 0 15,-3-9 0-15,-17 9 0 0,0 0 0 0,13-2 0 16,1-1 0-16,-14 3 0 0,0 0 0 0,11 0 0 16,-2 0 0-16,-9 0-1 0,0 0 1 0,8 3 0 15,0-1 0-15,-8-2 0 0,0 0 0 0,9 9 0 16,-4-4 0-16,-5-5-1 0,0 0 1 0,9 3 0 15,-1 2 0-15,-8-5-3 0,0 0 3 0,8 6-3 16,3-1 3-16,-11-5-1 0,0 0 1 0,9 6 0 16,-1-1 0-16,-8-5 0 0,0 0 0 0,6 5 0 15,-4-2 0-15,-2-3 0 0,0 0 0 0,3 6 1 16,3-1-1-16,-6-5 14 0,0 0-14 0,5 3 15 0,1 2-15 16,-6-5 3-16,0 0-3 0,5 6 4 0,1-1-4 15,-6-5 3-15,0 0-3 0,0 0 4 0,6 6-4 0,-6-6 19 16,0 0-19-16,0 0 20 0,0 0-20 0,0 0 6 15,0 0-6-15,0 0 7 0,0 0-7 0,0 0 4 16,0 0-4-16,0 0 5 0,0 0-5 0,0 0 7 16,0 0-7-16,0 0 7 0,5 0-7 0,-5 0 0 15,0 0 0-15,9 2 0 0,2-2 0 0,-11 0-132 16,0 0 132-16,14 3-132 0,5 0 132 0,-19-3-163 16,0 0 163-16,17-8-163 0,-1-14 163 0,18-5-1313 15</inkml:trace>
  </inkml:traceGroup>
</inkml:ink>
</file>

<file path=ppt/ink/ink41.xml><?xml version="1.0" encoding="utf-8"?>
<inkml:ink xmlns:inkml="http://www.w3.org/2003/InkML">
  <inkml:definitions>
    <inkml:context xml:id="ctx0">
      <inkml:inkSource xml:id="inkSrc0">
        <inkml:traceFormat>
          <inkml:channel name="X" type="integer" max="19500" units="cm"/>
          <inkml:channel name="Y" type="integer" max="11180" units="cm"/>
          <inkml:channel name="F" type="integer" max="4096" units="dev"/>
          <inkml:channel name="T" type="integer" max="2.14748E9" units="dev"/>
        </inkml:traceFormat>
        <inkml:channelProperties>
          <inkml:channelProperty channel="X" name="resolution" value="631.06793" units="1/cm"/>
          <inkml:channelProperty channel="Y" name="resolution" value="642.52875" units="1/cm"/>
          <inkml:channelProperty channel="F" name="resolution" value="0" units="1/dev"/>
          <inkml:channelProperty channel="T" name="resolution" value="1" units="1/dev"/>
        </inkml:channelProperties>
      </inkml:inkSource>
      <inkml:timestamp xml:id="ts0" timeString="2020-12-07T08:21:52.906"/>
    </inkml:context>
    <inkml:brush xml:id="br0">
      <inkml:brushProperty name="width" value="0.1" units="cm"/>
      <inkml:brushProperty name="height" value="0.1" units="cm"/>
      <inkml:brushProperty name="color" value="#3165BB"/>
      <inkml:brushProperty name="fitToCurve" value="1"/>
    </inkml:brush>
  </inkml:definitions>
  <inkml:traceGroup>
    <inkml:annotationXML>
      <emma:emma xmlns:emma="http://www.w3.org/2003/04/emma" version="1.0">
        <emma:interpretation id="{B64E173B-EC7C-45C4-A6A1-5DA81E8643BD}" emma:medium="tactile" emma:mode="ink">
          <msink:context xmlns:msink="http://schemas.microsoft.com/ink/2010/main" type="writingRegion" rotatedBoundingBox="25540,9980 31383,10144 31334,11908 25491,11745"/>
        </emma:interpretation>
      </emma:emma>
    </inkml:annotationXML>
    <inkml:traceGroup>
      <inkml:annotationXML>
        <emma:emma xmlns:emma="http://www.w3.org/2003/04/emma" version="1.0">
          <emma:interpretation id="{8725EF3E-8D2D-4C5F-A28D-5645B68F36E6}" emma:medium="tactile" emma:mode="ink">
            <msink:context xmlns:msink="http://schemas.microsoft.com/ink/2010/main" type="paragraph" rotatedBoundingBox="25540,9980 31023,10134 30989,11315 25507,11162" alignmentLevel="1"/>
          </emma:interpretation>
        </emma:emma>
      </inkml:annotationXML>
      <inkml:traceGroup>
        <inkml:annotationXML>
          <emma:emma xmlns:emma="http://www.w3.org/2003/04/emma" version="1.0">
            <emma:interpretation id="{F9DFE76D-061C-4A88-9036-3F9D166D42E0}" emma:medium="tactile" emma:mode="ink">
              <msink:context xmlns:msink="http://schemas.microsoft.com/ink/2010/main" type="line" rotatedBoundingBox="25540,9980 31023,10133 30989,11315 25507,11162"/>
            </emma:interpretation>
          </emma:emma>
        </inkml:annotationXML>
        <inkml:traceGroup>
          <inkml:annotationXML>
            <emma:emma xmlns:emma="http://www.w3.org/2003/04/emma" version="1.0">
              <emma:interpretation id="{D7F2B494-12D6-4D8D-8704-8369B9F7428D}" emma:medium="tactile" emma:mode="ink">
                <msink:context xmlns:msink="http://schemas.microsoft.com/ink/2010/main" type="inkWord" rotatedBoundingBox="25540,9980 31023,10133 30989,11315 25507,11162"/>
              </emma:interpretation>
              <emma:one-of disjunction-type="recognition" id="oneOf0">
                <emma:interpretation id="interp0" emma:lang="en-US" emma:confidence="0">
                  <emma:literal>95-5</emma:literal>
                </emma:interpretation>
                <emma:interpretation id="interp1" emma:lang="en-US" emma:confidence="0">
                  <emma:literal>95-55</emma:literal>
                </emma:interpretation>
                <emma:interpretation id="interp2" emma:lang="en-US" emma:confidence="0">
                  <emma:literal>90-55</emma:literal>
                </emma:interpretation>
                <emma:interpretation id="interp3" emma:lang="en-US" emma:confidence="0">
                  <emma:literal>art</emma:literal>
                </emma:interpretation>
                <emma:interpretation id="interp4" emma:lang="en-US" emma:confidence="0">
                  <emma:literal>arr.</emma:literal>
                </emma:interpretation>
              </emma:one-of>
            </emma:emma>
          </inkml:annotationXML>
          <inkml:trace contextRef="#ctx0" brushRef="#br0">2618 491 1390 0,'0'0'0'16,"0"0"-224"-16,0 0 224 0,0 0-223 0,5 11 223 0,-5-11-27 15,0 0 27-15,0 0-27 0,8 0 27 0,-8 0-26 16,0 0 26-16,0 0-25 0,6 0 25 0,-6 0-38 16,0 0 38-16,6-6-37 0,2-2 37 0,-8 8 1 15,0 0-1-15,19-16 2 0,17-9-2 0,-36 25-78 16,0 0 78-16,59-35-77 0,19-11 77 0,-78 46-95 16,0 0 95-16,83-55-95 0,14-10 95 0,84-55-232 15</inkml:trace>
          <inkml:trace contextRef="#ctx0" brushRef="#br0" timeOffset="-2643.432">236 957 203 0,'0'0'0'0,"0"0"0"16,0 0 0-16,0 0 35 0,0 0-35 0,0 0 36 0,0 0-36 15,0 0 41-15,0 0-41 0,0 0 42 0,0 0-42 16,0 0 53-16,0 0-53 0,0 0 53 0,0 0-53 0,0 0 70 16,0 0-70-16,0 0 70 0,0 0-70 0,0 0 64 15,0 0-64-15,0 0 64 0,0 0-64 0,0 0 60 16,0 0-60-16,0 0 60 0,0 0-60 0,0 0 52 16,0 0-52-16,0 0 52 0,0 0-52 0,0 0 44 15,0 0-44-15,0 0 44 0,0 0-44 0,0 0 42 16,0 0-42-16,0 0 42 0,0 0-42 0,0 0 34 15,0 0-34-15,0 0 35 0,0 0-35 0,0 0 50 0,0 0-50 16,0 0 50-16,0 0-50 0,0 0 29 0,0 0-29 16,0 0 29-16,0 0-29 0,0 0 34 0,0 0-34 15,0 0 35-15,0 0-35 0,0 0 8 0,0 0-8 16,0 0 8-16,0 0-8 0,0 0 18 0,0 0-18 0,0 0 19 16,8-24-19-16,-8 24 8 0,0 0-8 0,6-19 9 15,0-1-9-15,-6 20 9 0,0 0-9 0,5-16 9 16,3 3-9-16,-8 13 3 0,0 0-3 0,0-20 4 15,3 1-4-15,-3 19 12 0,0 0-12 0,3-16 12 16,0 0-12-16,-3 16 8 0,0 0-8 0,3-17 8 16,-3 1-8-16,0 16 3 0,0 0-3 0,0-16 4 15,2-4-4-15,-2 20 20 0,0 0-20 0,3-21 20 16,3-1-20-16,-6 22 3 0,0 0-3 0,2-22 3 16,7 0-3-16,-9 22 0 0,0 0 0 0,3-19 1 15,2-3-1-15,-5 22 2 0,0 0-2 0,6-19 2 0,-1 0-2 16,-5 19 5-16,0 0-5 0,6-13 5 0,-3-4-5 15,-3 17 6-15,0 0-6 0,5-13 7 0,-5 2-7 16,0 11 3-16,0 0-3 0,3-9 4 0,0-1-4 16,-3 10 0-16,0 0 0 0,3-9 1 0,-3-2-1 0,0 11-3 15,0 0 3-15,0-8-3 0,2 3 3 0,-2 5-3 16,0 0 3-16,0-11-3 0,0 5 3 0,0 6 2 16,0 0-2-16,0-5 2 0,-2 2-2 0,2 3 12 15,0 0-12-15,-3-5 13 0,3-1-13 0,0 6 26 16,0 0-26-16,0 0 26 0,0-5-26 0,0 5 7 15,0 0-7-15,0 0 7 0,0 0-7 0,0 0 1 16,0 0-1-16,0 0 2 0,0 0-2 0,0 0 9 0,0 0-9 16,0 0 10-16,0 0-10 0,0 0 13 0,0 0-13 15,0 0 14-15,0-6-14 0,0 6 8 0,0 0-8 16,0-2 9-16,-3-4-9 0,3 6 16 0,0 0-16 0,-3-8 17 16,3 3-17-16,0 5 8 0,0 0-8 0,0-6 8 15,0 1-8-15,0 5 3 0,0 0-3 0,-5-6 4 16,5 1-4-16,0 5 21 0,0 0-21 0,-3-6 21 15,3 4-21-15,0 2 2 0,0 0-2 0,0 0 3 16,-3-6-3-16,3 6 2 0,0 0-2 0,0 0 3 16,-3-5-3-16,3 5 11 0,0 0-11 0,0 0 11 15,0 0-11-15,0 0 8 0,0 0-8 0,0 0 8 16,0 0-8-16,0 0 3 0,0 0-3 0,0 0 4 16,0 0-4-16,0 0 12 0,0 0-12 0,0 0 13 15,-5 0-13-15,5 0 3 0,0 0-3 0,0 0 4 16,-6 0-4-16,6 0 12 0,0 0-12 0,0 0 12 0,-5 3-12 15,5-3 3-15,0 0-3 0,0 0 4 0,-9 2-4 16,9-2 0-16,0 0 0 0,-5 6 1 0,-4-6-1 16,9 0 2-16,0 0-2 0,-8 0 2 0,2 0-2 0,6 0 4 15,0 0-4-15,-13 2 5 0,1-2-5 0,12 0 0 16,0 0 0-16,-13 0 1 0,-4-2-1 0,17 2 6 16,0 0-6-16,-17-6 7 0,-2 1-7 0,19 5 7 15,0 0-7-15,-17-8 8 0,0 2-8 0,17 6 3 16,0 0-3-16,-16-13 3 0,2 2-3 0,14 11 6 15,0 0-6-15,-17-14 7 0,3 3-7 0,14 11 3 16,0 0-3-16,-16-16 3 0,-1-1-3 0,17 17 5 0,0 0-5 16,-14-13 5-16,3-4-5 0,11 17 7 0,0 0-7 15,-8-11 7-15,2 3-7 0,6 8 0 0,0 0 0 16,-6-5 0-16,1-1 0 0,5 6 0 0,0 0 0 16,-3-5 0-16,6-1 0 0,-3 6-7 0,0 0 7 0,0-5-6 15,3 2 6-15,-3 3-9 0,0 0 9 0,0 0-9 16,5-5 9-16,-5 5-9 0,0 0 9 0,0 0-8 15,6-6 8-15,-6 6-8 0,0 0 8 0,0 0-8 16,3-8 8-16,-3 8-1 0,0 0 1 0,0 0-1 16,8-3 1-16,-8 3-1 0,0 0 1 0,5 0 0 15,4-2 0-15,-9 2-1 0,0 0 1 0,8 0 0 16,1-3 0-16,-9 3 0 0,0 0 0 0,8 0 1 16,0 0-1-16,-8 0 3 0,0 0-3 0,11 0 3 15,0 3-3-15,-11-3 6 0,0 0-6 0,14 2 6 16,0 1-6-16,-14-3 15 0,0 0-15 0,17 3 15 0,0-3-15 15,-17 0 1-15,0 0-1 0,19 5 1 16,9-5-1-16,-28 0 8 0,0 0-8 0,14 0 8 0,5 6-8 16,-19-6 8-16,0 0-8 0,11 0 8 0,3 5-8 15,-14-5 0-15,0 0 0 0,11 6 1 0,-2-4-1 0,-9-2 3 16,0 0-3-16,8 6 3 0,0-1-3 0,-8-5 18 16,0 0-18-16,9 3 19 0,-1 0-19 0,-8-3 8 15,0 0-8-15,5 5 8 0,1 3-8 0,-6-8 16 16,0 0-16-16,6 3 17 0,-1 3-17 0,-5-6 8 15,0 0-8-15,6 5 9 0,-1 6-9 0,-5-11 9 16,0 0-9-16,6 5 9 0,-1 1-9 0,-5-6 15 0,0 0-15 16,6 8 15-16,-3 0-15 0,-3-8 3 0,0 0-3 15,3 8 4-15,-1-2-4 0,-2-6 12 0,0 0-12 16,3 8 13-16,0-5-13 0,-3-3 8 0,0 0-8 0,5 5 9 16,-2 1-9-16,-3-6 8 0,0 0-8 0,6 5 9 15,-1 1-9-15,-5-6 15 0,0 0-15 0,6 5 15 16,2 1-15-16,-8-6-17 0,0 0 17 0,6 5-16 15,-3-2 16-15,-3-3-34 0,0 0 34 0,0 0-34 16,5 5 34-16,-5-5-31 0,0 0 31 0,0 0-31 16,0 0 31-16,0 0-15 0,0 0 15 0,0 0-15 15,0 0 15-15,0 0-30 0,0 0 30 0,0 0-30 16,6 0 30-16,-6 0-11 0,0 0 11 0,5 0-11 16,9-8 11-16,-14 8 0 0,0 0 0 0,8-8 1 15,4 0-1-15,-12 8-2 0,0 0 2 0,13-11-2 16,4-3 2-16,-17 14-2 0,0 0 2 0,17-19-1 15,-3 0 1-15,-14 19-1 0,0 0 1 0,16-19-1 0,1-3 1 16,-17 22 0-16,0 0 0 0,19-19 0 0,4-6 0 16,-23 25 0-16,0 0 0 0,25-30 0 0,3 0 0 15,-28 30-1-15,0 0 1 0,25-24 0 0,-3-1 0 16,-22 25-3-16,0 0 3 0,19-13-2 0,-2-4 2 16,-17 17-1-16,0 0 1 0,14-8 0 0,-6 0 0 0,-8 8 0 15,0 0 0-15,6-3 1 0,2 3-1 0,-8 0-2 16,0 0 2-16,0 6-1 0,0 5 1 0,0-11 0 15,0 0 0-15,-6 5 1 0,1 3-1 0,5-8 1 16,0 0-1-16,-6 11 1 0,4-5-1 0,2-6 1 16,0 0-1-16,-6 5 1 0,3 3-1 0,3-8-46 15,0 0 46-15,0 0-45 0,0 0 45 0,0 0-202 0,0 0 202 16,6-11-201-16,2 3 201 0,6-14-1084 0</inkml:trace>
          <inkml:trace contextRef="#ctx0" brushRef="#br0" timeOffset="-690.838">2392 984 191 0,'0'0'0'15,"-5"-8"0"-15,-3-5 0 0,8 13 79 0,0 0-79 0,-6-11 80 16,3 5-80-16,3 6 72 0,0 0-72 0,0 0 73 0,-5-2-73 16,5 2 52-16,0 0-52 0,0 0 53 0,-3 5-53 15,3-5 40-15,0 0-40 0,0 0 41 0,0 0-41 16,0 0 35-16,0 0-35 0,0 0 35 0,0 0-35 16,0 0 13-16,0 0-13 0,0 0 14 0,0 0-14 15,0 0 21-15,0 0-21 0,0 0 21 0,-6 0-21 0,6 0 33 16,0 0-33-16,0 0 33 0,-2-5-33 0,2 5 46 15,0 0-46-15,0-6 47 0,0-8-47 0,0 14 34 16,0 0-34-16,0-10 35 0,0-10-35 0,0 20 26 16,0 0-26-16,0-19 26 0,0 3-26 0,0 16 27 15,0 0-27-15,2-24 27 0,4-6-27 0,-6 30 13 16,0 0-13-16,5-25 14 0,4-2-14 0,-9 27 19 16,0 0-19-16,8-28 20 0,0 1-20 0,-8 27 3 0,0 0-3 15,12-27 4-15,-1 0-4 0,-11 27 0 0,0 0 0 16,11-25 1-16,3 1-1 0,-14 24 0 0,0 0 0 15,11-17 1-15,-3 4-1 0,-8 13 1 0,0 0-1 0,6-11 2 16,-1 3-2-16,-5 8 9 0,0 0-9 0,3-6 10 16,0 1-10-16,-3 5 1 0,0 0-1 0,3-6 1 15,-1 3-1-15,-2 3 4 0,0 0-4 0,0 0 4 16,3-5-4-16,-3 5 6 0,0 0-6 0,0 0 6 16,0 0-6-16,0 0 13 0,0 0-13 0,0 0 14 15,0 0-14-15,0 0 8 0,0 0-8 0,0 0 9 16,0 0-9-16,0 0 15 0,0 0-15 0,0 0 16 15,0 0-16-15,0 0 3 0,0 0-3 0,0 0 4 16,0 0-4-16,0 0 7 0,0 0-7 0,0 0 7 16,0 0-7-16,0 0 22 0,0 0-22 0,0 0 23 15,3-5-23-15,-3 5 2 0,0 0-2 0,3-6 2 16,0 1-2-16,-3 5 13 0,0 0-13 0,2-3 13 16,-2-8-13-16,0 11 9 0,0 0-9 0,0-8 9 0,-2 2-9 15,2 6 3-15,0 0-3 0,-3-11 4 0,0 3-4 0,3 8 12 16,0 0-12-16,-6-5 13 0,1-9-13 0,5 14 14 15,0 0-14-15,-11-11 15 0,0-8-15 0,11 19 8 16,0 0-8-16,-14-19 9 0,-3-3-9 0,17 22 25 16,0 0-25-16,-17-19 26 0,3 0-26 0,14 19 6 15,0 0-6-15,-13-16 6 0,-1 2-6 0,14 14 16 16,0 0-16-16,-11-13 17 0,2-1-17 0,9 14 3 16,0 0-3-16,-5-11 4 0,-1 0-4 0,6 11 0 0,0 0 0 15,-3-11 1-15,1 3-1 0,2 8 0 0,0 0 0 16,0-14 1-16,0 6-1 0,0 8-55 0,0 0 55 15,2-11-54-15,4 0 54 0,-6 11-197 0,0 0 197 0,17-13-197 16,5-4 197-16,17-18-748 0</inkml:trace>
          <inkml:trace contextRef="#ctx0" brushRef="#br0" timeOffset="2116.5499">4766 873 203 0,'0'0'0'0,"0"0"0"0,0-6 0 0,0 6 28 16,0 0-28-16,0 0 28 0,0 0-28 0,0 0 48 15,0 0-48-15,0 0 48 0,0 0-48 0,0 0 53 16,0 0-53-16,0 0 53 0,0 0-53 0,0 0 48 15,0 0-48-15,0 0 48 0,0 0-48 0,0 0 54 0,0 0-54 16,0 0 55-16,2-2-55 0,-2 2 55 0,0 0-55 16,3-6 55-16,0-2-55 0,-3 8 55 0,0 0-55 15,3-6 56-15,-1 1-56 0,-2 5 45 0,0 0-45 16,3-5 45-16,-3-6-45 0,0 11 37 0,0 0-37 0,0-9 37 16,3 4-37-16,-3 5 24 0,0 0-24 0,0-14 25 15,3-2-25-15,-3 16 27 0,0 0-27 0,0-14 27 16,3-5-27-16,-3 19 32 0,0 0-32 0,0-22 33 15,2-5-33-15,-2 27 29 0,0 0-29 0,3-30 29 16,3-2-29-16,-6 32 23 0,0 0-23 0,5-33 24 16,1 0-24-16,-6 33 17 0,0 0-17 0,3-24 17 15,-1-6-17-15,-2 30 18 0,0 0-18 0,0-28 19 16,0 1-19-16,0 27 24 0,0 0-24 0,0-22 25 16,0 0-25-16,0 22 13 0,0 0-13 0,-2-13 13 15,-1-6-13-15,3 19 18 0,0 0-18 0,-3-11 19 16,3 3-19-16,0 8 24 0,0 0-24 0,-3-9 25 0,3 1-25 15,0 8 3-15,0 0-3 0,-3-5 3 0,3 2-3 0,0 3 22 0,0 0-22 16,0 0 22-16,-5-8-22 0,5 8 31 16,0 0-31-16,0 0 31 0,-3-3-31 0,3 3 18 15,0 0-18-15,0 0 19 0,0 0-19 0,0 0 30 16,0 0-30-16,0 0 30 0,0 0-30 0,0 0 6 0,0 0-6 0,0 0 6 16,0 0-6-16,0 0 18 0,0 0-18 0,0 0 18 15,0 0-18-15,0 0 22 0,0 0-22 0,0 0 23 16,0 0-23-16,0 0 8 15,0 0-8-15,0 0 8 0,0 0-8 0,0 0 26 16,0 0-26-16,0 0 26 0,0 0-26 0,0 0 30 0,0 0-30 16,0 0 30-16,0 0-30 0,0 0 12 0,0 0-12 15,0 0 13-15,0 0-13 0,0 0 36 0,0 0-36 0,-5 0 37 16,-1-5-37-16,6 5 5 0,0 0-5 0,-6-3 6 16,1 0-6-16,5 3 28 0,0 0-28 0,-8-5 28 15,-1-1-28-15,9 6 19 0,0 0-19 0,-14-8 20 16,0 0-20-16,14 8 16 0,0 0-16 0,-19-11 17 15,0-8-17-15,19 19 18 0,0 0-18 0,-25-19 18 16,-3-3-18-16,28 22-9 0,0 0 9 0,-25-19-9 16,3 0 9-16,22 19-68 0,0 0 68 0,-17-19-67 0,3 2 67 15,14 17-189-15,0 0 189 0,-11-13-189 16,5-6 189-16,6 19-187 0,0 0 187 0,-5-17-187 16,-1 4 187-16,-5-23-909 0</inkml:trace>
          <inkml:trace contextRef="#ctx0" brushRef="#br0" timeOffset="2885.9089">4943 382 259 0,'0'0'0'15,"9"-3"0"-15,2-2 0 0,-11 5 58 0,0 0-58 0,8-8 58 16,1-1-58-16,-9 9 44 0,0 0-44 0,8-8 44 16,-3-3-44-16,-5 11 24 0,0 0-24 0,17-21 25 15,5-7-25-15,-22 28 9 0,0 0-9 0,34-32 10 16,7-4-10-16,-41 36-3 0,0 0 3 0,50-44-3 16,12-5 3-16,-62 49-117 0,0 0 117 0,63-49-116 15,10-5 116-15,63-50-130 0</inkml:trace>
        </inkml:traceGroup>
      </inkml:traceGroup>
    </inkml:traceGroup>
    <inkml:traceGroup>
      <inkml:annotationXML>
        <emma:emma xmlns:emma="http://www.w3.org/2003/04/emma" version="1.0">
          <emma:interpretation id="{1A96E599-E426-4EBC-BB87-26785E405207}" emma:medium="tactile" emma:mode="ink">
            <msink:context xmlns:msink="http://schemas.microsoft.com/ink/2010/main" type="paragraph" rotatedBoundingBox="29116,10641 31502,11279 31333,11908 28948,11270" alignmentLevel="2"/>
          </emma:interpretation>
        </emma:emma>
      </inkml:annotationXML>
      <inkml:traceGroup>
        <inkml:annotationXML>
          <emma:emma xmlns:emma="http://www.w3.org/2003/04/emma" version="1.0">
            <emma:interpretation id="{A6C18953-4819-43D6-AA09-DE86C9D97ABE}" emma:medium="tactile" emma:mode="ink">
              <msink:context xmlns:msink="http://schemas.microsoft.com/ink/2010/main" type="line" rotatedBoundingBox="29116,10641 31502,11279 31334,11909 28948,11270"/>
            </emma:interpretation>
          </emma:emma>
        </inkml:annotationXML>
        <inkml:traceGroup>
          <inkml:annotationXML>
            <emma:emma xmlns:emma="http://www.w3.org/2003/04/emma" version="1.0">
              <emma:interpretation id="{1301AA4A-A295-430B-B0AA-7F133F59BDE5}" emma:medium="tactile" emma:mode="ink">
                <msink:context xmlns:msink="http://schemas.microsoft.com/ink/2010/main" type="inkWord" rotatedBoundingBox="29165,10644 29913,10916 29714,11467 28965,11195"/>
              </emma:interpretation>
              <emma:one-of disjunction-type="recognition" id="oneOf1">
                <emma:interpretation id="interp5" emma:lang="en-US" emma:confidence="0">
                  <emma:literal>•</emma:literal>
                </emma:interpretation>
                <emma:interpretation id="interp6" emma:lang="en-US" emma:confidence="0">
                  <emma:literal>I</emma:literal>
                </emma:interpretation>
                <emma:interpretation id="interp7" emma:lang="en-US" emma:confidence="0">
                  <emma:literal>}</emma:literal>
                </emma:interpretation>
                <emma:interpretation id="interp8" emma:lang="en-US" emma:confidence="0">
                  <emma:literal>S</emma:literal>
                </emma:interpretation>
                <emma:interpretation id="interp9" emma:lang="en-US" emma:confidence="0">
                  <emma:literal>&amp;</emma:literal>
                </emma:interpretation>
              </emma:one-of>
            </emma:emma>
          </inkml:annotationXML>
          <inkml:trace contextRef="#ctx0" brushRef="#br0" timeOffset="95320.2997">5460 1497 315 0,'0'0'0'0,"14"-5"0"15,8-4 0-15,-22 9 47 0,0 0-47 0,9-5 48 16,-4-1-48-16,-5 6 49 0,0 0-49 0,0 0 50 15,3-5-50-15,-3 5 45 0,0 0-45 0,0 0 46 16,0 0-46-16,0 0 51 0,0 0-51 0,0 0 51 16,0 0-51-16,0 0 42 0,0 0-42 0,0 0 43 0,0 0-43 15,0 0 58-15,0 0-58 0,0 0 58 0,-3-8-58 16,3 8 72-16,0 0-72 0,0 0 73 0,-2-8-73 16,2 8 48-16,0 0-48 0,0 0 49 0,0 0-49 15,0 0 39-15,0 0-39 0,0 0 40 0,0 0-40 16,0 0 35-16,0 0-35 0,0 0 36 0,0 0-36 0,0 0 13 15,0 0-13-15,0 0 14 0,0 5-14 0,0-5 21 16,0 0-21-16,0 0 21 0,2 11-21 0,-2-11 8 16,0 0-8-16,6 3 8 0,2-1-8 0,-8-2 34 15,0 0-34-15,9 6 34 0,2-1-34 0,-11-5 9 16,0 0-9-16,8 9 10 0,3-7-10 0,-11-2 30 16,0 0-30-16,11 8 30 0,-2 1-30 0,-9-9 11 15,0 0-11-15,8 8 11 0,3 3-11 0,-11-11 5 0,0 0-5 16,11 11 6-16,0 0-6 0,-11-11 8 0,0 0-8 15,11 13 9-15,0-5-9 0,-11-8 13 0,0 0-13 0,12 11 14 16,-4-3-14-16,-8-8 8 0,0 0-8 0,8 11 9 16,1 0-9-16,-9-11 9 0,0 0-9 0,11 8 9 15,0 3-9-15,-11-11 1 0,0 0-1 0,11 11 1 16,0-3-1-16,-11-8 0 0,0 0 0 0,11 11 1 16,0-5-1-16,-11-6 0 0,0 0 0 0,11 5 1 15,-2 3-1-15,-9-8 5 0,0 0-5 0,8 6 6 16,0-6-6-16,-8 0 3 0,0 0-3 0,6 3 4 15,0-1-4-15,-6-2-48 0,0 0 48 0,0 0-47 16,5 3 47-16,-5-3-185 0,0 0 185 0,0 0-185 16,0 0 185-16,0 0-791 0</inkml:trace>
        </inkml:traceGroup>
        <inkml:traceGroup>
          <inkml:annotationXML>
            <emma:emma xmlns:emma="http://www.w3.org/2003/04/emma" version="1.0">
              <emma:interpretation id="{F105EE8E-1DC4-4732-A35C-2C7E5EA021F9}" emma:medium="tactile" emma:mode="ink">
                <msink:context xmlns:msink="http://schemas.microsoft.com/ink/2010/main" type="inkWord" rotatedBoundingBox="30671,11821 30760,11147 31422,11234 31334,11909"/>
              </emma:interpretation>
              <emma:one-of disjunction-type="recognition" id="oneOf2">
                <emma:interpretation id="interp10" emma:lang="en-US" emma:confidence="0">
                  <emma:literal>S</emma:literal>
                </emma:interpretation>
                <emma:interpretation id="interp11" emma:lang="en-US" emma:confidence="0">
                  <emma:literal>k</emma:literal>
                </emma:interpretation>
                <emma:interpretation id="interp12" emma:lang="en-US" emma:confidence="0">
                  <emma:literal>c</emma:literal>
                </emma:interpretation>
                <emma:interpretation id="interp13" emma:lang="en-US" emma:confidence="0">
                  <emma:literal>l</emma:literal>
                </emma:interpretation>
                <emma:interpretation id="interp14" emma:lang="en-US" emma:confidence="0">
                  <emma:literal>1</emma:literal>
                </emma:interpretation>
              </emma:one-of>
            </emma:emma>
          </inkml:annotationXML>
          <inkml:trace contextRef="#ctx0" brushRef="#br0" timeOffset="99057.3287">4182 1254 1468 0,'0'0'0'15,"0"0"-299"-15,0 0 299 0,0 0-299 0,0 0 299 0,0 0-59 16,0 0 59-16,0 0-58 0,0 0 58 0,0 0-61 16,0 0 61-16,0 0-61 0,0 0 61 0,0 0-37 15,0 0 37-15,0 0-37 0,0 0 37 0,0 0 0 16,0 0 0-16,0 0 0 0,0 0 0 0,0 0 0 15,0 0 0-15,0 0 0 0,0 0 0 0,0 0 9 0,0 0-9 16,0 0 10-16,0 0-10 0,0 0 17 0,0 0-17 16,0 0 17-16,0 0-17 0,0 0 33 0,0 0-33 15,0 0 34-15,0 0-34 0,0 0 35 0,0 0-35 16,0 0 36-16,0 0-36 0,0 0 49 0,0 0-49 16,0 0 50-16,0 0-50 0,0 0 47 0,0 0-47 0,0 0 48 15,0 0-48-15,0 0 37 0,0 0-37 0,0 0 37 16,0 0-37-16,0 0 40 0,0 0-40 0,0 0 41 15,0 0-41-15,0 0 34 0,0 0-34 0,0 0 34 16,0 0-34-16,0 0 38 0,0 0-38 0,0 0 39 16,-17-27-39-16,17 27 39 0,0 0-39 0,-8-19 39 15,-3 0-39-15,11 19 25 0,0 0-25 0,-11-11 26 16,5-5-26-16,6 16 18 0,0 0-18 0,-14-9 18 16,6 4-18-16,8 5 35 0,0 0-35 0,-6-5 35 15,1 2-35-15,5 3 28 0,0 0-28 0,-6-3 28 16,4 3-28-16,2 0 39 0,0 0-39 0,0 0 39 0,-6-3-39 15,6 3 38-15,0 0-38 0,0 0 39 0,-6-5-39 16,6 5 25-16,0 0-25 0,0 0 26 0,0 0-26 16,0 0 27-16,0 0-27 0,-5 0 27 0,-1-8-27 0,6 8 14 15,0 0-14-15,-8-6 15 0,0-2-15 0,8 8 35 16,0 0-35-16,-9-3 36 0,1-5-36 0,8 8 18 16,0 0-18-16,-8-5 19 0,-1 2-19 0,9 3 11 15,0 0-11-15,-8-5 11 0,0-4-11 0,8 9 35 16,0 0-35-16,-9-8 36 0,4 0-36 0,5 8 18 15,0 0-18-15,-6-3 18 0,1-5-18 0,5 8 28 16,0 0-28-16,-9-5 28 0,1-1-28 0,8 6 13 16,0 0-13-16,-8-5 13 0,2 5-13 0,6 0 29 0,0 0-29 15,-6-6 29-15,1 4-29 0,5 2 2 0,0 0-2 16,0 0 2-16,-6-3-2 0,6 3 21 0,0 0-21 0,0 0 21 16,0 0-21-16,0 0 7 0,0 0-7 0,0 0 7 15,0 0-7-15,0 0 16 0,0 0-16 0,0 0 17 16,-5 0-17-16,5 0-9 0,0 0 9 0,0 0-9 15,-6 0 9-15,6 0-35 0,0 0 35 0,0 0-34 16,0 0 34-16,0 0-29 0,0 0 29 0,0 0-29 16,0-6 29-16,0 6-9 0,0 0 9 0,0-8-9 15,0-3 9-15,0 11-20 0,0 0 20 0,0-13-19 0,0-4 19 0,0 17-4 16,0 0 4-16,0-16-3 0,0 0 3 0,0 16-3 0,0 0 3 16,0-19-2-1,0-6 2-15,0 25 0 0,0 0 0 0,0-22 1 16,0 0-1-16,0 22-1 0,0 0 1 0,0-24-1 0,0-3 1 15,0 27-1-15,0 0 1 0,0-28-1 0,0-2 1 16,0 30-4-16,0 0 4 0,3-27-3 0,0 3 3 16,-3 24-7-16,0 0 7 0,3-22-6 0,-1 5 6 15,-2 17 0-15,0 0 0 0,0-19 0 0,-2 0 0 0,2 19 0 16,0 0 0-16,-3-13 0 0,3-1 0 0,0 14 0 16,0 0 0-16,-3-5 0 0,0-6 0 0,3 11 2 15,0 0-2-15,0-9 2 0,0 4-2 0,0 5-1 16,0 0 1-16,0-5 0 0,0-1 0 0,0 6-1 15,0 0 1-15,0 0 0 0,-5-5 0 0,5 5-1 16,0 0 1-16,0 0 0 0,-6-3 0 0,6 3-8 16,0 0 8-16,0 0-7 0,-5-3 7 0,5 3-4 0,0 0 4 15,0 0-3-15,-6-3 3 0,6 3-6 0,0 0 6 16,0 0-6-16,-6 0 6 0,6 0-3 0,0 0 3 0,0 0-3 16,-8 6 3-16,8-6-2 0,0 0 2 0,-5 5-2 15,2 4 2-15,3-9-1 0,0 0 1 0,-6 10-1 0,3 4 1 0,3-14-1 16,0 0 1-16,-5 16-1 15,2 4 1-15,3-20-1 0,0 0 1 0,-5 21 0 16,2 4 0-16,3-25-3 0,0 0 3 0,-6 24-3 16,3 1 3-16,3-25 0 0,0 0 0 0,-5 22 0 15,2 0 0-15,3-22-2 0,0 0 2 0,-3 21-1 16,1-10 1-16,2-11-5 0,0 0 5 0,0 14-4 16,5-3 4-16,-5-11 0 0,0 0 0 0,3 13 0 0,2-4 0 15,-5-9-2-15,0 0 2 0,6 11-2 16,0-1 2-16,-6-10 0 0,0 0 0 0,5 14 0 0,1-6 0 15,-6-8-2-15,0 0 2 0,2 11-1 0,1 0 1 16,-3-11-2-16,0 0 2 0,3 11-1 0,-3 3 1 16,0-14 0-16,0 0 0 0,0 8 0 0,-3 3 0 0,3-11 1 15,0 0-1-15,-3 11 2 0,-2-3-2 16,5-8 0-16,0 0 0 0,-6 11 0 0,1-9 0 0,5-2 1 16,0 0-1-16,-6 6 2 0,1-1-2 0,5-5 1 15,0 0-1-15,-6 6 2 0,3-6-2 0,3 0 1 16,0 0-1-16,-5 2 1 0,2-2-1 0,3 0 8 15,0 0-8-15,-6 0 8 0,1 0-8 0,5 0 3 16,0 0-3-16,-6 0 4 0,-2 0-4 0,8 0 6 16,0 0-6-16,-8 0 6 0,-3-2-6 0,11 2 3 0,0 0-3 15,-12-6 3-15,1 1-3 0,11 5 2 0,0 0-2 16,-8-6 2-16,0 4-2 0,8 2 1 0,0 0-1 16,-6 0 2-16,1-6-2 0,5 6 0 0,0 0 0 15,-6 0 0-15,3 0 0 0,3 0-2 0,0 0 2 0,0 0-1 16,0 0 1-16,0 0 0 0,0 0 0 0,0 0 1 15,-5-5-1-15,5 5 0 0,0 0 0 0,0 0 0 16,-9-6 0-16,9 6 0 0,0 0 0 0,-5-2 0 16,-4 2 0-16,9 0-2 0,0 0 2 0,-8 0-1 15,-3 2 1-15,11-2-5 0,0 0 5 0,-11 3-5 16,3-3 5-16,8 0-1 0,0 0 1 0,-9 3 0 16,1-3 0-16,8 0 1 0,0 0-1 0,-6 0 2 15,1 0-2-15,5 0 0 0,0 0 0 0,-6 0 1 16,1 0-1-16,5 0 2 0,0 0-2 0,-6 0 3 15,0 0-3-15,6 0 0 0,0 0 0 0,-5 0 0 16,-1 0 0-16,6 0 0 0,0 0 0 0,-5 0 0 0,2 0 0 16,3 0 1-16,0 0-1 0,-6 0 2 0,4 0-2 15,2 0 0-15,0 0 0 0,-6 0 0 0,1-3 0 0,5 3 1 16,0 0-1-16,-6 0 1 0,0-3-1 0,6 3 1 16,0 0-1-16,-5 0 1 0,-1-2-1 0,6 2 0 15,0 0 0-15,-5 0 1 0,-1-3-1 0,6 3 0 16,0 0 0-16,-5 0 1 0,2-3-1 0,3 3 0 15,0 0 0-15,-6 0 1 0,4 0-1 0,2 0 0 16,0 0 0-16,-6 0 0 0,-2 0 0 0,8 0-1 16,0 0 1-16,-6 0 0 0,1 3 0 0,5-3-3 15,0 0 3-15,-6 3-3 0,3-3 3 0,3 0-2 16,0 0 2-16,-5 2-2 0,2-2 2 0,3 0-5 0,0 0 5 16,-6 3-5-16,1 0 5 0,5-3-21 0,0 0 21 15,-6 5-21-15,3-5 21 0,3 0-3 0,0 0 3 0,0 0-2 16,-5 0 2-16,5 0-94 0,0 0 94 0,0 0-93 15,3 6 93-15,-3-6-131 0,0 0 131 0,2 5-1126 16,-4-10 1126-16</inkml:trace>
          <inkml:trace contextRef="#ctx0" brushRef="#br0" timeOffset="94374.6142">5166 1410 460 0,'0'0'0'0,"0"0"0"0,11 8 0 0,-11-8-43 0,0 0 43 15,0 0-43-15,0 0 43 0,0 0 2 0,0 0-2 16,0 0 3-16,0 0-3 0,0 0 12 0,0 0-12 0,0 0 12 15,0 0-12-15,0 0 37 0,0 0-37 0,0 0 38 16,0 0-38-16,0 0 42 0,0 0-42 0,0 0 43 16,0 0-43-16,0 0 35 0,0 0-35 0,0 0 35 15,5 0-35-15,-5 0 26 0,0 0-26 0,0 0 26 16,9 0-26-16,-9 0 9 0,0 0-9 0,5 0 10 16,4 0-10-16,-9 0 28 0,0 0-28 0,8 0 28 15,0 0-28-15,-8 0 11 0,0 0-11 0,11-6 11 16,1 4-11-16,-12 2 5 0,0 0-5 0,11-3 5 15,3-2-5-15,-14 5 23 0,0 0-23 0,13-3 24 16,1-3-24-16,-14 6 12 0,0 0-12 0,14 0 13 16,3-5-13-16,-17 5 17 0,0 0-17 0,14-3 17 0,2 3-17 15,-16 0 15-15,0 0-15 0,17-2 16 0,3-1-16 16,-20 3 26-16,0 0-26 0,13-3 26 0,1-2-26 0,-14 5 12 16,0 0-12-16,14-3 13 0,-3-5-13 0,-11 8 41 15,0 0-41-15,12-6 41 0,-4 4-41 0,-8 2 37 16,0 0-37-16,5-3 37 0,1 0-37 0,-6 3 38 15,0 0-38-15,0 0 39 0,6-3-39 0,-6 3 34 16,0 0-34-16,0 0 35 0,5 0-35 0,-5 0 23 16,0 0-23-16,0 0 24 0,8-8-24 0,-8 8 28 15,0 0-28-15,9-3 28 0,-1-2-28 0,-8 5 13 0,0 0-13 16,8-3 13-16,4-2-13 0,-12 5 11 0,0 0-11 16,8-8 11-16,-3 5-11 0,-5 3 51 0,0 0-51 15,6-3 52-15,-3 0-52 0,-3 3 38 0,0 0-38 0,0 0 38 16,5-2-38-16,-5 2 40 0,0 0-40 15,0 0 40-15,0 0-40 0,0 0 40 0,0 0-40 0,0 0 41 16,0 0-41-16,0 0 26 0,0 0-26 0,0 0 26 16,-5 0-26-16,5 0 27 0,0 0-27 0,0 0 27 15,0 0-27-15,0 0 33 0,0 0-33 0,0 0 33 16,0 0-33-16,0 0 29 0,0 0-29 0,0 0 29 16,0 0-29-16,0 0 23 0,0 0-23 0,0 0 24 15,0-11-24-15,0 11 10 0,0 0-10 0,3-8 10 16,-1-3-10-16,-2 11-21 0,0 0 21 0,6-14-21 15,2-2 21-15,-8 16-34 0,0 0 34 0,9-19-33 16,2 0 33-16,-11 19-23 0,0 0 23 0,8-22-22 16,3 3 22-16,-11 19-37 0,0 0 37 0,8-17-36 0,1 1 36 15,-9 16-30-15,0 0 30 0,5-14-30 0,1 3 30 16,-6 11-8-16,0 0 8 0,5-10-8 0,-2-1 8 16,-3 11-6-16,0 0 6 0,3-11-6 0,3-3 6 15,-6 14-8-15,0 0 8 0,5-11-8 0,1-2 8 0,-6 13-3 16,0 0 3-16,5-9-3 0,1 1 3 0,-6 8-2 15,0 0 2-15,5-5-1 0,1-1 1 0,-6 6-5 16,0 0 5-16,5 0-4 0,-2-5 4 0,-3 5-2 16,0 0 2-16,0 0-2 0,9-3 2 0,-9 3-18 15,0 0 18-15,0 0-18 0,5 0 18 0,-5 0-78 16,0 0 78-16,0 0-77 0,6 3 77 0,-6-3-179 16,0 0 179-16,0 0-179 0,5 5 179 0,1 1-791 0</inkml:trace>
        </inkml:traceGroup>
      </inkml:traceGroup>
    </inkml:traceGroup>
  </inkml:traceGroup>
</inkml:ink>
</file>

<file path=ppt/ink/ink42.xml><?xml version="1.0" encoding="utf-8"?>
<inkml:ink xmlns:inkml="http://www.w3.org/2003/InkML">
  <inkml:definitions>
    <inkml:context xml:id="ctx0">
      <inkml:inkSource xml:id="inkSrc0">
        <inkml:traceFormat>
          <inkml:channel name="X" type="integer" max="19500" units="cm"/>
          <inkml:channel name="Y" type="integer" max="11180" units="cm"/>
          <inkml:channel name="F" type="integer" max="4096" units="dev"/>
          <inkml:channel name="T" type="integer" max="2.14748E9" units="dev"/>
        </inkml:traceFormat>
        <inkml:channelProperties>
          <inkml:channelProperty channel="X" name="resolution" value="631.06793" units="1/cm"/>
          <inkml:channelProperty channel="Y" name="resolution" value="642.52875" units="1/cm"/>
          <inkml:channelProperty channel="F" name="resolution" value="0" units="1/dev"/>
          <inkml:channelProperty channel="T" name="resolution" value="1" units="1/dev"/>
        </inkml:channelProperties>
      </inkml:inkSource>
      <inkml:timestamp xml:id="ts0" timeString="2020-12-07T08:26:00.160"/>
    </inkml:context>
    <inkml:brush xml:id="br0">
      <inkml:brushProperty name="width" value="0.1" units="cm"/>
      <inkml:brushProperty name="height" value="0.1" units="cm"/>
      <inkml:brushProperty name="color" value="#ED1C24"/>
      <inkml:brushProperty name="fitToCurve" value="1"/>
    </inkml:brush>
  </inkml:definitions>
  <inkml:traceGroup>
    <inkml:annotationXML>
      <emma:emma xmlns:emma="http://www.w3.org/2003/04/emma" version="1.0">
        <emma:interpretation id="{BAD1A430-E3FA-4034-88DA-56ABB6021368}" emma:medium="tactile" emma:mode="ink">
          <msink:context xmlns:msink="http://schemas.microsoft.com/ink/2010/main" type="writingRegion" rotatedBoundingBox="19078,11217 23583,9287 24213,10757 19708,12687"/>
        </emma:interpretation>
      </emma:emma>
    </inkml:annotationXML>
    <inkml:traceGroup>
      <inkml:annotationXML>
        <emma:emma xmlns:emma="http://www.w3.org/2003/04/emma" version="1.0">
          <emma:interpretation id="{392F5546-39A9-4DA9-B339-45FE77FFF7D8}" emma:medium="tactile" emma:mode="ink">
            <msink:context xmlns:msink="http://schemas.microsoft.com/ink/2010/main" type="paragraph" rotatedBoundingBox="19099,10315 21800,10315 21800,11266 19099,11266" alignmentLevel="1"/>
          </emma:interpretation>
        </emma:emma>
      </inkml:annotationXML>
      <inkml:traceGroup>
        <inkml:annotationXML>
          <emma:emma xmlns:emma="http://www.w3.org/2003/04/emma" version="1.0">
            <emma:interpretation id="{F26E6724-2528-4123-9B7B-D3E6DA59D344}" emma:medium="tactile" emma:mode="ink">
              <msink:context xmlns:msink="http://schemas.microsoft.com/ink/2010/main" type="inkBullet" rotatedBoundingBox="19055,11134 21686,10265 21864,10805 19233,11674"/>
            </emma:interpretation>
            <emma:one-of disjunction-type="recognition" id="oneOf0">
              <emma:interpretation id="interp0" emma:lang="en-US" emma:confidence="0">
                <emma:literal>→</emma:literal>
              </emma:interpretation>
            </emma:one-of>
          </emma:emma>
        </inkml:annotationXML>
        <inkml:trace contextRef="#ctx0" brushRef="#br0">0 444 449 0,'0'0'0'0,"19"-11"0"16,20-10 0-16,-39 21 62 0,0 0-62 0,14-6 62 15,-14 9-62-15,0-3 53 0,0 0-53 0,0 0 54 16,6 11-54-16,-6-11 55 0,0 0-55 0,16 0 55 16,12-3-55-16,-28 3 16 0,0 0-16 0,45-14 17 15,5-7-17-15,-50 21 7 0,0 0-7 0,58-30 8 16,14-6-8-16,-72 36 1 0,0 0-1 0,73-43 2 0,13-12-2 16,-86 55-69-16,0 0 69 0,94-52-68 0,9-2 68 15,97-58-451-15</inkml:trace>
        <inkml:trace contextRef="#ctx0" brushRef="#br0" timeOffset="1305.7221">1264-90 516 0,'0'0'0'0,"9"22"0"0,5 16 0 0,-14-38 52 16,0 0-52-16,5 5 53 0,1-10-53 0,-6 5 49 0,0 0-49 16,2-5 49-16,1-9-49 0,-3 14 31 0,0 0-31 15,6-6 31-15,2 6-31 0,-8 0 3 0,0 0-3 0,14 3 4 16,6 8-4-16,-20-11 39 0,0 0-39 0,16 19 40 16,6 6-40-16,-22-25 36 0,0 0-36 0,20 35 36 15,2 3-36-15,-22-38 32 0,0 0-32 0,20 38 33 16,2 3-33-16,-22-41 33 0,0 0-33 0,25 36 34 15,-6 2-34-15,-19-38 3 0,0 0-3 0,28 25 3 16,5-1-3-16,-33-24 9 0,0 0-9 0,23 19 9 16,-1-2-9-16,-22-17 39 0,0 0-39 0,22 13 39 15,0-7-39-15,-22-6 26 0,0 0-26 0,20 0 26 16,-1 0-26-16,-19 0 26 0,0 0-26 0,20-11 26 0,-4 0-26 16,-16 11 9-16,0 0-9 0,17-17 10 15,-6-4-10-15,-11 21 5 0,0 0-5 0,8-19 6 16,1-11-6-16,-9 30 3 0,0 0-3 0,5-33 3 0,-5-5-3 15,0 38 10-15,0 0-10 0,0-36 11 0,0-2-11 16,0 38 8-16,0 0-8 0,-5-30 8 0,5 3-8 0,0 27 8 16,0 0-8-16,-3-25 9 0,3 6-9 0,0 19 3 15,0 0-3-15,-3-19 4 0,0 0-4 0,3 19 2 16,0 0-2-16,-2-14 2 0,2 3-2 0,0 11 1 16,0 0-1-16,0-13 2 0,0 2-2 0,0 11 23 15,0 0-23-15,2-11 24 0,1 3-24 0,-3 8 20 16,0 0-20-16,3-14 20 0,5 3-20 0,-8 11 35 0,0 0-35 15,6-5 35-15,2-6-35 0,-8 11 20 0,0 0-20 16,11-3 20-16,0 0-20 0,-11 3 11 0,0 0-11 16,14 3 11-16,3 0-11 0,-17-3 18 0,0 0-18 15,22 11 19-15,3-6-19 0,-25-5 8 0,0 0-8 0,28 8 8 16,3 3-8-16,-31-11 9 0,0 0-9 0,41 6 9 16,12-6-9-16,-53 0 8 0,0 0-8 0,53-14 8 15,5-2-8-15,-58 16 15 0,0 0-15 0,56-19 15 16,2-6-15-16,-58 25 8 0,0 0-8 0,53-32 8 15,0-4-8-15,-53 36 9 0,0 0-9 0,44-30 9 16,-8-8-9-16,-36 38 3 0,0 0-3 0,36-33 4 16,-5 6-4-16,-31 27 2 0,0 0-2 0,25-25 2 15,-5 1-2-15,-20 24-3 0,0 0 3 0,13-16-3 16,-4 2 3-16,-9 14-4 0,0 0 4 0,3-11-3 16,-3 3 3-16,0 8-7 0,0 0 7 0,-6-6-7 15,0 1 7-15,6 5-4 0,0 0 4 0,-13 0-3 0,-7 3 3 16,20-3-6-16,0 0 6 0,-25 8-5 0,-3-3 5 15,28-5-1-15,0 0 1 0,-28 6 0 0,3 2 0 16,25-8-1-16,0 0 1 0,-22 11 0 0,-6-3 0 0,28-8 2 16,0 0-2-16,-22 11 3 0,6 2-3 0,16-13 13 15,0 0-13-15,-17 20 13 0,6 4-13 0,11-24 15 16,0 0-15-16,-6 27 16 0,6 6-16 0,0-33 9 16,0 0-9-16,0 30 10 0,3-3-10 0,-3-27 34 15,0 0-34-15,17 33 34 0,10 0-34 0,-27-33 4 16,0 0-4-16,34 32 5 0,2-2-5 0,-36-30-22 15,0 0 22-15,55 11-22 0,15-11 22 0,-70 0-145 0,0 0 145 16,125 11-1162-16,-250-22 1162 0</inkml:trace>
      </inkml:traceGroup>
    </inkml:traceGroup>
    <inkml:traceGroup>
      <inkml:annotationXML>
        <emma:emma xmlns:emma="http://www.w3.org/2003/04/emma" version="1.0">
          <emma:interpretation id="{2A8F6BE6-5DC1-4ACF-AB80-F5620F42A906}" emma:medium="tactile" emma:mode="ink">
            <msink:context xmlns:msink="http://schemas.microsoft.com/ink/2010/main" type="paragraph" rotatedBoundingBox="19990,11803 23936,10112 24213,10757 20267,12448" alignmentLevel="2"/>
          </emma:interpretation>
        </emma:emma>
      </inkml:annotationXML>
      <inkml:traceGroup>
        <inkml:annotationXML>
          <emma:emma xmlns:emma="http://www.w3.org/2003/04/emma" version="1.0">
            <emma:interpretation id="{CE4A99EC-4E5C-4515-947E-9F41096F569F}" emma:medium="tactile" emma:mode="ink">
              <msink:context xmlns:msink="http://schemas.microsoft.com/ink/2010/main" type="inkBullet" rotatedBoundingBox="20003,11832 20514,11613 20768,12206 20257,12425"/>
            </emma:interpretation>
            <emma:one-of disjunction-type="recognition" id="oneOf1">
              <emma:interpretation id="interp1" emma:lang="en-US" emma:confidence="0">
                <emma:literal>↳</emma:literal>
              </emma:interpretation>
            </emma:one-of>
          </emma:emma>
        </inkml:annotationXML>
        <inkml:trace contextRef="#ctx0" brushRef="#br0" timeOffset="4339.7641">1131 913 247 0,'0'0'0'0,"0"0"0"15,0 0 0-15,0 0 68 0,0 0-68 0,0 0 69 16,0 0-69-16,0 0 45 0,0 0-45 0,0 0 46 0,0 0-46 16,0 0 46-16,0 0-46 0,0 0 46 0,0 0-46 15,0 0 40-15,0 0-40 0,0 0 41 0,0 0-41 16,0 0 45-16,0 0-45 0,0 0 46 0,0 0-46 0,0 0 28 16,0 0-28-16,0 0 28 0,0 0-28 0,0 0 10 15,0 0-10-15,0 0 10 0,0 0-10 0,0 0 19 16,0 0-19-16,0 0 20 0,0 0-20 0,0 0 13 15,0 0-13-15,0 0 14 0,0 0-14 0,0 0 16 16,0 0-16-16,0 0 17 0,0 0-17 0,0 0 9 16,0 0-9-16,0 0 9 0,0 0-9 0,0 0 16 15,0 0-16-15,0 0 17 0,0 0-17 0,0 0 8 16,0 0-8-16,0 0 8 0,-28 33-8 0,28-33 3 0,0 0-3 16,-14 19 4-16,-2 0-4 0,16-19 3 0,0 0-3 15,-14 19 3-15,0 0-3 0,14-19 1 0,0 0-1 16,-9 17 2-16,1-4-2 0,8-13 3 0,0 0-3 0,-5 14 4 15,-1-3-4-15,6-11 2 0,0 0-2 0,-6 8 2 16,4 0-2-16,2-8 1 0,0 0-1 0,-3 8 2 16,0-2-2-16,3-6 4 0,0 0-4 0,0 8 5 15,-5 3-5-15,5-11 2 0,0 0-2 0,-3 11 2 16,0-3-2-16,3-8 0 0,0 0 0 0,-3 11 0 16,3 0 0-16,0-11 0 0,0 0 0 0,0 11 0 15,0-3 0-15,0-8 1 0,0 0-1 0,0 8 1 16,0-2-1-16,0-6 3 0,0 0-3 0,0 5 4 15,0-2-4-15,0-3 3 0,0 0-3 0,0 0 3 16,6 5-3-16,-6-5 11 0,0 0-11 0,0 0 11 16,8 3-11-16,-8-3 23 0,0 0-23 0,0 0 24 0,6 3-24 15,-6-3 21-15,0 0-21 0,8 5 21 0,0-5-21 16,-8 0 25-16,0 0-25 0,11 0 26 0,-5 3-26 16,-6-3 14-16,0 0-14 0,8 3 15 0,-2-3-15 0,-6 0 10 15,0 0-10-15,8 0 11 0,3-3-11 0,-11 3 17 16,0 0-17-16,12-3 17 0,4-2-17 0,-16 5 3 15,0 0-3-15,14-6 4 0,0-2-4 0,-14 8 2 16,0 0-2-16,19-5 3 0,-5-6-3 0,-14 11 5 16,0 0-5-16,20-9 5 0,-9 4-5 0,-11 5 2 15,0 0-2-15,14-8 3 0,0 2-3 0,-14 6 1 16,0 0-1-16,14-5 2 0,-1-1-2 0,-13 6 1 0,0 0-1 16,12 0 2-16,-1-5-2 0,-11 5 3 0,0 0-3 15,16-3 4-15,4-2-4 0,-20 5 5 0,0 0-5 16,22-6 6-16,-2 1-6 0,-20 5 0 0,0 0 0 15,16-6 0-15,1 4 0 0,-17 2 12 0,0 0-12 0,17-3 13 16,-4 0-13-16,-13 3 3 0,0 0-3 0,17-2 4 16,-3-1-4-16,-14 3 14 0,0 0-14 0,14-6 15 15,0 1-15-15,-14 5 15 0,0 0-15 0,14-3 15 16,-3 3-15-16,-11 0 24 0,0 0-24 0,14 0 25 16,-6 3-25-16,-8-3 3 0,0 0-3 0,11 5 3 15,-5-5-3-15,-6 0 22 0,0 0-22 0,8 6 22 16,-5-6-22-16,-3 0 2 0,0 0-2 0,0 0 3 15,5 5-3-15,-5-5 2 0,0 0-2 0,3 8 3 16,-3 3-3-16,0-11 5 0,0 0-5 0,0 9 6 16,3 1-6-16,-3-10 21 0,0 0-21 0,0 17 21 0,-3 2-21 15,3-19 2-15,0 0-2 0,-5 19 3 0,-1 3-3 16,6-22 13-16,0 0-13 0,-8 22 13 0,-3 2-13 16,11-24 24-16,0 0-24 0,-14 19 25 0,0 6-25 15,14-25 6-15,0 0-6 0,-14 22 7 0,-3-1-7 0,17-21 17 16,0 0-17-16,-16 19 17 0,-1-2-17 0,17-17 3 15,0 0-3-15,-17 19 4 0,3 0-4 0,14-19 3 16,0 0-3-16,-11 16 3 0,3 3-3 0,8-19-66 16,0 0 66-16,-6 9-65 0,1 2 65 0,5-11-195 15,0 0 195-15,5 5-195 0,6-5 195 0,6 3-798 16</inkml:trace>
      </inkml:traceGroup>
      <inkml:traceGroup>
        <inkml:annotationXML>
          <emma:emma xmlns:emma="http://www.w3.org/2003/04/emma" version="1.0">
            <emma:interpretation id="{BD52E8FE-8584-4DA0-8A33-BD5D35440AB1}" emma:medium="tactile" emma:mode="ink">
              <msink:context xmlns:msink="http://schemas.microsoft.com/ink/2010/main" type="line" rotatedBoundingBox="20747,11479 23936,10112 24213,10757 21023,12123"/>
            </emma:interpretation>
          </emma:emma>
        </inkml:annotationXML>
        <inkml:traceGroup>
          <inkml:annotationXML>
            <emma:emma xmlns:emma="http://www.w3.org/2003/04/emma" version="1.0">
              <emma:interpretation id="{E26D03A5-5B3A-4D45-AADA-C6A65DC18FD9}" emma:medium="tactile" emma:mode="ink">
                <msink:context xmlns:msink="http://schemas.microsoft.com/ink/2010/main" type="inkWord" rotatedBoundingBox="22096,10901 23936,10112 24205,10740 22365,11528"/>
              </emma:interpretation>
              <emma:one-of disjunction-type="recognition" id="oneOf2">
                <emma:interpretation id="interp2" emma:lang="en-US" emma:confidence="1">
                  <emma:literal>election</emma:literal>
                </emma:interpretation>
                <emma:interpretation id="interp3" emma:lang="en-US" emma:confidence="0">
                  <emma:literal>creation</emma:literal>
                </emma:interpretation>
                <emma:interpretation id="interp4" emma:lang="en-US" emma:confidence="0">
                  <emma:literal>e\ecition</emma:literal>
                </emma:interpretation>
                <emma:interpretation id="interp5" emma:lang="en-US" emma:confidence="0">
                  <emma:literal>elecition</emma:literal>
                </emma:interpretation>
                <emma:interpretation id="interp6" emma:lang="en-US" emma:confidence="0">
                  <emma:literal>c\ecition</emma:literal>
                </emma:interpretation>
              </emma:one-of>
            </emma:emma>
          </inkml:annotationXML>
          <inkml:trace contextRef="#ctx0" brushRef="#br0" timeOffset="6861.511">3262 120 460 0,'0'0'0'0,"0"16"0"16,3 12 0-16,-3-28 52 0,0 0-52 16,0 13 52-16,6-2-52 0,-6-11 35 0,0 0-35 15,-6 8 36-15,3 0-36 0,3-8 8 0,0 0-8 16,-5 9 8-16,-4-1-8 0,9-8 3 0,0 0-3 0,-8 16 3 16,-3 6-3-16,11-22 1 0,0 0-1 0,-14 25 2 15,3-1-2-15,11-24 33 0,0 0-33 0,-17 30 34 16,3 3-34-16,14-33 51 0,0 0-51 0,-8 24 51 15,3-2-51-15,5-22 47 0,0 0-47 0,0 25 47 16,5-1-47-16,-5-24 38 0,0 0-38 0,8 22 38 0,4 0-38 16,-12-22 10-16,0 0-10 0,19 16 11 15,3-2-11-15,-22-14-52 0,0 0 52 0,22 8-52 16,1-3 52-16,-23-5-102 0,0 0 102 0,33-10-102 16,0-10 102-16,28-15-449 0</inkml:trace>
          <inkml:trace contextRef="#ctx0" brushRef="#br0" timeOffset="7193.3927">3490 240 91 0,'0'0'0'0,"0"-11"0"16,0-5 0-16,0-12-9 0</inkml:trace>
          <inkml:trace contextRef="#ctx0" brushRef="#br0" timeOffset="10690.7847">3535 314 460 0,'0'0'0'0,"14"-11"0"16,11-6 0-16,-25 17-83 0,0 0 83 0,13-8-82 16,1-3 82-16,17-8-141 0</inkml:trace>
          <inkml:trace contextRef="#ctx0" brushRef="#br0" timeOffset="9938.6844">3474-125 505 0,'0'0'0'16,"0"0"0"-16,47 21 0 0,-47-21 51 0,0 0-51 15,14 3 51-15,-3-6-51 0,-11 3 37 0,0 0-37 0,5 0 38 16,-2-11-38-16,-3 11 25 0,0 0-25 0,3-5 26 15,-3 0-26-15,0 5 4 0,0 0-4 0,0 0 5 16,0-3-5-16,0 3 33 0,0 0-33 0,0 0 33 16,0 0-33-16,0 0 45 0,0 0-45 0,0 0 46 15,0 0-46-15,0 0 46 0,0 0-46 0,0 0 46 16,0 0-46-16,0 0 48 0,0 0-48 0,0 0 48 16,0 0-48-16,0 0 37 0,0 0-37 0,0 0 37 15,0 0-37-15,0 0 26 0,0 0-26 0,0 0 26 16,8 5-26-16,-8-5 34 0,0 0-34 0,9 8 35 15,-1 3-35-15,-8-11 20 0,0 0-20 0,8 9 20 16,1 1-20-16,-9-10 18 0,0 0-18 0,2 14 19 0,1 2-19 16,-3-16 10-16,0 0-10 0,3 20 10 0,0-7-10 15,-3-13 10-15,0 0-10 0,2 17 10 0,-2-4-10 16,0-13 8-16,0 0-8 0,0 14 8 0,3 2-8 0,-3-16 3 0,0 0-3 0,0 11 4 16,3 5-4-16,-3-16 2 15,0 0-2-15,3 22 2 0,0 3-2 0,-3-25 1 16,0 0-1-16,2 19 2 0,4 0-2 0,-6-19 1 15,0 0-1-15,0 16 1 0,0 3-1 0,0-19 0 16,0 0 0-16,3 14 1 0,-1 0-1 0,-2-14 0 16,0 0 0-16,3 16 0 0,0-5 0 0,-3-11 2 15,0 0-2-15,3 14 2 0,-3 2-2 0,0-16 5 0,0 0-5 16,0 16 6-16,3 1-6 0,-3-17 8 0,0 0-8 16,0 11 8-16,2 2-8 0,-2-13 1 0,0 0-1 15,3 11 1-15,0-3-1 0,-3-8 0 0,0 0 0 16,8 11 0-16,-5-3 0 0,-3-8-1 0,0 0 1 0,6 11 0 15,2 0 0-15,-8-11-3 0,0 0 3 0,8 14-3 16,1-6 3-16,-9-8-2 0,0 0 2 0,8 11-2 16,-3 0 2-16,-5-11-2 0,0 0 2 0,6 8-1 15,0 3 1-15,-6-11-1 0,0 0 1 0,5 3-1 16,1 2 1-16,-6-5-4 0,0 0 4 0,11 5-3 0,-6 6 3 0,-5-11-2 0,0 0 2 16,9 3-2-1,2 3 2-15,-11-6 0 0,0 0 0 0,14 0 1 16,2-6-1-16,-16 6-4 0,0 0 4 0,20-8-3 15,-1-6 3-15,-19 14-172 0,0 0 172 0,23-13-172 16,-1-4 172-16,-22 17-143 0,0 0 143 0,25-24-142 0,3-6 142 0,27-22-507 0</inkml:trace>
          <inkml:trace contextRef="#ctx0" brushRef="#br0" timeOffset="7612.0011">3868 19 236 0,'0'0'0'0,"-22"14"0"16,-25 5 0-16,47-19 39 0,0 0-39 0,2 11 40 15,26-9-40-15,-28-2 66 0,0 0-66 0,20 6 66 16,2-3-66-16,-22-3 53 0,0 0-53 0,17 5 54 0,-1 3-54 0,-16-8 32 16,0 0-32-16,11 6 33 15,0 2-33-15,-11-8-15 0,0 0 15 0,9 11-14 16,-1-3 14-16,-8-8-105 0,0 0 105 0,8 8-104 16,1 0 104-16,2 3-200 0</inkml:trace>
          <inkml:trace contextRef="#ctx0" brushRef="#br0" timeOffset="11234.2092">3965 87 180 0,'0'0'0'0,"-5"0"0"0,-15 0 0 0,20 0 55 15,0 0-55 1,0 11 56-16,11 14-56 0,-11-25 45 0,0 0-45 0,9 19 45 0,2 0-45 0,-11-19 44 16,0 0-44-16,8 16 44 0,-2 1-44 0,-6-17 11 15,0 0-11-15,8 16 11 0,-2 3-11 0,-6-19-18 16,0 0 18-16,5 11-18 0,-2 3 18 0,5 10-277 16</inkml:trace>
          <inkml:trace contextRef="#ctx0" brushRef="#br0" timeOffset="7866.1151">3854-275 1121 0,'0'0'0'0,"11"24"0"0,12 14 0 0,-23-38 128 0,0 0-128 16,8 6 129-16,-8-17-129 0,0 11 78 0,0 0-78 15,3-6 78-15,-3-4-78 0,0 10-117 0,0 0 117 16,5-9-117-16,4 1 117 0,-9 8-122 0,0 0 122 0,13-8-122 16,-1 3 122-16,13-6-702 0</inkml:trace>
          <inkml:trace contextRef="#ctx0" brushRef="#br0" timeOffset="11547.3034">4040-319 1513 0,'0'0'0'0,"0"0"-43"0,0 0 43 0,0 0-42 0,-8 8 42 15,8-8-2-15,0 0 2 0,0 0-1 0,-6 3 1 16,6-3-47-16,0 0 47 0,0 0-46 0,3-6 46 15,-3 6-208-15,0 0 208 0,0 0-208 0,6-8 208 0,-1 0-575 16</inkml:trace>
          <inkml:trace contextRef="#ctx0" brushRef="#br0" timeOffset="12449.9913">4313-207 673 0,'0'0'0'0,"0"0"0"0,-3-8 0 0,3 8-3 15,0 0 3-15,0 0-2 0,-6 0 2 0,6 0-36 16,0 0 36-16,-2 8-36 0,-1-3 36 0,3-5-35 16,0 0 35-16,-3 3-34 0,0 5 34 0,3-8 1 15,0 0-1-15,-3 8 2 0,1 3-2 0,2-11 30 16,0 0-30-16,-11 14 30 0,-1 5-30 0,12-19 48 0,0 0-48 15,-11 19 48-15,3 0-48 0,8-19 36 16,0 0-36-16,-6 22 37 0,-2-3-37 0,8-19 52 0,0 0-52 16,-3 25 52-16,3-1-52 0,0-24 48 0,0 0-48 15,3 25 48-15,5-6-48 0,-8-19 42 0,0 0-42 16,6 22 42-16,2-3-42 0,-8-19 29 0,0 0-29 0,11 19 29 16,6 0-29-16,-17-19 39 0,0 0-39 0,14 13 40 15,3 1-40-15,-17-14 14 0,0 0-14 0,14 11 15 16,-1 0-15-16,-13-11 54 0,0 0-54 0,14 0 54 15,-2 0-54-15,-12 0 45 0,0 0-45 0,11-6 46 16,3-2-46-16,-14 8 41 0,0 0-41 0,16-11 42 16,1-5-42-16,-17 16 19 0,0 0-19 0,17-14 20 15,-1-2-20-15,-16 16 6 0,0 0-6 0,20-16 7 16,-1-3-7-16,-19 19 9 0,0 0-9 0,20-17 9 16,-1-2-9-16,-19 19 13 0,0 0-13 0,8-14 14 15,1 4-14-15,-9 10 8 0,0 0-8 0,5-20 9 16,1 4-9-16,-6 16 9 0,0 0-9 0,0-14 9 0,-3-7-9 15,3 21 8-15,0 0-8 0,-3-17 8 0,-2 6-8 16,5 11 3-16,0 0-3 0,-6-16 4 0,1 8-4 16,5 8 6-16,0 0-6 0,-6-11 6 0,6 3-6 0,0 8 0 15,0 0 0-15,-8-6 0 0,2 6 0 0,6 0-20 16,0 0 20-16,-8-5-20 0,-1 5 20 0,9 0-34 16,0 0 34-16,-8 0-34 0,-3 0 34 0,11 0-20 15,0 0 20-15,-8 0-20 0,-1 5 20 0,9-5-70 16,0 0 70-16,-5 0-70 0,2 0 70 0,3 0-173 0,0 0 173 0,0 0-173 0,0-5 173 0,0-3-665 15</inkml:trace>
          <inkml:trace contextRef="#ctx0" brushRef="#br0" timeOffset="13031.8848">4618-286 382 0,'0'0'0'16,"-16"11"0"-16,-9 8 0 0,25-19 71 0,0 0-71 0,-3 5 72 16,11-5-72-16,-8 0 86 0,0 0-86 0,6-5 86 15,8-3-86-15,-14 8 67 0,0 0-67 0,5-6 68 16,4 3-68-16,-9 3 69 0,0 0-69 0,8 0 70 16,0 0-70-16,-8 0 60 0,0 0-60 0,9 6 60 0,2-1-60 0,-11-5 68 15,0 0-68-15,11 14 69 0,3 2-69 16,-14-16 59-16,0 0-59 0,11 17 60 0,-3 2-60 0,-8-19 46 15,0 0-46-15,6 19 46 0,-1-6-46 16,-5-13 32-16,0 0-32 0,3 17 32 0,3 2-32 0,-6-19 15 16,0 0-15-16,0 13 15 0,0 1-15 0,0-14 29 15,0 0-29-15,0 11 29 0,0-6-29 0,0-5 2 16,0 0-2-16,0 6 2 0,-6-3-2 0,6-3 12 16,0 0-12-16,0 0 13 0,0 5-13 0,0-5 15 15,0 0-15-15,0 0 16 0,0 0-16 0,0 0 3 16,0 0-3-16,0 0 4 0,0 0-4 0,0 0 22 15,0 0-22-15,0-5 22 0,-3-4-22 0,3 9 2 0,0 0-2 16,-2-13 3-16,-1-4-3 0,3 17 6 0,0 0-6 16,-3-24 7-16,0-9-7 0,3 33 1 0,0 0-1 15,-3-35 1-15,3-9-1 0,0 44 0 0,0 0 0 0,3-41 0 16,3 9 0-16,-6 32-1 0,0 0 1 0,5-36 0 0,4 9 0 0,-9 27-3 0,0 0 3 16,11-27-3-1,5 2 3-15,-16 25-2 0,0 0 2 0,14-19-2 16,3 5 2-16,-17 14 0 0,0 0 0 0,14-11 0 15,0 3 0-15,-14 8 0 0,0 0 0 0,14-5 1 16,0-3-1-16,-14 8 4 0,0 0-4 0,13 0 4 16,7 2-4-16,-20-2 14 0,0 0-14 0,11 11 15 15,6-3-15-15,-17-8 33 0,0 0-33 0,14 17 33 16,-1 2-33-16,-13-19 4 0,0 0-4 0,12 13 5 0,-4 7-5 0,-8-20 18 16,0 0-18-16,11 21 18 0,3-2-18 0,-14-19-34 15,0 0 34-15,14 17-34 16,-6-1 34-16,-8-16-148 0,0 0 148 0,6 11-147 0,-1-5 147 15,9 10-1026-15</inkml:trace>
          <inkml:trace contextRef="#ctx0" brushRef="#br0" timeOffset="5210.8506">1840 1101 583 0,'0'0'0'0,"-9"-19"0"16,-2-5 0-16,11 24 48 0,0 0-48 0,6 0 49 15,10 8-49-15,-16-8 57 0,0 0-57 0,11 5 58 16,1 6-58-16,-12-11 78 0,0 0-78 0,8 0 78 16,0 3-78-16,-8-3 82 0,0 0-82 0,11-3 82 15,-8-2-82-15,-3 5 80 0,0 0-80 0,11-14 80 16,0 3-80-16,-11 11-36 0,0 0 36 0,14-19-36 15,0-3 36-15,-14 22-51 0,0 0 51 0,14-21-51 16,3-4 51-16,-17 25-44 0,0 0 44 0,14-22-43 16,2 0 43-16,-16 22-46 0,0 0 46 0,14-19-45 15,-5 3 45-15,-9 16-20 0,0 0 20 0,5-16-19 0,1 2 19 16,-6 14-12-16,0 0 12 0,2-8-12 0,1 2 12 16,-3 6-17-16,0 0 17 0,0-5-17 0,0 5 17 15,0 0-23-15,0 0 23 0,0 0-22 0,-5 0 22 16,5 0-15-16,0 0 15 0,-9 3-14 0,1 5 14 0,8-8-10 15,0 0 10-15,-11 13-10 0,-3-4 10 0,14-9 3 16,0 0-3-16,-14 16 3 0,3 3-3 0,11-19 22 16,0 0-22-16,-17 22 23 0,6 5-23 0,11-27 39 15,0 0-39-15,-11 25 39 0,3-1-39 0,8-24 55 16,0 0-55-16,-6 25 55 0,1 5-55 0,5-30 54 16,0 0-54-16,-3 19 54 0,0-3-54 0,3-16 50 15,0 0-50-15,0 19 50 0,3 0-50 0,-3-19 50 0,0 0-50 16,5 19 50-16,1-8-50 0,-6-11 37 0,0 0-37 15,11 14 37-15,6-9-37 0,-17-5 0 0,0 0 0 16,25 3 0-16,8-8 0 0,-33 5-86 0,0 0 86 16,33-8-85-16,6-9 85 0,-39 17-148 0,0 0 148 0,34-19-148 15,-1-3 148-15,34-19-568 0</inkml:trace>
          <inkml:trace contextRef="#ctx0" brushRef="#br0" timeOffset="5599.1853">2276 499 359 0,'0'0'0'0,"5"30"0"0,4 16 0 0,-9-46 18 16,0 0-18-16,0 0 19 0,0-16-19 0,0 16 41 15,0 0-41-15,0-11 42 0,-3-3-42 0,3 14 28 16,0 0-28-16,0-8 28 0,3 5-28 0,-3 3 28 16,0 0-28-16,11 11 28 0,0 8-28 0,-11-19 49 0,0 0-49 15,11 19 50-15,3 1-50 0,-14-20 52 16,0 0-52-16,14 24 52 0,3 9-52 0,-17-33 38 0,0 0-38 0,16 33 38 15,4 5-38-15,-20-38 18 0,0 0-18 16,19 35 19-16,1 9-19 0,-20-44 0 0,0 0 0 0,16 38 1 16,-2-5-1-16,-14-33-114 0,0 0 114 0,14 32-114 15,0 1 114-15,-14-33-110 0,0 0 110 0,14 25-110 0,0-6 110 16,14 24-258-16</inkml:trace>
          <inkml:trace contextRef="#ctx0" brushRef="#br0" timeOffset="6472.1059">2615 750 124 0,'0'0'0'0,"14"-19"0"16,19-11 0-16,-33 30 3 0,0 0-3 0,0 0 4 15,-11 19-4-15,11-19 15 0,0 0-15 0,-6 13 16 16,-2 1-16-16,8-14 45 0,0 0-45 0,-3 8 46 16,1 0-46-16,2-8 48 0,0 0-48 0,5 0 49 15,6-8-49-15,-11 8 36 0,0 0-36 0,14-5 37 16,3-6-37-16,-17 11 35 0,0 0-35 0,16-11 35 16,-2-3-35-16,-14 14 33 0,0 0-33 0,14-16 33 0,0 0-33 15,-14 16 32-15,0 0-32 0,11-17 32 0,3 1-32 16,-14 16 43-16,0 0-43 0,6-14 44 0,2 3-44 15,-8 11 34-15,0 0-34 0,3-13 35 0,0-1-35 0,-3 14 15 16,0 0-15-16,2-14 15 0,1 3-15 0,-3 11 22 16,0 0-22-16,0-16 22 0,0 8-22 0,0 8 13 15,0 0-13-15,-3-14 14 0,1 3-14 0,2 11 27 16,0 0-27-16,-3-8 27 0,3 0-27 0,0 8 19 16,0 0-19-16,-3-5 20 0,3 2-20 0,0 3 26 15,0 0-26-15,0 0 26 0,-8-6-26 0,8 6 22 16,0 0-22-16,0 0 23 0,-6 6-23 0,6-6 25 15,0 0-25-15,-11 3 26 0,3 8-26 0,8-11 33 0,0 0-33 16,-11 13 33-16,-1 9-33 0,12-22 58 0,0 0-58 16,-11 19 59-16,0 6-59 0,11-25 60 0,0 0-60 15,-11 19 60-15,0 2-60 0,11-21 57 0,0 0-57 0,-8 20 58 16,2-1-58-16,6-19 52 0,0 0-52 0,-5 19 52 16,5 0-52-16,0-19 44 0,0 0-44 0,5 19 44 15,-5 3-44-15,0-22 42 0,0 0-42 0,11 24 42 16,3 1-42-16,-14-25 26 0,0 0-26 0,14 24 26 15,3 1-26-15,-17-25-8 0,0 0 8 0,16 22-7 16,1-3 7-16,-17-19-38 0,0 0 38 0,19 13-37 16,6-4 37-16,-25-9-99 0,0 0 99 0,25 0-98 15,6-6 98-15,-31 6-227 0,0 0 227 0,36-19-226 16,6-6 226-16,36-24-729 0</inkml:trace>
        </inkml:traceGroup>
      </inkml:traceGroup>
    </inkml:traceGroup>
  </inkml:traceGroup>
</inkml:ink>
</file>

<file path=ppt/ink/ink43.xml><?xml version="1.0" encoding="utf-8"?>
<inkml:ink xmlns:inkml="http://www.w3.org/2003/InkML">
  <inkml:definitions>
    <inkml:context xml:id="ctx0">
      <inkml:inkSource xml:id="inkSrc0">
        <inkml:traceFormat>
          <inkml:channel name="X" type="integer" max="19500" units="cm"/>
          <inkml:channel name="Y" type="integer" max="11180" units="cm"/>
          <inkml:channel name="F" type="integer" max="4096" units="dev"/>
          <inkml:channel name="T" type="integer" max="2.14748E9" units="dev"/>
        </inkml:traceFormat>
        <inkml:channelProperties>
          <inkml:channelProperty channel="X" name="resolution" value="631.06793" units="1/cm"/>
          <inkml:channelProperty channel="Y" name="resolution" value="642.52875" units="1/cm"/>
          <inkml:channelProperty channel="F" name="resolution" value="0" units="1/dev"/>
          <inkml:channelProperty channel="T" name="resolution" value="1" units="1/dev"/>
        </inkml:channelProperties>
      </inkml:inkSource>
      <inkml:timestamp xml:id="ts0" timeString="2020-12-07T08:22:58.094"/>
    </inkml:context>
    <inkml:brush xml:id="br0">
      <inkml:brushProperty name="width" value="0.1" units="cm"/>
      <inkml:brushProperty name="height" value="0.1" units="cm"/>
      <inkml:brushProperty name="color" value="#ED1C24"/>
      <inkml:brushProperty name="fitToCurve" value="1"/>
    </inkml:brush>
  </inkml:definitions>
  <inkml:traceGroup>
    <inkml:annotationXML>
      <emma:emma xmlns:emma="http://www.w3.org/2003/04/emma" version="1.0">
        <emma:interpretation id="{C057473D-D95A-4361-9C71-31CC6C941BF7}" emma:medium="tactile" emma:mode="ink">
          <msink:context xmlns:msink="http://schemas.microsoft.com/ink/2010/main" type="writingRegion" rotatedBoundingBox="27773,13519 31093,11298 33806,15352 30486,17573"/>
        </emma:interpretation>
      </emma:emma>
    </inkml:annotationXML>
    <inkml:traceGroup>
      <inkml:annotationXML>
        <emma:emma xmlns:emma="http://www.w3.org/2003/04/emma" version="1.0">
          <emma:interpretation id="{DAF5C29D-0180-4F52-A408-262BC7AF4371}" emma:medium="tactile" emma:mode="ink">
            <msink:context xmlns:msink="http://schemas.microsoft.com/ink/2010/main" type="paragraph" rotatedBoundingBox="28409,12736 32454,12889 32420,13772 28375,13619" alignmentLevel="2"/>
          </emma:interpretation>
        </emma:emma>
      </inkml:annotationXML>
      <inkml:traceGroup>
        <inkml:annotationXML>
          <emma:emma xmlns:emma="http://www.w3.org/2003/04/emma" version="1.0">
            <emma:interpretation id="{6422D6AE-3D71-4F2C-A9CE-87B5D8BF47B0}" emma:medium="tactile" emma:mode="ink">
              <msink:context xmlns:msink="http://schemas.microsoft.com/ink/2010/main" type="line" rotatedBoundingBox="28409,12736 32454,12889 32420,13772 28375,13619"/>
            </emma:interpretation>
          </emma:emma>
        </inkml:annotationXML>
        <inkml:traceGroup>
          <inkml:annotationXML>
            <emma:emma xmlns:emma="http://www.w3.org/2003/04/emma" version="1.0">
              <emma:interpretation id="{6158690F-CAAE-4E34-8739-01CC05AED558}" emma:medium="tactile" emma:mode="ink">
                <msink:context xmlns:msink="http://schemas.microsoft.com/ink/2010/main" type="inkWord" rotatedBoundingBox="28407,12790 31205,12896 31178,13608 28380,13502"/>
              </emma:interpretation>
              <emma:one-of disjunction-type="recognition" id="oneOf0">
                <emma:interpretation id="interp0" emma:lang="en-US" emma:confidence="0">
                  <emma:literal>Excess</emma:literal>
                </emma:interpretation>
                <emma:interpretation id="interp1" emma:lang="en-US" emma:confidence="0">
                  <emma:literal>E + as</emma:literal>
                </emma:interpretation>
                <emma:interpretation id="interp2" emma:lang="en-US" emma:confidence="0">
                  <emma:literal>E + are</emma:literal>
                </emma:interpretation>
                <emma:interpretation id="interp3" emma:lang="en-US" emma:confidence="0">
                  <emma:literal>Excuse</emma:literal>
                </emma:interpretation>
                <emma:interpretation id="interp4" emma:lang="en-US" emma:confidence="0">
                  <emma:literal>E + cars</emma:literal>
                </emma:interpretation>
              </emma:one-of>
            </emma:emma>
          </inkml:annotationXML>
          <inkml:trace contextRef="#ctx0" brushRef="#br0">2926 2849 897 0,'0'0'0'0,"-6"6"0"16,-2 10 0-16,8-16 93 0,0 0-93 0,-3 14 93 16,1-3-93-16,2-11 54 0,0 0-54 0,-3 16 54 15,0 3-54-15,3-19-38 0,0 0 38 0,-8 27-38 16,-1 6 38-16,9-33-21 0,0 0 21 0,-8 30-21 15,0-3 21-15,8-27-10 0,0 0 10 0,-3 30-9 16,-5 0 9-16,8-30 0 0,0 0 0 0,-3 30 0 0,3-5 0 16,0-25 15-16,0 0-15 0,0 19 15 0,0-3-15 15,0-16 27-15,0 0-27 0,3 17 27 0,5-7-27 16,-8-10 22-16,0 0-22 0,8 11 22 0,6-5-22 0,-14-6 1 16,0 0-1-16,14 8 2 0,3-3-2 0,-17-5 10 15,0 0-10-15,22 3 11 0,6 0-11 0,-28-3 0 16,0 0 0-16,33-6 0 0,3-2 0 0,-36 8-52 15,0 0 52-15,36-11-52 0,0 0 52 0,-36 11-174 16,0 0 174-16,37-13-174 0,1-1 174 0,37-13-462 16</inkml:trace>
          <inkml:trace contextRef="#ctx0" brushRef="#br0" timeOffset="778.9847">3034 2901 449 0,'0'0'0'0,"20"-3"0"0,13 1 0 16,-33 2 51-16,0 0-51 0,0 0 51 0,-25 0-51 15,25 0 9-15,0 0-9 0,-14 0 10 0,-2 0-10 16,16 0 21-16,0 0-21 0,-9-3 21 0,6-8-21 16,3 11 33-16,0 0-33 0,3-11 34 0,8-5-34 0,-11 16 24 15,0 0-24-15,14-17 25 0,6 4-25 0,-20 13 10 16,0 0-10-16,22-22 11 0,3 0-11 0,-25 22 20 15,0 0-20-15,31-24 20 0,7-1-20 0,-38 25 14 16,0 0-14-16,34-19 15 0,-1 0-15 0,-33 19-4 16,0 0 4-16,36-17-3 0,0 4 3 0,-36 13-94 15,0 0 94-15,34-11-93 0,-1 6 93 0,34-12-385 0</inkml:trace>
          <inkml:trace contextRef="#ctx0" brushRef="#br0" timeOffset="408.5636">3068 2956 427 0,'0'0'0'0,"8"10"0"0,9 4 0 0,-17-14 70 15,0 0-70-15,11 6 71 0,3-9-71 0,-14 3 43 16,0 0-43-16,11-3 44 0,0-5-44 0,-11 8 19 15,0 0-19-15,14-6 20 0,5-2-20 0,-19 8 1 16,0 0-1-16,20-5 1 0,-4-1-1 0,-16 6-26 16,0 0 26-16,17-5-26 0,-3 5 26 0,-14 0-106 15,0 0 106-15,14-6-106 0,-3 4 106 0,14-4-238 0</inkml:trace>
          <inkml:trace contextRef="#ctx0" brushRef="#br0" timeOffset="1591.2882">3626 2991 1244 0,'0'0'0'0,"17"14"0"0,8 16 0 16,-25-30-43-16,0 0 43 0,8 5-43 0,-8-13 43 15,0 8-48-15,0 0 48 0,3-6-48 0,0 1 48 0,-3 5-6 16,0 0 6-16,5-5-6 0,1 5 6 0,-6 0-36 15,0 0 36-15,8-6-36 0,1 6 36 0,-9 0 2 16,0 0-2-16,14 6 2 0,2-1-2 0,-16-5 31 16,0 0-31-16,20 11 31 0,-1 3-31 0,-19-14 28 15,0 0-28-15,20 19 28 0,2-6-28 0,-22-13 15 16,0 0-15-16,22 22 16 0,0 3-16 0,-22-25 12 16,0 0-12-16,22 24 13 0,6-2-13 0,-28-22-61 15,0 0 61-15,22 19-61 0,4 3 61 0,-26-22-132 16,0 0 132-16,27 8-131 0,7-5 131 0,27 10-486 0</inkml:trace>
          <inkml:trace contextRef="#ctx0" brushRef="#br0" timeOffset="1200.8799">3968 2767 886 0,'0'0'0'0,"-25"-5"0"0,-14-6 0 15,39 11 103-15,0 0-103 0,-3 6 103 0,23 7-103 16,-20-13 67-16,0 0-67 0,11 11 67 0,6 3-67 16,-17-14 22-16,0 0-22 0,0 19 22 0,0 5-22 15,0-24 3-15,0 0-3 0,-9 22 4 0,-2 3-4 0,11-25 12 16,0 0-12-16,-14 32 12 0,-14-2-12 0,28-30 3 15,0 0-3-15,-19 28 4 0,0-1-4 0,19-27 12 16,0 0-12-16,-20 33 13 0,-2-1-13 0,22-32 8 16,0 0-8-16,-17 30 9 0,1-5-9 0,16-25 1 15,0 0-1-15,-14 27 1 0,5 0-1 0,9-27-5 16,0 0 5-16,-8 25-4 0,0-3 4 0,8-22-107 0,0 0 107 16,-6 16-107-16,1 0 107 0,5-16-141 0,0 0 141 15,-3 9-140-15,3 2 140 0,-3 10-541 16</inkml:trace>
          <inkml:trace contextRef="#ctx0" brushRef="#br0" timeOffset="3046.2081">4710 2778 785 0,'0'0'0'0,"-25"17"0"15,-17 2 0-15,42-19 103 0,0 0-103 0,-5-3 104 0,10-13-104 16,-5 16 62-16,0 0-62 0,3-14 62 0,3 0-62 16,-6 14 29-16,0 0-29 0,0-10 29 0,0 4-29 15,0 6 3-15,0 0-3 0,-6-8 3 0,-2 5-3 16,8 3 30-16,0 0-30 0,-17 0 30 0,-2 6-30 0,19-6 17 15,0 0-17-15,-25 11 17 0,-3 8-17 0,28-19 11 16,0 0-11-16,-31 24 11 0,3 6-11 0,28-30 18 16,0 0-18-16,-30 33 19 0,8 0-19 0,22-33 22 15,0 0-22-15,-20 38 23 0,4 5-23 0,16-43 32 16,0 0-32-16,-9 39 33 0,6-4-33 0,3-35 19 16,0 0-19-16,6 41 20 0,11 0-20 0,-17-41 29 0,0 0-29 15,19 33 29-15,6-6-29 0,-25-27 6 0,0 0-6 0,28 24 7 16,11-5-7-16,-39-19 18 0,0 0-18 15,39 6 18-15,2-12-18 0,-41 6 1 0,0 0-1 16,39-5 1-16,-3-14-1 0,-36 19 14 0,0 0-14 0,34-25 15 16,-4-5-15-16,-30 30 3 0,0 0-3 0,28-30 4 15,-6 0-4-15,-22 30 0 0,0 0 0 0,20-27 1 16,-4 0-1-16,-16 27 0 0,0 0 0 0,14-22 1 16,-5 0-1-16,-9 22-1 0,0 0 1 0,5-16 0 15,1 2 0-15,-6 14-1 0,0 0 1 0,3-11-1 16,-1 6 1-16,-2 5-1 0,0 0 1 0,0 0-1 15,0-6 1-15,0 6 0 0,0 0 0 0,-5 3 0 16,-1 3 0-16,6-6 5 0,0 0-5 0,-11 10 6 16,-3 4-6-16,14-14 4 0,0 0-4 0,-14 16 4 15,-2 4-4-15,16-20 3 0,0 0-3 0,-14 19 3 16,3 0-3-16,11-19 1 0,0 0-1 0,-9 16 2 0,1 3-2 16,8-19 4-16,0 0-4 0,-3 11 4 0,3 3-4 15,0-14 2-15,0 0-2 0,6 13 2 0,2 4-2 16,-8-17 5-16,0 0-5 0,11 11 5 0,3 0-5 15,-14-11 3-15,0 0-3 0,20 8 3 0,2-3-3 0,-22-5 0 16,0 0 0-16,19 3 0 0,4 2 0 0,-23-5 4 16,0 0-4-16,22-8 5 0,0 0-5 0,-22 8 2 15,0 0-2-15,28-14 3 0,5-5-3 0,-33 19 5 16,0 0-5-16,36-22 6 0,6-5-6 0,-42 27 22 16,0 0-22-16,39-33 23 0,0-2-23 0,-39 35 0 15,0 0 0-15,36-35 1 0,0-1-1 0,-36 36 0 0,0 0 0 16,33-38 1-16,1-3-1 0,-34 41 3 0,0 0-3 15,27-38 3-15,-2 5-3 0,-25 33 5 0,0 0-5 16,20-33 5-16,-6 9-5 0,-14 24 0 0,0 0 0 16,11-22 1-16,-6 6-1 0,-5 16 7 0,0 0-7 0,3-14 8 15,0 6-8-15,-3 8 0 0,0 0 0 0,-3-6 1 16,-2 1-1-16,5 5 0 0,0 0 0 0,-11 0 1 16,-3 5-1-16,14-5 2 0,0 0-2 0,-17 9 3 15,-2 2-3-15,19-11 5 0,0 0-5 0,-17 10 5 16,3 4-5-16,14-14 7 0,0 0-7 0,-11 14 7 15,3-3-7-15,8-11 1 0,0 0-1 0,-3 13 1 16,6 4-1-16,-3-17 0 0,0 0 0 0,2 19 0 16,7-8 0-16,-9-11 0 0,0 0 0 0,11 19 0 15,3-6 0-15,-14-13-1 0,0 0 1 0,14 17 0 16,-1-1 0-16,-13-16 0 0,0 0 0 0,14 16 0 16,0 1 0-16,-14-17 6 0,0 0-6 0,14 19 6 0,-3 0-6 15,-11-19 3-15,0 0-3 0,11 19 4 0,0 3-4 16,-11-22 7-16,0 0-7 0,6 22 7 0,-3-1-7 15,-3-21 7-15,0 0-7 0,0 28 8 0,0 2-8 0,0-30 0 16,0 0 0-16,-3 30 1 0,-3-6-1 0,6-24 0 16,0 0 0-16,-8 19 1 0,-3-2-1 0,11-17 0 15,0 0 0-15,-11 16 1 0,-3 0-1 0,14-16-7 16,0 0 7-16,-11 9-6 0,3-1 6 0,8-8-45 16,0 0 45-16,-6 8-45 0,3-8 45 0,3 0-49 0,0 0 49 15,3-8-49-15,3-3 49 0,-6 11-59 0,0 0 59 16,11-19-59-16,3-3 59 0,-14 22-63 0,0 0 63 0,16-27-62 15,6-3 62-15,-22 30-81 0,0 0 81 0,23-25-80 16,2-8 80-16,-25 33-90 0,0 0 90 0,25-30-90 16,3 0 90-16,-28 30-71 0,0 0 71 0,22-30-71 15,0 0 71-15,-22 30-46 0,0 0 46 0,22-32-46 16,-8-4 46-16,-14 36-4 0,0 0 4 0,14-32-3 16,-6 2 3-16,-8 30-17 0,0 0 17 0,9-25-17 15,-1 3 17-15,-8 22-3 0,0 0 3 0,8-19-3 0,-2 6 3 0,-6 13 20 16,0 0-20-16,5-11 20 15,1 2-20-15,-6 9 68 0,0 0-68 0,3-5 68 16,0 5-68-16,-3 0 78 0,0 0-78 0,-3 3 79 16,-3 5-79-16,6-8 102 0,0 0-102 0,-8 16 102 15,-3 6-102-15,11-22 80 0,0 0-80 0,-11 25 80 16,-3 2-80-16,14-27 82 0,0 0-82 0,-11 24 83 16,2 1-83-16,9-25 52 0,0 0-52 0,-2 22 53 0,2-3-53 15,0-19 40-15,0 0-40 0,2 19 40 0,7-3-40 16,-9-16 35-16,0 0-35 0,11 19 36 0,5 3-36 15,-16-22 13-15,0 0-13 0,14 22 14 0,3 3-14 0,-17-25-11 16,0 0 11-16,6 30-11 0,-6 13 11 0,0-43-79 16,0 0 79-16,-12 38-79 0,-7 3 79 0,19-41-192 15,0 0 192-15,-25 44-192 0,-3 2 192 0,28-46-206 0,0 0 206 0,-28 36-206 0,3-6 206 0,-27 35-616 16</inkml:trace>
        </inkml:traceGroup>
        <inkml:traceGroup>
          <inkml:annotationXML>
            <emma:emma xmlns:emma="http://www.w3.org/2003/04/emma" version="1.0">
              <emma:interpretation id="{BFED50BB-B497-4D03-9F8A-624F4F089E3B}" emma:medium="tactile" emma:mode="ink">
                <msink:context xmlns:msink="http://schemas.microsoft.com/ink/2010/main" type="inkWord" rotatedBoundingBox="31618,12858 32454,12889 32420,13772 31584,13740"/>
              </emma:interpretation>
              <emma:one-of disjunction-type="recognition" id="oneOf1">
                <emma:interpretation id="interp5" emma:lang="en-US" emma:confidence="1">
                  <emma:literal>As</emma:literal>
                </emma:interpretation>
                <emma:interpretation id="interp6" emma:lang="en-US" emma:confidence="1">
                  <emma:literal>A }</emma:literal>
                </emma:interpretation>
                <emma:interpretation id="interp7" emma:lang="en-US" emma:confidence="0">
                  <emma:literal>f }</emma:literal>
                </emma:interpretation>
                <emma:interpretation id="interp8" emma:lang="en-US" emma:confidence="0">
                  <emma:literal>a }</emma:literal>
                </emma:interpretation>
                <emma:interpretation id="interp9" emma:lang="en-US" emma:confidence="0">
                  <emma:literal>AT }</emma:literal>
                </emma:interpretation>
              </emma:one-of>
            </emma:emma>
          </inkml:annotationXML>
          <inkml:trace contextRef="#ctx0" brushRef="#br0" timeOffset="3753.6038">6099 3446 583 0,'0'0'0'0,"-13"-19"0"0,-10-19 0 0,23 38 43 16,0 0-43-16,-5-3 43 0,5 14-43 0,0-11 15 16,0 0-15-16,0 8 16 0,3 3-16 0,-3-11 22 15,0 0-22-15,0 0 22 0,0 0-22 0,0 0 37 16,0 0-37-16,2-11 37 0,1-10-37 0,-3 21 35 16,0 0-35-16,6-30 35 0,5-14-35 0,-11 44 45 15,0 0-45-15,8-44 45 0,3-5-45 0,-11 49 52 16,0 0-52-16,14-51 53 0,-3-7-53 0,-11 58 38 15,0 0-38-15,11-52 38 0,0 3-38 0,-11 49 27 0,0 0-27 16,12-51 27-16,1-4-27 0,-13 55 26 0,0 0-26 16,14-49 26-16,0 5-26 0,-14 44 14 0,0 0-14 15,14-38 15-15,3 5-15 0,-17 33 10 0,0 0-10 16,14-27 11-16,2 3-11 0,-16 24 10 0,0 0-10 0,11-17 10 16,-2 6-10-16,-9 11 33 0,0 0-33 0,8-5 33 15,-2 5-33-15,-6 0 39 0,0 0-39 0,5 3 40 16,-2 5-40-16,-3-8 55 0,0 0-55 0,3 19 56 15,0 11-56-15,-3-30 38 0,0 0-38 0,2 33 39 16,4 8-39-16,-6-41 36 0,0 0-36 0,5 38 36 16,1 5-36-16,-6-43 33 0,0 0-33 0,6 39 34 15,-1-1-34-15,-5-38 13 0,0 0-13 0,3 41 14 16,0-3-14-16,-3-38 13 0,0 0-13 0,3 35 13 16,-3-5-13-16,0-30 4 0,0 0-4 0,0 27 4 15,2-2-4-15,-2-25 0 0,0 0 0 0,0 22 0 16,0-6 0-16,0-16-54 0,0 0 54 0,0 14-54 0,3-1 54 15,-3-13-170-15,0 0 170 0,3 6-169 0,0-3 169 16,-3-3-165-16,0 0 165 0,5 2-164 0,1-4 164 16,5 2-718-16</inkml:trace>
          <inkml:trace contextRef="#ctx0" brushRef="#br0" timeOffset="4085.7694">6166 3231 886 0,'0'0'0'0,"20"-8"0"16,10-9 0-16,-30 17 86 0,0 0-86 0,17-8 87 15,-6 3-87-15,-11 5 63 0,0 0-63 0,8-3 63 16,-2 0-63-16,-6 3 5 0,0 0-5 0,8 0 6 16,0 0-6-16,-8 0-34 0,0 0 34 0,14-8-34 15,6 3 34-15,-20 5-140 0,0 0 140 0,19-8-139 16,6-1 139-16,20-7-542 0</inkml:trace>
          <inkml:trace contextRef="#ctx0" brushRef="#br0" timeOffset="4751.313">6866 3035 919 0,'0'0'0'0,"-27"5"0"0,-21-5 0 0,48 0 96 0,0 0-96 0,-8 0 96 16,22-8-96-16,-14 8 50 0,0 0-50 0,8-3 50 15,3-2-50-15,-11 5 15 0,0 0-15 0,9-3 16 16,-4-2-16-16,-5 5 8 0,0 0-8 0,0 0 8 15,3-9-8-15,-3 9 20 0,0 0-20 0,0 0 20 16,-6-5-20-16,6 5 22 0,0 0-22 0,0 0 23 16,-8-3-23-16,8 3 34 0,0 0-34 0,-8 3 34 15,-6 2-34-15,14-5 29 0,0 0-29 0,-11 9 29 16,-3 4-29-16,14-13 44 0,0 0-44 0,-8 17 45 16,-1 2-45-16,9-19 34 0,0 0-34 0,-5 19 35 15,5 3-35-15,0-22 39 0,0 0-39 0,2 19 39 16,7 0-39-16,-9-19 25 0,0 0-25 0,8 19 26 15,3-11-26-15,-11-8 45 0,0 0-45 0,9 8 46 16,2 0-46-16,-11-8 25 0,0 0-25 0,8 0 26 0,3 0-26 16,-11 0 40-16,0 0-40 0,8-5 41 0,-2 2-41 15,-6 3 8-15,0 0-8 0,6-3 9 0,2-2-9 0,-8 5 12 16,0 0-12-16,5-5 13 0,1 2-13 0,-6 3 16 16,0 0-16-16,6-8 17 0,-4 5-17 0,-2 3 7 15,0 0-7-15,0 0 8 0,9-3-8 0,-9 3 24 16,0 0-24-16,2 6 25 0,4 5-25 0,-6-11 12 15,0 0-12-15,6 10 13 0,-1 1-13 0,-5-11-22 16,0 0 22-16,3 19-22 0,0 11 22 0,-3-30-38 16,0 0 38-16,0 25-38 0,-3 2 38 0,3-27-9 15,0 0 9-15,-3 30-8 0,-2 0 8 0,5-30-15 0,0 0 15 16,-6 30-14-16,-2 0 14 0,8-30 0 0,0 0 0 16,-9 27 0-16,-2-2 0 0,11-25 1 0,0 0-1 0,-14 22 2 15,-2 0-2-15,16-22 1 0,0 0-1 0,-20 16 2 16,-2-2-2-16,22-14 5 0,0 0-5 0,-19 10 6 15,-1-4-6-15,20-6-35 0,0 0 35 0,-25 3-35 16,0-6 35-16,25 3-144 0,0 0 144 0,-28 0-143 16,-2-8 143-16,-29 0-1132 0</inkml:trace>
        </inkml:traceGroup>
      </inkml:traceGroup>
    </inkml:traceGroup>
    <inkml:traceGroup>
      <inkml:annotationXML>
        <emma:emma xmlns:emma="http://www.w3.org/2003/04/emma" version="1.0">
          <emma:interpretation id="{BD421CD6-5F2F-4E50-9AD3-4EF55940C521}" emma:medium="tactile" emma:mode="ink">
            <msink:context xmlns:msink="http://schemas.microsoft.com/ink/2010/main" type="paragraph" rotatedBoundingBox="28934,15147 29877,14714 30243,15512 29300,15945" alignmentLevel="1"/>
          </emma:interpretation>
        </emma:emma>
      </inkml:annotationXML>
      <inkml:traceGroup>
        <inkml:annotationXML>
          <emma:emma xmlns:emma="http://www.w3.org/2003/04/emma" version="1.0">
            <emma:interpretation id="{BEF08574-567D-49F2-A439-8C8B2DF6967E}" emma:medium="tactile" emma:mode="ink">
              <msink:context xmlns:msink="http://schemas.microsoft.com/ink/2010/main" type="line" rotatedBoundingBox="28934,15147 29877,14714 30243,15512 29300,15945"/>
            </emma:interpretation>
          </emma:emma>
        </inkml:annotationXML>
        <inkml:traceGroup>
          <inkml:annotationXML>
            <emma:emma xmlns:emma="http://www.w3.org/2003/04/emma" version="1.0">
              <emma:interpretation id="{B20E41BD-E0E0-42E8-9C7D-691BB6952E78}" emma:medium="tactile" emma:mode="ink">
                <msink:context xmlns:msink="http://schemas.microsoft.com/ink/2010/main" type="inkWord" rotatedBoundingBox="28934,15147 29877,14714 30243,15512 29300,15945"/>
              </emma:interpretation>
              <emma:one-of disjunction-type="recognition" id="oneOf2">
                <emma:interpretation id="interp10" emma:lang="en-US" emma:confidence="0">
                  <emma:literal>o</emma:literal>
                </emma:interpretation>
                <emma:interpretation id="interp11" emma:lang="en-US" emma:confidence="0">
                  <emma:literal>O</emma:literal>
                </emma:interpretation>
                <emma:interpretation id="interp12" emma:lang="en-US" emma:confidence="0">
                  <emma:literal>0</emma:literal>
                </emma:interpretation>
                <emma:interpretation id="interp13" emma:lang="en-US" emma:confidence="0">
                  <emma:literal>C</emma:literal>
                </emma:interpretation>
                <emma:interpretation id="interp14" emma:lang="en-US" emma:confidence="0">
                  <emma:literal>c</emma:literal>
                </emma:interpretation>
              </emma:one-of>
            </emma:emma>
          </inkml:annotationXML>
          <inkml:trace contextRef="#ctx0" brushRef="#br0" timeOffset="11936.2237">4171 4755 359 0,'0'0'0'0,"3"8"0"15,-1 8 0-15,-2-16 18 0,0 0-18 16,3 6 19-16,0-9-19 0,-3 3 53 0,0 0-53 0,0 0 53 15,0-8-53-15,0 8 37 0,0 0-37 0,0-5 38 16,0-1-38-16,0 6 59 0,0 0-59 0,0-3 59 16,0-5-59-16,0 8 55 0,0 0-55 0,0-5 55 15,0 2-55-15,0 3 73 0,0 0-73 0,-3-5 73 16,0-4-73-16,3 9 55 0,0 0-55 0,-2-5 55 16,-1-3-55-16,3 8 51 0,0 0-51 0,-3-6 52 15,0 1-52-15,3 5 55 0,0 0-55 0,0 0 56 16,-8-6-56-16,8 6 43 0,0 0-43 0,-6-2 44 0,-2-1-44 15,8 3 47-15,0 0-47 0,-8-3 48 0,2 3-48 16,6 0 36-16,0 0-36 0,-14 0 37 0,0-2-37 16,14 2 39-16,0 0-39 0,-11 0 40 0,0-3-40 15,11 3 25-15,0 0-25 0,-11 0 26 0,3 0-26 0,8 0 34 16,0 0-34-16,-11 0 35 0,2 3-35 0,9-3 31 16,0 0-31-16,-14 2 31 0,1-2-31 0,13 0-35 15,0 0 35-15,-17 3-35 0,0 0 35 0,17-3-44 16,0 0 44-16,-14 2-44 0,0-2 44 0,14 0-41 15,0 0 41-15,-14 3-41 0,-2-3 41 0,16 0-31 16,0 0 31-16,-17 3-31 0,3 2 31 0,14-5-16 16,0 0 16-16,-14 6-15 0,0 2 15 0,14-8-20 0,0 0 20 15,-13 11-19-15,1-8 19 0,12-3-15 16,0 0 15-16,-13 8-14 0,-1 0 14 0,14-8-10 0,0 0 10 16,-14 8-9-16,3 0 9 0,11-8-1 0,0 0 1 15,-11 8-1-15,-1-2 1 0,12-6 0 0,0 0 0 0,-8 8 0 16,0-2 0-16,8-6 1 0,0 0-1 0,-9 8 2 15,-2 0-2-15,11-8 29 0,0 0-29 0,-11 8 29 16,0 0-29-16,11-8 5 0,0 0-5 0,-11 8 5 16,3 1-5-16,8-9 5 0,0 0-5 0,-9 8 5 15,1 0-5-15,8-8 14 0,0 0-14 0,-8 8 15 16,2 0-15-16,6-8 3 0,0 0-3 0,-8 9 3 16,2-4-3-16,6-5 6 0,0 0-6 0,-8 8 6 15,2-2-6-15,6-6 22 0,0 0-22 0,-5 8 23 16,-1-3-23-16,6-5 2 0,0 0-2 0,-5 8 2 15,-4 1-2-15,9-9 13 0,0 0-13 0,-8 8 13 0,2 0-13 16,6-8 15-16,0 0-15 0,-5 8 16 0,-1 6-16 16,6-14 15-16,0 0-15 0,-3 8 15 0,1 0-15 15,2-8 9-15,0 0-9 0,-3 11 10 0,0 0-10 16,3-11 25-16,0 0-25 0,-3 11 26 0,1-6-26 0,2-5 2 16,0 0-2-16,-3 8 2 0,3-2-2 0,0-6 2 15,0 0-2-15,-3 8 3 0,3 0-3 0,0-8 5 16,0 0-5-16,0 14 6 0,-6-3-6 0,6-11 6 15,0 0-6-15,-2 13 7 0,2-2-7 0,0-11 7 16,0 0-7-16,0 14 8 0,0 0-8 0,0-14 33 16,0 0-33-16,0 11 33 0,0-1-33 0,0-10 25 0,0 0-25 15,0 11 26-15,-3-2-26 0,3-9 4 0,0 0-4 16,0 10 4-16,0 1-4 0,0-11 26 0,0 0-26 16,0 11 26-16,3 3-26 0,-3-14 5 0,0 0-5 15,2 16 6-15,4-8-6 0,-6-8 4 0,0 0-4 0,0 17 5 16,6-6-5-16,-6-11 21 0,0 0-21 0,8 13 21 15,3 1-21-15,-11-14 0 0,0 0 0 0,11 14 1 16,0-4-1-16,-11-10 0 0,0 0 0 0,9 11 0 16,-4-5 0-16,-5-6 0 0,0 0 0 0,6 8 1 15,2-3-1-15,-8-5 2 0,0 0-2 0,6 6 2 16,-4-1-2-16,-2-5 2 0,0 0-2 0,6 6 2 16,0 2-2-16,-6-8 5 0,0 0-5 0,5 8 5 15,3 0-5-15,-8-8 0 0,0 0 0 0,9 9 0 16,2-4 0-16,-11-5 0 0,0 0 0 0,8 8 0 15,1-2 0-15,-9-6 2 0,0 0-2 0,8 11 2 16,3-6-2-16,-11-5 0 0,0 0 0 0,11 8 0 16,0-2 0-16,-11-6 1 0,0 0-1 0,11 5 2 0,0 0-2 15,-11-5-1-15,0 0 1 0,12 6 0 0,-1 2 0 16,-11-8-1-16,0 0 1 0,11 8-1 0,-3 0 1 0,-8-8 1 16,0 0-1-16,8 9 1 0,4-4-1 0,-12-5 3 15,0 0-3-15,8 6 4 0,0-1-4 0,-8-5 3 16,0 0-3-16,9 5 3 0,-1 4-3 0,-8-9 20 15,0 0-20-15,8 2 20 0,1 4-20 0,-9-6 3 16,0 0-3-16,8 5 3 0,3-2-3 0,-11-3 6 16,0 0-6-16,11 5 7 0,0-2-7 0,-11-3 3 15,0 0-3-15,11 6 4 0,0-4-4 0,-11-2 2 0,0 0-2 16,12 3 2-16,-1 0-2 0,-11-3 4 0,0 0-4 16,11 0 5-16,-3 0-5 0,-8 0 20 0,0 0-20 15,9 0 20-15,2 3-20 0,-11-3 13 0,0 0-13 0,8 0 14 16,3 0-14-16,-11 0 18 0,0 0-18 0,14 0 18 15,0 0-18-15,-14 0 8 0,0 0-8 0,17 0 9 16,-1-3-9-16,-16 3 4 0,0 0-4 0,17-3 4 16,2-2-4-16,-19 5 7 0,0 0-7 0,20-6 7 15,-1-2-7-15,-19 8 3 0,0 0-3 0,20-5 3 16,-4-4-3-16,-16 9 1 0,0 0-1 0,17-8 2 16,-3 0-2-16,-14 8 9 0,0 0-9 0,17-8 10 15,-1-3-10-15,-16 11 8 0,0 0-8 0,23-8 8 16,-7 0-8-16,-16 8 3 0,0 0-3 0,20-11 4 15,-4 0-4-15,-16 11 6 0,0 0-6 0,17-11 7 16,-3 0-7-16,-14 11 3 0,0 0-3 0,14-11 3 0,-3 3-3 16,-11 8 1-16,0 0-1 0,11-8 2 0,3-3-2 15,-14 11 9-15,0 0-9 0,11-8 10 0,-3-1-10 16,-8 9 8-16,0 0-8 0,9-8 8 0,2 0-8 16,-11 8 15-16,0 0-15 0,8-8 15 0,0-3-15 0,-8 11 3 15,0 0-3-15,9-11 4 0,-4-3-4 0,-5 14 3 16,0 0-3-16,6-13 3 0,2-1-3 0,-8 14 5 15,0 0-5-15,6-11 5 0,-3-5-5 0,-3 16 0 16,0 0 0-16,2-14 1 0,4 3-1 0,-6 11-1 16,0 0 1-16,3-8 0 0,-1-5 0 0,-2 13 1 15,0 0-1-15,3-11 2 0,-3-3-2 0,0 14-1 0,0 0 1 16,0-16 0-16,3-1 0 0,-3 17 0 0,0 0 0 16,3-16 0-16,2-3 0 0,-5 19-1 0,0 0 1 15,6-16 0-15,-1 2 0 0,-5 14-4 0,0 0 4 16,6-14-3-16,0 1 3 0,-6 13 1 0,0 0-1 0,2-11 2 15,1 0-2-15,-3 11 2 0,0 0-2 0,3-11 2 16,-3 3-2-16,0 8 2 0,0 0-2 0,0-11 2 16,0 0-2-16,0 11 0 0,0 0 0 0,0-11 0 15,-3 0 0-15,3 11 0 0,0 0 0 0,-3-11 0 16,1-2 0-16,2 13 4 0,0 0-4 0,-3-11 4 16,0-3-4-16,3 14 7 0,0 0-7 0,-3-11 7 15,-2 0-7-15,5 11 3 0,0 0-3 0,-6-11 4 16,-2-2-4-16,8 13 6 0,0 0-6 0,-9-14 7 15,4 0-7-15,5 14 3 0,0 0-3 0,-6-10 3 16,1-1-3-16,5 11 5 0,0 0-5 0,-9-9 5 16,1 1-5-16,8 8 3 0,0 0-3 0,-8-8 3 15,-3 0-3-15,11 8 0 0,0 0 0 0,-11-8 0 0,2 2 0 16,9 6-1-16,0 0 1 0,-8-5 0 0,0-3 0 16,8 8 0-16,0 0 0 0,-6-6 0 0,0-2 0 15,6 8-4-15,0 0 4 0,-5-5-4 0,2 2 4 0,3 3-3 16,0 0 3-16,-5-3-3 0,-1 0 3 0,6 3-2 15,0 0 2-15,-6-5-2 0,-2 2 2 0,8 3-5 16,0 0 5-16,-8-3-5 0,-3 1 5 0,11 2-1 16,0 0 1-16,-11-3 0 0,-3 3 0 0,14 0-5 15,0 0 5-15,-11-3-5 0,2 1 5 0,9 2-106 16,0 0 106-16,-5-3-105 0,2-3 105 0,3 6-190 16,0 0 190-16,-14-16-189 0,3-8 189 0,-11-17-1281 0</inkml:trace>
        </inkml:traceGroup>
      </inkml:traceGroup>
    </inkml:traceGroup>
    <inkml:traceGroup>
      <inkml:annotationXML>
        <emma:emma xmlns:emma="http://www.w3.org/2003/04/emma" version="1.0">
          <emma:interpretation id="{01297E6A-0B22-429B-9C84-05461DAE9E2F}" emma:medium="tactile" emma:mode="ink">
            <msink:context xmlns:msink="http://schemas.microsoft.com/ink/2010/main" type="paragraph" rotatedBoundingBox="29696,16128 32214,14387 32804,15241 30286,16983" alignmentLevel="1"/>
          </emma:interpretation>
        </emma:emma>
      </inkml:annotationXML>
      <inkml:traceGroup>
        <inkml:annotationXML>
          <emma:emma xmlns:emma="http://www.w3.org/2003/04/emma" version="1.0">
            <emma:interpretation id="{F2DD3289-A551-4B99-AD9F-C36A4AF050E5}" emma:medium="tactile" emma:mode="ink">
              <msink:context xmlns:msink="http://schemas.microsoft.com/ink/2010/main" type="line" rotatedBoundingBox="29696,16128 32214,14387 32804,15241 30286,16983"/>
            </emma:interpretation>
          </emma:emma>
        </inkml:annotationXML>
        <inkml:traceGroup>
          <inkml:annotationXML>
            <emma:emma xmlns:emma="http://www.w3.org/2003/04/emma" version="1.0">
              <emma:interpretation id="{7F912CC5-1CC5-4133-8BCB-04BADC7DFF03}" emma:medium="tactile" emma:mode="ink">
                <msink:context xmlns:msink="http://schemas.microsoft.com/ink/2010/main" type="inkWord" rotatedBoundingBox="29696,16128 32214,14387 32804,15241 30286,16983"/>
              </emma:interpretation>
              <emma:one-of disjunction-type="recognition" id="oneOf3">
                <emma:interpretation id="interp15" emma:lang="en-US" emma:confidence="1">
                  <emma:literal>specific</emma:literal>
                </emma:interpretation>
                <emma:interpretation id="interp16" emma:lang="en-US" emma:confidence="0">
                  <emma:literal>specif..</emma:literal>
                </emma:interpretation>
                <emma:interpretation id="interp17" emma:lang="en-US" emma:confidence="0">
                  <emma:literal>speci fiL</emma:literal>
                </emma:interpretation>
                <emma:interpretation id="interp18" emma:lang="en-US" emma:confidence="0">
                  <emma:literal>speci fit</emma:literal>
                </emma:interpretation>
                <emma:interpretation id="interp19" emma:lang="en-US" emma:confidence="0">
                  <emma:literal>specif.,</emma:literal>
                </emma:interpretation>
              </emma:one-of>
            </emma:emma>
          </inkml:annotationXML>
          <inkml:trace contextRef="#ctx0" brushRef="#br0" timeOffset="221296.7006">4457 5884 572 0,'0'0'0'0,"0"0"0"16,0 0 0-16,0 0 97 0,0 0-97 0,0 0 98 15,0 0-98-15,0 0 78 0,0 0-78 0,0 0 79 16,0 0-79-16,0 0 87 0,0 0-87 0,0 0 88 16,0 0-88-16,0 0 70 0,0 0-70 0,0 0 70 15,0 0-70-15,0 0 72 0,0 0-72 0,0 0 72 0,0-5-72 16,0 5 66-16,0 0-66 0,0 0 67 0,-8-8-67 16,8 8 48-16,0 0-48 0,0 0 49 0,-6-6-49 15,6 6 38-15,0 0-38 0,0 0 39 0,-5-2-39 0,5 2 25 16,0 0-25-16,0 0 26 0,-9 2-26 0,9-2 26 15,0 0-26-15,-5 6 26 0,-4 2-26 0,9-8 14 16,0 0-14-16,-8 8 15 0,-3 6-15 0,11-14 18 16,0 0-18-16,-11 8 19 0,0 8-19 0,11-16 3 15,0 0-3-15,-11 11 4 0,0 6-4 0,11-17 7 16,0 0-7-16,-12 13 8 0,1 1-8 0,11-14 13 16,0 0-13-16,-8 11 14 0,0 0-14 0,8-11 1 15,0 0-1-15,-3 10 1 0,-3 4-1 0,6-14 8 0,0 0-8 16,-2 16 9-16,2 1-9 0,0-17 3 0,0 0-3 15,0 13 3-15,0 1-3 0,0-14 0 0,0 0 0 16,0 11 0-16,-3-6 0 0,3-5-1 0,0 0 1 16,0 6 0-16,0-3 0 0,0-3-1 0,0 0 1 15,0 0-1-15,11 5 1 0,-11-5 1 0,0 0-1 16,8 0 1-16,3 0-1 0,-11 0 1 0,0 0-1 0,11 0 2 16,3-5-2-16,-14 5 5 0,0 0-5 0,14-3 5 15,3 0-5-15,-17 3 0 0,0 0 0 0,17-3 1 16,-1-2-1-16,-16 5 2 0,0 0-2 0,17-5 3 15,-3-1-3-15,-14 6 0 0,0 0 0 0,14-5 0 16,-3-1 0-16,-11 6 1 0,0 0-1 0,11-3 2 16,3 1-2-16,-14 2 1 0,0 0-1 0,11 0 1 15,-3 0-1-15,-8 0 3 0,0 0-3 0,9 0 4 0,-4 2-4 16,-5-2 6-16,0 0-6 0,6 3 7 0,-4 3-7 16,-2-6 0-16,0 0 0 0,6 11 0 0,0-3 0 15,-6-8 0-15,0 0 0 0,5 16 1 0,1 3-1 16,-6-19 0-16,0 0 0 0,3 22 0 0,-1 0 0 0,-2-22-1 15,0 0 1-15,3 24 0 0,-3 4 0 0,0-28 1 16,0 0-1-16,0 27 2 0,0 3-2 0,0-30-20 16,0 0 20-16,-3 30-20 0,1 3 20 0,2-33-196 15,0 0 196-15,0 30-196 0,0-6 196 0,0-24-178 16,0 0 178-16,0 19-178 0,0-5 178 0,0 19-789 16</inkml:trace>
          <inkml:trace contextRef="#ctx0" brushRef="#br0" timeOffset="222797.4863">4732 5830 1468 0,'0'0'0'0,"17"16"0"0,11 9 0 0,-28-25 171 15,0 0-171-15,5 0 172 0,-13-17-172 0,8 17 115 16,0 0-115-16,-3-11 115 0,-2-5-115 0,5 16 83 0,0 0-83 15,-3-14 83-15,0 4-83 0,3 10 21 0,0 0-21 0,-3-11 21 0,3-3-21 16,0 14 36-16,0 0-36 16,0-14 36-16,3 3-36 0,-3 11 13 0,0 0-13 15,3-13 13-15,2 5-13 0,-5 8-29 0,0 0 29 0,6-3-29 16,2-5 29-16,-8 8-47 0,0 0 47 0,9-3-47 16,-1 0 47-16,-8 3-20 0,0 0 20 0,11 0-20 15,0 3 20-15,-11-3-15 0,0 0 15 0,11 3-15 16,0-3 15-16,-11 0-5 0,0 0 5 0,12 3-5 15,-4 2 5-15,-8-5-7 0,0 0 7 0,8 5-7 16,1-2 7-16,-9-3 0 0,0 0 0 0,8 3 0 0,-3 0 0 0,-5-3 2 0,0 0-2 16,6 2 3-1,0 1-3-15,-6-3 2 0,0 0-2 0,5 5 2 16,-2 1-2-16,-3-6 6 0,0 0-6 0,3 11 6 16,-1 0-6-16,-2-11 3 0,0 0-3 0,0 13 3 0,0 4-3 15,0-17 1-15,0 0-1 0,0 19 2 0,-2 3-2 16,2-22 4-16,0 0-4 0,-3 19 5 0,-3 5-5 15,6-24 6-15,0 0-6 0,-5 25 6 0,-1-3-6 0,6-22 14 16,0 0-14-16,-5 21 15 0,-1 1-15 0,6-22 0 0,0 0 0 0,-3 19 0 16,1-5 0-16,2-14-102 0,0 0 102 0,0 14-102 0,0-6 102 15,0-8-174 1,0 0 174-16,0 0-173 0,8-3 173 0,0 0-1120 16</inkml:trace>
          <inkml:trace contextRef="#ctx0" brushRef="#br0" timeOffset="222046.5957">4704 5939 1491 0,'0'0'0'0,"0"0"-4"15,0 0 4-15,6 8-4 0,2 8 4 0,-8-16 36 16,0 0-36-16,6 9 36 0,-1-4-36 0,-5-5 39 0,0 0-39 15,3 6 40-15,0-4-40 0,-3-2 3 0,0 0-3 16,3 6 4-16,-3-4-4 0,0-2 28 0,0 0-28 16,5 11 28-16,1 3-28 0,-6-14 7 0,0 0-7 15,8 16 8-15,1 3-8 0,-9-19 28 0,0 0-28 16,8 22 28-16,3 0-28 0,-11-22 35 0,0 0-35 0,14 27 36 16,3 3-36-16,-17-30 12 0,0 0-12 0,13 28 13 15,4-4-13-15,-17-24 22 0,0 0-22 0,14 22 22 16,0 0-22-16,-14-22 23 0,0 0-23 0,14 21 24 15,3 1-24-15,-17-22 7 0,0 0-7 0,13 22 8 16,-1-3-8-16,-12-19 10 0,0 0-10 0,11 25 10 16,0 2-10-16,-11-27 8 0,0 0-8 0,8 25 9 15,0-4-9-15,-8-21 8 0,0 0-8 0,9 25 8 16,-1-3-8-16,-8-22 8 0,0 0-8 0,6 19 8 16,-1-3-8-16,-5-16 8 0,0 0-8 0,6 14 8 0,-3-3-8 15,-3-11 3-15,0 0-3 0,2 13 4 0,1-7-4 16,-3-6 12-16,0 0-12 0,3 8 12 0,-3-3-12 15,0-5 14-15,0 0-14 0,0 6 15 0,3-1-15 0,-3-5 8 16,0 0-8-16,0 0 9 0,2 6-9 0,-2-6-4 16,0 0 4-16,0 0-3 0,0 0 3 0,0 0-95 15,0 0 95-15,0 0-94 0,0 0 94 0,0 0-206 16,0 0 206-16,0 0-205 0,0 0 205 0,0 0-1033 16</inkml:trace>
          <inkml:trace contextRef="#ctx0" brushRef="#br0" timeOffset="223578.9036">5105 5797 651 0,'0'0'0'0,"-6"0"0"0,0 6 0 0,6-6 162 16,0 0-162-16,0 0 162 0,0 0-162 0,0 0 112 15,0 0-112-15,0 0 113 0,0 0-113 0,0 0 90 16,0 0-90-16,0 0 91 0,0 0-91 0,0 0 57 16,0 0-57-16,0 0 58 0,6-6-58 0,-6 6 45 15,0 0-45-15,6-3 46 0,-1-2-46 0,-5 5 12 16,0 0-12-16,8-6 12 0,1 1-12 0,-9 5 43 15,0 0-43-15,8-14 43 0,3 3-43 0,-11 11 6 16,0 0-6-16,11-13 7 0,1-3-7 0,-12 16 11 0,0 0-11 16,11-20 11-16,-3 1-11 0,-8 19 17 0,0 0-17 15,8-19 17-15,1 0-17 0,-9 19 7 0,0 0-7 16,8-16 8-16,-8-1-8 0,0 17 9 0,0 0-9 16,3-13 9-16,-3 2-9 0,0 11 23 0,0 0-23 15,0-11 24-15,0 3-24 0,0 8 6 0,0 0-6 16,0-6 7-16,-3 4-7 0,3 2 9 0,0 0-9 15,0 0 10-15,-6-9-10 0,6 9 3 0,0 0-3 0,0 0 4 16,-8-2-4-16,8 2 2 0,0 0-2 0,-5 2 3 16,-4 1-3-16,9-3 5 0,0 0-5 0,-8 6 5 15,-3-1-5-15,11-5 2 0,0 0-2 0,-9 6 2 16,1-1-2-16,8-5 0 0,0 0 0 0,-5 8 0 16,-1 0 0-16,6-8-3 0,0 0 3 0,-3 9-3 15,3 1 3-15,0-10-8 0,0 0 8 0,0 11-8 16,3 0 8-16,-3-11-4 0,0 0 4 0,3 14-3 0,2 0 3 15,-5-14-1-15,0 0 1 0,6 16 0 0,2 0 0 16,-8-16 6-16,0 0-6 0,11 17 7 0,0-1-7 16,-11-16 17-16,0 0-17 0,12 14 17 0,1-1-17 0,-13-13 4 15,0 0-4-15,17 11 4 0,0 0-4 0,-17-11 33 16,0 0-33-16,16 3 33 0,4 2-33 0,-20-5-62 16,0 0 62-16,17 3-61 0,-4-3 61 0,-13 0-230 15,0 0 230-15,17-3-230 0,3-5 230 0,16-3-942 16</inkml:trace>
          <inkml:trace contextRef="#ctx0" brushRef="#br0" timeOffset="224401.5569">5558 5350 942 0,'0'0'0'0,"-3"19"0"16,-3 14 0-16,6-33 109 0,0 0-109 0,0 0 109 15,-5-19-109-15,5 19 93 0,0 0-93 0,0-14 94 16,0 0-94-16,0 14 67 0,0 0-67 0,0-8 67 0,0 3-67 15,0 5 50-15,0 0-50 0,0 0 51 0,-6-6-51 16,6 6 42-16,0 0-42 0,-3 6 43 0,3 2-43 16,0-8 41-16,0 0-41 0,-2 11 42 0,2 5-42 0,0-16 46 15,0 0-46-15,-3 19 47 0,3 0-47 0,0-19 41 16,0 0-41-16,-3 20 41 0,0 1-41 0,3-21 46 16,0 0-46-16,-3 22 47 0,3-3-47 0,0-19 36 15,0 0-36-15,0 19 36 0,3-2-36 0,-3-17 25 16,0 0-25-16,3 13 26 0,0 4-26 0,-3-17 26 15,0 0-26-15,3 8 26 0,2 0-26 0,-5-8 22 16,0 0-22-16,6 5 23 0,-1 1-23 0,-5-6 16 0,0 0-16 16,6 3 17-16,2-3-17 0,-8 0 18 0,0 0-18 15,11-3 18-15,3-3-18 0,-14 6-4 0,0 0 4 16,14-8-4-16,3-3 4 0,-17 11-32 0,0 0 32 16,14-13-32-16,2-6 32 0,-16 19-41 0,0 0 41 15,14-17-41-15,0-2 41 0,-14 19-26 0,0 0 26 16,11-13-25-16,0-1 25 0,-11 14-41 0,0 0 41 15,11-11-41-15,-2 0 41 0,-9 11-50 0,0 0 50 16,11-8-50-16,3-3 50 0,-14 11-64 0,0 0 64 0,11-8-64 16,0-3 64-16,-11 11-86 0,0 0 86 0,8-8-86 15,1 0 86-15,-9 8-64 0,0 0 64 0,8-3-63 16,-2-3 63-16,-6 6-55 0,0 0 55 0,5-2-55 16,-2-1 55-16,-3 3-52 0,0 0 52 0,0 0-51 15,8-3 51-15,-8 3-3 0,0 0 3 0,0 0-2 16,6-2 2-16,-6 2 7 0,0 0-7 0,0 0 8 15,0 0-8-15,0 0 46 0,0 0-46 0,0 0 46 16,3 5-46-16,-3-5 56 0,0 0-56 0,0 0 57 0,0 0-57 16,0 0 55-16,0 0-55 0,0 0 56 0,5 11-56 15,-5-11 45-15,0 0-45 0,3 3 45 0,2 5-45 0,-5-8 31 16,0 0-31-16,6 8 31 0,0 0-31 0,-6-8 8 16,0 0-8-16,5 8 9 0,1-2-9 0,-6-6-30 15,0 0 30-15,5 8-30 0,1-3 30 0,-6-5-199 16,0 0 199-16,5 6-199 0,4-1 199 0,5 6-878 15</inkml:trace>
          <inkml:trace contextRef="#ctx0" brushRef="#br0" timeOffset="224720.228">5677 5066 964 0,'0'0'0'16,"22"17"0"-16,14 10 0 0,-36-27 72 0,0 0-72 0,0 0 73 0,-8-8-73 15,8 8 19-15,0 0-19 0,-8-11 20 0,-3 3-20 0,11 8-181 16,0 0 181-16,-9-6-180 0,4 1 180 0,-9-6-486 15</inkml:trace>
          <inkml:trace contextRef="#ctx0" brushRef="#br0" timeOffset="225515.3447">6102 4685 483 0,'0'0'0'0,"-11"22"0"0,-6 10 0 0,17-32 99 15,0 0-99-15,-5-5 99 0,5-20-99 0,0 25 108 16,0 0-108-16,0-19 108 0,0-3-108 0,0 22 81 16,0 0-81-16,0-13 82 0,-3 5-82 0,3 8 45 15,0 0-45-15,-11-3 46 0,-9 6-46 0,20-3 33 16,0 0-33-16,-16 5 33 0,-4 1-33 0,20-6 7 0,0 0-7 16,-14 8 8-16,1-6-8 0,13-2 18 0,0 0-18 15,-12 6 19-15,7-1-19 0,5-5 3 0,0 0-3 16,-6 11 4-16,1-5-4 0,5-6 6 0,0 0-6 15,-3 8 7-15,0 3-7 0,3-11 7 0,0 0-7 16,0 13 8-16,3 1-8 0,-3-14 3 0,0 0-3 16,6 14 3-16,2 2-3 0,-8-16 0 0,0 0 0 0,11 16 1 15,6 1-1-15,-17-17 5 0,0 0-5 0,16 16 5 16,1-2-5-16,-17-14 43 0,0 0-43 0,19 13 43 16,1-2-43-16,-20-11 29 0,0 0-29 0,19 11 29 15,-2 0-29-15,-17-11 34 0,0 0-34 0,25 14 35 16,-5-1-35-16,-20-13 38 0,0 0-38 0,19 11 39 15,0 0-39-15,-19-11 33 0,0 0-33 0,20 11 33 16,-3 3-33-16,-17-14 22 0,0 0-22 0,16 13 23 0,1 4-23 16,-17-17 18-16,0 0-18 0,14 19 19 15,-3-8-19-15,-11-11 18 0,0 0-18 0,11 16 18 0,3 6-18 16,-14-22 15-16,0 0-15 0,11 16 15 0,-3 3-15 16,-8-19 26-16,0 0-26 0,9 19 26 0,-4 0-26 0,-5-19 6 15,0 0-6-15,6 20 7 0,-3-4-7 0,-3-16 10 16,0 0-10-16,2 19 10 0,1 0-10 0,-3-19-4 15,0 0 4-15,3 16-3 0,-3 1 3 0,0-17-84 16,0 0 84-16,0 11-84 0,0-3 84 0,0-8-120 16,0 0 120-16,0 5-119 0,0 1 119 0,0 5-1033 15</inkml:trace>
          <inkml:trace contextRef="#ctx0" brushRef="#br0" timeOffset="225996.9139">6199 5121 1356 0,'0'0'0'0,"0"0"-99"16,0 0 99-16,14-16-98 0,9-12 98 0,-23 28 41 0,13-19 0 16,-1 0-41-16,-12 19 40 0,0 0-40 0,8-11 40 0,-3 3-40 15,-5 8 16-15,0 0-16 0,6-8 17 0,-3 2-17 16,-3 6 40-16,0 0-40 0,5-2 40 0,1-6-40 16,-6 8 25-16,0 0-25 0,5-3 26 0,4 0-26 0,-9 3 34 15,0 0-34-15,8-3 35 0,0 1-35 0,-8 2 36 16,0 0-36-16,9-3 37 0,-1 3-37 0,-8 0 38 15,0 0-38-15,6 0 39 0,-1-3-39 0,-5 3 25 16,0 0-25-16,6 0 26 0,-3 3-26 0,-3-3 35 16,0 0-35-16,5 5 35 0,1 1-35 0,-6-6 13 15,0 0-13-15,5 11 13 0,1-3-13 0,-6-8 20 16,0 0-20-16,5 11 20 0,-2 2-20 0,-3-13 15 16,0 0-15-16,6 11 15 0,-1 0-15 0,-5-11 16 0,0 0-16 15,6 8 17-15,-3 3-17 0,-3-11 1 0,0 0-1 16,2 3 1-16,4 0-1 0,-6-3-106 0,0 0 106 15,0 0-106-15,8 0 106 0,-8 0-164 0,0 0 164 16,6-3-164-16,-1-5 164 0,7-3-961 0</inkml:trace>
          <inkml:trace contextRef="#ctx0" brushRef="#br0" timeOffset="226205.4348">6272 4783 1233 0,'0'0'0'0,"22"22"0"0,14 13 0 15,-36-35 140-15,0 0-140 0,6 3 141 0,-18-19-141 16,12 16 69-16,0 0-69 0,-8-11 69 0,0-3-69 16,8 14-106-16,0 0 106 0,-9-8-105 0,4 2 105 0,5 6-161 15,0 0 161-15,0 0-161 0,5-5 161 0,1 2-739 16</inkml:trace>
          <inkml:trace contextRef="#ctx0" brushRef="#br0" timeOffset="226581.873">6616 4598 1278 0,'0'0'0'15,"-8"10"0"-15,-9 10 0 16,17-20-113-16,0 0 113 0,0 8-112 0,9-8 112 0,-9 0-39 0,0 0 39 0,8 0-38 16,0 0 38-16,-8 0 37 0,0 0-37 0,9 5 38 15,-1 1-38-15,-8-6 32 0,0 0-32 0,5 19 32 16,-2 0-32-16,-3-19 51 0,0 0-51 0,3 22 52 15,0 2-52-15,-3-24 58 0,0 0-58 0,3 25 58 16,2 2-58-16,-5-27 56 0,0 0-56 0,9 22 57 16,2 0-57-16,-11-22 50 0,0 0-50 0,14 16 51 15,2-2-51-15,-16-14 55 0,0 0-55 0,22 10 55 16,3-4-55-16,-25-6 14 0,0 0-14 0,31 0 15 0,2-6-15 16,-33 6-68-16,0 0 68 0,39-10-67 0,3-10 67 15,-42 20-144-15,0 0 144 0,39-27-143 0,3-6 143 16,38-26-853-16</inkml:trace>
        </inkml:traceGroup>
      </inkml:traceGroup>
    </inkml:traceGroup>
    <inkml:traceGroup>
      <inkml:annotationXML>
        <emma:emma xmlns:emma="http://www.w3.org/2003/04/emma" version="1.0">
          <emma:interpretation id="{F5B6A866-15CB-4E36-BBC4-B7B1882F6D03}" emma:medium="tactile" emma:mode="ink">
            <msink:context xmlns:msink="http://schemas.microsoft.com/ink/2010/main" type="paragraph" rotatedBoundingBox="31061,16349 33203,14916 33591,15496 31449,16929" alignmentLevel="2"/>
          </emma:interpretation>
        </emma:emma>
      </inkml:annotationXML>
      <inkml:traceGroup>
        <inkml:annotationXML>
          <emma:emma xmlns:emma="http://www.w3.org/2003/04/emma" version="1.0">
            <emma:interpretation id="{F4B90BBB-ED5F-4A8C-8D54-477AC63CAF01}" emma:medium="tactile" emma:mode="ink">
              <msink:context xmlns:msink="http://schemas.microsoft.com/ink/2010/main" type="line" rotatedBoundingBox="31061,16349 33203,14916 33591,15496 31449,16929"/>
            </emma:interpretation>
          </emma:emma>
        </inkml:annotationXML>
        <inkml:traceGroup>
          <inkml:annotationXML>
            <emma:emma xmlns:emma="http://www.w3.org/2003/04/emma" version="1.0">
              <emma:interpretation id="{7274EA98-D418-4F5C-8403-E82A3414336D}" emma:medium="tactile" emma:mode="ink">
                <msink:context xmlns:msink="http://schemas.microsoft.com/ink/2010/main" type="inkWord" rotatedBoundingBox="31061,16349 33203,14916 33591,15496 31449,16929"/>
              </emma:interpretation>
              <emma:one-of disjunction-type="recognition" id="oneOf4">
                <emma:interpretation id="interp20" emma:lang="en-US" emma:confidence="0">
                  <emma:literal>13 cal</emma:literal>
                </emma:interpretation>
                <emma:interpretation id="interp21" emma:lang="en-US" emma:confidence="0">
                  <emma:literal>Bear</emma:literal>
                </emma:interpretation>
                <emma:interpretation id="interp22" emma:lang="en-US" emma:confidence="0">
                  <emma:literal>Beal</emma:literal>
                </emma:interpretation>
                <emma:interpretation id="interp23" emma:lang="en-US" emma:confidence="0">
                  <emma:literal>Ban</emma:literal>
                </emma:interpretation>
                <emma:interpretation id="interp24" emma:lang="en-US" emma:confidence="0">
                  <emma:literal>Bair</emma:literal>
                </emma:interpretation>
              </emma:one-of>
            </emma:emma>
          </inkml:annotationXML>
          <inkml:trace contextRef="#ctx0" brushRef="#br0" timeOffset="227436.6103">5644 6307 1211 0,'0'0'0'16,"11"-6"0"-16,11-4 0 0,-22 10 132 0,8-3 0 0,-5 6-132 0,-3-3 100 15,0 0 0 1,0 0-100-16,0 0 57 0,0 0-57 0,0 0 57 0,-3 5-57 16,3-5 15-16,0 0-15 0,0 0 16 0,3 8-16 15,-3-8 11-15,0 0-11 0,6 8 11 0,2 1-11 16,-8-9 10-16,0 0-10 0,11 13 10 0,6 4-10 0,-17-17 3 15,0 0-3-15,16 19 4 0,1 2-4 0,-17-21 6 16,0 0-6-16,17 22 7 0,0 3-7 0,-17-25 7 16,0 0-7-16,13 22 7 0,1-1-7 0,-14-21-5 15,0 0 5-15,11 22-4 0,1-8 4 0,-12-14-118 16,0 0 118-16,8 13-117 0,0-4 117 0,-8-9-216 16,0 0 216-16,11 8-216 0,0-3 216 0,12 3-801 15</inkml:trace>
          <inkml:trace contextRef="#ctx0" brushRef="#br0" timeOffset="228413.4812">5677 6102 662 0,'0'0'0'0,"8"20"0"0,9 12 0 0,-17-32 146 0,0 0-146 15,11-11 147-15,-3-27-147 0,-8 38 126 0,0 0-126 16,6-24 127-16,0-4-127 0,-6 28 64 0,0 0-64 16,8-21 64-16,0-1-64 0,-8 22 36 0,0 0-36 15,9-17 36-15,2 4-36 0,-11 13 3 0,0 0-3 16,11-11 4-16,0 5-4 0,-11 6 15 0,0 0-15 16,14-5 15-16,0 2-15 0,-14 3 15 0,0 0-15 15,14-2 15-15,2 2-15 0,-16 0 33 0,0 0-33 16,20 0 34-16,5 2-34 0,-25-2 35 0,0 0-35 0,19 3 35 15,-2 0-35-15,-17-3 32 0,0 0-32 0,14 8 33 16,0 0-33-16,-14-8 22 0,0 0-22 0,11 14 23 16,-3-1-23-16,-8-13 5 0,0 0-5 0,6 25 6 15,-4 5-6-15,-2-30 9 0,0 0-9 0,0 27 10 16,-2 3-10-16,2-30 3 0,0 0-3 0,-3 25 4 16,-3-9-4-16,6-16 5 0,0 0-5 0,-5 16 6 15,-1-5-6-15,6-11 3 0,0 0-3 0,-5 11 3 16,-1-3-3-16,6-8 1 0,0 0-1 0,-5 11 2 0,2-3-2 15,3-8 9-15,0 0-9 0,-3 9 10 0,0-1-10 16,3-8 3-16,0 0-3 0,-3 3 4 0,3-1-4 0,0-2 6 16,0 0-6-16,0 0 6 0,0 6-6 0,0-6 0 15,0 0 0-15,0 0 1 0,0 0-1 0,0 0 0 16,0 0 0-16,0 0 1 0,0 0-1 0,0 0 2 16,0 0-2-16,0 0 2 0,12 0-2 0,-12 0 1 15,0 0-1-15,11 0 2 0,3-3-2 0,-14 3 1 16,0 0-1-16,16-3 2 0,6-2-2 0,-22 5 3 15,0 0-3-15,20-6 4 0,2 1-4 0,-22 5 20 0,0 0-20 16,20-6 20-16,2 4-20 0,-22 2 7 0,0 0-7 16,17 0 8-16,-1 0-8 0,-16 0 25 0,0 0-25 15,17 5 26-15,-3 1-26 0,-14-6 0 0,0 0 0 16,14 8 1-16,2 0-1 0,-16-8 3 0,0 0-3 16,11 11 3-16,1 0-3 0,-12-11 19 0,0 0-19 15,5 19 20-15,1-3-20 0,-6-16 22 0,0 0-22 0,2 22 22 16,1 5-22-16,-3-27 8 0,0 0-8 0,0 25 9 15,-3 2-9-15,3-27 0 0,0 0 0 0,-2 25 0 16,-4-4 0-16,6-21-49 0,0 0 49 0,-8 20-49 16,-1-1 49-16,9-19-186 0,0 0 186 0,-8 16-185 15,-3-2 185-15,11-14-197 0,0 0 197 0,-8 10-196 16,-1 1 196-16,-7 11-782 0</inkml:trace>
          <inkml:trace contextRef="#ctx0" brushRef="#br0" timeOffset="229733.8257">6600 5612 1087 0,'0'0'0'16,"-9"13"0"-16,-2 9 0 15,11-22 97-15,0 0-97 0,-5 11 97 0,-1-5-97 0,6-6 58 0,0 0-58 16,-8 5 59-16,-1-2-59 0,9-3 65 0,0 0-65 0,-14 8 66 16,-5 3-66-16,19-11 22 0,0 0-22 0,-19 16 23 15,-1 6-23-15,20-22 47 0,0 0-47 0,-19 19 47 16,2 3-47-16,17-22 35 0,0 0-35 0,-14 24 36 16,0 1-36-16,14-25 24 0,0 0-24 0,-8 27 25 15,2 3-25-15,6-30 10 0,0 0-10 0,0 25 10 0,6-1-10 16,-6-24 28-16,0 0-28 0,11 19 28 0,3 3-28 15,-14-22 18-15,0 0-18 0,25 14 19 0,5-3-19 0,-30-11 10 16,0 0-10-16,37 5 10 0,1-2-10 0,-38-3 18 0,0 0-18 0,42-3 18 16,0-8-18-16,-42 11 8 15,0 0-8-15,47-19 8 0,3-5-8 0,-50 24 24 16,0 0-24-16,45-30 25 0,-1-6-25 0,-44 36 20 16,0 0-20-16,39-46 20 0,0-3-20 0,-39 49 4 15,0 0-4-15,36-52 5 0,0-11-5 0,-36 63 3 16,0 0-3-16,33-60 4 0,-2-2-4 0,-31 62 0 15,0 0 0-15,22-52 1 0,-2 8-1 0,-20 44-1 0,0 0 1 16,16-33 0-16,-5 1 0 0,-11 32-1 0,0 0 1 16,9-22-1-16,-4 6 1 0,-5 16-4 0,0 0 4 15,0-9-4-15,-2 9 4 0,2 0-1 0,0 0 1 0,-12 14 0 16,-7 11 0-16,19-25 0 0,0 0 0 0,-19 32 1 16,-6 6-1-16,25-38-2 0,0 0 2 0,-25 44-1 15,0 5 1-15,25-49-2 0,0 0 2 0,-23 44-1 16,1-1 1-16,22-43-2 0,0 0 2 0,-17 41-1 15,3-3 1-15,14-38-1 0,0 0 1 0,-11 33-1 16,3-3 1-16,8-30 0 0,0 0 0 0,-3 30 0 0,3 0 0 0,0-30-3 16,0 0 3-16,6 19-2 15,5 0 2-15,-11-19-2 0,0 0 2 0,11 14-2 16,6-6 2-16,-17-8 0 0,0 0 0 0,19 3 0 16,6-6 0-16,-25 3 0 0,0 0 0 0,25-11 0 15,6-5 0-15,-31 16 1 0,0 0-1 0,28-27 1 0,2-12-1 16,-30 39 8-16,0 0-8 0,33-41 9 0,1-16-9 0,-34 57 4 0,0 0-4 0,28-54 4 15,-1-6-4-15,-27 60 7 16,0 0-7-16,23-55 7 0,-1 1-7 0,-22 54 7 16,0 0-7-16,17-49 8 0,-1 5-8 0,-16 44 0 15,0 0 0-15,9-38 0 0,-4 8 0 0,-5 30 6 16,0 0-6-16,3-30 7 0,0 0-7 0,-3 30 14 16,0 0-14-16,-3-25 15 0,0 6-15 0,3 19 3 15,0 0-3-15,-3-16 4 0,-2 0-4 0,5 16 3 16,0 0-3-16,-3-11 4 0,0 5-4 0,3 6 0 15,0 0 0-15,0 0 0 0,0 0 0 0,0 0 0 16,0 0 0-16,0 6 0 0,-3-1 0 0,3-5 1 0,0 0-1 16,3 19 1-16,3 6-1 0,-6-25 1 0,0 0-1 15,8 32 1-15,3 9-1 0,-11-41 1 0,0 0-1 16,17 38 1-16,8 3-1 0,-25-41 0 0,0 0 0 0,25 33 0 16,0 0 0-16,-25-33 2 0,0 0-2 0,25 27 3 15,-3-8-3-15,-22-19 12 0,0 0-12 0,22 11 12 16,-2-6-12-16,-20-5 1 0,0 0-1 0,22-2 1 15,0-9-1-15,-22 11 9 0,0 0-9 0,23-25 9 16,-4-13-9-16,-19 38 3 0,0 0-3 0,17-41 3 16,-1-5-3-16,-16 46 2 0,0 0-2 0,11-44 2 15,1 1-2-15,-12 43 5 0,0 0-5 0,13-49 5 16,1-3-5-16,-14 52 2 0,0 0-2 0,11-47 3 16,-2 4-3-16,-9 43 5 0,0 0-5 0,5-49 5 15,1 5-5-15,-6 44 3 0,0 0-3 0,3-38 3 16,-3 5-3-16,0 33 1 0,0 0-1 0,-3-30 2 0,0 0-2 15,3 30 9-15,0 0-9 0,-3-22 10 0,3 3-10 16,0 19 3-16,0 0-3 0,-2-13 4 0,2 5-4 16,0 8 12-16,0 0-12 0,0-3 12 0,0-5-12 0,0 8 8 15,0 0-8-15,0 11 9 0,0 10-9 0,0-21-17 16,0 0 17-16,2 25-16 0,1 10 16 0,-3-35-40 16,0 0 40-16,11 44-40 0,3 5 40 0,-14-49-8 0,0 0 8 15,17 44-8-15,2-1 8 0,-19-43-66 16,0 0 66-16,22 33-66 0,6-6 66 0,-28-27-131 15,0 0 131-15,28 14-131 0,3-11 131 0,27 13-1260 16</inkml:trace>
        </inkml:traceGroup>
      </inkml:traceGroup>
    </inkml:traceGroup>
  </inkml:traceGroup>
</inkml:ink>
</file>

<file path=ppt/ink/ink44.xml><?xml version="1.0" encoding="utf-8"?>
<inkml:ink xmlns:inkml="http://www.w3.org/2003/InkML">
  <inkml:definitions>
    <inkml:context xml:id="ctx0">
      <inkml:inkSource xml:id="inkSrc0">
        <inkml:traceFormat>
          <inkml:channel name="X" type="integer" max="19500" units="cm"/>
          <inkml:channel name="Y" type="integer" max="11180" units="cm"/>
          <inkml:channel name="F" type="integer" max="4096" units="dev"/>
          <inkml:channel name="T" type="integer" max="2.14748E9" units="dev"/>
        </inkml:traceFormat>
        <inkml:channelProperties>
          <inkml:channelProperty channel="X" name="resolution" value="631.06793" units="1/cm"/>
          <inkml:channelProperty channel="Y" name="resolution" value="642.52875" units="1/cm"/>
          <inkml:channelProperty channel="F" name="resolution" value="0" units="1/dev"/>
          <inkml:channelProperty channel="T" name="resolution" value="1" units="1/dev"/>
        </inkml:channelProperties>
      </inkml:inkSource>
      <inkml:timestamp xml:id="ts0" timeString="2020-12-07T08:20:30.062"/>
    </inkml:context>
    <inkml:brush xml:id="br0">
      <inkml:brushProperty name="width" value="0.1" units="cm"/>
      <inkml:brushProperty name="height" value="0.1" units="cm"/>
      <inkml:brushProperty name="color" value="#ED1C24"/>
      <inkml:brushProperty name="fitToCurve" value="1"/>
    </inkml:brush>
  </inkml:definitions>
  <inkml:traceGroup>
    <inkml:annotationXML>
      <emma:emma xmlns:emma="http://www.w3.org/2003/04/emma" version="1.0">
        <emma:interpretation id="{8B142C06-933A-483C-9E4A-5DC5944F51D5}" emma:medium="tactile" emma:mode="ink">
          <msink:context xmlns:msink="http://schemas.microsoft.com/ink/2010/main" type="inkDrawing" rotatedBoundingBox="25832,8042 26460,7418 26861,7822 26233,8446" semanticType="callout" shapeName="Other">
            <msink:sourceLink direction="with" ref="{08ECC7B6-F3A1-4382-A21A-22B7F336FBC1}"/>
          </msink:context>
        </emma:interpretation>
      </emma:emma>
    </inkml:annotationXML>
    <inkml:trace contextRef="#ctx0" brushRef="#br0">-1995 38 169 0,'0'0'0'0,"11"0"0"15,6 0 0-15,-17 0 93 0,0 0-93 0,-6 5 94 16,-11 3-94-16,17-8 86 0,0 0-86 0,-16 6 86 16,-1-1-86-16,17-5 67 0,0 0-67 0,-17 6 68 15,-2-4-68-15,19-2 68 0,0 0-68 0,-22 6 68 16,-1-3-68-16,23-3 64 0,0 0-64 0,-27 8 65 0,-1-8-65 16,28 0 52-16,0 0-52 0,-36 5 53 15,-6-5-53-15,42 0 33 0,0 0-33 0,-39 0 34 0,-3 0-34 16,42 0 25-16,0 0-25 0,-41 0 26 0,2-5-26 15,39 5 15-15,0 0-15 0,-39 0 16 0,0-6-16 16,39 6 10-16,0 0-10 0,-33-2 11 0,5 2-11 16,28 0 17-16,0 0-17 0,-25 0 17 0,3-3-17 0,22 3 8 15,0 0-8-15,-20-3 8 0,4 0-8 0,16 3 15 16,0 0-15-16,-14-2 16 0,2 2-16 0,12 0 8 16,0 0-8-16,-11-6 9 0,3 1-9 0,8 5 3 15,0 0-3-15,-8-3 4 0,2-2-4 0,6 5 0 16,0 0 0-16,-5-3 1 0,-1 3-1 0,6 0 0 15,0 0 0-15,0 0 0 0,-6 0 0 0,6 0 18 0,0 0-18 16,0 0 18-16,0 0-18 0,0 0 38 0,0 0-38 16,0 0 39-16,0 0-39 0,0 0 42 0,0 0-42 0,0 0 43 15,-2 8-43-15,2-8 35 0,0 0-35 0,0 8 36 16,0 0-36-16,0-8 15 0,0 0-15 0,0 11 16 16,0 0-16-16,0-11 43 0,0 0-43 0,0 11 43 15,0 3-43-15,0-14 13 0,0 0-13 0,0 19 13 16,2-3-13-16,-2-16 31 0,0 0-31 0,3 19 31 15,0 0-31-15,-3-19 28 0,0 0-28 0,3 25 28 0,-3-6-28 0,0-19 8 0,0 0-8 0,3 25 8 32,-1-1-8-32,-2-24 28 0,0 0-28 0,3 30 28 15,0-5-28-15,-3-25 6 0,0 0-6 0,3 24 6 0,2 1-6 0,-5-25 25 16,0 0-25-16,6 21 26 16,2 1-26-16,-8-22 30 0,0 0-30 0,8 19 30 0,1-2-30 15,-9-17 12-15,0 0-12 0,8 19 13 0,-2 0-13 16,-6-19 30-16,0 0-30 0,5 11 30 0,-2 2-30 0,-3-13-3 15,0 0 3-15,3 14-2 0,0 2 2 16,-3-16 0-16,0 0 0 0,2 14 0 0,-2 0 0 0,0-14-2 16,0 0 2-16,0 16-1 0,3-8 1 0,-3-8-2 15,0 0 2-15,0 11-1 0,0 0 1 0,0-11-4 16,0 0 4-16,0 8-4 0,3 3 4 0,-3-11-7 16,0 0 7-16,3 6-6 0,5 2 6 0,-8-8-72 15,0 0 72-15,3 5-71 0,2 1 71 0,-5-6-222 16,0 0 222-16,17 0-222 0,8-14 222 0,17 3-1010 15</inkml:trace>
  </inkml:traceGroup>
</inkml:ink>
</file>

<file path=ppt/ink/ink45.xml><?xml version="1.0" encoding="utf-8"?>
<inkml:ink xmlns:inkml="http://www.w3.org/2003/InkML">
  <inkml:definitions>
    <inkml:context xml:id="ctx0">
      <inkml:inkSource xml:id="inkSrc0">
        <inkml:traceFormat>
          <inkml:channel name="X" type="integer" max="19500" units="cm"/>
          <inkml:channel name="Y" type="integer" max="11180" units="cm"/>
          <inkml:channel name="F" type="integer" max="4096" units="dev"/>
          <inkml:channel name="T" type="integer" max="2.14748E9" units="dev"/>
        </inkml:traceFormat>
        <inkml:channelProperties>
          <inkml:channelProperty channel="X" name="resolution" value="631.06793" units="1/cm"/>
          <inkml:channelProperty channel="Y" name="resolution" value="642.52875" units="1/cm"/>
          <inkml:channelProperty channel="F" name="resolution" value="0" units="1/dev"/>
          <inkml:channelProperty channel="T" name="resolution" value="1" units="1/dev"/>
        </inkml:channelProperties>
      </inkml:inkSource>
      <inkml:timestamp xml:id="ts0" timeString="2020-12-07T08:20:22.135"/>
    </inkml:context>
    <inkml:brush xml:id="br0">
      <inkml:brushProperty name="width" value="0.1" units="cm"/>
      <inkml:brushProperty name="height" value="0.1" units="cm"/>
      <inkml:brushProperty name="color" value="#ED1C24"/>
      <inkml:brushProperty name="fitToCurve" value="1"/>
    </inkml:brush>
  </inkml:definitions>
  <inkml:traceGroup>
    <inkml:annotationXML>
      <emma:emma xmlns:emma="http://www.w3.org/2003/04/emma" version="1.0">
        <emma:interpretation id="{F2444ADC-E50C-4AAD-A74C-BEBBB28A5761}" emma:medium="tactile" emma:mode="ink">
          <msink:context xmlns:msink="http://schemas.microsoft.com/ink/2010/main" type="writingRegion" rotatedBoundingBox="26603,8452 28332,7664 28616,8287 26886,9074">
            <msink:destinationLink direction="with" ref="{08ECC7B6-F3A1-4382-A21A-22B7F336FBC1}"/>
          </msink:context>
        </emma:interpretation>
      </emma:emma>
    </inkml:annotationXML>
    <inkml:traceGroup>
      <inkml:annotationXML>
        <emma:emma xmlns:emma="http://www.w3.org/2003/04/emma" version="1.0">
          <emma:interpretation id="{667D0BA3-C4B7-44C0-9E8C-03634DADADBF}" emma:medium="tactile" emma:mode="ink">
            <msink:context xmlns:msink="http://schemas.microsoft.com/ink/2010/main" type="paragraph" rotatedBoundingBox="26603,8452 28332,7664 28616,8287 26886,9074" alignmentLevel="1"/>
          </emma:interpretation>
        </emma:emma>
      </inkml:annotationXML>
      <inkml:traceGroup>
        <inkml:annotationXML>
          <emma:emma xmlns:emma="http://www.w3.org/2003/04/emma" version="1.0">
            <emma:interpretation id="{194C5DE7-48AC-4E8B-9E09-FD967EA9A68A}" emma:medium="tactile" emma:mode="ink">
              <msink:context xmlns:msink="http://schemas.microsoft.com/ink/2010/main" type="line" rotatedBoundingBox="26603,8452 28332,7664 28616,8287 26886,9074"/>
            </emma:interpretation>
          </emma:emma>
        </inkml:annotationXML>
        <inkml:traceGroup>
          <inkml:annotationXML>
            <emma:emma xmlns:emma="http://www.w3.org/2003/04/emma" version="1.0">
              <emma:interpretation id="{0CF2794F-5BAA-4ADE-9EC4-D190A9A547CC}" emma:medium="tactile" emma:mode="ink">
                <msink:context xmlns:msink="http://schemas.microsoft.com/ink/2010/main" type="inkWord" rotatedBoundingBox="26692,8648 26947,8532 27099,8864 26844,8981"/>
              </emma:interpretation>
              <emma:one-of disjunction-type="recognition" id="oneOf0">
                <emma:interpretation id="interp0" emma:lang="en-US" emma:confidence="0">
                  <emma:literal>&gt;</emma:literal>
                </emma:interpretation>
                <emma:interpretation id="interp1" emma:lang="en-US" emma:confidence="0">
                  <emma:literal>,</emma:literal>
                </emma:interpretation>
                <emma:interpretation id="interp2" emma:lang="en-US" emma:confidence="0">
                  <emma:literal>}</emma:literal>
                </emma:interpretation>
                <emma:interpretation id="interp3" emma:lang="en-US" emma:confidence="0">
                  <emma:literal>y</emma:literal>
                </emma:interpretation>
                <emma:interpretation id="interp4" emma:lang="en-US" emma:confidence="0">
                  <emma:literal>S</emma:literal>
                </emma:interpretation>
              </emma:one-of>
            </emma:emma>
          </inkml:annotationXML>
          <inkml:trace contextRef="#ctx0" brushRef="#br0">-1867 836 595 0,'0'0'0'0,"0"-13"0"16,0-6 0-16,0 19 55 0,0 0-55 0,0 0 55 15,-9 8-55-15,9-8 30 0,0 0-30 0,-3 5 30 16,3 1-30-16,0-6 41 0,0 0-41 0,0 8 41 15,0-3-41-15,0-5 0 0,0 0 0 0,0 6 1 16,0-1-1-16,0-5 9 0,0 0-9 0,0 6 10 16,-2-3-10-16,2-3 9 0,0 0-9 0,0 5 10 0,0 0-10 15,0-5 3-15,0 0-3 0,0 6 4 0,0 2-4 16,0-8 37-16,0 0-37 0,0 11 37 0,2-8-37 16,-2-3 40-16,0 0-40 0,3 5 40 0,0 1-40 0,-3-6 24 15,0 0-24-15,0 0 25 0,6 5-25 0,-6-5 36 16,0 0-36-16,0 0 36 0,5 6-36 0,-5-6 13 15,0 0-13-15,6 0 14 0,2 0-14 0,-8 0 30 16,0 0-30-16,8 2 30 0,3-2-30 0,-11 0 18 16,0 0-18-16,12 3 19 0,1 0-19 0,-13-3 35 15,0 0-35-15,12 2 36 0,-4 7-36 0,-8-9 6 16,0 0-6-16,8 5 6 0,-2 1-6 0,-6-6 18 0,0 0-18 16,5 8 19-16,-2-3-19 0,-3-5 23 0,0 0-23 15,3 8 24-15,-3 1-24 0,0-9 22 0,0 0-22 16,0 8 22-16,-3 0-22 0,3-8 15 0,0 0-15 0,-3 11 16 15,1 2-16-15,2-13 18 0,0 0-18 0,-3 17 19 16,-3-1-19-16,6-16 8 0,0 0-8 0,-8 19 9 16,0 3-9-16,8-22-106 0,0 0 106 0,-14 22-106 15,-6 2 106-15,20-24-119 0,0 0 119 0,-25 25-118 16,-8 2 118-16,-25 25-765 0</inkml:trace>
        </inkml:traceGroup>
        <inkml:traceGroup>
          <inkml:annotationXML>
            <emma:emma xmlns:emma="http://www.w3.org/2003/04/emma" version="1.0">
              <emma:interpretation id="{F22F3264-CF35-4C80-AE39-FDBF91CF4DFA}" emma:medium="tactile" emma:mode="ink">
                <msink:context xmlns:msink="http://schemas.microsoft.com/ink/2010/main" type="inkWord" rotatedBoundingBox="27024,8260 28332,7664 28616,8287 27308,8883">
                  <msink:destinationLink direction="with" ref="{E1EE0E4E-9CD4-49F6-9572-B7DFF6C518C7}"/>
                </msink:context>
              </emma:interpretation>
              <emma:one-of disjunction-type="recognition" id="oneOf1">
                <emma:interpretation id="interp5" emma:lang="en-US" emma:confidence="0">
                  <emma:literal>RBC</emma:literal>
                </emma:interpretation>
                <emma:interpretation id="interp6" emma:lang="en-US" emma:confidence="0">
                  <emma:literal>Ba</emma:literal>
                </emma:interpretation>
                <emma:interpretation id="interp7" emma:lang="en-US" emma:confidence="0">
                  <emma:literal>B's</emma:literal>
                </emma:interpretation>
                <emma:interpretation id="interp8" emma:lang="en-US" emma:confidence="0">
                  <emma:literal>RBCC</emma:literal>
                </emma:interpretation>
                <emma:interpretation id="interp9" emma:lang="en-US" emma:confidence="0">
                  <emma:literal>RBZCC</emma:literal>
                </emma:interpretation>
              </emma:one-of>
            </emma:emma>
          </inkml:annotationXML>
          <inkml:trace contextRef="#ctx0" brushRef="#br0" timeOffset="2194.8735">-1023 586 135 0,'0'0'0'0,"-5"-6"0"0,-6-2 0 16,11 8 73-16,0 0-73 0,-6 5 74 0,6 20-74 15,0-25 63-15,0 0-63 0,-3 14 63 0,3 5-63 16,0-19 83-16,0 0-83 0,-2 19 83 0,-4-3-83 0,6-16 74 16,0 0-74-16,-6 19 75 0,-2 3-75 0,8-22 51 15,0 0-51-15,-11 16 51 0,0 1-51 0,11-17 45 16,0 0-45-16,-8 13 46 0,-1-2-46 0,9-11 19 16,0 0-19-16,-3 9 20 0,3-1-20 0,0-8 6 15,0 0-6-15,0 8 6 0,6-3-6 0,-6-5-90 16,0 0 90-16,6 6-89 0,-1-3 89 0,-5-3-138 15,0 0 138-15,8 0-138 0,4 0 138 0,7 0-290 16</inkml:trace>
          <inkml:trace contextRef="#ctx0" brushRef="#br0" timeOffset="3122.9496">-931 215 135 0,'0'0'0'0,"-14"24"0"0,-5 9 0 0,19-33 56 0,0 0-56 0,11 6 57 16,19-20-57-16,-30 14 82 0,0 0-82 0,20-5 82 16,2-9-82-16,-22 14 68 0,0 0-68 0,19-6 69 15,1 6-69-15,-20 0 67 0,0 0-67 0,14 0 68 16,0 0-68-16,-14 0 54 0,0 0-54 0,8 3 55 15,0 3-55-15,-8-6 39 0,0 0-39 0,6 5 39 16,2 6-39-16,-8-11 41 0,0 0-41 0,0 8 41 16,-5 9-41-16,5-17 9 0,0 0-9 0,-6 13 9 0,-2 3-9 0,8-16 32 0,0 0-32 0,-11 20 32 31,-3 4-32-31,14-24 4 0,0 0-4 0,-17 19 5 16,-2 0-5-16,19-19 9 0,0 0-9 0,-14 17 9 15,0-4-9-15,14-13 1 0,0 0-1 0,-11 8 1 0,5-2-1 16,6-6 0-16,0 0 0 0,-5 5 0 0,2 1 0 15,3-6 0-15,0 0 0 0,0 0 0 0,0 0 0 16,0 0-1-16,0 0 1 0,0 0 0 0,5 3 0 0,-5-3 0 16,0 0 0-16,0 0 0 0,9 2 0 0,-9-2 6 15,0 0-6-15,5 3 6 0,1 0-6 0,-6-3 4 16,0 0-4-16,5 2 4 0,-2 4-4 0,-3-6 13 16,0 0-13-16,0 0 13 0,6 5-13 0,-6-5 15 15,0 0-15-15,0 0 15 0,3 3-15 0,-3-3 15 16,0 0-15-16,0 0 15 0,8 8-15 0,-8-8 26 15,0 0-26-15,8 8 26 0,1-2-26 0,-9-6 12 0,0 0-12 16,8 3 13-16,3 2-13 0,-11-5 18 0,0 0-18 16,14 6 19-16,-6 4-19 0,-8-10 15 0,0 0-15 15,9 6 15-15,-1 2-15 0,-8-8 16 0,0 0-16 0,8 11 17 16,-5-3-17-16,-3-8 25 0,0 0-25 0,0 16 26 16,0-2-26-16,0-14 20 0,0 0-20 0,-3 16 20 15,-2 4-20-15,5-20 26 0,0 0-26 0,-6 13 26 16,-2 6-26-16,8-19 14 0,0 0-14 0,-9 19 15 15,4-2-15-15,5-17 18 0,0 0-18 0,-11 19 19 16,-6 0-19-16,17-19 15 0,0 0-15 0,-22 19 15 16,-3-3-15-16,25-16-95 0,0 0 95 0,-25 17-94 15,3-4 94-15,22-13-132 0,0 0 132 0,-23 14-132 16,4-3 132-16,-23 13-756 0</inkml:trace>
          <inkml:trace contextRef="#ctx0" brushRef="#br0" timeOffset="4534.5482">-839 332 113 0,'0'0'0'15,"14"16"0"-15,11 12 0 0,14 15-25 0</inkml:trace>
          <inkml:trace contextRef="#ctx0" brushRef="#br0" timeOffset="4007.7883">-528 283 135 0,'0'0'0'0,"0"0"0"0,0 0 0 0,0 0 68 15,0 0-68-15,-3 6 68 0,-2-4-68 0,5-2 56 0,0 0-56 0,-6 6 56 16,0 5-56-16,6-11 64 0,0 0-64 0,-5 5 64 15,-3 6-64-15,8-11 64 0,0 0-64 0,-9 14 65 16,1-1-65-16,8-13 58 0,0 0-58 0,-6 14 58 16,1 2-58-16,5-16 46 0,0 0-46 0,-3 11 46 15,0 3-46-15,3-14 54 0,0 0-54 0,0 11 54 16,0 2-54-16,0-13 37 0,0 0-37 0,0 11 38 16,3 3-38-16,-3-14 27 0,0 0-27 0,6 11 27 15,-1 2-27-15,-5-13 16 0,0 0-16 0,11 11 17 16,-5 3-17-16,-6-14 41 0,0 0-41 0,8 8 41 15,3 3-41-15,-11-11 42 0,0 0-42 0,11 8 43 16,0-2-43-16,-11-6 16 0,0 0-16 0,12 5 17 0,2 1-17 16,-14-6 14-16,0 0-14 0,25 0 15 0,5-9-15 15,-30 9-33-15,0 0 33 0,31-8-32 0,5 0 32 0,-36 8-176 16,0 0 176-16,39-19-176 0,2 0 176 0,40-17-594 16</inkml:trace>
          <inkml:trace contextRef="#ctx0" brushRef="#br0" timeOffset="1621.35">-1478 1142 102 0,'0'0'0'0,"0"-6"0"0,0-5 0 0,0 11 47 0,0 0-47 16,0-13 47-16,0-6-47 0,0 19 39 0,0 0-39 0,0-17 40 15,0-2-40-15,0 19 41 0,0 0-41 0,0-19 41 16,0-5-41-16,0 24 28 0,0 0-28 0,0-22 28 16,0 3-28-16,0 19 9 0,0 0-9 0,0-19 9 15,-3 0-9-15,3 19 19 0,0 0-19 0,-3-25 20 16,-3 6-20-16,6 19 7 0,0 0-7 0,-5-25 8 15,-3-5-8-15,8 30 24 0,0 0-24 0,-9-24 25 16,4-1-25-16,5 25 30 0,0 0-30 0,-6-19 30 16,3-5-30-16,3 24 12 0,0 0-12 0,0-25 13 15,0 1-13-15,0 24 30 0,0 0-30 0,0-25 30 16,-2 6-30-16,2 19 28 0,0 0-28 0,-3-19 28 16,3 3-28-16,0 16 22 0,0 0-22 0,0-14 23 0,3-8-23 15,-3 22 27-15,0 0-27 0,2-16 27 0,1 0-27 16,-3 16 22-16,0 0-22 0,3-20 22 0,2 4-22 15,-5 16 34-15,0 0-34 0,9-14 35 0,-4-5-35 0,-5 19 29 16,0 0-29-16,9-16 29 0,-1 2-29 0,-8 14 23 16,0 0-23-16,11-13 24 0,-5 2-24 0,-6 11 17 15,0 0-17-15,11-14 17 0,0-2-17 0,-11 16 10 16,0 0-10-16,11-14 11 0,3 1-11 0,-14 13 17 16,0 0-17-16,11-6 17 0,-3 1-17 0,-8 5 8 15,0 0-8-15,9-6 8 0,-1 3-8 0,-8 3 15 0,0 0-15 16,8 0 16-16,1 3-16 0,-9-3 15 0,0 0-15 15,8 6 15-15,3 2-15 0,-11-8 15 0,0 0-15 16,11 8 16-16,3 0-16 0,-14-8 26 0,0 0-26 0,11 6 26 16,3-4-26-16,-14-2 30 0,0 0-30 0,9 6 30 15,-1-1-30-15,-8-5 13 0,0 0-13 0,5 6 13 16,-2-6-13-16,-3 0 30 0,0 0-30 0,0 5 30 16,0 1-30-16,0-6 5 0,0 0-5 0,-3 8 6 15,1-3-6-15,2-5 10 0,0 0-10 0,-3 8 10 16,0 3-10-16,3-11 15 0,0 0-15 0,-5 11 16 15,2 3-16-15,3-14 8 0,0 0-8 0,-9 11 8 16,4 2-8-16,5-13 3 0,0 0-3 0,-6 9 4 16,-2 7-4-16,8-16 7 0,0 0-7 0,-6 11 7 0,-2 3-7 15,8-14 0-15,0 0 0 0,-5 8 0 16,-1 3 0-16,6-11 0 0,0 0 0 0,-6 10 0 16,4-4 0-16,2-6 0 0,0 0 0 0,-6 8 0 0,-2-2 0 15,8-6-1-15,0 0 1 0,-9 8 0 0,4-3 0 16,5-5 1-16,0 0-1 0,-6 6 2 0,4-1-2 15,2-5 0-15,0 0 0 0,0 0 0 0,-3 6 0 0,3-6 2 16,0 0-2-16,0 0 2 0,0 0-2 0,0 0 1 16,0 0-1-16,0 0 2 0,0 0-2 0,0 0 1 15,0 0-1-15,0 0 1 0,0 5-1 0,0-5 3 16,0 0-3-16,0 0 4 0,8 5-4 0,-8-5 12 16,0 0-12-16,6 3 12 0,-1 3-12 0,-5-6 1 15,0 0-1-15,6 8 1 0,2 3-1 0,-8-11 3 0,0 0-3 16,8 13 4-16,1 4-4 0,-9-17 19 0,0 0-19 15,8 16 20-15,0 3-20 0,-8-19 22 0,0 0-22 16,9 19 22-16,-4 3-22 0,-5-22 33 0,0 0-33 0,6 22 34 16,-1-3-34-16,-5-19 29 0,0 0-29 0,9 19 29 15,-9-3-29-15,0-16 15 0,0 0-15 0,3 19 15 16,2-8-15-16,-5-11 30 0,0 0-30 0,3 14 30 16,0-3-30-16,-3-11 18 0,0 0-18 0,2 14 19 15,-2-9-19-15,0-5 27 0,0 0-27 0,0 8 27 16,3-2-27-16,-3-6 22 0,0 0-22 0,3 5 22 15,0-2-22-15,-3-3 9 0,0 0-9 0,0 0 10 16,3 5-10-16,-3-5 18 0,0 0-18 0,0 0 18 16,0 0-18-16,0 0 0 0,0 0 0 0,0 0 0 15,0 0 0-15,0 0-91 0,0 0 91 0,0 0-90 16,11-5 90-16,0 2-1346 0</inkml:trace>
        </inkml:traceGroup>
      </inkml:traceGroup>
    </inkml:traceGroup>
  </inkml:traceGroup>
</inkml:ink>
</file>

<file path=ppt/ink/ink46.xml><?xml version="1.0" encoding="utf-8"?>
<inkml:ink xmlns:inkml="http://www.w3.org/2003/InkML">
  <inkml:definitions>
    <inkml:context xml:id="ctx0">
      <inkml:inkSource xml:id="inkSrc0">
        <inkml:traceFormat>
          <inkml:channel name="X" type="integer" max="19500" units="cm"/>
          <inkml:channel name="Y" type="integer" max="11180" units="cm"/>
          <inkml:channel name="F" type="integer" max="4096" units="dev"/>
          <inkml:channel name="T" type="integer" max="2.14748E9" units="dev"/>
        </inkml:traceFormat>
        <inkml:channelProperties>
          <inkml:channelProperty channel="X" name="resolution" value="631.06793" units="1/cm"/>
          <inkml:channelProperty channel="Y" name="resolution" value="642.52875" units="1/cm"/>
          <inkml:channelProperty channel="F" name="resolution" value="0" units="1/dev"/>
          <inkml:channelProperty channel="T" name="resolution" value="1" units="1/dev"/>
        </inkml:channelProperties>
      </inkml:inkSource>
      <inkml:timestamp xml:id="ts0" timeString="2020-12-07T08:20:20.889"/>
    </inkml:context>
    <inkml:brush xml:id="br0">
      <inkml:brushProperty name="width" value="0.1" units="cm"/>
      <inkml:brushProperty name="height" value="0.1" units="cm"/>
      <inkml:brushProperty name="color" value="#ED1C24"/>
      <inkml:brushProperty name="fitToCurve" value="1"/>
    </inkml:brush>
  </inkml:definitions>
  <inkml:traceGroup>
    <inkml:annotationXML>
      <emma:emma xmlns:emma="http://www.w3.org/2003/04/emma" version="1.0">
        <emma:interpretation id="{08ECC7B6-F3A1-4382-A21A-22B7F336FBC1}" emma:medium="tactile" emma:mode="ink">
          <msink:context xmlns:msink="http://schemas.microsoft.com/ink/2010/main" type="inkDrawing" rotatedBoundingBox="25966,8315 27933,6841 29197,8528 27230,10002" hotPoints="28671,8505 27533,9643 26395,8505 27533,7366" semanticType="enclosure" shapeName="Circle">
            <msink:sourceLink direction="with" ref="{F2444ADC-E50C-4AAD-A74C-BEBBB28A5761}"/>
            <msink:destinationLink direction="with" ref="{8B142C06-933A-483C-9E4A-5DC5944F51D5}"/>
            <msink:destinationLink direction="with" ref="{C4440848-893A-4313-ACAF-D27A09F8DBAC}"/>
          </msink:context>
        </emma:interpretation>
      </emma:emma>
    </inkml:annotationXML>
    <inkml:trace contextRef="#ctx0" brushRef="#br0">-1156-265 382 0,'0'0'0'0,"17"6"0"0,10 2 0 16,-27-8 54-16,0 0-54 0,0-6 55 0,-19-5-55 0,19 11 38 0,0 0-38 15,-11-8 38-15,0 0-38 0,11 8 94 0,0 0-94 0,-11-5 95 16,2-1-95-16,9 6 76 0,0 0-76 0,-11 0 76 16,0-5-76-16,11 5 69 0,0 0-69 0,-11 0 69 15,-3 0-69-15,14 0 51 0,0 0-51 0,-11 0 51 16,0-6-51-16,11 6 55 0,0 0-55 0,-11 0 56 15,-3-3-56-15,14 3 38 0,0 0-38 0,-14 0 38 16,3-2-38-16,11 2 46 0,0 0-46 0,-20 0 46 16,6-3-46-16,14 3 47 0,0 0-47 0,-22 0 47 15,0 0-47-15,22 0-99 0,0 0 99 0,-19 0-98 16,-1 0 98-16,20 0-101 0,0 0 101 0,-19 3-100 16,2-1 100-16,17-2-82 0,0 0 82 0,-20 9-82 15,-2-4 82-15,22-5-59 0,0 0 59 0,-25 6-59 16,-3 2 59-16,28-8-42 0,0 0 42 0,-33 11-41 0,0-3 41 15,33-8-35-15,0 0 35 0,-31 11-35 0,1 2 35 16,30-13-22-16,0 0 22 0,-31 17-22 0,3-6 22 0,28-11-28 16,0 0 28-16,-28 13-28 0,1-2 28 0,27-11-13 15,0 0 13-15,-25 14-13 0,2-6 13 0,23-8-6 16,0 0 6-16,-19 11-5 0,0 2 5 0,19-13-15 16,0 0 15-16,-17 17-15 0,6-6 15 0,11-11-8 15,0 0 8-15,-14 13-8 0,-3 1 8 0,17-14-9 16,0 0 9-16,-16 14-8 0,-1 2 8 0,17-16-8 15,0 0 8-15,-20 11-8 0,1 8 8 0,19-19-1 16,0 0 1-16,-17 19-1 0,1 6 1 0,16-25 0 0,0 0 0 16,-17 19 0-16,0 0 0 0,17-19 2 0,0 0-2 15,-16 22 2-15,-1-3-2 0,17-19 0 0,0 0 0 16,-17 21 1-16,-2 4-1 0,19-25 0 0,0 0 0 16,-17 22 0-16,0-3 0 0,17-19-3 0,0 0 3 0,-13 14-3 15,1 2 3-15,12-16-1 0,0 0 1 0,-13 19 0 16,-1 6 0-16,14-25 2 0,0 0-2 0,-14 24 2 15,-3 1-2-15,17-25 6 0,0 0-6 0,-17 24 7 16,1 6-7-16,16-30 15 0,0 0-15 0,-17 27 16 16,3 1-16-16,14-28 8 0,0 0-8 0,-14 24 9 15,3-2-9-15,11-22 33 0,0 0-33 0,-11 25 34 16,0-1-34-16,11-24 26 0,0 0-26 0,-8 25 26 16,2-4-26-16,6-21 39 0,0 0-39 0,-8 25 40 15,2-3-40-15,6-22 15 0,0 0-15 0,-3 27 15 16,1 6-15-16,2-33 21 0,0 0-21 0,-3 30 21 15,3-6-21-15,0-24 15 0,0 0-15 0,0 25 15 0,3-6-15 16,-3-19 34-16,0 0-34 0,0 22 35 0,0-3-35 16,0-19 27-16,0 0-27 0,0 24 27 0,0 1-27 15,0-25 33-15,0 0-33 0,0 24 34 0,2 4-34 0,-2-28 22 16,0 0-22-16,6 30 22 0,-1 0-22 0,-5-30 10 16,0 0-10-16,6 27 11 0,2 0-11 0,-8-27 35 15,0 0-35-15,9 30 36 0,-1 3-36 0,-8-33 10 16,0 0-10-16,8 30 10 0,1-6-10 0,-9-24 30 15,0 0-30-15,11 30 30 0,0 0-30 0,-11-30 18 16,0 0-18-16,17 33 19 0,-3-6-19 0,-14-27 18 0,0 0-18 16,13 30 18-16,4-2-18 0,-17-28 26 0,0 0-26 15,14 24 26-15,0-2-26 0,-14-22 21 0,0 0-21 16,17 24 21-16,-1 1-21 0,-16-25 16 0,0 0-16 16,17 22 17-16,-3 0-17 0,-14-22 27 0,0 0-27 0,14 21 27 15,2-1-27-15,-16-20 6 0,0 0-6 0,14 16 7 16,0 0-7-16,-14-16 17 0,0 0-17 0,14 19 17 15,-3-2-17-15,-11-17 8 0,0 0-8 0,11 19 9 16,6 3-9-16,-17-22 15 0,0 0-15 0,11 16 16 16,3 0-16-16,-14-16 8 0,0 0-8 0,14 17 9 15,3-1-9-15,-17-16 9 0,0 0-9 0,19 16 9 16,3 1-9-16,-22-17 15 0,0 0-15 0,22 13 15 16,1 1-15-16,-23-14 8 0,0 0-8 0,30 14 8 15,12-3-8-15,-42-11 9 0,0 0-9 0,30 10 9 16,7-4-9-16,-37-6 23 0,0 0-23 0,41 5 24 15,4 4-24-15,-45-9 6 0,0 0-6 0,39 0 7 0,-3 5-7 16,-36-5 16-16,0 0-16 0,36 0 17 0,0 0-17 16,-36 0 3-16,0 0-3 0,44 0 4 0,4-5-4 15,-48 5 3-15,0 0-3 0,41 0 3 0,-4-6-3 16,-37 6 5-16,0 0-5 0,38-3 5 0,-1-2-5 0,-37 5 2 16,0 0-2-16,33-6 3 0,0 1-3 0,-33 5 1 15,0 0-1-15,34-5 2 0,-4-4-2 0,-30 9 9 16,0 0-9-16,36-5 10 0,3-9-10 0,-39 14 14 15,0 0-14-15,39-8 15 0,0 0-15 0,-39 8 3 16,0 0-3-16,42-14 4 0,5 3-4 0,-47 11 13 16,0 0-13-16,44-13 14 0,4-4-14 0,-48 17 8 0,0 0-8 15,41-13 9-15,-7-9-9 0,-34 22 0 0,0 0 0 16,39-22 0-16,-1 0 0 0,-38 22 3 0,0 0-3 16,37-21 3-16,-4 1-3 0,-33 20 5 0,0 0-5 0,33-16 6 15,3-8-6-15,-36 24 8 0,0 0-8 0,28-20 8 16,-6 4-8-16,-22 16 15 0,0 0-15 0,28-24 15 15,0-4-15-15,-28 28 8 0,0 0-8 0,25-24 8 16,-3-4-8-16,-22 28 3 0,0 0-3 0,22-24 4 16,-2-3-4-16,-20 27 31 0,0 0-31 0,17-25 31 15,-1 1-31-15,-16 24 9 0,0 0-9 0,17-30 9 16,0 2-9-16,-17 28 19 0,0 0-19 0,16-30 20 16,4-5-20-16,-20 35 24 0,0 0-24 0,19-33 25 15,3 3-25-15,-22 30 3 0,0 0-3 0,20-30 3 16,2-5-3-16,-22 35 13 0,0 0-13 0,20-33 13 15,2-2-13-15,-22 35 9 0,0 0-9 0,16-30 9 16,-4 0-9-16,-12 30 3 0,0 0-3 0,13-39 4 0,1-1-4 16,-14 40 6-16,0 0-6 0,9-39 7 0,-1 7-7 15,-8 32 7-15,0 0-7 0,6-38 7 0,-1 5-7 0,-5 33 0 16,0 0 0-16,6-33 1 0,-1-2-1 0,-5 35 13 16,0 0-13-16,3-30 14 0,0 2-14 0,-3 28 3 15,0 0-3-15,0-24 4 0,0-6-4 0,0 30 12 16,0 0-12-16,-3-25 13 0,0-7-13 0,3 32 9 15,0 0-9-15,-3-28 9 0,-2 1-9 0,5 27 3 16,0 0-3-16,-8-30 4 0,-1-3-4 0,9 33 6 0,0 0-6 16,-8-30 7-16,-3 0-7 0,11 30 3 15,0 0-3-15,-11-30 3 0,0-5-3 0,11 35 5 0,0 0-5 16,-12-30 5-16,1 3-5 0,11 27 13 0,0 0-13 16,-16-25 13-16,-1-5-13 0,17 30 3 0,0 0-3 15,-14-19 4-15,0-5-4 0,14 24 7 0,0 0-7 0,-14-19 7 16,0-3-7-16,14 22 7 0,0 0-7 0,-19-19 8 15,-3 5-8-15,22 14 0 0,0 0 0 0,-23-19 0 16,7-6 0-16,16 25-2 0,0 0 2 0,-25-19-2 16,3 0 2-16,22 19-12 0,0 0 12 0,-23-11-12 15,1-2 12-15,22 13-9 0,0 0 9 0,-22-11-9 16,0-3 9-16,22 14-4 0,0 0 4 0,-23-11-3 16,1 0 3-16,22 11-13 0,0 0 13 0,-22-11-13 15,-3 3 13-15,25 8 0 0,0 0 0 0,-20-13 0 16,1 7 0-16,19 6-7 0,0 0 7 0,-19-11-7 15,2 3 7-15,17 8-4 0,0 0 4 0,-17-5-3 16,3-1 3-16,14 6-3 0,0 0 3 0,-16-11-2 0,-4 3 2 16,20 8-11-16,0 0 11 0,-19-11-11 0,2-2 11 15,17 13-1-15,0 0 1 0,-17-11 0 0,1 0 0 16,16 11-3-16,0 0 3 0,-17-3-3 0,0-2 3 16,17 5-6-16,0 0 6 0,-19-6-6 0,-3 3 6 0,22 3-1 15,0 0 1-15,-25 0 0 0,-6 3 0 0,31-3-3 16,0 0 3-16,-28 6-2 0,-2-1 2 0,30-5-2 15,0 0 2-15,-28 8-1 0,-5 3 1 0,33-11-5 16,0 0 5-16,-34 11-4 0,-2 3 4 0,36-14-43 16,0 0 43-16,-36 13-42 0,0 4 42 0,36-17-204 15,0 0 204-15,-33 11-204 0,-1 2 204 0,34-13-165 16,0 0 165-16,-41-13-165 0,-4-15 165 0,-41-10-977 0</inkml:trace>
  </inkml:traceGroup>
</inkml:ink>
</file>

<file path=ppt/ink/ink47.xml><?xml version="1.0" encoding="utf-8"?>
<inkml:ink xmlns:inkml="http://www.w3.org/2003/InkML">
  <inkml:definitions>
    <inkml:context xml:id="ctx0">
      <inkml:inkSource xml:id="inkSrc0">
        <inkml:traceFormat>
          <inkml:channel name="X" type="integer" max="19500" units="cm"/>
          <inkml:channel name="Y" type="integer" max="11180" units="cm"/>
          <inkml:channel name="F" type="integer" max="4096" units="dev"/>
          <inkml:channel name="T" type="integer" max="2.14748E9" units="dev"/>
        </inkml:traceFormat>
        <inkml:channelProperties>
          <inkml:channelProperty channel="X" name="resolution" value="631.06793" units="1/cm"/>
          <inkml:channelProperty channel="Y" name="resolution" value="642.52875" units="1/cm"/>
          <inkml:channelProperty channel="F" name="resolution" value="0" units="1/dev"/>
          <inkml:channelProperty channel="T" name="resolution" value="1" units="1/dev"/>
        </inkml:channelProperties>
      </inkml:inkSource>
      <inkml:timestamp xml:id="ts0" timeString="2020-12-07T08:21:35.491"/>
    </inkml:context>
    <inkml:brush xml:id="br0">
      <inkml:brushProperty name="width" value="0.1" units="cm"/>
      <inkml:brushProperty name="height" value="0.1" units="cm"/>
      <inkml:brushProperty name="color" value="#3165BB"/>
      <inkml:brushProperty name="fitToCurve" value="1"/>
    </inkml:brush>
  </inkml:definitions>
  <inkml:traceGroup>
    <inkml:annotationXML>
      <emma:emma xmlns:emma="http://www.w3.org/2003/04/emma" version="1.0">
        <emma:interpretation id="{E6F9A2FE-AA60-434C-82DC-E1A9264BF2A5}" emma:medium="tactile" emma:mode="ink">
          <msink:context xmlns:msink="http://schemas.microsoft.com/ink/2010/main" type="inkDrawing" rotatedBoundingBox="25255,11252 26361,11045 26554,12078 25448,12285" hotPoints="26365,11728 25833,12260 25301,11728 25833,11196" semanticType="enclosure" shapeName="Circle"/>
        </emma:interpretation>
      </emma:emma>
    </inkml:annotationXML>
    <inkml:trace contextRef="#ctx0" brushRef="#br0">400 993 124 0,'0'0'0'0,"6"-3"0"0,5-5 0 0,-11 8 14 15,0 0-14-15,0-6 15 0,3 4-15 0,-3 2 47 16,0 0-47-16,0 0 48 0,-3-6-48 0,3 6 56 15,0 0-56-15,0 0 56 0,-6 0-56 0,6 0 60 16,0 0-60-16,0 0 61 0,-5 3-61 0,5-3 69 16,0 0-69-16,0 0 69 0,-9 0-69 0,9 0 54 15,0 0-54-15,-5 0 54 0,-1 0-54 0,6 0 56 0,0 0-56 16,-11 0 57-16,0 0-57 0,11 0 45 0,0 0-45 16,-14 0 45-16,0 3-45 0,14-3 29 0,0 0-29 15,-14 0 29-15,-2-3-29 0,16 3 26 0,0 0-26 16,-17-3 26-16,-3 0-26 0,20 3 15 0,0 0-15 0,-16-2 15 15,2 2-15-15,14 0 5 0,0 0-5 0,-17 0 5 16,3 0-5-16,14 0 8 0,0 0-8 0,-16 0 9 16,2 0-9-16,14 0 22 0,0 0-22 0,-14 0 23 15,6 0-23-15,8 0 2 0,0 0-2 0,-14 0 2 16,5 0-2-16,9 0 7 0,0 0-7 0,-11 2 7 16,0 4-7-16,11-6 3 0,0 0-3 0,-11 11 4 15,0-6-4-15,11-5 11 0,0 0-11 0,-17 8 11 16,3 3-11-16,14-11 8 0,0 0-8 0,-14 14 9 15,-2 2-9-15,16-16 3 0,0 0-3 0,-17 14 4 16,3 0-4-16,14-14 0 0,0 0 0 0,-11 16 1 16,0-8-1-16,11-8 1 0,0 0-1 0,-8 11 2 15,-1 0-2-15,9-11 1 0,0 0-1 0,-8 11 2 0,2 2-2 16,6-13-9-16,0 0 9 0,-8 14-9 0,2 2 9 16,6-16 0-16,0 0 0 0,-8 17 0 0,-3-1 0 0,11-16 0 15,0 0 0-15,-11 16 1 0,0 4-1 0,11-20 3 16,0 0-3-16,-11 13 3 0,2 1-3 0,9-14 3 15,0 0-3-15,-8 16 3 0,0-5-3 0,8-11 2 16,0 0-2-16,-6 14 2 0,1-1-2 0,5-13 0 16,0 0 0-16,0 14 0 0,-6 2 0 0,6-16 0 15,0 0 0-15,-3 14 0 0,3 0 0 0,0-14 0 16,0 0 0-16,0 16 1 0,0 3-1 0,0-19 3 0,0 0-3 16,0 19 3-16,-3-3-3 0,3-16 2 0,0 0-2 15,-2 17 3-15,-1-1-3 0,3-16 2 0,0 0-2 16,-3 17 2-16,3-1-2 0,0-16 0 0,0 0 0 15,0 19 0-15,0 0 0 0,0-19-1 0,0 0 1 0,0 19-1 16,3 0 1-16,-3-19-5 0,0 0 5 0,3 14-5 16,2 2 5-16,-5-16-3 0,0 0 3 0,9 14-3 15,-7 0 3-15,-2-14 0 0,0 0 0 0,9 21 0 16,2-2 0-16,-11-19 0 0,0 0 0 0,11 14 1 16,-3 2-1-16,-8-16 3 0,0 0-3 0,9 19 4 15,2-5-4-15,-11-14 7 0,0 0-7 0,8 16 7 16,0 4-7-16,-8-20 15 0,0 0-15 0,9 10 15 15,-1 4-15-15,-8-14 14 0,0 0-14 0,8 14 15 16,3-3-15-16,-11-11 25 0,0 0-25 0,12 8 26 16,1 0-26-16,-13-8 6 0,0 0-6 0,14 8 7 0,0-2-7 15,-14-6 17-15,0 0-17 0,17 8 17 0,0 3-17 16,-17-11 1-16,0 0-1 0,16 5 1 0,4 6-1 16,-20-11 15-16,0 0-15 0,16 8 15 0,1-2-15 0,-17-6 23 15,0 0-23-15,17 5 24 0,-1 1-24 0,-16-6 13 16,0 0-13-16,17 8 13 0,3-6-13 0,-20-2 5 15,0 0-5-15,22 6 6 0,0 2-6 0,-22-8 15 16,0 0-15-16,25 8 15 0,3 0-15 0,-28-8 14 16,0 0-14-16,25 6 15 0,-6-1-15 0,-19-5 3 15,0 0-3-15,23 6 4 0,-1-6-4 0,-22 0 0 16,0 0 0-16,19 0 0 0,1 0 0 0,-20 0 6 16,0 0-6-16,19 0 6 0,1-6-6 0,-20 6 13 0,0 0-13 15,22-5 14-15,0-3-14 0,-22 8 16 0,0 0-16 16,28-11 17-16,-3-3-17 0,-25 14 9 0,0 0-9 15,25-11 9-15,0 0-9 0,-25 11 16 0,0 0-16 0,25-8 17 16,-3-3-17-16,-22 11 38 0,0 0-38 0,25-11 39 16,-8 1-39-16,-17 10 11 0,0 0-11 0,16-11 11 15,1 0-11-15,-17 11 22 0,0 0-22 0,14-11 22 16,0-3-22-16,-14 14 8 0,0 0-8 0,14-16 8 16,0-6-8-16,-14 22 9 0,0 0-9 0,14-19 10 15,-3 0-10-15,-11 19 23 0,0 0-23 0,16-22 24 16,-5 3-24-16,-11 19 30 0,0 0-30 0,17-25 30 15,5 1-30-15,-22 24 6 0,0 0-6 0,17-19 7 16,0 0-7-16,-17 19 28 0,0 0-28 0,14-17 28 16,-1 4-28-16,-13 13 12 0,0 0-12 0,9-14 12 15,-1 3-12-15,-8 11 18 0,0 0-18 0,6-11 18 0,-1 3-18 16,-5 8 24-16,0 0-24 0,3-5 25 0,3-9-25 16,-6 14 3-16,0 0-3 0,-6-11 3 0,1-5-3 15,5 16 7-15,0 0-7 0,-6-17 7 0,0-4-7 0,6 21 14 16,0 0-14-16,-5-20 15 0,2 1-15 0,3 19 14 15,0 0-14-15,-6-21 15 0,4-1-15 0,2 22 9 16,0 0-9-16,-6-19 9 0,-2 2-9 0,8 17 1 16,0 0-1-16,-6-19 1 0,1 0-1 0,5 19-4 15,0 0 4-15,-6-16-3 0,3 2 3 0,3 14-26 16,0 0 26-16,-5-16-25 0,2 2 25 0,3 14-3 16,0 0 3-16,-11-19-3 0,3 5 3 0,8 14-14 15,0 0 14-15,-12-10-13 0,1-4 13 0,11 14-9 0,0 0 9 16,-11-11-9-16,-3 0 9 0,14 11-9 0,0 0 9 15,-14-11-8-15,3 0 8 0,11 11-8 0,0 0 8 16,-8-11-8-16,-6 6 8 0,14 5-4 0,0 0 4 0,-11-11-3 16,3 3 3-16,8 8-6 0,0 0 6 0,-11-6-6 15,-1-4 6-15,12 10-7 0,0 0 7 0,-11-6-7 16,-3 1 7-16,14 5-15 0,0 0 15 0,-13-3-14 16,1-3 14-16,12 6-4 0,0 0 4 0,-8-5-3 15,-3 0 3-15,11 5 0 0,0 0 0 0,-11-6 0 16,3-2 0-16,8 8-5 0,0 0 5 0,-12-8-5 15,-2-3 5-15,14 11-38 0,0 0 38 0,-11-11-38 16,-5 0 38-16,16 11-97 0,0 0 97 0,-17-11-97 16,0 0 97-16,17 11-254 0,0 0 254 0,-19-13-254 15,-3 2 254-15,-20-19-824 0</inkml:trace>
  </inkml:traceGroup>
</inkml:ink>
</file>

<file path=ppt/ink/ink48.xml><?xml version="1.0" encoding="utf-8"?>
<inkml:ink xmlns:inkml="http://www.w3.org/2003/InkML">
  <inkml:definitions>
    <inkml:context xml:id="ctx0">
      <inkml:inkSource xml:id="inkSrc0">
        <inkml:traceFormat>
          <inkml:channel name="X" type="integer" max="19500" units="cm"/>
          <inkml:channel name="Y" type="integer" max="11180" units="cm"/>
          <inkml:channel name="F" type="integer" max="4096" units="dev"/>
          <inkml:channel name="T" type="integer" max="2.14748E9" units="dev"/>
        </inkml:traceFormat>
        <inkml:channelProperties>
          <inkml:channelProperty channel="X" name="resolution" value="631.06793" units="1/cm"/>
          <inkml:channelProperty channel="Y" name="resolution" value="642.52875" units="1/cm"/>
          <inkml:channelProperty channel="F" name="resolution" value="0" units="1/dev"/>
          <inkml:channelProperty channel="T" name="resolution" value="1" units="1/dev"/>
        </inkml:channelProperties>
      </inkml:inkSource>
      <inkml:timestamp xml:id="ts0" timeString="2020-12-07T08:21:37.786"/>
    </inkml:context>
    <inkml:brush xml:id="br0">
      <inkml:brushProperty name="width" value="0.1" units="cm"/>
      <inkml:brushProperty name="height" value="0.1" units="cm"/>
      <inkml:brushProperty name="color" value="#3165BB"/>
      <inkml:brushProperty name="fitToCurve" value="1"/>
    </inkml:brush>
  </inkml:definitions>
  <inkml:traceGroup>
    <inkml:annotationXML>
      <emma:emma xmlns:emma="http://www.w3.org/2003/04/emma" version="1.0">
        <emma:interpretation id="{C1A70DAD-6C15-46C0-A197-91C6E5B2F1F0}" emma:medium="tactile" emma:mode="ink">
          <msink:context xmlns:msink="http://schemas.microsoft.com/ink/2010/main" type="inkDrawing" rotatedBoundingBox="27105,12079 27668,10985 28508,11417 27945,12511" hotPoints="28279,11858 27759,12378 27240,11858 27759,11339" semanticType="enclosure" shapeName="Circle"/>
        </emma:interpretation>
      </emma:emma>
    </inkml:annotationXML>
    <inkml:trace contextRef="#ctx0" brushRef="#br0">2470 1036 662 0,'0'0'0'0,"0"8"0"0,-8 3 0 16,8-11 68-16,0 0-68 0,-6 6 68 16,4-6-68-16,2 0 42 0,0 0-42 0,-9-3 43 15,1 0-43-15,8 3 38 0,0 0-38 0,-17-8 39 16,3 3-39-16,14 5 37 0,0 0-37 0,-14-6 38 0,-2 4-38 16,16 2 38-16,0 0-38 0,-20-3 38 0,-5 3-38 0,25 0 34 0,0 0-34 0,-22 0 34 15,3 0-34-15,19 0 34 0,0 0-34 16,-25 0 34-16,0 0-34 15,25 0 3-15,0 0-3 0,-25 3 3 0,0-1-3 0,25-2 0 16,0 0 0-16,-25 3 0 0,2 0 0 0,23-3 8 16,0 0-8-16,-19 2 9 0,-1 1-9 0,20-3 22 15,0 0-22-15,-16 3 22 0,-1 2-22 0,17-5 13 0,0 0-13 0,-14 0 14 16,0 6-14-16,14-6 11 16,0 0-11-16,-11 5 11 0,3 1-11 0,8-6 10 15,0 0-10-15,-8 8 10 0,-1-3-10 0,9-5 23 16,0 0-23-16,-8 11 24 0,-3 3-24 0,11-14 2 0,0 0-2 15,-11 19 2-15,-3-3-2 0,14-16 7 0,0 0-7 16,-14 22 7-16,-3 3-7 0,17-25 14 0,0 0-14 16,-14 24 15-16,3-2-15 0,11-22 14 0,0 0-14 15,-11 25 15-15,-3-4-15 0,14-21 25 0,0 0-25 0,-14 22 26 16,0 0-26-16,14-22 20 0,0 0-20 0,-13 22 20 16,1 0-20-16,12-22 17 0,0 0-17 0,-11 24 17 15,0 1-17-15,11-25 5 0,0 0-5 0,-8 21 5 16,2 4-5-16,6-25 22 0,0 0-22 0,-5 25 23 15,2-1-23-15,3-24 13 0,0 0-13 0,0 25 13 16,0-6-13-16,0-19 17 0,0 0-17 0,0 30 17 16,3-6-17-16,-3-24 15 0,0 0-15 0,0 28 16 15,2-4-16-15,-2-24 26 0,0 0-26 0,0 22 26 16,3-3-26-16,-3-19 12 0,0 0-12 0,0 24 13 16,3 4-13-16,-3-28 10 0,0 0-10 0,0 24 11 0,3 1-11 15,-3-25 17-15,0 0-17 0,0 16 17 0,3-2-17 16,-3-14 33-16,0 0-33 0,2 16 33 0,4-8-33 15,-6-8 0-15,0 0 0 0,5 17 0 0,4-9 0 16,-9-8 7-16,0 0-7 0,8 16 7 0,3-5-7 0,-11-11 3 16,0 0-3-16,11 14 4 0,1-3-4 0,-12-11 2 15,0 0-2-15,13 13 3 0,4-5-3 0,-17-8 10 16,0 0-10-16,11 11 11 0,6 3-11 0,-17-14 8 16,0 0-8-16,17 16 8 0,-1-5-8 0,-16-11 1 15,0 0-1-15,17 14 1 0,-3 5-1 0,-14-19 8 16,0 0-8-16,14 14 8 0,0 2-8 0,-14-16 3 15,0 0-3-15,11 11 3 0,0 3-3 0,-11-14 2 0,0 0-2 16,11 5 2-16,-3 3-2 0,-8-8 10 0,0 0-10 16,9 6 10-16,2-4-10 0,-11-2 0 0,0 0 0 15,16 6 0-15,4-3 0 0,-20-3 0 0,0 0 0 0,19 2 1 16,1 1-1-16,-20-3 3 0,0 0-3 0,22 0 3 16,0-3-3-16,-22 3 0 0,0 0 0 0,22-2 0 15,3-4 0-15,-25 6 5 0,0 0-5 0,25-5 6 16,0-6-6-16,-25 11 0 0,0 0 0 0,25-8 1 15,3-3-1-15,-28 11 0 0,0 0 0 0,25-11 1 16,3-3-1-16,-28 14 6 0,0 0-6 0,22-11 7 16,0 3-7-16,-22 8 13 0,0 0-13 0,23-16 14 15,-1 2-14-15,-22 14 4 0,0 0-4 0,17-14 4 16,-1 3-4-16,-16 11 22 0,0 0-22 0,17-13 22 16,0-1-22-16,-17 14 6 0,0 0-6 0,16-16 7 15,1-3-7-15,-17 19 4 0,0 0-4 0,14-19 5 16,3 2-5-16,-17 17 13 0,0 0-13 0,11-19 13 0,0 0-13 15,-11 19 3-15,0 0-3 0,11-19 4 0,0 0-4 16,-11 19 2-16,0 0-2 0,8-22 2 0,1 0-2 16,-9 22 10-16,0 0-10 0,8-24 11 0,0-3-11 0,-8 27 3 15,0 0-3-15,6-25 4 0,-1 0-4 0,-5 25 2 16,0 0-2-16,6-27 2 0,0 0-2 0,-6 27 5 16,0 0-5-16,5-27 5 0,3 2-5 0,-8 25 0 15,0 0 0-15,6-24 1 0,2 2-1 0,-8 22 2 16,0 0-2-16,6-22 2 0,-3 0-2 0,-3 22 0 15,0 0 0-15,3-22 0 0,-1 3 0 0,-2 19 0 0,0 0 0 16,0-16 0-16,0-6 0 0,0 22-1 0,0 0 1 16,0-19-1-16,-2 3 1 0,2 16-4 0,0 0 4 15,-3-17-4-15,3 4 4 0,0 13 0 0,0 0 0 16,-3-11 0-16,0-3 0 0,3 14 2 0,0 0-2 0,-3-11 2 16,3 0-2-16,0 11 2 0,0 0-2 0,-2-8 2 15,-1-3-2-15,3 11 12 0,0 0-12 0,-3-8 12 16,-3 3-12-16,6 5 3 0,0 0-3 0,-8-11 4 15,0 5-4-15,8 6 2 0,0 0-2 0,-14-8 2 16,0 3-2-16,14 5 10 0,0 0-10 0,-17-14 11 16,1 3-11-16,16 11 3 0,0 0-3 0,-23-14 4 15,1-2-4-15,22 16 0 0,0 0 0 0,-25-24 1 16,-3-6-1-16,28 30-161 0,0 0 161 0,-30-41-160 16,-1-11 160-16,31 52-114 0,0 0 114 0,-58-93-1320 15,116 186 1320-15</inkml:trace>
  </inkml:traceGroup>
</inkml:ink>
</file>

<file path=ppt/ink/ink49.xml><?xml version="1.0" encoding="utf-8"?>
<inkml:ink xmlns:inkml="http://www.w3.org/2003/InkML">
  <inkml:definitions>
    <inkml:context xml:id="ctx0">
      <inkml:inkSource xml:id="inkSrc0">
        <inkml:traceFormat>
          <inkml:channel name="X" type="integer" max="19500" units="cm"/>
          <inkml:channel name="Y" type="integer" max="11180" units="cm"/>
          <inkml:channel name="F" type="integer" max="4096" units="dev"/>
          <inkml:channel name="T" type="integer" max="2.14748E9" units="dev"/>
        </inkml:traceFormat>
        <inkml:channelProperties>
          <inkml:channelProperty channel="X" name="resolution" value="631.06793" units="1/cm"/>
          <inkml:channelProperty channel="Y" name="resolution" value="642.52875" units="1/cm"/>
          <inkml:channelProperty channel="F" name="resolution" value="0" units="1/dev"/>
          <inkml:channelProperty channel="T" name="resolution" value="1" units="1/dev"/>
        </inkml:channelProperties>
      </inkml:inkSource>
      <inkml:timestamp xml:id="ts0" timeString="2020-12-07T08:21:42.487"/>
    </inkml:context>
    <inkml:brush xml:id="br0">
      <inkml:brushProperty name="width" value="0.1" units="cm"/>
      <inkml:brushProperty name="height" value="0.1" units="cm"/>
      <inkml:brushProperty name="color" value="#ED1C24"/>
      <inkml:brushProperty name="fitToCurve" value="1"/>
    </inkml:brush>
  </inkml:definitions>
  <inkml:traceGroup>
    <inkml:annotationXML>
      <emma:emma xmlns:emma="http://www.w3.org/2003/04/emma" version="1.0">
        <emma:interpretation id="{0B09F674-964D-4FB1-9A45-6177A4D09DAE}" emma:medium="tactile" emma:mode="ink">
          <msink:context xmlns:msink="http://schemas.microsoft.com/ink/2010/main" type="inkDrawing" rotatedBoundingBox="29439,11250 30628,10970 30860,11956 29671,12236" hotPoints="30756,11602 30196,12162 29636,11602 30196,11042" semanticType="enclosure" shapeName="Circle"/>
        </emma:interpretation>
      </emma:emma>
    </inkml:annotationXML>
    <inkml:trace contextRef="#ctx0" brushRef="#br0">4560 1025 807 0,'0'0'0'0,"0"0"0"0,-3 30 0 0,3-30-101 0,0 0 101 16,0 0-101-16,0-13 101 0,0 13-1 0,0 0 1 15,0-8 0-15,0-1 0 0,0 9 8 0,0 0-8 16,0-8 9-16,-3 3-9 0,3 5 30 0,0 0-30 0,-2-6 30 16,-1 6-30-16,3 0 44 0,0 0-44 0,-9-5 44 15,1 2-44-15,8 3 53 0,0 0-53 0,-14 3 53 16,0 2-53-16,14-5 38 0,0 0-38 0,-14 0 38 16,-8 3-38-16,22-3 10 0,0 0-10 0,-16 3 10 15,-1 2-10-15,17-5 32 0,0 0-32 0,-17 3 32 16,-2 0-32-16,19-3 9 0,0 0-9 0,-20 2 10 15,-2 4-10-15,22-6 10 0,0 0-10 0,-19 0 11 16,2 3-11-16,17-3 1 0,0 0-1 0,-11 2 2 16,-6-2-2-16,17 0 9 0,0 0-9 0,-11 3 9 15,0-3-9-15,11 0 13 0,0 0-13 0,-11 5 14 16,0 1-14-16,11-6 33 0,0 0-33 0,-14 8 34 0,0 3-34 16,14-11 5-16,0 0-5 0,-14 11 5 0,3 3-5 15,11-14 27-15,0 0-27 0,-11 10 27 0,2 1-27 16,9-11 12-16,0 0-12 0,-11 14 13 0,3-9-13 0,8-5 5 15,0 0-5-15,-8 6 5 0,2-1-5 0,6-5 22 16,0 0-22-16,-8 8 23 0,2-2-23 0,6-6 2 16,0 0-2-16,-11 14 3 0,3-6-3 0,8-8 2 15,0 0-2-15,-11 16 3 0,0-2-3 0,11-14 11 16,0 0-11-16,-12 16 11 0,4-5-11 0,8-11 3 16,0 0-3-16,-8 14 4 0,-1-3-4 0,9-11 6 15,0 0-6-15,-5 13 6 0,-1-2-6 0,6-11 22 0,0 0-22 16,-5 14 23-16,2-3-23 0,3-11 12 0,0 0-12 15,-6 13 13-15,4-2-13 0,2-11 10 0,0 0-10 16,-6 14 10-16,3-1-10 0,3-13 0 0,0 0 0 0,-2 14 0 16,2-3 0-16,0-11-1 0,0 0 1 0,0 11-1 15,2 0 1-15,-2-11 0 0,0 0 0 0,0 11 0 16,3 2 0-16,-3-13 3 0,0 0-3 0,0 14 3 16,0-3-3-16,0-11 7 0,0 0-7 0,0 11 7 15,0 0-7-15,0-11 3 0,0 0-3 0,0 11 4 16,0-6-4-16,0-5 7 0,0 0-7 0,0 8 7 15,3-2-7-15,-3-6 7 0,0 0-7 0,3 8 7 16,2 3-7-16,-5-11 7 0,0 0-7 0,6 11 8 16,-1-3-8-16,-5-8 15 0,0 0-15 0,6 8 15 15,-1 0-15-15,-5-8 14 0,0 0-14 0,6 8 15 0,2-2-15 16,-8-6 9-16,0 0-9 0,9 11 9 0,2 0-9 16,-11-11 9-16,0 0-9 0,11 13 10 0,0 6-10 15,-11-19 8-15,0 0-8 0,11 14 8 0,0 2-8 16,-11-16 3-16,0 0-3 0,9 14 4 0,-1 0-4 15,-8-14 12-15,0 0-12 0,8 16 12 0,1-2-12 0,-9-14 3 16,0 0-3-16,8 13 4 0,-3-2-4 0,-5-11 12 16,0 0-12-16,9 11 12 0,-1-3-12 0,-8-8 15 15,0 0-15-15,8 11 15 0,4-3-15 0,-12-8 8 16,0 0-8-16,11 11 9 0,0 0-9 0,-11-11 4 16,0 0-4-16,11 11 4 0,3-3-4 0,-14-8 3 15,0 0-3-15,17 6 3 0,5-1-3 0,-22-5 1 0,0 0-1 16,19 3 2-16,-2 0-2 0,-17-3 3 0,0 0-3 15,17 2 4-15,2-2-4 0,-19 0 6 0,0 0-6 16,19 3 6-16,4-3-6 0,-23 0 3 0,0 0-3 0,22 8 3 16,3-5-3-16,-25-3 6 0,0 0-6 0,25 5 6 15,3 1-6-15,-28-6 7 0,0 0-7 0,25 3 7 16,0-1-7-16,-25-2 0 0,0 0 0 0,25 6 1 16,-3-6-1-16,-22 0 7 0,0 0-7 0,19 0 8 15,1 0-8-15,-20 0 0 0,0 0 0 0,22 0 1 16,3 0-1-16,-25 0 7 0,0 0-7 0,20 0 7 15,-1 0-7-15,-19 0 14 0,0 0-14 0,19 0 15 16,4-6-15-16,-23 6 8 0,0 0-8 0,22-5 8 16,0-1-8-16,-22 6 16 0,0 0-16 0,22-8 17 15,1-3-17-15,-23 11 14 0,0 0-14 0,22-13 15 16,3-1-15-16,-25 14 9 0,0 0-9 0,28-16 9 16,2-3-9-16,-30 19 4 0,0 0-4 0,28-17 4 0,-3-2-4 15,-25 19 21-15,0 0-21 0,22-19 21 0,0 0-21 16,-22 19 13-16,0 0-13 0,20-19 13 0,-1-6-13 15,-19 25 4-15,0 0-4 0,17-24 5 0,0-1-5 0,-17 25 22 16,0 0-22-16,16-22 23 0,-2 1-23 0,-14 21 6 16,0 0-6-16,14-22 7 0,-3 0-7 0,-11 22 1 15,0 0-1-15,9-22 1 0,-1-2-1 0,-8 24 9 16,0 0-9-16,6-22 10 0,-1 0-10 0,-5 22 3 16,0 0-3-16,6-19 3 0,-4 0-3 0,-2 19 2 15,0 0-2-15,3-19 2 0,-3 0-2 0,0 19 10 16,0 0-10-16,-3-17 10 0,-2-7-10 0,5 24 3 0,0 0-3 15,-6-19 4-15,1-6-4 0,5 25 6 0,0 0-6 16,-3-22 6-16,-8-2-6 0,11 24 3 0,0 0-3 16,-8-22 3-16,-1 0-3 0,9 22 2 0,0 0-2 0,-8-22 2 15,-3-2-2-15,11 24 9 0,0 0-9 0,-11-19 10 16,2 2-10-16,9 17 0 0,0 0 0 0,-11-16 1 16,-3 0-1-16,14 16 0 0,0 0 0 0,-14-17 0 15,0-4 0-15,14 21-6 0,0 0 6 0,-19-22-5 16,0 0 5-16,19 22-4 0,0 0 4 0,-20-19-4 15,3 5 4-15,17 14 0 0,0 0 0 0,-19-16 0 16,0 2 0-16,19 14 2 0,0 0-2 0,-20-11 3 16,1 3-3-16,19 8 0 0,0 0 0 0,-20-8 0 15,4 0 0-15,16 8 0 0,0 0 0 0,-25-8 1 16,-3 2-1-16,28 6 0 0,0 0 0 0,-28-5 0 16,6-1 0-16,22 6 0 0,0 0 0 0,-25-2 0 0,0 2 0 15,25 0 6-15,0 0-6 0,-25 0 6 0,0 0-6 16,25 0 0-16,0 0 0 0,-25 2 1 0,2 1-1 15,23-3 0-15,0 0 0 0,-33 5 1 0,-3 4-1 0,36-9-41 16,0 0 41-16,-33 5-40 0,2 0 40 0,31-5-94 16,0 0 94-16,-64 14-1450 0,128-28 1450 0</inkml:trace>
  </inkml:traceGroup>
</inkml:ink>
</file>

<file path=ppt/ink/ink50.xml><?xml version="1.0" encoding="utf-8"?>
<inkml:ink xmlns:inkml="http://www.w3.org/2003/InkML">
  <inkml:definitions>
    <inkml:context xml:id="ctx0">
      <inkml:inkSource xml:id="inkSrc0">
        <inkml:traceFormat>
          <inkml:channel name="X" type="integer" max="19500" units="cm"/>
          <inkml:channel name="Y" type="integer" max="11180" units="cm"/>
          <inkml:channel name="F" type="integer" max="4096" units="dev"/>
          <inkml:channel name="T" type="integer" max="2.14748E9" units="dev"/>
        </inkml:traceFormat>
        <inkml:channelProperties>
          <inkml:channelProperty channel="X" name="resolution" value="631.06793" units="1/cm"/>
          <inkml:channelProperty channel="Y" name="resolution" value="642.52875" units="1/cm"/>
          <inkml:channelProperty channel="F" name="resolution" value="0" units="1/dev"/>
          <inkml:channelProperty channel="T" name="resolution" value="1" units="1/dev"/>
        </inkml:channelProperties>
      </inkml:inkSource>
      <inkml:timestamp xml:id="ts0" timeString="2020-12-07T08:24:11.209"/>
    </inkml:context>
    <inkml:brush xml:id="br0">
      <inkml:brushProperty name="width" value="0.1" units="cm"/>
      <inkml:brushProperty name="height" value="0.1" units="cm"/>
      <inkml:brushProperty name="color" value="#ED1C24"/>
      <inkml:brushProperty name="fitToCurve" value="1"/>
    </inkml:brush>
  </inkml:definitions>
  <inkml:traceGroup>
    <inkml:annotationXML>
      <emma:emma xmlns:emma="http://www.w3.org/2003/04/emma" version="1.0">
        <emma:interpretation id="{F695E5E5-73D8-42F9-AF1E-AC2A3F318E7D}" emma:medium="tactile" emma:mode="ink">
          <msink:context xmlns:msink="http://schemas.microsoft.com/ink/2010/main" type="inkDrawing" rotatedBoundingBox="20127,16607 20829,18545 18990,19210 18289,17272" hotPoints="20761,17838 19747,18851 18734,17838 19747,16824" semanticType="enclosure" shapeName="Circle">
            <msink:sourceLink direction="with" ref="{D601BB76-9CC9-4BB7-80F7-755C21161A14}"/>
          </msink:context>
        </emma:interpretation>
      </emma:emma>
    </inkml:annotationXML>
    <inkml:trace contextRef="#ctx0" brushRef="#br0">146 168 169 0,'0'0'0'0,"0"0"0"0,34-25 0 16,-34 25 65-16,0 0-65 0,0 8 66 0,-14 17-66 15,14-25 74-15,0 0-74 0,-9 16 75 0,-2 0-75 16,11-16 68-16,0 0-68 0,-11 17 68 0,3-1-68 0,8-16 55 16,0 0-55-16,-8 17 55 0,-4-4-55 0,12-13 34 15,0 0-34-15,-8 14 35 0,0-1-35 0,8-13 34 16,0 0-34-16,-6 11 34 0,6 0-34 0,0-11 22 16,0 0-22-16,-8 11 22 0,2 3-22 0,6-14 40 15,0 0-40-15,-5 13 41 0,2 1-41 0,3-14 38 0,0 0-38 16,-3 11 38-16,0 3-38 0,3-14 45 0,0 0-45 15,-2 8 45-15,-1 3-45 0,3-11 46 0,0 0-46 16,0 11 47-16,-6 2-47 0,6-13 36 0,0 0-36 16,-3 14 37-16,1 2-37 0,2-16 34 0,0 0-34 15,-3 11 35-15,-3 5-35 0,6-16 32 0,0 0-32 0,-5 17 33 16,2-4-33-16,3-13 13 0,0 0-13 0,-6 17 14 16,6 2-14-16,0-19 6 0,0 0-6 0,-8 16 7 15,5-2-7-15,3-14 15 0,0 0-15 0,-2 13 16 16,2-2-16-16,0-11 8 0,0 0-8 0,-6 14 8 15,6 0-8-15,0-14 23 0,0 0-23 0,0 13 24 16,0 1-24-16,0-14 31 0,0 0-31 0,0 14 31 16,0-4-31-16,0-10 6 0,0 0-6 0,0 14 6 15,0 0-6-15,0-14 36 0,0 0-36 0,0 13 36 16,0 1-36-16,0-14 18 0,0 0-18 0,0 14 18 16,0-1-18-16,0-13 10 0,0 0-10 0,0 14 11 0,-3-3-11 15,3-11 35-15,0 0-35 0,-3 11 36 0,3-3-36 16,0-8 5-16,0 0-5 0,-2 11 5 0,2-6-5 15,0-5 10-15,0 0-10 0,0 8 10 0,0 3-10 16,0-11 16-16,0 0-16 0,0 6 17 0,2 5-17 0,-2-11 0 16,0 0 0-16,3 11 0 0,0-3 0 0,-3-8 0 15,0 0 0-15,6 13 1 0,-4-7-1 0,-2-6 3 16,0 0-3-16,6 11 3 0,-1-3-3 0,-5-8 5 16,0 0-5-16,6 11 5 0,-3-3-5 0,-3-8 8 15,0 0-8-15,3 8 8 0,-1 0-8 0,-2-8 3 16,0 0-3-16,6 11 4 0,-6 0-4 0,0-11 2 15,0 0-2-15,0 11 2 0,0 3-2 0,0-14 17 0,0 0-17 16,0 11 17-16,3 0-17 0,-3-11 14 0,0 0-14 16,0 10 15-16,2-1-15 0,-2-9 9 0,0 0-9 15,3 11 9-15,3-3-9 0,-6-8 17 0,0 0-17 0,5 11 17 16,1-3-17-16,-6-8 3 0,0 0-3 0,8 8 4 16,-5 0-4-16,-3-8 6 0,0 0-6 0,6 6 7 15,-1-1-7-15,-5-5 7 0,0 0-7 0,3 5 8 16,3 4-8-16,-6-9 0 0,0 0 0 0,8 8 1 15,0 3-1-15,-8-11 7 0,0 0-7 0,9 11 8 16,-4 0-8-16,-5-11 13 0,0 0-13 0,8 10 14 16,-2 1-14-16,-6-11 8 0,0 0-8 0,6 14 9 15,2 2-9-15,-8-16 16 0,0 0-16 0,5 19 17 16,4-2-17-16,-9-17 1 0,0 0-1 0,8 16 1 16,3 1-1-16,-11-17 3 0,0 0-3 0,3 8 4 15,3 3-4-15,-6-11 5 0,0 0-5 0,5 8 6 16,-2 0-6-16,-3-8 3 0,0 0-3 0,3 8 3 0,-1-2-3 15,-2-6 11-15,0 0-11 0,3 8 11 0,6-3-11 16,-9-5 8-16,0 0-8 0,0 8 9 0,5 1-9 0,-5-9 3 16,0 0-3-16,3 5 4 0,2 0-4 0,-5-5 12 15,0 0-12-15,0 6 13 0,6-1-13 0,-6-5 8 16,0 0-8-16,6 6 8 0,2 2-8 0,-8-8 8 16,0 0-8-16,3 8 9 0,2 0-9 0,-5-8 15 15,0 0-15-15,6 9 15 0,-6-4-15 0,0-5 3 16,0 0-3-16,3 8 4 0,-3-2-4 0,0-6 6 15,0 0-6-15,2 8 7 0,1-3-7 0,-3-5 13 0,0 0-13 16,3 8 14-16,0 1-14 0,-3-9 8 0,0 0-8 16,2 8 9-16,4 3-9 0,-6-11 15 0,0 0-15 15,3 8 16-15,5 0-16 0,-8-8 3 0,0 0-3 16,3 8 4-16,8 3-4 0,-11-11-2 0,0 0 2 0,3 11-1 16,5-3 1-16,-8-8-20 0,0 0 20 0,8 8-20 15,-5 1 20-15,-3-9-34 0,0 0 34 0,6 11-34 16,-1-6 34-16,-5-5-6 0,0 0 6 0,6 8-6 15,-1 3 6-15,-5-11-19 0,0 0 19 0,9 5-18 16,-6 4 18-16,-3-9-9 0,0 0 9 0,5 11-8 16,1-9 8-16,-6-2 0 0,0 0 0 0,8 8 0 15,3 1 0-15,-11-9 0 0,0 0 0 0,14 8 0 16,0 0 0-16,-14-8 0 0,0 0 0 0,19 8 0 16,-5 0 0-16,-14-8 0 0,0 0 0 0,20 9 1 15,-9-4-1-15,-11-5-1 0,0 0 1 0,14 8 0 16,2-2 0-16,-16-6-1 0,0 0 1 0,14 5 0 15,3 1 0-15,-17-6 1 0,0 0-1 0,14 2 2 16,0 1-2-16,-14-3 5 0,0 0-5 0,14 3 5 0,-3-3-5 16,-11 0 3-16,0 0-3 0,14 2 4 0,2 1-4 15,-16-3 20-15,0 0-20 0,17 6 20 0,0-1-20 0,-17-5 3 16,0 0-3-16,16 6 3 0,1 2-3 0,-17-8 2 16,0 0-2-16,17 8 3 0,-1-3-3 0,-16-5 11 15,0 0-11-15,17 6 11 0,-3-1-11 0,-14-5 3 16,0 0-3-16,14 6 4 0,3-4-4 0,-17-2 2 15,0 0-2-15,13 3 2 0,4 0-2 0,-17-3 10 16,0 0-10-16,14 3 11 0,3-3-11 0,-17 0 0 0,0 0 0 16,16 0 0-16,-2 0 0 0,-14 0 0 0,0 0 0 15,11 0 1-15,3 0-1 0,-14 0 21 0,0 0-21 16,14 0 21-16,0 2-21 0,-14-2 3 0,0 0-3 0,8 3 3 16,3-3-3-16,-11 0 8 0,0 0-8 0,14 3 8 15,0-3-8-15,-14 0 3 0,0 0-3 0,14 0 4 16,0 0-4-16,-14 0 6 0,0 0-6 0,14-3 6 15,0 0-6-15,-14 3 7 0,0 0-7 0,17-2 7 16,-1-4-7-16,-16 6 3 0,0 0-3 0,20-5 3 16,-1-1-3-16,-19 6 2 0,0 0-2 0,20-5 2 15,-1 2-2-15,-19 3 10 0,0 0-10 0,19-3 10 16,1 3-10-16,-20 0 3 0,0 0-3 0,19 0 4 16,-2 0-4-16,-17 0 6 0,0 0-6 0,22 0 6 15,1-2-6-15,-23 2 0 0,0 0 0 0,22-3 1 16,-3-3-1-16,-19 6 0 0,0 0 0 0,20-5 0 15,2 0 0-15,-22 5 1 0,0 0-1 0,17-6 2 0,-4 1-2 16,-13 5 1-16,0 0-1 0,17-6 2 0,0 3-2 16,-17 3 0-16,0 0 0 0,16-5 0 0,-2 0 0 15,-14 5 4-15,0 0-4 0,14-6 5 0,3-2-5 0,-17 8 2 16,0 0-2-16,8-6 3 0,3 1-3 0,-11 5 11 16,0 0-11-16,14-5 11 0,0-1-11 0,-14 6 1 15,0 0-1-15,8-5 1 0,6-1-1 0,-14 6 3 16,0 0-3-16,11-8 4 0,3-3-4 0,-14 11 2 15,0 0-2-15,12-11 2 0,-1-2-2 0,-11 13 1 16,0 0-1-16,11-17 2 0,0 1-2 0,-11 16 1 16,0 0-1-16,11-16 1 0,3-1-1 0,-14 17 3 0,0 0-3 15,17-16 4-15,-1 2-4 0,-16 14 2 0,0 0-2 16,20-19 2-16,-1 0-2 0,-19 19 1 0,0 0-1 16,20-19 2-16,-4-3-2 0,-16 22 0 0,0 0 0 0,14-16 0 15,-3-1 0-15,-11 17 0 0,0 0 0 0,14-19 0 16,3 0 0-16,-17 19 0 0,0 0 0 0,14-19 1 15,-3 0-1-15,-11 19 0 0,0 0 0 0,14-19 1 16,2 0-1-16,-16 19 0 0,0 0 0 0,14-16 1 16,3-9-1-16,-17 25 0 0,0 0 0 0,14-25 1 15,0 1-1-15,-14 24 3 0,0 0-3 0,8-25 3 16,3-5-3-16,-11 30 1 0,0 0-1 0,14-27 2 16,-8-3-2-16,-6 30 5 0,0 0-5 0,8-27 5 15,0-3-5-15,-8 30 2 0,0 0-2 0,11-33 3 16,-5-2-3-16,-6 35 5 0,0 0-5 0,8-33 5 0,-5 3-5 15,-3 30 0-15,0 0 0 0,3-33 1 16,-3 3-1-16,0 30 0 0,0 0 0 0,-3-32 1 0,0 2-1 16,3 30 5-16,0 0-5 0,-5-30 6 0,-4 0-6 15,9 30 3-15,0 0-3 0,-8-30 3 0,0-3-3 0,8 33 2 16,0 0-2-16,-9-30 2 0,1-3-2 0,8 33 0 16,0 0 0-16,-8-27 0 0,-1 2 0 0,9 25 1 15,0 0-1-15,-13-30 1 0,-1-2-1 0,14 32 3 16,0 0-3-16,-14-30 4 0,0-3-4 0,14 33 0 15,0 0 0-15,-17-30 1 0,-2 0-1 0,19 30 2 16,0 0-2-16,-17-33 2 0,3 3-2 0,14 30 1 16,0 0-1-16,-14-32 2 0,0-4-2 0,14 36 1 0,0 0-1 15,-11-33 2-15,0 3-2 0,11 30 8 0,0 0-8 16,-11-27 9-16,0 0-9 0,11 27 0 0,0 0 0 16,-14-27 0-16,0-3 0 0,14 30 0 0,0 0 0 15,-14-25 0-15,0 3 0 0,14 22 2 0,0 0-2 0,-14-19 3 16,1 3-3-16,13 16 0 0,0 0 0 0,-17-19 0 15,3 2 0-15,14 17 2 0,0 0-2 0,-17-19 2 16,1 0-2-16,16 19 1 0,0 0-1 0,-20-22 2 16,-2 1-2-16,22 21 0 0,0 0 0 0,-22-19 0 15,2 2 0-15,20 17 1 0,0 0-1 0,-19-13 1 16,-9-1-1-16,28 14 1 0,0 0-1 0,-28-14 1 16,3 1-1-16,25 13 0 0,0 0 0 0,-33-8 0 15,2-6 0-15,31 14 0 0,0 0 0 0,-30-8 1 16,-1 0-1-16,31 8 0 0,0 0 0 0,-33-9 0 15,-1 1 0-15,34 8-1 0,0 0 1 0,-30-3 0 0,5-5 0 16,25 8-1-16,0 0 1 0,-33-2 0 0,5-1 0 16,28 3 0-16,0 0 0 0,-28 0 0 0,3 0 0 15,25 0 2-15,0 0-2 0,-28 3 2 0,3 2-2 0,25-5 0 16,0 0 0-16,-25 5 1 0,3 1-1 0,22-6 0 16,0 0 0-16,-22 3 1 0,5-1-1 0,17-2 0 15,0 0 0-15,-19 3 0 0,2 3 0 0,17-6 0 16,0 0 0-16,-20 5 0 0,4 0 0 0,16-5 2 15,0 0-2-15,-25 9 2 0,0 2-2 0,25-11 0 16,0 0 0-16,-34 10 0 0,-4 7 0 0,38-17 0 16,0 0 0-16,-34 19 0 0,6 0 0 0,28-19-1 15,0 0 1-15,-33 19-1 0,0 3 1 0,33-22-1 0,0 0 1 16,-28 16-1-16,8 1 1 0,20-17-1 0,0 0 1 16,-30 13-1-16,-1-5 1 0,31-8-1 0,0 0 1 15,-25 9 0-15,6-1 0 0,19-8-1 0,0 0 1 16,-20 8 0-16,7 0 0 0,13-8-3 0,0 0 3 0,-14 8-3 15,5 0 3-15,9-8-5 0,0 0 5 0,-5 9-5 16,-6 2 5-16,11-11-3 0,0 0 3 0,-9 13-3 16,1 1 3-16,8-14-6 0,0 0 6 0,-11 13-6 15,2-2 6-15,9-11-3 0,0 0 3 0,-13 14-3 16,1 0 3-16,12-14-2 0,0 0 2 0,-8 10-1 16,-3 1 1-16,11-11-10 0,0 0 10 0,-8 9-9 15,-1-1 9-15,9-8-89 0,0 0 89 0,-5 8-88 16,5 0 88-16,0-8-181 0,0 0 181 0,-6 3-181 15,3 2 181-15,3-5-198 0,0 0 198 0,3 17-198 16,6 2 198-16,2 16-1188 0</inkml:trace>
  </inkml:traceGroup>
</inkml:ink>
</file>

<file path=ppt/ink/ink51.xml><?xml version="1.0" encoding="utf-8"?>
<inkml:ink xmlns:inkml="http://www.w3.org/2003/InkML">
  <inkml:definitions>
    <inkml:context xml:id="ctx0">
      <inkml:inkSource xml:id="inkSrc0">
        <inkml:traceFormat>
          <inkml:channel name="X" type="integer" max="19500" units="cm"/>
          <inkml:channel name="Y" type="integer" max="11180" units="cm"/>
          <inkml:channel name="F" type="integer" max="4096" units="dev"/>
          <inkml:channel name="T" type="integer" max="2.14748E9" units="dev"/>
        </inkml:traceFormat>
        <inkml:channelProperties>
          <inkml:channelProperty channel="X" name="resolution" value="631.06793" units="1/cm"/>
          <inkml:channelProperty channel="Y" name="resolution" value="642.52875" units="1/cm"/>
          <inkml:channelProperty channel="F" name="resolution" value="0" units="1/dev"/>
          <inkml:channelProperty channel="T" name="resolution" value="1" units="1/dev"/>
        </inkml:channelProperties>
      </inkml:inkSource>
      <inkml:timestamp xml:id="ts0" timeString="2020-12-07T08:24:15.503"/>
    </inkml:context>
    <inkml:brush xml:id="br0">
      <inkml:brushProperty name="width" value="0.1" units="cm"/>
      <inkml:brushProperty name="height" value="0.1" units="cm"/>
      <inkml:brushProperty name="color" value="#ED1C24"/>
      <inkml:brushProperty name="fitToCurve" value="1"/>
    </inkml:brush>
  </inkml:definitions>
  <inkml:traceGroup>
    <inkml:annotationXML>
      <emma:emma xmlns:emma="http://www.w3.org/2003/04/emma" version="1.0">
        <emma:interpretation id="{3D8A7B03-C78A-4CC7-A008-4FEBE7E58C64}" emma:medium="tactile" emma:mode="ink">
          <msink:context xmlns:msink="http://schemas.microsoft.com/ink/2010/main" type="writingRegion" rotatedBoundingBox="20435,17013 23535,16677 23666,17879 20565,18216"/>
        </emma:interpretation>
      </emma:emma>
    </inkml:annotationXML>
    <inkml:traceGroup>
      <inkml:annotationXML>
        <emma:emma xmlns:emma="http://www.w3.org/2003/04/emma" version="1.0">
          <emma:interpretation id="{C687A52C-54B8-42C0-8848-A2A348B55035}" emma:medium="tactile" emma:mode="ink">
            <msink:context xmlns:msink="http://schemas.microsoft.com/ink/2010/main" type="paragraph" rotatedBoundingBox="20435,17013 23535,16677 23666,17879 20565,18216" alignmentLevel="1"/>
          </emma:interpretation>
        </emma:emma>
      </inkml:annotationXML>
      <inkml:traceGroup>
        <inkml:annotationXML>
          <emma:emma xmlns:emma="http://www.w3.org/2003/04/emma" version="1.0">
            <emma:interpretation id="{86FBF9B2-03AD-4820-B817-0442EC5D3967}" emma:medium="tactile" emma:mode="ink">
              <msink:context xmlns:msink="http://schemas.microsoft.com/ink/2010/main" type="line" rotatedBoundingBox="20435,17013 23535,16677 23666,17879 20565,18216"/>
            </emma:interpretation>
          </emma:emma>
        </inkml:annotationXML>
        <inkml:traceGroup>
          <inkml:annotationXML>
            <emma:emma xmlns:emma="http://www.w3.org/2003/04/emma" version="1.0">
              <emma:interpretation id="{8B2B983B-6B0D-4B57-BC57-37A671022B3D}" emma:medium="tactile" emma:mode="ink">
                <msink:context xmlns:msink="http://schemas.microsoft.com/ink/2010/main" type="inkWord" rotatedBoundingBox="20440,17061 21915,16901 22025,17913 20550,18073"/>
              </emma:interpretation>
              <emma:one-of disjunction-type="recognition" id="oneOf0">
                <emma:interpretation id="interp0" emma:lang="en-US" emma:confidence="0">
                  <emma:literal>in</emma:literal>
                </emma:interpretation>
                <emma:interpretation id="interp1" emma:lang="en-US" emma:confidence="0">
                  <emma:literal>is</emma:literal>
                </emma:interpretation>
                <emma:interpretation id="interp2" emma:lang="en-US" emma:confidence="0">
                  <emma:literal>K</emma:literal>
                </emma:interpretation>
                <emma:interpretation id="interp3" emma:lang="en-US" emma:confidence="0">
                  <emma:literal>k</emma:literal>
                </emma:interpretation>
                <emma:interpretation id="interp4" emma:lang="en-US" emma:confidence="0">
                  <emma:literal>ok</emma:literal>
                </emma:interpretation>
              </emma:one-of>
            </emma:emma>
          </inkml:annotationXML>
          <inkml:trace contextRef="#ctx0" brushRef="#br0">2936 438 102 0,'0'0'0'0,"9"-8"0"0,2-5 0 0,-11 13 75 0,0 0-75 16,8-6 75-16,-2 6-75 0,-6 0 90 0,0 0-90 15,5 3 90-15,-2 0-90 0,-3-3 94 0,0 0-94 16,3 8 94-16,2 0-94 0,-5-8 80 0,0 0-80 16,6 14 81-16,2-6-81 0,-8-8 53 0,0 0-53 0,11 16 54 15,3-5-54-15,-14-11 57 0,0 0-57 0,17 14 58 16,-1-3-58-16,-16-11 44 0,0 0-44 0,23 13 44 15,5 1-44-15,-28-14 36 0,0 0-36 0,25 16 36 16,-3 1-36-16,-22-17 24 0,0 0-24 0,22 16 25 16,0 0-25-16,-22-16 17 0,0 0-17 0,22 17 17 15,-2-1-17-15,-20-16 18 0,0 0-18 0,22 19 19 16,3 0-19-16,-25-19 24 0,0 0-24 0,17 17 25 16,-1-1-25-16,-16-16 21 0,0 0-21 0,14 14 21 15,0-1-21-15,-14-13 40 0,0 0-40 0,14 11 40 16,-3 0-40-16,-11-11 32 0,0 0-32 0,11 11 32 0,6-3-32 15,-17-8 3-15,0 0-3 0,8 8 3 16,1 0-3-16,-9-8-1 0,0 0 1 0,8 6 0 0,0-3 0 16,-8-3-180-16,0 0 180 0,9 2-179 0,-1-2 179 15,-8 0-141-15,0 0 141 0,0 0-140 0,-5-11 140 16,-1 1-568-16</inkml:trace>
          <inkml:trace contextRef="#ctx0" brushRef="#br0" timeOffset="-706.3824">1928 496 1345 0,'0'0'0'0,"8"-8"0"16,9-3 0-16,-17 11-206 0,0 0 206 0,0 0-206 15,5-6 206-15,-5 6-101 0,0 0 101 0,0 0-100 16,-8 3 100-16,8-3-26 0,0 0 26 0,0 0-25 0,-6 5 25 16,6-5-50-16,0 0 50 0,0 0-50 0,0 6 50 15,0-6 5-15,0 0-5 0,0 0 5 0,6 5-5 16,-6-5 51-16,0 0-51 0,8 6 51 0,-5-4-51 0,-3-2 67 15,0 0-67-15,5 6 67 0,4-3-67 0,-9-3 70 16,0 0-70-16,5 5 70 0,6-2-70 0,-11-3 60 16,0 0-60-16,3 5 61 0,8-2-61 0,-11-3 47 15,0 0-47-15,6 3 48 0,8-1-48 0,-14-2 43 16,0 0-43-16,14 3 44 0,0 3-44 0,-14-6 40 16,0 0-40-16,19 5 41 0,-5-2-41 0,-14-3 46 15,0 0-46-15,19 3 46 0,6-1-46 0,-25-2 41 16,0 0-41-16,23 3 41 0,-1 0-41 0,-22-3 41 15,0 0-41-15,17 2 41 0,-1 1-41 0,-16-3 34 0,0 0-34 16,17 3 35-16,2 0-35 0,-19-3 33 0,0 0-33 0,20 0 34 16,2 0-34-16,-22 0 13 0,0 0-13 0,22-3 14 15,0 0-14-15,-22 3 21 0,0 0-21 0,23-5 21 16,-1-3-21-16,-22 8 8 0,0 0-8 0,25-11 8 16,-6-3-8-16,-19 14 4 0,0 0-4 0,20-11 4 15,-4 3-4-15,-16 8 7 0,0 0-7 0,17-8 7 16,0 0-7-16,-17 8 3 0,0 0-3 0,14-6 3 15,0 1-3-15,-14 5 1 0,0 0-1 0,16-6 2 16,-2-2-2-16,-14 8 4 0,0 0-4 0,20-5 5 16,-6-1-5-16,-14 6 6 0,0 0-6 0,13-5 6 15,-1 5-6-15,-12 0 0 0,0 0 0 0,8-6 1 16,0 3-1-16,-8 3 13 0,0 0-13 0,9-2 14 16,-4-1-14-16,-5 3 23 0,0 0-23 0,6-3 24 0,2-2-24 15,-8 5 13-15,0 0-13 0,6-3 13 16,-1-2-13-16,-5 5 11 0,0 0-11 0,6-3 11 0,-1 0-11 15,-5 3 26-15,0 0-26 0,9-3 26 0,-7 3-26 0,-2 0 0 16,0 0 0-16,6 0 0 0,-3-2 0 0,-3 2 13 16,0 0-13-16,0 0 14 0,8-3-14 0,-8 3 9 15,0 0-9-15,0 0 9 0,8-3-9 0,-8 3 9 16,0 0-9-16,0 0 9 0,6-2-9 0,-6 2 8 16,0 0-8-16,0 0 9 0,0 0-9 0,0 0 8 15,0 0-8-15,0 0 8 0,0 0-8 0,0 0 8 0,0 0-8 16,0 0 8-16,0 0-8 0,0 0 15 0,0 0-15 15,0 0 15-15,0 0-15 0,0 0 1 16,0 0-1-16,0 0 1 0,0 0-1 0,0 0 0 0,0 0 0 16,0 0 1-16,0 0-1 0,0 0 0 0,0 0 0 0,0 0 1 15,0 5-1-15,0-5 0 0,0 0 0 0,0 0 1 16,0 5-1-16,0-5 2 0,0 0-2 0,0 0 2 16,0 6-2-16,0-6 1 0,0 0-1 0,0 0 2 15,0 0-2-15,0 0 0 0,0 0 0 0,0 0 0 16,0 8 0-16,0-8 4 0,0 0-4 0,0 0 4 15,0 6-4-15,0-6 7 0,0 0-7 0,0 5 7 16,0-2-7-16,0-3 3 0,0 0-3 0,0 0 3 16,0 5-3-16,0-5 12 0,0 0-12 0,0 0 13 15,0 0-13-15,0 0 0 0,0 0 0 0,0 0 0 16,0 0 0-16,0 0-2 0,0 0 2 0,0 0-1 16,0 6 1-16,0-6 0 0,0 0 0 0,0 0 0 0,0 0 0 15,0 0-2-15,0 0 2 0,0 0-2 0,0 0 2 16,0 0 0-16,0 0 0 0,0 0 1 0,-6 5-1 15,6-5 1-15,0 0-1 0,0 0 1 0,-2 6-1 16,2-6 0-16,0 0 0 0,0 0 0 0,-3 5 0 0,3-5 3 16,0 0-3-16,0 0 4 0,-3 8-4 0,3-8 0 15,0 0 0-15,0 0 1 0,-3 3-1 0,3-3 0 16,0 0 0-16,0 0 1 0,-3 5-1 0,3-5 0 16,0 0 0-16,0 0 0 0,0 0 0 0,0 0 0 15,0 0 0-15,0 0 0 0,0 0 0 0,0 0 0 16,0 0 0-16,0 0 0 0,0 0 0 0,0 0 0 15,0 0 0-15,0 0 0 0,0 0 0 0,0 0-3 0,0 0 3 16,0 0-2-16,0 0 2 0,0 0-3 0,0 0 3 16,0 0-2-16,0 0 2 0,0 0-11 0,0 0 11 15,0 0-11-15,0 0 11 0,0 0-9 0,0 0 9 16,0 0-9-16,0 0 9 0,0 0-4 0,0 0 4 0,0 0-3 16,0 0 3-16,0 0-3 0,0 0 3 0,0 0-2 15,0-5 2-15,0 5-2 0,0 0 2 0,0 0-1 16,3-8 1-16,-3 8-24 0,0 0 24 0,0 0-23 15,9-8 23-15,-9 8-60 0,0 0 60 0,8-3-59 16,-5 0 59-16,-3 3-53 0,0 0 53 0,0 0-53 16,5-3 53-16,-5 3-57 0,0 0 57 0,0 0-56 15,0 0 56-15,0 0-46 0,0 0 46 0,0 0-45 16,0 0 45-16,0 0-37 0,0 0 37 0,0 0-37 16,0 0 37-16,0 0-16 0,0 0 16 0,0 0-15 15,0 0 15-15,0 0-37 0,0 0 37 0,0 0-37 0,0 0 37 16,0 0-36-16,0 0 36 0,0 0-36 0,0 0 36 15,0 0-44-15,0 0 44 0,0 0-43 0,0 0 43 16,0 0-41-16,0 0 41 0,0 0-41 0,0 0 41 0,0 0-35 16,0 0 35-16,0 0-35 0,0 0 35 0,0 0-25 15,0 0 25-15,0 0-24 0,0 0 24 0,0 0-10 16,0 0 10-16,0 0-10 0,0 0 10 0,0 0-19 16,0 0 19-16,0 0-18 0,0 0 18 0,0 0-1 15,0 0 1-15,0 0-1 0,0 0 1 0,0 0-1 16,0 0 1-16,0 0 0 0,0 0 0 0,0 0 5 15,0 0-5-15,0 0 5 0,0 0-5 0,0 0 9 16,0 0-9-16,0 0 9 0,0 0-9 0,0 0 16 0,0 0-16 16,0 0 17-16,0 0-17 0,0 0 33 0,0 0-33 15,0 0 34-15,0 0-34 0,0 0-8 0,0 0 8 16,0 0-8-16,0 0 8 0,0 0-6 0,0 0 6 0,0 0-6 16,6 0 6-16,-6 0-9 0,0 0 9 0,5-2-8 15,9-4 8-15,-14 6-4 0,0 0 4 0,14-11-4 16,0-2 4-16,-14 13 0 0,0 0 0 0,22-19 0 15,9-3 0-15,-31 22 13 0,0 0-13 0,25-25 14 16,3 1-14-16,-28 24 27 0,0 0-27 0,27-28 27 16,-2-4-27-16,-25 32 13 0,0 0-13 0,23-25 13 15,-4 3-13-15,-19 22 29 0,0 0-29 0,11-21 29 16,3-1-29-16,-14 22 5 0,0 0-5 0,11-19 6 16,0-3-6-16,-11 22 5 0,0 0-5 0,14-22 5 0,0 0-5 15,-14 22 7-15,0 0-7 0,17-24 7 16,0-6-7-16,-17 30 13 0,0 0-13 0,19-28 13 15,3-10-13-15,-22 38 3 0,0 0-3 0,22-32 4 0,1 2-4 16,-23 30 0-16,0 0 0 0,22-28 1 0,0 1-1 16,-22 27 2-16,0 0-2 0,20-19 2 0,-4 3-2 0,-16 16 1 15,0 0-1-15,14-11 2 0,0 3-2 0,-14 8 4 16,0 0-4-16,11-6 4 0,-5 3-4 0,-6 3-36 16,0 0 36-16,8 0-35 0,-8 0 35 0,0 0-149 15,0 0 149-15,0 0-149 0,6 6 149 0,-1-1-715 16</inkml:trace>
        </inkml:traceGroup>
        <inkml:traceGroup>
          <inkml:annotationXML>
            <emma:emma xmlns:emma="http://www.w3.org/2003/04/emma" version="1.0">
              <emma:interpretation id="{97C38157-A665-4F82-8D03-F409DFD90E93}" emma:medium="tactile" emma:mode="ink">
                <msink:context xmlns:msink="http://schemas.microsoft.com/ink/2010/main" type="inkWord" rotatedBoundingBox="22416,16798 23535,16677 23666,17879 22547,18000"/>
              </emma:interpretation>
              <emma:one-of disjunction-type="recognition" id="oneOf1">
                <emma:interpretation id="interp5" emma:lang="en-US" emma:confidence="0">
                  <emma:literal>fig</emma:literal>
                </emma:interpretation>
                <emma:interpretation id="interp6" emma:lang="en-US" emma:confidence="0">
                  <emma:literal>Is</emma:literal>
                </emma:interpretation>
                <emma:interpretation id="interp7" emma:lang="en-US" emma:confidence="0">
                  <emma:literal>Fig</emma:literal>
                </emma:interpretation>
                <emma:interpretation id="interp8" emma:lang="en-US" emma:confidence="0">
                  <emma:literal>Tug</emma:literal>
                </emma:interpretation>
                <emma:interpretation id="interp9" emma:lang="en-US" emma:confidence="0">
                  <emma:literal>Tag</emma:literal>
                </emma:interpretation>
              </emma:one-of>
            </emma:emma>
          </inkml:annotationXML>
          <inkml:trace contextRef="#ctx0" brushRef="#br0" timeOffset="10601.4517">3881 20 494 0,'0'0'0'0,"25"14"0"16,17 2 0-16,-42-16 55 0,0 0-55 0,11-8 56 15,-17-16-56-15,6 24 37 0,0 0-37 0,3-28 38 16,3-2-38-16,-6 30 9 0,0 0-9 0,16-41 10 15,9 1-10-15,-25 40-86 0,0 0 86 0,31-41-85 16,5-3 85-16,-36 44-126 0,0 0 126 0,39-38-126 16,5 2 126-16,42-43-116 0</inkml:trace>
          <inkml:trace contextRef="#ctx0" brushRef="#br0" timeOffset="9864.8634">4117-86 303 0,'0'0'0'0,"0"14"0"0,3 7 0 0,-3-21 136 0,0 0-136 16,-6-10 136-16,-5-20-136 0,11 30 113 0,0 0-113 15,-8-20 113-15,5 1-113 0,3 19 118 0,0 0-118 16,-8-16 118-16,2 2-118 0,6 14 69 0,0 0-69 16,-2-10 69-16,-1 4-69 0,3 6 85 0,0 0-85 15,0 0 85-15,0 0-85 0,0 0 85 0,0 0-85 0,0 11 85 16,3 5-85-16,-3-16 64 0,0 0-64 0,5 30 64 16,6 8-64-16,-11-38 66 0,0 0-66 0,14 44 66 15,6 8-66-15,-20-52 70 0,0 0-70 0,22 57 70 16,3 3-70-16,-25-60 31 0,0 0-31 0,22 55 31 15,3-4-31-15,-25-51-1 0,0 0 1 0,22 52 0 16,0 0 0-16,-22-52-136 0,0 0 136 0,12 46-136 16,-10-5 136-16,12 49-1184 0</inkml:trace>
          <inkml:trace contextRef="#ctx0" brushRef="#br0" timeOffset="10223.9382">4306 707 203 0,'0'0'0'0,"-5"0"0"16,-1 3 0-16,6-3 125 0,0 0-125 0,6-11 125 16,5-8-125-16,-11 19 117 0,0 0-117 0,16-22 117 0,4-5-117 0,-20 27 83 0,0 0-83 0,25-30 83 31,8-3-83-31,-33 33 63 0,0 0-63 0,34-32 63 15,-1-1-63-15,-33 33-87 0,0 0 87 0,28-27-86 16,-3 5 86-16,-25 22-110 0,0 0 110 0,22-19-110 16,0 0 110-16,23-20-352 0</inkml:trace>
          <inkml:trace contextRef="#ctx0" brushRef="#br0" timeOffset="11306.6752">4856-75 158 0,'0'0'0'0,"-14"3"0"0,-11 2 0 0,25-5 0 16,0 0 0-16,-11-3 0 0,3-5 0 0,8 8 5 0,0 0-5 0,-6-8 5 16,1 0-5-16,5 8 50 0,0 0-50 0,-6-6 50 15,1 1-50-15,5 5 37 0,0 0-37 0,-6 0 37 16,-2 0-37-16,8 0 51 0,0 0-51 0,-11 11 51 15,-6 8-51-15,17-19 71 0,0 0-71 0,-14 24 72 16,-2 6-72-16,16-30 64 0,0 0-64 0,-12 33 64 16,4 5-64-16,8-38 48 0,0 0-48 0,-3 36 49 15,3-1-49-15,0-35 39 0,0 0-39 0,6 36 39 16,2-9-39-16,-8-27 16 0,0 0-16 0,9 24 17 16,2-7-17-16,-11-17 20 0,0 0-20 0,11 13 20 15,0-7-20-15,-11-6 24 0,0 0-24 0,19 0 25 16,6-8-25-16,-25 8 13 0,0 0-13 0,20-11 13 0,2-8-13 15,-22 19 1-15,0 0-1 0,25-19 2 0,-8 0-2 16,-17 19 1-16,0 0-1 0,16-17 2 0,-4 4-2 16,-12 13 1-16,0 0-1 0,11-11 1 0,0 2-1 0,-11 9 3 15,0 0-3-15,11-5 4 0,-3 5-4 0,-8 0 19 16,0 0-19-16,14 5 20 0,-6 4-20 0,-8-9 13 16,0 0-13-16,14 16 14 0,0 6-14 0,-14-22 52 15,0 0-52-15,11 24 52 0,-2 6-52 0,-9-30 56 16,0 0-56-16,8 39 56 0,0 4-56 0,-8-43 55 15,0 0-55-15,9 38 55 0,-9 0-55 0,0-38 45 0,0 0-45 16,8 44 46-16,0 5-46 0,-8-49 43 0,0 0-43 0,9 38 43 16,2 3-43-16,-11-41 35 0,0 0-35 15,8 38 35-15,-2-2-35 0,-6-36 33 0,0 0-33 16,2 30 34-16,-2-6-34 0,0-24 22 0,0 0-22 16,-5 22 22-16,-6-5-22 0,11-17-77 0,0 0 77 0,-17 16-76 15,-2-2 76-15,19-14-111 0,0 0 111 0,-42 30-1048 16,84-60 1048-16</inkml:trace>
        </inkml:traceGroup>
      </inkml:traceGroup>
    </inkml:traceGroup>
  </inkml:traceGroup>
</inkml:ink>
</file>

<file path=ppt/ink/ink52.xml><?xml version="1.0" encoding="utf-8"?>
<inkml:ink xmlns:inkml="http://www.w3.org/2003/InkML">
  <inkml:definitions>
    <inkml:context xml:id="ctx0">
      <inkml:inkSource xml:id="inkSrc0">
        <inkml:traceFormat>
          <inkml:channel name="X" type="integer" max="19500" units="cm"/>
          <inkml:channel name="Y" type="integer" max="11180" units="cm"/>
          <inkml:channel name="F" type="integer" max="4096" units="dev"/>
          <inkml:channel name="T" type="integer" max="2.14748E9" units="dev"/>
        </inkml:traceFormat>
        <inkml:channelProperties>
          <inkml:channelProperty channel="X" name="resolution" value="631.06793" units="1/cm"/>
          <inkml:channelProperty channel="Y" name="resolution" value="642.52875" units="1/cm"/>
          <inkml:channelProperty channel="F" name="resolution" value="0" units="1/dev"/>
          <inkml:channelProperty channel="T" name="resolution" value="1" units="1/dev"/>
        </inkml:channelProperties>
      </inkml:inkSource>
      <inkml:timestamp xml:id="ts0" timeString="2020-12-07T08:20:28.861"/>
    </inkml:context>
    <inkml:brush xml:id="br0">
      <inkml:brushProperty name="width" value="0.1" units="cm"/>
      <inkml:brushProperty name="height" value="0.1" units="cm"/>
      <inkml:brushProperty name="color" value="#ED1C24"/>
      <inkml:brushProperty name="fitToCurve" value="1"/>
    </inkml:brush>
  </inkml:definitions>
  <inkml:traceGroup>
    <inkml:annotationXML>
      <emma:emma xmlns:emma="http://www.w3.org/2003/04/emma" version="1.0">
        <emma:interpretation id="{C4440848-893A-4313-ACAF-D27A09F8DBAC}" emma:medium="tactile" emma:mode="ink">
          <msink:context xmlns:msink="http://schemas.microsoft.com/ink/2010/main" type="inkDrawing" rotatedBoundingBox="27451,7114 28015,6887 28202,7350 27638,7577" semanticType="callout" shapeName="Other">
            <msink:sourceLink direction="with" ref="{08ECC7B6-F3A1-4382-A21A-22B7F336FBC1}"/>
          </msink:context>
        </emma:interpretation>
      </emma:emma>
    </inkml:annotationXML>
    <inkml:trace contextRef="#ctx0" brushRef="#br0">-1228-363 326 0,'0'0'0'0,"2"-6"0"0,4 1 0 0,-6 5 71 0,0 0-71 15,3-8 71-15,2 2-71 0,-5 6 44 0,0 0-44 16,3-5 44-16,3-1-44 0,-6 6 35 0,0 0-35 15,5-8 36-15,1 3-36 0,-6 5 48 0,0 0-48 16,5-6 49-16,4 1-49 0,-9 5 45 0,0 0-45 0,5-6 46 16,4 1-46-16,-9 5 42 0,0 0-42 0,8-3 42 15,3-8-42-15,-11 11 47 0,0 0-47 0,8-8 48 16,3-3-48-16,-11 11 36 0,0 0-36 0,14-11 36 16,-8 3-36-16,-6 8 39 0,0 0-39 0,8-13 40 15,1 2-40-15,-9 11 25 0,0 0-25 0,8-11 26 16,-2 3-26-16,-6 8 9 0,0 0-9 0,5-6 10 15,3-5-10-15,-8 11 6 0,0 0-6 0,6-11 6 16,2 3-6-16,-8 8 7 0,0 0-7 0,6-13 8 16,2 2-8-16,-8 11 3 0,0 0-3 0,9-11 3 15,2 3-3-15,-11 8 5 0,0 0-5 0,11-6 5 0,0-8-5 16,-11 14 3-16,0 0-3 0,11-5 3 0,0-6-3 16,-11 11 5-16,0 0-5 0,11-8 5 0,-2 2-5 15,-9 6 3-15,0 0-3 0,8-5 3 0,-3-3-3 0,-5 8 5 16,0 0-5-16,6-3 5 0,0 0-5 0,-6 3 13 15,0 0-13-15,0 0 13 0,5-2-13 0,-5 2 23 16,0 0-23-16,3-3 24 0,2-3-24 0,-5 6 7 16,0 0-7-16,6-8 8 0,0 0-8 0,-6 8 34 15,0 0-34-15,5-8 35 0,3-11-35 0,-8 19 5 16,0 0-5-16,6-11 5 0,0 0-5 0,-6 11 17 0,0 0-17 0,5-8 17 16,1-6-17-16,-6 14 15 0,0 0-15 0,5-11 16 15,1 3-16-15,-6 8 1 0,0 0-1 16,5-5 1-16,1-6-1 0,-6 11 4 0,0 0-4 0,5-6 5 15,-2 1-5-15,-3 5 19 0,0 0-19 0,3-3 20 16,3-2-20-16,-6 5 37 0,0 0-37 0,0 0 38 16,8-6-38-16,-8 6 31 0,0 0-31 0,5 0 31 15,1 0-31-15,-6 0 33 0,0 0-33 0,6 0 33 16,-1 6-33-16,-5-6 32 0,0 0-32 0,6 0 32 16,-1 5-32-16,-5-5 22 0,0 0-22 0,3 3 22 15,3 2-22-15,-6-5 28 0,0 0-28 0,5 6 28 16,1-1-28-16,-6-5 7 0,0 0-7 0,5 6 7 15,4-1-7-15,-9-5 18 0,0 0-18 0,2 8 18 16,4 3-18-16,-6-11 33 0,0 0-33 0,6 8 33 16,-4 3-33-16,-2-11 10 0,0 0-10 0,3 9 10 15,3 1-10-15,-6-10 30 0,0 0-30 0,5 11 30 16,1 3-30-16,-6-14 11 0,0 0-11 0,5 11 11 0,-2 2-11 16,-3-13 11-16,0 0-11 0,3 9 11 0,0-1-11 15,-3-8 34-15,0 0-34 0,2 8 35 0,-2 0-35 16,0-8 9-16,0 0-9 0,0 8 10 0,3 1-10 0,-3-9 20 15,0 0-20-15,3 5 20 0,0 6-20 0,-3-11 15 16,0 0-15-16,3 14 15 0,2-6-15 0,-5-8 26 16,0 0-26-16,6 11 26 0,-1 0-26 0,-5-11-6 15,0 0 6-15,6 13-5 0,-3-7 5 0,-3-6-22 16,0 0 22-16,2 11-22 0,-2 2 22 0,0-13-14 16,0 0 14-16,0 8-13 0,-2 3 13 0,2-11-12 15,0 0 12-15,-3 8-12 0,3 1 12 0,0-9-10 0,0 0 10 16,-3 13-9-16,3-7 9 0,0-6-8 0,0 0 8 15,0 5-8-15,0 3 8 0,0-8-4 0,0 0 4 16,0 0-3-16,0 6 3 0,0-6-6 0,0 0 6 16,0 0-6-16,0 3 6 0,0-3-3 0,0 0 3 0,0 0-3 15,0 5 3-15,0-5-5 0,0 0 5 0,0 0-5 16,3 11 5-16,-3-11-1 0,0 0 1 0,3 5 0 16,-1-2 0-16,-2-3 0 0,0 0 0 0,3 5 0 15,0 1 0-15,-3-6 0 0,0 0 0 0,3 5 0 16,-3 1 0-16,0-6 0 0,0 0 0 0,0 5 0 15,2 3 0-15,-2-8 0 0,0 0 0 0,0 6 1 16,3-1-1-16,-3-5 0 0,0 0 0 0,0 3 1 16,3 0-1-16,-3-3 3 0,0 0-3 0,0 0 3 15,6 8-3-15,-6-8 6 0,0 0-6 0,0 0 6 16,0 0-6-16,0 0 0 0,0 0 0 0,0 0 1 0,0 5-1 16,0-5 7-16,0 0-7 0,0 0 8 0,0 0-8 15,0 0 3-15,0 0-3 0,0 0 3 0,0 0-3 16,0 0-1-16,0 0 1 0,0 0 0 0,0 0 0 15,0 0-1-15,0 0 1 0,0 0 0 0,0 0 0 0,0 0-45 16,0 0 45-16,0 0-44 0,0 0 44 0,0 0-194 16,0 0 194-16,0 0-194 0,0 0 194 0,0 0-1223 15</inkml:trace>
  </inkml:traceGroup>
</inkml:ink>
</file>

<file path=ppt/ink/ink53.xml><?xml version="1.0" encoding="utf-8"?>
<inkml:ink xmlns:inkml="http://www.w3.org/2003/InkML">
  <inkml:definitions>
    <inkml:context xml:id="ctx0">
      <inkml:inkSource xml:id="inkSrc0">
        <inkml:traceFormat>
          <inkml:channel name="X" type="integer" max="19500" units="cm"/>
          <inkml:channel name="Y" type="integer" max="11180" units="cm"/>
          <inkml:channel name="F" type="integer" max="4096" units="dev"/>
          <inkml:channel name="T" type="integer" max="2.14748E9" units="dev"/>
        </inkml:traceFormat>
        <inkml:channelProperties>
          <inkml:channelProperty channel="X" name="resolution" value="631.06793" units="1/cm"/>
          <inkml:channelProperty channel="Y" name="resolution" value="642.52875" units="1/cm"/>
          <inkml:channelProperty channel="F" name="resolution" value="0" units="1/dev"/>
          <inkml:channelProperty channel="T" name="resolution" value="1" units="1/dev"/>
        </inkml:channelProperties>
      </inkml:inkSource>
      <inkml:timestamp xml:id="ts0" timeString="2020-12-07T08:26:54.900"/>
    </inkml:context>
    <inkml:brush xml:id="br0">
      <inkml:brushProperty name="width" value="0.1" units="cm"/>
      <inkml:brushProperty name="height" value="0.1" units="cm"/>
      <inkml:brushProperty name="color" value="#ED1C24"/>
      <inkml:brushProperty name="fitToCurve" value="1"/>
    </inkml:brush>
  </inkml:definitions>
  <inkml:traceGroup>
    <inkml:annotationXML>
      <emma:emma xmlns:emma="http://www.w3.org/2003/04/emma" version="1.0">
        <emma:interpretation id="{15F4EF95-36D5-4824-8FFA-557B0C110BF7}" emma:medium="tactile" emma:mode="ink">
          <msink:context xmlns:msink="http://schemas.microsoft.com/ink/2010/main" type="writingRegion" rotatedBoundingBox="32021,5039 33609,4177 34109,5099 32521,5961"/>
        </emma:interpretation>
      </emma:emma>
    </inkml:annotationXML>
    <inkml:traceGroup>
      <inkml:annotationXML>
        <emma:emma xmlns:emma="http://www.w3.org/2003/04/emma" version="1.0">
          <emma:interpretation id="{B2152A3E-68E5-42E1-A7E2-C0DF0187C167}" emma:medium="tactile" emma:mode="ink">
            <msink:context xmlns:msink="http://schemas.microsoft.com/ink/2010/main" type="paragraph" rotatedBoundingBox="32021,5039 33609,4177 34109,5099 32521,5961" alignmentLevel="1"/>
          </emma:interpretation>
        </emma:emma>
      </inkml:annotationXML>
      <inkml:traceGroup>
        <inkml:annotationXML>
          <emma:emma xmlns:emma="http://www.w3.org/2003/04/emma" version="1.0">
            <emma:interpretation id="{778D7797-AB43-4BF0-9D3E-65F9CB21D49A}" emma:medium="tactile" emma:mode="ink">
              <msink:context xmlns:msink="http://schemas.microsoft.com/ink/2010/main" type="line" rotatedBoundingBox="32021,5039 33609,4177 34109,5099 32521,5961"/>
            </emma:interpretation>
          </emma:emma>
        </inkml:annotationXML>
        <inkml:traceGroup>
          <inkml:annotationXML>
            <emma:emma xmlns:emma="http://www.w3.org/2003/04/emma" version="1.0">
              <emma:interpretation id="{F8E502B3-08F5-43A3-BE19-1DC7EBAED55B}" emma:medium="tactile" emma:mode="ink">
                <msink:context xmlns:msink="http://schemas.microsoft.com/ink/2010/main" type="inkWord" rotatedBoundingBox="32021,5039 33609,4177 34109,5099 32521,5961"/>
              </emma:interpretation>
              <emma:one-of disjunction-type="recognition" id="oneOf0">
                <emma:interpretation id="interp0" emma:lang="en-US" emma:confidence="0">
                  <emma:literal>specific</emma:literal>
                </emma:interpretation>
                <emma:interpretation id="interp1" emma:lang="en-US" emma:confidence="0">
                  <emma:literal>Specific</emma:literal>
                </emma:interpretation>
                <emma:interpretation id="interp2" emma:lang="en-US" emma:confidence="0">
                  <emma:literal>spent:</emma:literal>
                </emma:interpretation>
                <emma:interpretation id="interp3" emma:lang="en-US" emma:confidence="0">
                  <emma:literal>apelin</emma:literal>
                </emma:interpretation>
                <emma:interpretation id="interp4" emma:lang="en-US" emma:confidence="0">
                  <emma:literal>speak:</emma:literal>
                </emma:interpretation>
              </emma:one-of>
            </emma:emma>
          </inkml:annotationXML>
          <inkml:trace contextRef="#ctx0" brushRef="#br0">67 19 975 0,'0'0'0'0,"22"-8"0"0,17-3 0 0,-39 11 102 16,0 0-102-16,-3 8 102 0,-22 17-102 0,25-25 76 16,0 0-76-16,-19 22 76 0,-6 5-76 0,25-27 35 15,0 0-35-15,-20 24 36 0,3 1-36 0,17-25 1 16,0 0-1-16,-11 22 2 0,3-3-2 0,8-19 0 0,0 0 0 16,0 13 0-16,8-2 0 0,-8-11 1 0,0 0-1 15,17 11 2-15,8 3-2 0,-25-14 1 0,0 0-1 16,31 5 2-16,5 3-2 0,-36-8 1 0,0 0-1 15,36 11 1-15,6-5-1 0,-42-6 3 0,0 0-3 16,30 13 4-16,-2-4-4 0,-28-9 0 0,0 0 0 16,25 21 1-16,-3 9-1 0,-22-30 0 0,0 0 0 15,14 28 0-15,-6-4 0 0,-8-24-55 0,0 0 55 0,3 25-54 16,-3-3 54-16,0-22-158 0,0 0 158 0,0 19-158 16,0-11 158-16,0 22-648 0</inkml:trace>
          <inkml:trace contextRef="#ctx0" brushRef="#br0" timeOffset="750.8769">436 142 1188 0,'0'0'0'0,"11"24"0"0,9 12 0 0,-20-36 124 15,0 0-124-15,5-6 125 0,-5-24-125 0,0 30 97 16,0 0-97-16,-2-19 97 0,-1 0-97 0,3 19 66 16,0 0-66-16,-3-19 67 0,3 8-67 0,0 11 28 15,0 0-28-15,0-5 28 0,3-4-28 0,-3 9 39 0,0 0-39 16,5 3 40-16,4 8-40 0,-9-11 3 0,0 0-3 15,11 8 4-15,0 9-4 0,-11-17 18 0,0 0-18 16,14 13 18-16,0 6-18 0,-14-19 3 0,0 0-3 16,14 19 4-16,0 3-4 0,-14-22 6 0,0 0-6 15,11 14 6-15,0 2-6 0,-11-16-46 0,0 0 46 16,8 14-46-16,0-6 46 0,-8-8-174 0,0 0 174 0,9 8-173 16,-1 0 173-16,9 9-1039 0</inkml:trace>
          <inkml:trace contextRef="#ctx0" brushRef="#br0" timeOffset="302.7204">467 338 1244 0,'0'0'0'0,"8"14"0"0,3 10 0 16,-11-24 130-16,0 0-130 0,20 30 131 0,8 6-131 0,-28-36 101 16,0 0-101-16,22 32 101 0,-3 9-101 0,-19-41 46 0,0 0-46 15,22 44 46-15,3-1-46 0,-25-43-64 0,0 0 64 16,20 50-64-16,-1 4 64 0,-19-54-215 0,0 0 215 15,17 38-215-15,-3-2 215 0,17 40-817 0</inkml:trace>
          <inkml:trace contextRef="#ctx0" brushRef="#br0" timeOffset="1171.3406">756 5 774 0,'0'0'0'0,"-6"20"0"0,-2 10 0 15,8-30 141-15,0 0-141 0,3-11 142 0,8-28-142 0,-11 39 114 16,0 0-114-16,5-24 115 0,4-1-115 0,-9 25 73 16,0 0-73-16,3-21 73 0,-1 4-73 0,-2 17 40 15,0 0-40-15,-2-8 41 0,-7 8-41 0,9 0 17 0,0 0-17 16,-11 5 17-16,0 6-17 0,11-11 30 0,0 0-30 15,-14 14 30-15,0 8-30 0,14-22 5 0,0 0-5 16,-14 27 6-16,-2 3-6 0,16-30 1 0,0 0-1 16,-12 30 2-16,1 0-2 0,11-30 1 0,0 0-1 15,0 30 1-15,6 3-1 0,-6-33 0 0,0 0 0 16,11 24 1-16,3-5-1 0,-14-19 7 0,0 0-7 16,22 17 7-16,6-4-7 0,-28-13 22 0,0 0-22 0,36 0 23 15,9 0-23-15,-45 0-46 0,0 0 46 0,41-11-46 16,1-2 46-16,-42 13-239 0,0 0 239 0,36-19-238 15,-5-6 238-15,35-18-716 0</inkml:trace>
          <inkml:trace contextRef="#ctx0" brushRef="#br0" timeOffset="1591.128">1062-134 897 0,'0'0'0'0,"0"17"0"0,-3 2 0 0,3-19 127 15,0 0-127-15,0 11 127 0,0-3-127 0,0-8 94 16,0 0-94-16,0 11 95 0,-3 0-95 0,3-11 69 16,0 0-69-16,-3 13 69 0,-2 6-69 0,5-19 10 15,0 0-10-15,0 14 11 0,0 2-11 0,0-16 13 16,0 0-13-16,2 20 13 0,7-10-13 0,-9-10 9 16,0 0-9-16,14 14 9 0,2-3-9 0,-16-11 8 0,0 0-8 15,20 8 8-15,2-8-8 0,-22 0 15 0,0 0-15 16,19 0 15-16,1-8-15 0,-20 8 3 0,0 0-3 15,19-11 4-15,-2-5-4 0,-17 16 0 0,0 0 0 16,14-14 1-16,-3 0-1 0,-11 14 0 0,0 0 0 16,8-10 0-16,-2 1 0 0,-6 9-3 0,0 0 3 15,5-5-3-15,1-1 3 0,-6 6-3 0,0 0 3 16,3-5-3-16,0 0 3 0,-3 5-11 0,0 0 11 16,0 0-11-16,2-6 11 0,-2 6-9 0,0 0 9 0,0 0-9 15,0 0 9-15,0 0-4 0,0 0 4 0,0 6-3 16,0 4 3-16,0-10-1 0,0 0 1 0,0 6 0 15,0 8 0-15,0-14 2 0,0 0-2 0,0 10 3 16,0-4-3-16,0-6-26 0,0 0 26 0,0 8-26 16,0-2 26-16,0-6-172 0,0 0 172 0,0 0-172 15,0 0 172-15,0 0-757 0</inkml:trace>
          <inkml:trace contextRef="#ctx0" brushRef="#br0" timeOffset="1743.0302">1062-284 438 0,'0'0'0'0,"19"25"0"0,12 13 0 0,-31-38 3 15,0 0-3-15,5 0 4 0,-13-19-4 0,8 19-80 16,0 0 80-16,-6-14-80 0,1-2 80 0,-6-14-134 16</inkml:trace>
          <inkml:trace contextRef="#ctx0" brushRef="#br0" timeOffset="2115.9495">1203-592 830 0,'0'0'0'0,"-8"28"0"16,-9 15 0-16,17-43 175 0,0 0-175 0,-5 11 176 15,2-27-176-15,3 16 152 0,0 0-152 0,-3-3 153 0,3-11-153 16,0 14 107-16,0 0-107 0,0-5 108 15,0 0-108-15,0 5 51 0,0 0-51 0,0 0 51 16,0 0-51-16,0 0 46 0,0 0-46 0,0 5 46 0,-3 9-46 0,3-14 40 16,0 0-40-16,0 11 41 0,3 2-41 0,-3-13 34 0,0 0-34 15,8 30 34-15,9 8-34 16,-17-38 23-16,0 0-23 0,20 36 24 16,5 2-24-16,-25-38 0 0,0 0 0 0,22 35 0 0,0 9 0 15,-22-44-6-15,0 0 6 0,25 44-5 0,0 5 5 0,-25-49-26 16,0 0 26-16,22 43-25 0,1 1 25 15,-23-44-94-15,0 0 94 0,16 35-94 0,-2-5 94 0,-14-30-95 16,0 0 95-16,11 25-94 0,-5-11 94 0,-6-14-113 16,0 0 113-16,3 13-112 0,-1-2 112 0,-2-11-136 15,0 0 136-15,0 0-135 0,6-14 135 0,-6 14-168 16,0 0 168-16,0-16-167 0,0-3 167 0,0-19-514 16</inkml:trace>
          <inkml:trace contextRef="#ctx0" brushRef="#br0" timeOffset="2297.3324">1428-232 595 0,'0'0'0'16,"0"17"0"-16,0 13 0 0,0-30 128 0,0 0-128 0,6 2 128 0,2-15-128 0,-8 13 130 16,0 0-130-16,9-8 131 0,-1-3-131 0,-8 11 113 15,0 0-113-15,8-6 113 0,1-2-113 0,-9 8 81 16,0 0-81-16,8 0 81 16,3 8-81-16,-11-8 54 0,0 0-54 0,11 6 54 15,0-1-54-15,-11-5-44 0,0 0 44 0,11 6-43 16,-2 2 43-16,-9-8-179 0,0 0 179 0,5 0-179 15,1 0 179-15,5 0-768 0</inkml:trace>
          <inkml:trace contextRef="#ctx0" brushRef="#br0" timeOffset="2460.4861">1428-559 1009 0,'0'0'0'0,"11"30"0"0,6 19 0 16,-17-49 167-16,0 0-167 0,0 3 167 15,-11-22-167-15,11 19 103 0,0 0-103 0,-8-8 103 0,-1-11-103 0,9 19-1 16,0 0 1-16,-5-11 0 0,-1 2 0 0,6 9-212 16,0 0 212-16,-3-5-212 0,3 2 212 0,-2-5-730 15</inkml:trace>
          <inkml:trace contextRef="#ctx0" brushRef="#br0" timeOffset="2656.6523">1592-518 460 0,'0'0'0'16,"-3"8"0"-16,-2 0 0 0,5-8 91 0,0 0-91 0,14 17 92 0,11 2-92 0,-25-19 54 16,0 0-54-16,19 16 55 0,4-2-55 15,-23-14-127-15,0 0 127 0,19 11-126 16,0 2 126-16,20 6-283 0</inkml:trace>
        </inkml:traceGroup>
      </inkml:traceGroup>
    </inkml:traceGroup>
  </inkml:traceGroup>
</inkml:ink>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62BD268F-7F6D-491E-8892-86D85885F272}" type="datetimeFigureOut">
              <a:rPr lang="en-US" smtClean="0"/>
              <a:t>2/20/2021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A581B28-EE67-4FCD-B757-1AD83C12AD8F}" type="slidenum">
              <a:rPr lang="en-US" smtClean="0"/>
              <a:t>‹#›</a:t>
            </a:fld>
            <a:endParaRPr lang="en-US"/>
          </a:p>
        </p:txBody>
      </p:sp>
    </p:spTree>
    <p:extLst>
      <p:ext uri="{BB962C8B-B14F-4D97-AF65-F5344CB8AC3E}">
        <p14:creationId xmlns:p14="http://schemas.microsoft.com/office/powerpoint/2010/main" val="281919511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62BD268F-7F6D-491E-8892-86D85885F272}" type="datetimeFigureOut">
              <a:rPr lang="en-US" smtClean="0"/>
              <a:t>2/20/2021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A581B28-EE67-4FCD-B757-1AD83C12AD8F}" type="slidenum">
              <a:rPr lang="en-US" smtClean="0"/>
              <a:t>‹#›</a:t>
            </a:fld>
            <a:endParaRPr lang="en-US"/>
          </a:p>
        </p:txBody>
      </p:sp>
    </p:spTree>
    <p:extLst>
      <p:ext uri="{BB962C8B-B14F-4D97-AF65-F5344CB8AC3E}">
        <p14:creationId xmlns:p14="http://schemas.microsoft.com/office/powerpoint/2010/main" val="139782337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62BD268F-7F6D-491E-8892-86D85885F272}" type="datetimeFigureOut">
              <a:rPr lang="en-US" smtClean="0"/>
              <a:t>2/20/2021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A581B28-EE67-4FCD-B757-1AD83C12AD8F}" type="slidenum">
              <a:rPr lang="en-US" smtClean="0"/>
              <a:t>‹#›</a:t>
            </a:fld>
            <a:endParaRPr lang="en-US"/>
          </a:p>
        </p:txBody>
      </p:sp>
    </p:spTree>
    <p:extLst>
      <p:ext uri="{BB962C8B-B14F-4D97-AF65-F5344CB8AC3E}">
        <p14:creationId xmlns:p14="http://schemas.microsoft.com/office/powerpoint/2010/main" val="184186052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62BD268F-7F6D-491E-8892-86D85885F272}" type="datetimeFigureOut">
              <a:rPr lang="en-US" smtClean="0"/>
              <a:t>2/20/2021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A581B28-EE67-4FCD-B757-1AD83C12AD8F}" type="slidenum">
              <a:rPr lang="en-US" smtClean="0"/>
              <a:t>‹#›</a:t>
            </a:fld>
            <a:endParaRPr lang="en-US"/>
          </a:p>
        </p:txBody>
      </p:sp>
    </p:spTree>
    <p:extLst>
      <p:ext uri="{BB962C8B-B14F-4D97-AF65-F5344CB8AC3E}">
        <p14:creationId xmlns:p14="http://schemas.microsoft.com/office/powerpoint/2010/main" val="338262400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62BD268F-7F6D-491E-8892-86D85885F272}" type="datetimeFigureOut">
              <a:rPr lang="en-US" smtClean="0"/>
              <a:t>2/20/2021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A581B28-EE67-4FCD-B757-1AD83C12AD8F}" type="slidenum">
              <a:rPr lang="en-US" smtClean="0"/>
              <a:t>‹#›</a:t>
            </a:fld>
            <a:endParaRPr lang="en-US"/>
          </a:p>
        </p:txBody>
      </p:sp>
    </p:spTree>
    <p:extLst>
      <p:ext uri="{BB962C8B-B14F-4D97-AF65-F5344CB8AC3E}">
        <p14:creationId xmlns:p14="http://schemas.microsoft.com/office/powerpoint/2010/main" val="279188918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62BD268F-7F6D-491E-8892-86D85885F272}" type="datetimeFigureOut">
              <a:rPr lang="en-US" smtClean="0"/>
              <a:t>2/20/2021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A581B28-EE67-4FCD-B757-1AD83C12AD8F}" type="slidenum">
              <a:rPr lang="en-US" smtClean="0"/>
              <a:t>‹#›</a:t>
            </a:fld>
            <a:endParaRPr lang="en-US"/>
          </a:p>
        </p:txBody>
      </p:sp>
    </p:spTree>
    <p:extLst>
      <p:ext uri="{BB962C8B-B14F-4D97-AF65-F5344CB8AC3E}">
        <p14:creationId xmlns:p14="http://schemas.microsoft.com/office/powerpoint/2010/main" val="9358247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2BD268F-7F6D-491E-8892-86D85885F272}" type="datetimeFigureOut">
              <a:rPr lang="en-US" smtClean="0"/>
              <a:t>2/20/2021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A581B28-EE67-4FCD-B757-1AD83C12AD8F}" type="slidenum">
              <a:rPr lang="en-US" smtClean="0"/>
              <a:t>‹#›</a:t>
            </a:fld>
            <a:endParaRPr lang="en-US"/>
          </a:p>
        </p:txBody>
      </p:sp>
    </p:spTree>
    <p:extLst>
      <p:ext uri="{BB962C8B-B14F-4D97-AF65-F5344CB8AC3E}">
        <p14:creationId xmlns:p14="http://schemas.microsoft.com/office/powerpoint/2010/main" val="69801665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62BD268F-7F6D-491E-8892-86D85885F272}" type="datetimeFigureOut">
              <a:rPr lang="en-US" smtClean="0"/>
              <a:t>2/20/2021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A581B28-EE67-4FCD-B757-1AD83C12AD8F}" type="slidenum">
              <a:rPr lang="en-US" smtClean="0"/>
              <a:t>‹#›</a:t>
            </a:fld>
            <a:endParaRPr lang="en-US"/>
          </a:p>
        </p:txBody>
      </p:sp>
    </p:spTree>
    <p:extLst>
      <p:ext uri="{BB962C8B-B14F-4D97-AF65-F5344CB8AC3E}">
        <p14:creationId xmlns:p14="http://schemas.microsoft.com/office/powerpoint/2010/main" val="131781931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62BD268F-7F6D-491E-8892-86D85885F272}" type="datetimeFigureOut">
              <a:rPr lang="en-US" smtClean="0"/>
              <a:t>2/20/2021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A581B28-EE67-4FCD-B757-1AD83C12AD8F}" type="slidenum">
              <a:rPr lang="en-US" smtClean="0"/>
              <a:t>‹#›</a:t>
            </a:fld>
            <a:endParaRPr lang="en-US"/>
          </a:p>
        </p:txBody>
      </p:sp>
    </p:spTree>
    <p:extLst>
      <p:ext uri="{BB962C8B-B14F-4D97-AF65-F5344CB8AC3E}">
        <p14:creationId xmlns:p14="http://schemas.microsoft.com/office/powerpoint/2010/main" val="58878587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62BD268F-7F6D-491E-8892-86D85885F272}" type="datetimeFigureOut">
              <a:rPr lang="en-US" smtClean="0"/>
              <a:t>2/20/2021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A581B28-EE67-4FCD-B757-1AD83C12AD8F}" type="slidenum">
              <a:rPr lang="en-US" smtClean="0"/>
              <a:t>‹#›</a:t>
            </a:fld>
            <a:endParaRPr lang="en-US"/>
          </a:p>
        </p:txBody>
      </p:sp>
    </p:spTree>
    <p:extLst>
      <p:ext uri="{BB962C8B-B14F-4D97-AF65-F5344CB8AC3E}">
        <p14:creationId xmlns:p14="http://schemas.microsoft.com/office/powerpoint/2010/main" val="92401293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62BD268F-7F6D-491E-8892-86D85885F272}" type="datetimeFigureOut">
              <a:rPr lang="en-US" smtClean="0"/>
              <a:t>2/20/2021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A581B28-EE67-4FCD-B757-1AD83C12AD8F}" type="slidenum">
              <a:rPr lang="en-US" smtClean="0"/>
              <a:t>‹#›</a:t>
            </a:fld>
            <a:endParaRPr lang="en-US"/>
          </a:p>
        </p:txBody>
      </p:sp>
    </p:spTree>
    <p:extLst>
      <p:ext uri="{BB962C8B-B14F-4D97-AF65-F5344CB8AC3E}">
        <p14:creationId xmlns:p14="http://schemas.microsoft.com/office/powerpoint/2010/main" val="37327007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2BD268F-7F6D-491E-8892-86D85885F272}" type="datetimeFigureOut">
              <a:rPr lang="en-US" smtClean="0"/>
              <a:t>2/20/2021</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A581B28-EE67-4FCD-B757-1AD83C12AD8F}" type="slidenum">
              <a:rPr lang="en-US" smtClean="0"/>
              <a:t>‹#›</a:t>
            </a:fld>
            <a:endParaRPr lang="en-US"/>
          </a:p>
        </p:txBody>
      </p:sp>
    </p:spTree>
    <p:extLst>
      <p:ext uri="{BB962C8B-B14F-4D97-AF65-F5344CB8AC3E}">
        <p14:creationId xmlns:p14="http://schemas.microsoft.com/office/powerpoint/2010/main" val="376544526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tags" Target="../tags/tag1.xml"/><Relationship Id="rId1" Type="http://schemas.openxmlformats.org/officeDocument/2006/relationships/customXml" Target="../../customXml/item6.xml"/></Relationships>
</file>

<file path=ppt/slides/_rels/slide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2.xml"/><Relationship Id="rId1" Type="http://schemas.openxmlformats.org/officeDocument/2006/relationships/customXml" Target="../../customXml/item9.xml"/></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3.xml"/><Relationship Id="rId1" Type="http://schemas.openxmlformats.org/officeDocument/2006/relationships/customXml" Target="../../customXml/item1.xml"/></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4.xml"/><Relationship Id="rId1" Type="http://schemas.openxmlformats.org/officeDocument/2006/relationships/customXml" Target="../../customXml/item38.xml"/><Relationship Id="rId4" Type="http://schemas.openxmlformats.org/officeDocument/2006/relationships/image" Target="../media/image1.gif"/></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5.xml"/><Relationship Id="rId1" Type="http://schemas.openxmlformats.org/officeDocument/2006/relationships/customXml" Target="../../customXml/item32.xml"/></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6.xml"/><Relationship Id="rId1" Type="http://schemas.openxmlformats.org/officeDocument/2006/relationships/customXml" Target="../../customXml/item33.xml"/></Relationships>
</file>

<file path=ppt/slides/_rels/slide8.xml.rels><?xml version="1.0" encoding="UTF-8" standalone="yes"?>
<Relationships xmlns="http://schemas.openxmlformats.org/package/2006/relationships"><Relationship Id="rId3" Type="http://schemas.openxmlformats.org/officeDocument/2006/relationships/image" Target="cid:680EED95-888D-464E-86C7-B620FA9F39E4" TargetMode="External"/><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7.xml"/><Relationship Id="rId1" Type="http://schemas.openxmlformats.org/officeDocument/2006/relationships/customXml" Target="../../customXml/item34.xml"/></Relationships>
</file>

<file path=ppt/slides/_rels/slide1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8.xml"/><Relationship Id="rId1" Type="http://schemas.openxmlformats.org/officeDocument/2006/relationships/customXml" Target="../../customXml/item28.xml"/><Relationship Id="rId4" Type="http://schemas.openxmlformats.org/officeDocument/2006/relationships/image" Target="../media/image3.png"/></Relationships>
</file>

<file path=ppt/slides/_rels/slide1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9.xml"/><Relationship Id="rId1" Type="http://schemas.openxmlformats.org/officeDocument/2006/relationships/customXml" Target="../../customXml/item4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3" Type="http://schemas.openxmlformats.org/officeDocument/2006/relationships/image" Target="../media/image9.emf"/><Relationship Id="rId18" Type="http://schemas.openxmlformats.org/officeDocument/2006/relationships/customXml" Target="../ink/ink9.xml"/><Relationship Id="rId26" Type="http://schemas.openxmlformats.org/officeDocument/2006/relationships/customXml" Target="../ink/ink13.xml"/><Relationship Id="rId39" Type="http://schemas.openxmlformats.org/officeDocument/2006/relationships/image" Target="../media/image22.emf"/><Relationship Id="rId21" Type="http://schemas.openxmlformats.org/officeDocument/2006/relationships/image" Target="../media/image13.emf"/><Relationship Id="rId34" Type="http://schemas.openxmlformats.org/officeDocument/2006/relationships/customXml" Target="../ink/ink17.xml"/><Relationship Id="rId42" Type="http://schemas.openxmlformats.org/officeDocument/2006/relationships/customXml" Target="../ink/ink21.xml"/><Relationship Id="rId47" Type="http://schemas.openxmlformats.org/officeDocument/2006/relationships/image" Target="../media/image26.emf"/><Relationship Id="rId50" Type="http://schemas.openxmlformats.org/officeDocument/2006/relationships/customXml" Target="../ink/ink25.xml"/><Relationship Id="rId55" Type="http://schemas.openxmlformats.org/officeDocument/2006/relationships/image" Target="../media/image30.emf"/><Relationship Id="rId63" Type="http://schemas.openxmlformats.org/officeDocument/2006/relationships/image" Target="../media/image34.emf"/><Relationship Id="rId68" Type="http://schemas.openxmlformats.org/officeDocument/2006/relationships/customXml" Target="../ink/ink33.xml"/><Relationship Id="rId7" Type="http://schemas.openxmlformats.org/officeDocument/2006/relationships/image" Target="../media/image6.emf"/><Relationship Id="rId2" Type="http://schemas.openxmlformats.org/officeDocument/2006/relationships/customXml" Target="../ink/ink1.xml"/><Relationship Id="rId16" Type="http://schemas.openxmlformats.org/officeDocument/2006/relationships/customXml" Target="../ink/ink8.xml"/><Relationship Id="rId29" Type="http://schemas.openxmlformats.org/officeDocument/2006/relationships/image" Target="../media/image17.emf"/><Relationship Id="rId1" Type="http://schemas.openxmlformats.org/officeDocument/2006/relationships/slideLayout" Target="../slideLayouts/slideLayout2.xml"/><Relationship Id="rId6" Type="http://schemas.openxmlformats.org/officeDocument/2006/relationships/customXml" Target="../ink/ink3.xml"/><Relationship Id="rId11" Type="http://schemas.openxmlformats.org/officeDocument/2006/relationships/image" Target="../media/image8.emf"/><Relationship Id="rId24" Type="http://schemas.openxmlformats.org/officeDocument/2006/relationships/customXml" Target="../ink/ink12.xml"/><Relationship Id="rId32" Type="http://schemas.openxmlformats.org/officeDocument/2006/relationships/customXml" Target="../ink/ink16.xml"/><Relationship Id="rId37" Type="http://schemas.openxmlformats.org/officeDocument/2006/relationships/image" Target="../media/image21.emf"/><Relationship Id="rId40" Type="http://schemas.openxmlformats.org/officeDocument/2006/relationships/customXml" Target="../ink/ink20.xml"/><Relationship Id="rId45" Type="http://schemas.openxmlformats.org/officeDocument/2006/relationships/image" Target="../media/image25.emf"/><Relationship Id="rId53" Type="http://schemas.openxmlformats.org/officeDocument/2006/relationships/image" Target="../media/image29.emf"/><Relationship Id="rId58" Type="http://schemas.openxmlformats.org/officeDocument/2006/relationships/customXml" Target="../ink/ink29.xml"/><Relationship Id="rId66" Type="http://schemas.openxmlformats.org/officeDocument/2006/relationships/customXml" Target="../ink/ink32.xml"/><Relationship Id="rId5" Type="http://schemas.openxmlformats.org/officeDocument/2006/relationships/image" Target="../media/image5.emf"/><Relationship Id="rId15" Type="http://schemas.openxmlformats.org/officeDocument/2006/relationships/image" Target="../media/image10.emf"/><Relationship Id="rId23" Type="http://schemas.openxmlformats.org/officeDocument/2006/relationships/image" Target="../media/image14.emf"/><Relationship Id="rId28" Type="http://schemas.openxmlformats.org/officeDocument/2006/relationships/customXml" Target="../ink/ink14.xml"/><Relationship Id="rId36" Type="http://schemas.openxmlformats.org/officeDocument/2006/relationships/customXml" Target="../ink/ink18.xml"/><Relationship Id="rId49" Type="http://schemas.openxmlformats.org/officeDocument/2006/relationships/image" Target="../media/image27.emf"/><Relationship Id="rId57" Type="http://schemas.openxmlformats.org/officeDocument/2006/relationships/image" Target="../media/image31.emf"/><Relationship Id="rId10" Type="http://schemas.openxmlformats.org/officeDocument/2006/relationships/customXml" Target="../ink/ink5.xml"/><Relationship Id="rId19" Type="http://schemas.openxmlformats.org/officeDocument/2006/relationships/image" Target="../media/image12.emf"/><Relationship Id="rId31" Type="http://schemas.openxmlformats.org/officeDocument/2006/relationships/image" Target="../media/image18.emf"/><Relationship Id="rId44" Type="http://schemas.openxmlformats.org/officeDocument/2006/relationships/customXml" Target="../ink/ink22.xml"/><Relationship Id="rId52" Type="http://schemas.openxmlformats.org/officeDocument/2006/relationships/customXml" Target="../ink/ink26.xml"/><Relationship Id="rId60" Type="http://schemas.openxmlformats.org/officeDocument/2006/relationships/customXml" Target="../ink/ink30.xml"/><Relationship Id="rId65" Type="http://schemas.openxmlformats.org/officeDocument/2006/relationships/image" Target="../media/image33.emf"/><Relationship Id="rId4" Type="http://schemas.openxmlformats.org/officeDocument/2006/relationships/customXml" Target="../ink/ink2.xml"/><Relationship Id="rId9" Type="http://schemas.openxmlformats.org/officeDocument/2006/relationships/image" Target="../media/image7.emf"/><Relationship Id="rId14" Type="http://schemas.openxmlformats.org/officeDocument/2006/relationships/customXml" Target="../ink/ink7.xml"/><Relationship Id="rId22" Type="http://schemas.openxmlformats.org/officeDocument/2006/relationships/customXml" Target="../ink/ink11.xml"/><Relationship Id="rId27" Type="http://schemas.openxmlformats.org/officeDocument/2006/relationships/image" Target="../media/image16.emf"/><Relationship Id="rId30" Type="http://schemas.openxmlformats.org/officeDocument/2006/relationships/customXml" Target="../ink/ink15.xml"/><Relationship Id="rId35" Type="http://schemas.openxmlformats.org/officeDocument/2006/relationships/image" Target="../media/image20.emf"/><Relationship Id="rId43" Type="http://schemas.openxmlformats.org/officeDocument/2006/relationships/image" Target="../media/image24.emf"/><Relationship Id="rId48" Type="http://schemas.openxmlformats.org/officeDocument/2006/relationships/customXml" Target="../ink/ink24.xml"/><Relationship Id="rId56" Type="http://schemas.openxmlformats.org/officeDocument/2006/relationships/customXml" Target="../ink/ink28.xml"/><Relationship Id="rId64" Type="http://schemas.openxmlformats.org/officeDocument/2006/relationships/customXml" Target="../ink/ink31.xml"/><Relationship Id="rId69" Type="http://schemas.openxmlformats.org/officeDocument/2006/relationships/image" Target="../media/image36.emf"/><Relationship Id="rId8" Type="http://schemas.openxmlformats.org/officeDocument/2006/relationships/customXml" Target="../ink/ink4.xml"/><Relationship Id="rId51" Type="http://schemas.openxmlformats.org/officeDocument/2006/relationships/image" Target="../media/image28.emf"/><Relationship Id="rId3" Type="http://schemas.openxmlformats.org/officeDocument/2006/relationships/image" Target="../media/image4.emf"/><Relationship Id="rId12" Type="http://schemas.openxmlformats.org/officeDocument/2006/relationships/customXml" Target="../ink/ink6.xml"/><Relationship Id="rId17" Type="http://schemas.openxmlformats.org/officeDocument/2006/relationships/image" Target="../media/image11.emf"/><Relationship Id="rId25" Type="http://schemas.openxmlformats.org/officeDocument/2006/relationships/image" Target="../media/image15.emf"/><Relationship Id="rId33" Type="http://schemas.openxmlformats.org/officeDocument/2006/relationships/image" Target="../media/image19.emf"/><Relationship Id="rId38" Type="http://schemas.openxmlformats.org/officeDocument/2006/relationships/customXml" Target="../ink/ink19.xml"/><Relationship Id="rId46" Type="http://schemas.openxmlformats.org/officeDocument/2006/relationships/customXml" Target="../ink/ink23.xml"/><Relationship Id="rId59" Type="http://schemas.openxmlformats.org/officeDocument/2006/relationships/image" Target="../media/image32.emf"/><Relationship Id="rId67" Type="http://schemas.openxmlformats.org/officeDocument/2006/relationships/image" Target="../media/image35.emf"/><Relationship Id="rId20" Type="http://schemas.openxmlformats.org/officeDocument/2006/relationships/customXml" Target="../ink/ink10.xml"/><Relationship Id="rId41" Type="http://schemas.openxmlformats.org/officeDocument/2006/relationships/image" Target="../media/image23.emf"/><Relationship Id="rId54" Type="http://schemas.openxmlformats.org/officeDocument/2006/relationships/customXml" Target="../ink/ink27.xml"/></Relationships>
</file>

<file path=ppt/slides/_rels/slide16.xml.rels><?xml version="1.0" encoding="UTF-8" standalone="yes"?>
<Relationships xmlns="http://schemas.openxmlformats.org/package/2006/relationships"><Relationship Id="rId3" Type="http://schemas.openxmlformats.org/officeDocument/2006/relationships/customXml" Target="../../customXml/item29.xml"/><Relationship Id="rId2" Type="http://schemas.openxmlformats.org/officeDocument/2006/relationships/tags" Target="../tags/tag10.xml"/><Relationship Id="rId1" Type="http://schemas.openxmlformats.org/officeDocument/2006/relationships/customXml" Target="../../customXml/item25.xml"/><Relationship Id="rId6" Type="http://schemas.openxmlformats.org/officeDocument/2006/relationships/image" Target="../media/image4.png"/><Relationship Id="rId5" Type="http://schemas.openxmlformats.org/officeDocument/2006/relationships/slideLayout" Target="../slideLayouts/slideLayout2.xml"/><Relationship Id="rId4" Type="http://schemas.openxmlformats.org/officeDocument/2006/relationships/tags" Target="../tags/tag11.xml"/></Relationships>
</file>

<file path=ppt/slides/_rels/slide17.xml.rels><?xml version="1.0" encoding="UTF-8" standalone="yes"?>
<Relationships xmlns="http://schemas.openxmlformats.org/package/2006/relationships"><Relationship Id="rId8" Type="http://schemas.openxmlformats.org/officeDocument/2006/relationships/customXml" Target="../ink/ink37.xml"/><Relationship Id="rId13" Type="http://schemas.openxmlformats.org/officeDocument/2006/relationships/image" Target="../media/image41.emf"/><Relationship Id="rId18" Type="http://schemas.openxmlformats.org/officeDocument/2006/relationships/customXml" Target="../ink/ink42.xml"/><Relationship Id="rId26" Type="http://schemas.openxmlformats.org/officeDocument/2006/relationships/customXml" Target="../ink/ink46.xml"/><Relationship Id="rId39" Type="http://schemas.openxmlformats.org/officeDocument/2006/relationships/image" Target="../media/image54.emf"/><Relationship Id="rId3" Type="http://schemas.openxmlformats.org/officeDocument/2006/relationships/image" Target="../media/image360.emf"/><Relationship Id="rId21" Type="http://schemas.openxmlformats.org/officeDocument/2006/relationships/image" Target="../media/image45.emf"/><Relationship Id="rId34" Type="http://schemas.openxmlformats.org/officeDocument/2006/relationships/customXml" Target="../ink/ink50.xml"/><Relationship Id="rId7" Type="http://schemas.openxmlformats.org/officeDocument/2006/relationships/image" Target="../media/image38.emf"/><Relationship Id="rId12" Type="http://schemas.openxmlformats.org/officeDocument/2006/relationships/customXml" Target="../ink/ink39.xml"/><Relationship Id="rId17" Type="http://schemas.openxmlformats.org/officeDocument/2006/relationships/image" Target="../media/image43.emf"/><Relationship Id="rId25" Type="http://schemas.openxmlformats.org/officeDocument/2006/relationships/image" Target="../media/image47.emf"/><Relationship Id="rId33" Type="http://schemas.openxmlformats.org/officeDocument/2006/relationships/image" Target="../media/image51.emf"/><Relationship Id="rId38" Type="http://schemas.openxmlformats.org/officeDocument/2006/relationships/customXml" Target="../ink/ink52.xml"/><Relationship Id="rId2" Type="http://schemas.openxmlformats.org/officeDocument/2006/relationships/customXml" Target="../ink/ink34.xml"/><Relationship Id="rId16" Type="http://schemas.openxmlformats.org/officeDocument/2006/relationships/customXml" Target="../ink/ink41.xml"/><Relationship Id="rId20" Type="http://schemas.openxmlformats.org/officeDocument/2006/relationships/customXml" Target="../ink/ink43.xml"/><Relationship Id="rId29" Type="http://schemas.openxmlformats.org/officeDocument/2006/relationships/image" Target="../media/image49.emf"/><Relationship Id="rId41" Type="http://schemas.openxmlformats.org/officeDocument/2006/relationships/image" Target="../media/image55.emf"/><Relationship Id="rId1" Type="http://schemas.openxmlformats.org/officeDocument/2006/relationships/slideLayout" Target="../slideLayouts/slideLayout2.xml"/><Relationship Id="rId6" Type="http://schemas.openxmlformats.org/officeDocument/2006/relationships/customXml" Target="../ink/ink36.xml"/><Relationship Id="rId11" Type="http://schemas.openxmlformats.org/officeDocument/2006/relationships/image" Target="../media/image40.emf"/><Relationship Id="rId24" Type="http://schemas.openxmlformats.org/officeDocument/2006/relationships/customXml" Target="../ink/ink45.xml"/><Relationship Id="rId32" Type="http://schemas.openxmlformats.org/officeDocument/2006/relationships/customXml" Target="../ink/ink49.xml"/><Relationship Id="rId37" Type="http://schemas.openxmlformats.org/officeDocument/2006/relationships/image" Target="../media/image53.emf"/><Relationship Id="rId40" Type="http://schemas.openxmlformats.org/officeDocument/2006/relationships/customXml" Target="../ink/ink53.xml"/><Relationship Id="rId5" Type="http://schemas.openxmlformats.org/officeDocument/2006/relationships/image" Target="../media/image37.emf"/><Relationship Id="rId15" Type="http://schemas.openxmlformats.org/officeDocument/2006/relationships/image" Target="../media/image42.emf"/><Relationship Id="rId23" Type="http://schemas.openxmlformats.org/officeDocument/2006/relationships/image" Target="../media/image46.emf"/><Relationship Id="rId28" Type="http://schemas.openxmlformats.org/officeDocument/2006/relationships/customXml" Target="../ink/ink47.xml"/><Relationship Id="rId36" Type="http://schemas.openxmlformats.org/officeDocument/2006/relationships/customXml" Target="../ink/ink51.xml"/><Relationship Id="rId10" Type="http://schemas.openxmlformats.org/officeDocument/2006/relationships/customXml" Target="../ink/ink38.xml"/><Relationship Id="rId19" Type="http://schemas.openxmlformats.org/officeDocument/2006/relationships/image" Target="../media/image44.emf"/><Relationship Id="rId31" Type="http://schemas.openxmlformats.org/officeDocument/2006/relationships/image" Target="../media/image50.emf"/><Relationship Id="rId4" Type="http://schemas.openxmlformats.org/officeDocument/2006/relationships/customXml" Target="../ink/ink35.xml"/><Relationship Id="rId9" Type="http://schemas.openxmlformats.org/officeDocument/2006/relationships/image" Target="../media/image39.emf"/><Relationship Id="rId14" Type="http://schemas.openxmlformats.org/officeDocument/2006/relationships/customXml" Target="../ink/ink40.xml"/><Relationship Id="rId22" Type="http://schemas.openxmlformats.org/officeDocument/2006/relationships/customXml" Target="../ink/ink44.xml"/><Relationship Id="rId27" Type="http://schemas.openxmlformats.org/officeDocument/2006/relationships/image" Target="../media/image48.emf"/><Relationship Id="rId30" Type="http://schemas.openxmlformats.org/officeDocument/2006/relationships/customXml" Target="../ink/ink48.xml"/><Relationship Id="rId35" Type="http://schemas.openxmlformats.org/officeDocument/2006/relationships/image" Target="../media/image52.emf"/></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2.xml"/><Relationship Id="rId1" Type="http://schemas.openxmlformats.org/officeDocument/2006/relationships/customXml" Target="../../customXml/item27.xml"/></Relationships>
</file>

<file path=ppt/slides/_rels/slide20.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3.xml"/><Relationship Id="rId1" Type="http://schemas.openxmlformats.org/officeDocument/2006/relationships/customXml" Target="../../customXml/item7.xml"/></Relationships>
</file>

<file path=ppt/slides/_rels/slide2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4.xml"/><Relationship Id="rId1" Type="http://schemas.openxmlformats.org/officeDocument/2006/relationships/customXml" Target="../../customXml/item21.xml"/><Relationship Id="rId4" Type="http://schemas.openxmlformats.org/officeDocument/2006/relationships/image" Target="../media/image5.jpeg"/></Relationships>
</file>

<file path=ppt/slides/_rels/slide22.xml.rels><?xml version="1.0" encoding="UTF-8" standalone="yes"?>
<Relationships xmlns="http://schemas.openxmlformats.org/package/2006/relationships"><Relationship Id="rId2" Type="http://schemas.openxmlformats.org/officeDocument/2006/relationships/hyperlink" Target="http://www.creative-biolabs.com/phage-display-library-construction.html" TargetMode="Externa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hyperlink" Target="https://en.wikipedia.org/wiki/Pasteurization" TargetMode="External"/><Relationship Id="rId2" Type="http://schemas.openxmlformats.org/officeDocument/2006/relationships/hyperlink" Target="https://en.wikipedia.org/wiki/Triton_X-100" TargetMode="External"/><Relationship Id="rId1" Type="http://schemas.openxmlformats.org/officeDocument/2006/relationships/slideLayout" Target="../slideLayouts/slideLayout2.xml"/><Relationship Id="rId5" Type="http://schemas.openxmlformats.org/officeDocument/2006/relationships/hyperlink" Target="https://en.wikipedia.org/w/index.php?title=Virus_inactivation&amp;action=edit&amp;section=8" TargetMode="External"/><Relationship Id="rId4" Type="http://schemas.openxmlformats.org/officeDocument/2006/relationships/hyperlink" Target="https://en.wikipedia.org/wiki/Celsius" TargetMode="Externa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cid:FE92B5CE-7E79-42FF-85DA-32698929F684" TargetMode="External"/><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5.xml"/><Relationship Id="rId1" Type="http://schemas.openxmlformats.org/officeDocument/2006/relationships/customXml" Target="../../customXml/item35.xml"/><Relationship Id="rId6" Type="http://schemas.openxmlformats.org/officeDocument/2006/relationships/hyperlink" Target="https://www.youtube.com/watch?v=ybda36T-NXo" TargetMode="External"/><Relationship Id="rId5" Type="http://schemas.openxmlformats.org/officeDocument/2006/relationships/hyperlink" Target="https://www.youtube.com/watch?v=VgDF-N-73U0" TargetMode="External"/><Relationship Id="rId4" Type="http://schemas.openxmlformats.org/officeDocument/2006/relationships/hyperlink" Target="https://www.youtube.com/watch?v=O5_abD0eiIE" TargetMode="Externa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hyperlink" Target="https://en.wikipedia.org/wiki/Celsius" TargetMode="Externa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b="1" dirty="0" smtClean="0">
                <a:solidFill>
                  <a:srgbClr val="FF0000"/>
                </a:solidFill>
              </a:rPr>
              <a:t>Human </a:t>
            </a:r>
            <a:r>
              <a:rPr lang="en-US" b="1" dirty="0" err="1" smtClean="0">
                <a:solidFill>
                  <a:srgbClr val="FF0000"/>
                </a:solidFill>
              </a:rPr>
              <a:t>Hybridomas</a:t>
            </a:r>
            <a:endParaRPr lang="en-US" b="1" dirty="0">
              <a:solidFill>
                <a:srgbClr val="FF0000"/>
              </a:solidFill>
            </a:endParaRPr>
          </a:p>
        </p:txBody>
      </p:sp>
      <p:sp>
        <p:nvSpPr>
          <p:cNvPr id="3" name="Subtitle 2"/>
          <p:cNvSpPr>
            <a:spLocks noGrp="1"/>
          </p:cNvSpPr>
          <p:nvPr>
            <p:ph type="subTitle" idx="1"/>
          </p:nvPr>
        </p:nvSpPr>
        <p:spPr/>
        <p:txBody>
          <a:bodyPr/>
          <a:lstStyle/>
          <a:p>
            <a:endParaRPr lang="en-US" dirty="0"/>
          </a:p>
        </p:txBody>
      </p:sp>
    </p:spTree>
    <p:custDataLst>
      <p:custData r:id="rId1"/>
      <p:tags r:id="rId2"/>
    </p:custDataLst>
    <p:extLst>
      <p:ext uri="{BB962C8B-B14F-4D97-AF65-F5344CB8AC3E}">
        <p14:creationId xmlns:p14="http://schemas.microsoft.com/office/powerpoint/2010/main" val="350430984"/>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solidFill>
                  <a:srgbClr val="FF0000"/>
                </a:solidFill>
              </a:rPr>
              <a:t>Disadvantages of murine </a:t>
            </a:r>
            <a:r>
              <a:rPr lang="en-US" b="1" dirty="0" err="1" smtClean="0">
                <a:solidFill>
                  <a:srgbClr val="FF0000"/>
                </a:solidFill>
              </a:rPr>
              <a:t>Mabs</a:t>
            </a:r>
            <a:r>
              <a:rPr lang="en-US" b="1" dirty="0" smtClean="0">
                <a:solidFill>
                  <a:srgbClr val="FF0000"/>
                </a:solidFill>
              </a:rPr>
              <a:t> </a:t>
            </a:r>
            <a:endParaRPr lang="en-US" b="1" dirty="0">
              <a:solidFill>
                <a:srgbClr val="FF0000"/>
              </a:solidFill>
            </a:endParaRPr>
          </a:p>
        </p:txBody>
      </p:sp>
      <p:sp>
        <p:nvSpPr>
          <p:cNvPr id="3" name="Content Placeholder 2"/>
          <p:cNvSpPr>
            <a:spLocks noGrp="1"/>
          </p:cNvSpPr>
          <p:nvPr>
            <p:ph idx="1"/>
          </p:nvPr>
        </p:nvSpPr>
        <p:spPr/>
        <p:txBody>
          <a:bodyPr/>
          <a:lstStyle/>
          <a:p>
            <a:r>
              <a:rPr lang="en-US" dirty="0" smtClean="0"/>
              <a:t>Murine </a:t>
            </a:r>
            <a:r>
              <a:rPr lang="en-US" dirty="0" err="1" smtClean="0"/>
              <a:t>Mabs</a:t>
            </a:r>
            <a:r>
              <a:rPr lang="en-US" dirty="0" smtClean="0"/>
              <a:t> application: Diagnostic tests in vitro</a:t>
            </a:r>
          </a:p>
          <a:p>
            <a:r>
              <a:rPr lang="en-US" dirty="0" smtClean="0"/>
              <a:t>Their application in both</a:t>
            </a:r>
            <a:r>
              <a:rPr lang="en-US" dirty="0"/>
              <a:t> therapeutics &amp; in vivo </a:t>
            </a:r>
            <a:r>
              <a:rPr lang="en-US" dirty="0" smtClean="0"/>
              <a:t>diagnosis is hampered by the following  adverse effects :</a:t>
            </a:r>
            <a:endParaRPr lang="en-US" dirty="0"/>
          </a:p>
          <a:p>
            <a:pPr marL="0" indent="0">
              <a:buNone/>
            </a:pPr>
            <a:r>
              <a:rPr lang="en-US" dirty="0" smtClean="0"/>
              <a:t>a. Risk of allergic reactions</a:t>
            </a:r>
          </a:p>
          <a:p>
            <a:pPr marL="0" indent="0">
              <a:buNone/>
            </a:pPr>
            <a:r>
              <a:rPr lang="en-US" dirty="0" smtClean="0"/>
              <a:t>b. Neutralization of any potentially beneficial effects produced in response to the foreign Ag. </a:t>
            </a:r>
          </a:p>
          <a:p>
            <a:pPr marL="0" indent="0">
              <a:buNone/>
            </a:pPr>
            <a:r>
              <a:rPr lang="en-US" dirty="0" smtClean="0"/>
              <a:t>These can be avoided by using human </a:t>
            </a:r>
            <a:r>
              <a:rPr lang="en-US" dirty="0" err="1" smtClean="0"/>
              <a:t>Mabs</a:t>
            </a:r>
            <a:r>
              <a:rPr lang="en-US" dirty="0" smtClean="0"/>
              <a:t>.</a:t>
            </a:r>
          </a:p>
        </p:txBody>
      </p:sp>
    </p:spTree>
    <p:custDataLst>
      <p:custData r:id="rId1"/>
      <p:tags r:id="rId2"/>
    </p:custDataLst>
    <p:extLst>
      <p:ext uri="{BB962C8B-B14F-4D97-AF65-F5344CB8AC3E}">
        <p14:creationId xmlns:p14="http://schemas.microsoft.com/office/powerpoint/2010/main" val="3047491778"/>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rot="10800000" flipV="1">
            <a:off x="838200" y="319405"/>
            <a:ext cx="10515600" cy="960754"/>
          </a:xfrm>
        </p:spPr>
        <p:txBody>
          <a:bodyPr>
            <a:noAutofit/>
          </a:bodyPr>
          <a:lstStyle/>
          <a:p>
            <a:r>
              <a:rPr lang="en-US" sz="2800" b="1" dirty="0">
                <a:solidFill>
                  <a:srgbClr val="00B050"/>
                </a:solidFill>
              </a:rPr>
              <a:t>To overcome the adverse effects of murine </a:t>
            </a:r>
            <a:r>
              <a:rPr lang="en-US" sz="2800" b="1" dirty="0" err="1">
                <a:solidFill>
                  <a:srgbClr val="00B050"/>
                </a:solidFill>
              </a:rPr>
              <a:t>Mabs</a:t>
            </a:r>
            <a:r>
              <a:rPr lang="en-US" sz="2800" b="1" dirty="0">
                <a:solidFill>
                  <a:srgbClr val="00B050"/>
                </a:solidFill>
              </a:rPr>
              <a:t> in therapeutics, other </a:t>
            </a:r>
            <a:r>
              <a:rPr lang="en-US" sz="2800" b="1" dirty="0" err="1">
                <a:solidFill>
                  <a:srgbClr val="00B050"/>
                </a:solidFill>
              </a:rPr>
              <a:t>Mabs</a:t>
            </a:r>
            <a:r>
              <a:rPr lang="en-US" sz="2800" b="1" dirty="0">
                <a:solidFill>
                  <a:srgbClr val="00B050"/>
                </a:solidFill>
              </a:rPr>
              <a:t> are prepared using genetic engineering technology:</a:t>
            </a:r>
            <a:br>
              <a:rPr lang="en-US" sz="2800" b="1" dirty="0">
                <a:solidFill>
                  <a:srgbClr val="00B050"/>
                </a:solidFill>
              </a:rPr>
            </a:br>
            <a:endParaRPr lang="en-US" sz="2800" b="1" dirty="0">
              <a:solidFill>
                <a:srgbClr val="00B050"/>
              </a:solidFill>
            </a:endParaRPr>
          </a:p>
        </p:txBody>
      </p:sp>
      <p:sp>
        <p:nvSpPr>
          <p:cNvPr id="3" name="Content Placeholder 2"/>
          <p:cNvSpPr>
            <a:spLocks noGrp="1"/>
          </p:cNvSpPr>
          <p:nvPr>
            <p:ph idx="1"/>
          </p:nvPr>
        </p:nvSpPr>
        <p:spPr>
          <a:xfrm>
            <a:off x="838200" y="1155032"/>
            <a:ext cx="10515600" cy="5021931"/>
          </a:xfrm>
        </p:spPr>
        <p:txBody>
          <a:bodyPr>
            <a:normAutofit lnSpcReduction="10000"/>
          </a:bodyPr>
          <a:lstStyle/>
          <a:p>
            <a:pPr marL="0" indent="0">
              <a:buNone/>
            </a:pPr>
            <a:r>
              <a:rPr lang="en-US" b="1" dirty="0" smtClean="0"/>
              <a:t>a. </a:t>
            </a:r>
            <a:r>
              <a:rPr lang="en-US" b="1" dirty="0" err="1" smtClean="0"/>
              <a:t>Chimaeric</a:t>
            </a:r>
            <a:r>
              <a:rPr lang="en-US" b="1" dirty="0" smtClean="0"/>
              <a:t> Mab</a:t>
            </a:r>
            <a:r>
              <a:rPr lang="en-US" dirty="0" smtClean="0"/>
              <a:t>: The constant region is replaced by human while the variable region remain of murine origin</a:t>
            </a:r>
          </a:p>
          <a:p>
            <a:pPr marL="0" indent="0">
              <a:buNone/>
            </a:pPr>
            <a:r>
              <a:rPr lang="en-US" sz="2200" dirty="0"/>
              <a:t>Chimeric antibody names contain a </a:t>
            </a:r>
            <a:r>
              <a:rPr lang="en-US" sz="2200" i="1" dirty="0"/>
              <a:t>-xi-</a:t>
            </a:r>
            <a:r>
              <a:rPr lang="en-US" sz="2200" dirty="0"/>
              <a:t> stem. Examples of chimeric antibodies approved for human </a:t>
            </a:r>
            <a:r>
              <a:rPr lang="en-US" sz="2200" dirty="0" smtClean="0"/>
              <a:t>therapy include</a:t>
            </a:r>
            <a:r>
              <a:rPr lang="en-US" sz="2200" dirty="0"/>
              <a:t> </a:t>
            </a:r>
            <a:r>
              <a:rPr lang="en-US" sz="2200" dirty="0" err="1" smtClean="0"/>
              <a:t>abci</a:t>
            </a:r>
            <a:r>
              <a:rPr lang="en-US" sz="2200" b="1" dirty="0" err="1" smtClean="0">
                <a:solidFill>
                  <a:srgbClr val="FF0000"/>
                </a:solidFill>
              </a:rPr>
              <a:t>xi</a:t>
            </a:r>
            <a:r>
              <a:rPr lang="en-US" sz="2200" dirty="0" err="1" smtClean="0"/>
              <a:t>mab</a:t>
            </a:r>
            <a:r>
              <a:rPr lang="en-US" sz="2200" dirty="0"/>
              <a:t> </a:t>
            </a:r>
            <a:r>
              <a:rPr lang="en-US" sz="2200" dirty="0" smtClean="0"/>
              <a:t>.</a:t>
            </a:r>
          </a:p>
          <a:p>
            <a:pPr marL="0" indent="0">
              <a:buNone/>
            </a:pPr>
            <a:r>
              <a:rPr lang="en-US" b="1" dirty="0" smtClean="0"/>
              <a:t>b. Humanized </a:t>
            </a:r>
            <a:r>
              <a:rPr lang="en-US" b="1" dirty="0" err="1" smtClean="0"/>
              <a:t>mab</a:t>
            </a:r>
            <a:r>
              <a:rPr lang="en-US" dirty="0" smtClean="0"/>
              <a:t>: In addition to the constant region of a Mab, the framework regions between the hypervariable CDRs  are replaced by human</a:t>
            </a:r>
          </a:p>
          <a:p>
            <a:pPr marL="0" indent="0">
              <a:buNone/>
            </a:pPr>
            <a:r>
              <a:rPr lang="en-US" dirty="0" smtClean="0"/>
              <a:t>Humanized </a:t>
            </a:r>
            <a:r>
              <a:rPr lang="en-US" dirty="0" err="1" smtClean="0"/>
              <a:t>mab</a:t>
            </a:r>
            <a:r>
              <a:rPr lang="en-US" dirty="0" smtClean="0"/>
              <a:t> </a:t>
            </a:r>
            <a:r>
              <a:rPr lang="en-US" dirty="0"/>
              <a:t>names contain a </a:t>
            </a:r>
            <a:r>
              <a:rPr lang="en-US" i="1" dirty="0" smtClean="0"/>
              <a:t>-</a:t>
            </a:r>
            <a:r>
              <a:rPr lang="en-US" i="1" dirty="0" err="1" smtClean="0"/>
              <a:t>zu</a:t>
            </a:r>
            <a:r>
              <a:rPr lang="en-US" i="1" dirty="0" smtClean="0"/>
              <a:t>-</a:t>
            </a:r>
            <a:r>
              <a:rPr lang="en-US" dirty="0"/>
              <a:t> stem. Examples of </a:t>
            </a:r>
            <a:r>
              <a:rPr lang="en-US" dirty="0" smtClean="0"/>
              <a:t>humanized </a:t>
            </a:r>
            <a:r>
              <a:rPr lang="en-US" dirty="0" err="1" smtClean="0"/>
              <a:t>mab</a:t>
            </a:r>
            <a:r>
              <a:rPr lang="en-US" dirty="0" smtClean="0"/>
              <a:t>  </a:t>
            </a:r>
            <a:r>
              <a:rPr lang="en-US" dirty="0"/>
              <a:t>approved for human therapy include </a:t>
            </a:r>
            <a:r>
              <a:rPr lang="en-US" dirty="0" err="1" smtClean="0"/>
              <a:t>Pidili</a:t>
            </a:r>
            <a:r>
              <a:rPr lang="en-US" b="1" dirty="0" err="1" smtClean="0">
                <a:solidFill>
                  <a:srgbClr val="FF0000"/>
                </a:solidFill>
              </a:rPr>
              <a:t>zu</a:t>
            </a:r>
            <a:r>
              <a:rPr lang="en-US" dirty="0" err="1" smtClean="0"/>
              <a:t>mab</a:t>
            </a:r>
            <a:endParaRPr lang="en-US" dirty="0" smtClean="0"/>
          </a:p>
          <a:p>
            <a:pPr marL="0" indent="0">
              <a:buNone/>
            </a:pPr>
            <a:r>
              <a:rPr lang="en-US" b="1" dirty="0" smtClean="0"/>
              <a:t>c. Human Mab:</a:t>
            </a:r>
          </a:p>
          <a:p>
            <a:pPr marL="0" indent="0">
              <a:buNone/>
            </a:pPr>
            <a:r>
              <a:rPr lang="en-US" dirty="0" smtClean="0"/>
              <a:t>Human </a:t>
            </a:r>
            <a:r>
              <a:rPr lang="en-US" dirty="0"/>
              <a:t>M</a:t>
            </a:r>
            <a:r>
              <a:rPr lang="en-US" dirty="0" smtClean="0"/>
              <a:t>ab </a:t>
            </a:r>
            <a:r>
              <a:rPr lang="en-US" dirty="0"/>
              <a:t>names contain a </a:t>
            </a:r>
            <a:r>
              <a:rPr lang="en-US" i="1" dirty="0" smtClean="0"/>
              <a:t>-u-</a:t>
            </a:r>
            <a:r>
              <a:rPr lang="en-US" dirty="0"/>
              <a:t> stem.</a:t>
            </a:r>
            <a:endParaRPr lang="en-US" b="1" dirty="0" smtClean="0"/>
          </a:p>
          <a:p>
            <a:pPr marL="0" indent="0">
              <a:buNone/>
            </a:pPr>
            <a:r>
              <a:rPr lang="en-US" b="1" dirty="0" err="1" smtClean="0"/>
              <a:t>Patrit</a:t>
            </a:r>
            <a:r>
              <a:rPr lang="en-US" b="1" dirty="0" err="1" smtClean="0">
                <a:solidFill>
                  <a:srgbClr val="FF0000"/>
                </a:solidFill>
              </a:rPr>
              <a:t>u</a:t>
            </a:r>
            <a:r>
              <a:rPr lang="en-US" b="1" dirty="0" err="1" smtClean="0"/>
              <a:t>mab</a:t>
            </a:r>
            <a:r>
              <a:rPr lang="en-US" b="1" dirty="0" smtClean="0"/>
              <a:t> </a:t>
            </a:r>
            <a:r>
              <a:rPr lang="en-US" dirty="0" smtClean="0"/>
              <a:t>against breast cancer</a:t>
            </a:r>
          </a:p>
        </p:txBody>
      </p:sp>
    </p:spTree>
    <p:custDataLst>
      <p:custData r:id="rId1"/>
      <p:tags r:id="rId2"/>
    </p:custDataLst>
    <p:extLst>
      <p:ext uri="{BB962C8B-B14F-4D97-AF65-F5344CB8AC3E}">
        <p14:creationId xmlns:p14="http://schemas.microsoft.com/office/powerpoint/2010/main" val="1719771856"/>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dirty="0"/>
          </a:p>
        </p:txBody>
      </p:sp>
      <p:pic>
        <p:nvPicPr>
          <p:cNvPr id="1026" name="Picture 2" descr="https://static.wixstatic.com/media/12bf07_257eb62c35fe403a91a92754f63c3223.gif"/>
          <p:cNvPicPr>
            <a:picLocks noChangeAspect="1" noChangeArrowheads="1"/>
          </p:cNvPicPr>
          <p:nvPr/>
        </p:nvPicPr>
        <p:blipFill rotWithShape="1">
          <a:blip r:embed="rId4">
            <a:extLst>
              <a:ext uri="{28A0092B-C50C-407E-A947-70E740481C1C}">
                <a14:useLocalDpi xmlns:a14="http://schemas.microsoft.com/office/drawing/2010/main" val="0"/>
              </a:ext>
            </a:extLst>
          </a:blip>
          <a:srcRect b="8067"/>
          <a:stretch/>
        </p:blipFill>
        <p:spPr bwMode="auto">
          <a:xfrm>
            <a:off x="0" y="-40640"/>
            <a:ext cx="12192000" cy="6136640"/>
          </a:xfrm>
          <a:prstGeom prst="rect">
            <a:avLst/>
          </a:prstGeom>
          <a:noFill/>
          <a:extLst>
            <a:ext uri="{909E8E84-426E-40DD-AFC4-6F175D3DCCD1}">
              <a14:hiddenFill xmlns:a14="http://schemas.microsoft.com/office/drawing/2010/main">
                <a:solidFill>
                  <a:srgbClr val="FFFFFF"/>
                </a:solidFill>
              </a14:hiddenFill>
            </a:ext>
          </a:extLst>
        </p:spPr>
      </p:pic>
    </p:spTree>
    <p:custDataLst>
      <p:custData r:id="rId1"/>
      <p:tags r:id="rId2"/>
    </p:custDataLst>
    <p:extLst>
      <p:ext uri="{BB962C8B-B14F-4D97-AF65-F5344CB8AC3E}">
        <p14:creationId xmlns:p14="http://schemas.microsoft.com/office/powerpoint/2010/main" val="2627208911"/>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flipV="1">
            <a:off x="838200" y="81280"/>
            <a:ext cx="10515600" cy="283845"/>
          </a:xfrm>
        </p:spPr>
        <p:txBody>
          <a:bodyPr>
            <a:normAutofit fontScale="90000"/>
          </a:bodyPr>
          <a:lstStyle/>
          <a:p>
            <a:r>
              <a:rPr lang="en-US" sz="3200" b="1" smtClean="0">
                <a:solidFill>
                  <a:srgbClr val="FF0000"/>
                </a:solidFill>
              </a:rPr>
              <a:t/>
            </a:r>
            <a:br>
              <a:rPr lang="en-US" sz="3200" b="1" smtClean="0">
                <a:solidFill>
                  <a:srgbClr val="FF0000"/>
                </a:solidFill>
              </a:rPr>
            </a:br>
            <a:r>
              <a:rPr lang="en-US" sz="3200" b="1" smtClean="0">
                <a:solidFill>
                  <a:srgbClr val="FF0000"/>
                </a:solidFill>
              </a:rPr>
              <a:t/>
            </a:r>
            <a:br>
              <a:rPr lang="en-US" sz="3200" b="1" smtClean="0">
                <a:solidFill>
                  <a:srgbClr val="FF0000"/>
                </a:solidFill>
              </a:rPr>
            </a:br>
            <a:r>
              <a:rPr lang="en-US" sz="3200" b="1" smtClean="0">
                <a:solidFill>
                  <a:srgbClr val="FF0000"/>
                </a:solidFill>
              </a:rPr>
              <a:t/>
            </a:r>
            <a:br>
              <a:rPr lang="en-US" sz="3200" b="1" smtClean="0">
                <a:solidFill>
                  <a:srgbClr val="FF0000"/>
                </a:solidFill>
              </a:rPr>
            </a:br>
            <a:r>
              <a:rPr lang="en-US" sz="3200" b="1" smtClean="0">
                <a:solidFill>
                  <a:srgbClr val="FF0000"/>
                </a:solidFill>
              </a:rPr>
              <a:t/>
            </a:r>
            <a:br>
              <a:rPr lang="en-US" sz="3200" b="1" smtClean="0">
                <a:solidFill>
                  <a:srgbClr val="FF0000"/>
                </a:solidFill>
              </a:rPr>
            </a:br>
            <a:r>
              <a:rPr lang="en-US" sz="3200" b="1" smtClean="0">
                <a:solidFill>
                  <a:srgbClr val="FF0000"/>
                </a:solidFill>
              </a:rPr>
              <a:t/>
            </a:r>
            <a:br>
              <a:rPr lang="en-US" sz="3200" b="1" smtClean="0">
                <a:solidFill>
                  <a:srgbClr val="FF0000"/>
                </a:solidFill>
              </a:rPr>
            </a:br>
            <a:r>
              <a:rPr lang="en-US" sz="3200" b="1" smtClean="0">
                <a:solidFill>
                  <a:srgbClr val="FF0000"/>
                </a:solidFill>
              </a:rPr>
              <a:t/>
            </a:r>
            <a:br>
              <a:rPr lang="en-US" sz="3200" b="1" smtClean="0">
                <a:solidFill>
                  <a:srgbClr val="FF0000"/>
                </a:solidFill>
              </a:rPr>
            </a:br>
            <a:r>
              <a:rPr lang="en-US" sz="3200" b="1" smtClean="0">
                <a:solidFill>
                  <a:srgbClr val="FF0000"/>
                </a:solidFill>
              </a:rPr>
              <a:t/>
            </a:r>
            <a:br>
              <a:rPr lang="en-US" sz="3200" b="1" smtClean="0">
                <a:solidFill>
                  <a:srgbClr val="FF0000"/>
                </a:solidFill>
              </a:rPr>
            </a:br>
            <a:r>
              <a:rPr lang="en-US" sz="3200" b="1" smtClean="0">
                <a:solidFill>
                  <a:srgbClr val="FF0000"/>
                </a:solidFill>
              </a:rPr>
              <a:t/>
            </a:r>
            <a:br>
              <a:rPr lang="en-US" sz="3200" b="1" smtClean="0">
                <a:solidFill>
                  <a:srgbClr val="FF0000"/>
                </a:solidFill>
              </a:rPr>
            </a:br>
            <a:r>
              <a:rPr lang="en-US" sz="3200" b="1" smtClean="0">
                <a:solidFill>
                  <a:srgbClr val="FF0000"/>
                </a:solidFill>
              </a:rPr>
              <a:t/>
            </a:r>
            <a:br>
              <a:rPr lang="en-US" sz="3200" b="1" smtClean="0">
                <a:solidFill>
                  <a:srgbClr val="FF0000"/>
                </a:solidFill>
              </a:rPr>
            </a:br>
            <a:r>
              <a:rPr lang="en-US" sz="3200" b="1" smtClean="0">
                <a:solidFill>
                  <a:srgbClr val="FF0000"/>
                </a:solidFill>
              </a:rPr>
              <a:t>Humanized Mab</a:t>
            </a:r>
            <a:br>
              <a:rPr lang="en-US" sz="3200" b="1" smtClean="0">
                <a:solidFill>
                  <a:srgbClr val="FF0000"/>
                </a:solidFill>
              </a:rPr>
            </a:br>
            <a:endParaRPr lang="en-US" sz="3200" b="1" dirty="0">
              <a:solidFill>
                <a:srgbClr val="FF0000"/>
              </a:solidFill>
            </a:endParaRPr>
          </a:p>
        </p:txBody>
      </p:sp>
      <p:sp>
        <p:nvSpPr>
          <p:cNvPr id="3" name="Content Placeholder 2"/>
          <p:cNvSpPr>
            <a:spLocks noGrp="1"/>
          </p:cNvSpPr>
          <p:nvPr>
            <p:ph idx="1"/>
          </p:nvPr>
        </p:nvSpPr>
        <p:spPr>
          <a:xfrm>
            <a:off x="838200" y="1330960"/>
            <a:ext cx="10515600" cy="4846003"/>
          </a:xfrm>
        </p:spPr>
        <p:txBody>
          <a:bodyPr>
            <a:normAutofit fontScale="92500" lnSpcReduction="10000"/>
          </a:bodyPr>
          <a:lstStyle/>
          <a:p>
            <a:endParaRPr lang="en-US" dirty="0" smtClean="0"/>
          </a:p>
          <a:p>
            <a:r>
              <a:rPr lang="en-US" b="1" dirty="0">
                <a:solidFill>
                  <a:srgbClr val="FF0000"/>
                </a:solidFill>
              </a:rPr>
              <a:t>Chimeric human antibody mice</a:t>
            </a:r>
            <a:br>
              <a:rPr lang="en-US" b="1" dirty="0">
                <a:solidFill>
                  <a:srgbClr val="FF0000"/>
                </a:solidFill>
              </a:rPr>
            </a:br>
            <a:r>
              <a:rPr lang="en-US" dirty="0" smtClean="0"/>
              <a:t>Using </a:t>
            </a:r>
            <a:r>
              <a:rPr lang="en-US" dirty="0"/>
              <a:t>Crisper 9 or zinc finger nuclease in  gene editing</a:t>
            </a:r>
          </a:p>
          <a:p>
            <a:endParaRPr lang="en-US" dirty="0" smtClean="0"/>
          </a:p>
          <a:p>
            <a:r>
              <a:rPr lang="en-US" b="1" dirty="0" smtClean="0">
                <a:solidFill>
                  <a:srgbClr val="FF0000"/>
                </a:solidFill>
              </a:rPr>
              <a:t>Humanized </a:t>
            </a:r>
            <a:r>
              <a:rPr lang="en-US" b="1" dirty="0" err="1">
                <a:solidFill>
                  <a:srgbClr val="FF0000"/>
                </a:solidFill>
              </a:rPr>
              <a:t>mAbs</a:t>
            </a:r>
            <a:r>
              <a:rPr lang="en-US" dirty="0"/>
              <a:t>, of which only the CDRs of the light and heavy chains are murine, entered clinical development for the first time in </a:t>
            </a:r>
            <a:r>
              <a:rPr lang="en-US" dirty="0" smtClean="0"/>
              <a:t>1988. </a:t>
            </a:r>
            <a:r>
              <a:rPr lang="en-US" dirty="0"/>
              <a:t>CDR grafting is one of the most popular techniques in the production of humanized </a:t>
            </a:r>
            <a:r>
              <a:rPr lang="en-US" dirty="0" err="1"/>
              <a:t>mAbs</a:t>
            </a:r>
            <a:r>
              <a:rPr lang="en-US" dirty="0"/>
              <a:t> and was originally developed by Gregory P. Winter in </a:t>
            </a:r>
            <a:r>
              <a:rPr lang="en-US" dirty="0" smtClean="0"/>
              <a:t>1986. </a:t>
            </a:r>
          </a:p>
          <a:p>
            <a:r>
              <a:rPr lang="en-US" dirty="0" smtClean="0"/>
              <a:t>Using </a:t>
            </a:r>
            <a:r>
              <a:rPr lang="en-US" dirty="0"/>
              <a:t>this technology, non-human CDR sequences are transplanted into human framework sequences, allowing the antibody to maintain the binding activity to the target antigen</a:t>
            </a:r>
          </a:p>
        </p:txBody>
      </p:sp>
    </p:spTree>
    <p:extLst>
      <p:ext uri="{BB962C8B-B14F-4D97-AF65-F5344CB8AC3E}">
        <p14:creationId xmlns:p14="http://schemas.microsoft.com/office/powerpoint/2010/main" val="2227765092"/>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flipV="1">
            <a:off x="838200" y="319406"/>
            <a:ext cx="10515600" cy="45719"/>
          </a:xfrm>
        </p:spPr>
        <p:txBody>
          <a:bodyPr>
            <a:normAutofit fontScale="90000"/>
          </a:bodyPr>
          <a:lstStyle/>
          <a:p>
            <a:r>
              <a:rPr lang="en-US" dirty="0"/>
              <a:t/>
            </a:r>
            <a:br>
              <a:rPr lang="en-US" dirty="0"/>
            </a:br>
            <a:endParaRPr lang="en-US" dirty="0"/>
          </a:p>
        </p:txBody>
      </p:sp>
      <p:sp>
        <p:nvSpPr>
          <p:cNvPr id="3" name="Content Placeholder 2"/>
          <p:cNvSpPr>
            <a:spLocks noGrp="1"/>
          </p:cNvSpPr>
          <p:nvPr>
            <p:ph idx="1"/>
          </p:nvPr>
        </p:nvSpPr>
        <p:spPr>
          <a:xfrm>
            <a:off x="924827" y="67377"/>
            <a:ext cx="10515600" cy="6225089"/>
          </a:xfrm>
        </p:spPr>
        <p:txBody>
          <a:bodyPr>
            <a:normAutofit fontScale="55000" lnSpcReduction="20000"/>
          </a:bodyPr>
          <a:lstStyle/>
          <a:p>
            <a:pPr marL="0" indent="0">
              <a:buNone/>
            </a:pPr>
            <a:endParaRPr lang="en-US" dirty="0" smtClean="0"/>
          </a:p>
          <a:p>
            <a:pPr marL="0" indent="0">
              <a:buNone/>
            </a:pPr>
            <a:r>
              <a:rPr lang="en-US" sz="4400" b="1" dirty="0">
                <a:solidFill>
                  <a:srgbClr val="FF0000"/>
                </a:solidFill>
              </a:rPr>
              <a:t>Human Mab production still remains a difficult objective, the major problems are </a:t>
            </a:r>
            <a:endParaRPr lang="en-US" sz="4400" b="1" dirty="0" smtClean="0">
              <a:solidFill>
                <a:srgbClr val="FF0000"/>
              </a:solidFill>
            </a:endParaRPr>
          </a:p>
          <a:p>
            <a:pPr marL="0" indent="0">
              <a:buNone/>
            </a:pPr>
            <a:r>
              <a:rPr lang="en-US" sz="3600" b="1" dirty="0" smtClean="0"/>
              <a:t>1.</a:t>
            </a:r>
            <a:r>
              <a:rPr lang="en-US" sz="3600" dirty="0" smtClean="0"/>
              <a:t> </a:t>
            </a:r>
            <a:r>
              <a:rPr lang="en-US" sz="3600" b="1" dirty="0" err="1" smtClean="0"/>
              <a:t>Immunisation</a:t>
            </a:r>
            <a:r>
              <a:rPr lang="en-US" sz="3600" dirty="0" smtClean="0"/>
              <a:t>: is a major problem so that most of made human </a:t>
            </a:r>
            <a:r>
              <a:rPr lang="en-US" sz="3600" dirty="0" err="1" smtClean="0"/>
              <a:t>Mabs</a:t>
            </a:r>
            <a:r>
              <a:rPr lang="en-US" sz="3600" dirty="0" smtClean="0"/>
              <a:t> have been derived from naturally infected patients or from  patients with active disease.  </a:t>
            </a:r>
          </a:p>
          <a:p>
            <a:pPr marL="0" indent="0">
              <a:buNone/>
            </a:pPr>
            <a:endParaRPr lang="en-US" sz="3600" dirty="0" smtClean="0"/>
          </a:p>
          <a:p>
            <a:pPr marL="0" indent="0">
              <a:buNone/>
            </a:pPr>
            <a:r>
              <a:rPr lang="en-US" sz="3600" b="1" dirty="0" smtClean="0"/>
              <a:t>2. The source of immune lymphocytes</a:t>
            </a:r>
            <a:r>
              <a:rPr lang="en-US" sz="3600" dirty="0" smtClean="0"/>
              <a:t>: </a:t>
            </a:r>
          </a:p>
          <a:p>
            <a:pPr marL="0" indent="0">
              <a:buNone/>
            </a:pPr>
            <a:r>
              <a:rPr lang="en-US" sz="3600" dirty="0" smtClean="0"/>
              <a:t>The main problem </a:t>
            </a:r>
            <a:r>
              <a:rPr lang="en-US" sz="3600" dirty="0"/>
              <a:t>:</a:t>
            </a:r>
            <a:r>
              <a:rPr lang="en-US" sz="3600" dirty="0" smtClean="0"/>
              <a:t> the use of lymphocytes from peripheral blood (accessible source). </a:t>
            </a:r>
          </a:p>
          <a:p>
            <a:pPr marL="0" indent="0">
              <a:buNone/>
            </a:pPr>
            <a:r>
              <a:rPr lang="en-US" sz="3600" dirty="0" smtClean="0"/>
              <a:t>Spleen or tonsils make better fusion partner than do from blood due to:</a:t>
            </a:r>
          </a:p>
          <a:p>
            <a:pPr marL="0" indent="0">
              <a:buNone/>
            </a:pPr>
            <a:r>
              <a:rPr lang="en-US" sz="3600" dirty="0"/>
              <a:t>	</a:t>
            </a:r>
            <a:r>
              <a:rPr lang="en-US" sz="3600" dirty="0" smtClean="0"/>
              <a:t>a. in blood, not enough Ag-specific B cells in a state of proliferation and differentiation</a:t>
            </a:r>
          </a:p>
          <a:p>
            <a:pPr marL="0" indent="0">
              <a:buNone/>
            </a:pPr>
            <a:r>
              <a:rPr lang="en-US" sz="3600" dirty="0"/>
              <a:t>	</a:t>
            </a:r>
            <a:r>
              <a:rPr lang="en-US" sz="3600" dirty="0" smtClean="0"/>
              <a:t>b. In blood, more suppressor cells and few APCs</a:t>
            </a:r>
          </a:p>
          <a:p>
            <a:pPr marL="0" indent="0">
              <a:buNone/>
            </a:pPr>
            <a:endParaRPr lang="en-US" sz="3600" dirty="0" smtClean="0"/>
          </a:p>
          <a:p>
            <a:pPr marL="0" indent="0">
              <a:buNone/>
            </a:pPr>
            <a:r>
              <a:rPr lang="en-US" sz="3600" b="1" dirty="0" smtClean="0"/>
              <a:t>3. The limitations of the immortal fusion partner:</a:t>
            </a:r>
          </a:p>
          <a:p>
            <a:pPr marL="0" indent="0">
              <a:buNone/>
            </a:pPr>
            <a:r>
              <a:rPr lang="en-US" sz="3600" dirty="0" smtClean="0"/>
              <a:t>	a.  </a:t>
            </a:r>
            <a:r>
              <a:rPr lang="en-US" sz="3600" dirty="0"/>
              <a:t>human myelomas are difficult to establish in tissue culture </a:t>
            </a:r>
            <a:r>
              <a:rPr lang="en-US" sz="3600" dirty="0" smtClean="0"/>
              <a:t>:</a:t>
            </a:r>
            <a:r>
              <a:rPr lang="en-US" sz="3600" dirty="0"/>
              <a:t>despite multiple attempts, no human myeloma line suitable for </a:t>
            </a:r>
            <a:r>
              <a:rPr lang="en-US" sz="3600" dirty="0" err="1"/>
              <a:t>hybridoma</a:t>
            </a:r>
            <a:r>
              <a:rPr lang="en-US" sz="3600" dirty="0"/>
              <a:t> production has been described.</a:t>
            </a:r>
          </a:p>
          <a:p>
            <a:pPr marL="0" indent="0">
              <a:buNone/>
            </a:pPr>
            <a:r>
              <a:rPr lang="en-US" sz="3600" dirty="0" smtClean="0"/>
              <a:t>	b. have </a:t>
            </a:r>
            <a:r>
              <a:rPr lang="en-US" sz="3600" dirty="0"/>
              <a:t>abundant RER, mitochondria and </a:t>
            </a:r>
            <a:r>
              <a:rPr lang="en-US" sz="3600" dirty="0" smtClean="0"/>
              <a:t>Golgi associated </a:t>
            </a:r>
            <a:r>
              <a:rPr lang="en-US" sz="3600" dirty="0"/>
              <a:t>with high Ig production</a:t>
            </a:r>
          </a:p>
          <a:p>
            <a:pPr marL="0" indent="0">
              <a:buNone/>
            </a:pPr>
            <a:r>
              <a:rPr lang="en-US" sz="3600" dirty="0" smtClean="0"/>
              <a:t>	c.  </a:t>
            </a:r>
            <a:r>
              <a:rPr lang="en-US" sz="3600" dirty="0"/>
              <a:t>are </a:t>
            </a:r>
            <a:r>
              <a:rPr lang="en-US" sz="3600" dirty="0" err="1"/>
              <a:t>aneuploid</a:t>
            </a:r>
            <a:endParaRPr lang="en-US" sz="3600" dirty="0"/>
          </a:p>
          <a:p>
            <a:pPr marL="0" indent="0">
              <a:buNone/>
            </a:pPr>
            <a:r>
              <a:rPr lang="en-US" sz="3600" dirty="0" smtClean="0"/>
              <a:t>	d. doubling </a:t>
            </a:r>
            <a:r>
              <a:rPr lang="en-US" sz="3600" dirty="0"/>
              <a:t>time in culture is about 70 </a:t>
            </a:r>
            <a:r>
              <a:rPr lang="en-US" sz="3600" dirty="0" err="1" smtClean="0"/>
              <a:t>hrs</a:t>
            </a:r>
            <a:endParaRPr lang="en-US" sz="3600" dirty="0" smtClean="0"/>
          </a:p>
          <a:p>
            <a:pPr marL="0" indent="0">
              <a:buNone/>
            </a:pPr>
            <a:endParaRPr lang="en-US" dirty="0" smtClean="0"/>
          </a:p>
          <a:p>
            <a:pPr marL="0" indent="0">
              <a:buNone/>
            </a:pPr>
            <a:r>
              <a:rPr lang="en-US" dirty="0"/>
              <a:t>	</a:t>
            </a:r>
            <a:endParaRPr lang="en-US" dirty="0" smtClean="0"/>
          </a:p>
        </p:txBody>
      </p:sp>
    </p:spTree>
    <p:custDataLst>
      <p:custData r:id="rId1"/>
      <p:tags r:id="rId2"/>
    </p:custDataLst>
    <p:extLst>
      <p:ext uri="{BB962C8B-B14F-4D97-AF65-F5344CB8AC3E}">
        <p14:creationId xmlns:p14="http://schemas.microsoft.com/office/powerpoint/2010/main" val="2465854262"/>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578151"/>
          </a:xfrm>
        </p:spPr>
        <p:txBody>
          <a:bodyPr>
            <a:normAutofit fontScale="90000"/>
          </a:bodyPr>
          <a:lstStyle/>
          <a:p>
            <a:r>
              <a:rPr lang="en-US" b="1" dirty="0" smtClean="0">
                <a:solidFill>
                  <a:srgbClr val="FF0000"/>
                </a:solidFill>
              </a:rPr>
              <a:t>First method: Epstein-Barr virus transformation</a:t>
            </a:r>
            <a:endParaRPr lang="en-US" b="1" dirty="0">
              <a:solidFill>
                <a:srgbClr val="FF0000"/>
              </a:solidFill>
            </a:endParaRPr>
          </a:p>
        </p:txBody>
      </p:sp>
      <p:sp>
        <p:nvSpPr>
          <p:cNvPr id="3" name="Content Placeholder 2"/>
          <p:cNvSpPr>
            <a:spLocks noGrp="1"/>
          </p:cNvSpPr>
          <p:nvPr>
            <p:ph idx="1"/>
          </p:nvPr>
        </p:nvSpPr>
        <p:spPr>
          <a:xfrm>
            <a:off x="838200" y="1097280"/>
            <a:ext cx="10515600" cy="5079683"/>
          </a:xfrm>
        </p:spPr>
        <p:txBody>
          <a:bodyPr>
            <a:normAutofit fontScale="92500" lnSpcReduction="10000"/>
          </a:bodyPr>
          <a:lstStyle/>
          <a:p>
            <a:r>
              <a:rPr lang="en-US" dirty="0" smtClean="0"/>
              <a:t>EBV is human B lymphocytic herpes virus which is carried by about 90% of the adults.</a:t>
            </a:r>
          </a:p>
          <a:p>
            <a:r>
              <a:rPr lang="en-US" dirty="0" smtClean="0"/>
              <a:t>EBV </a:t>
            </a:r>
            <a:r>
              <a:rPr lang="en-US" dirty="0"/>
              <a:t>is a herpes virus which in vitro efficiently immortalizes nearly all human B lymphocytes. The </a:t>
            </a:r>
            <a:r>
              <a:rPr lang="en-US" dirty="0" err="1"/>
              <a:t>lymphoblastoid</a:t>
            </a:r>
            <a:r>
              <a:rPr lang="en-US" dirty="0"/>
              <a:t> diploid cell lines (LCL's) thus generated preserve the characteristics of the cells initially infected by the virus: the cells produce and secrete immunoglobulins and also express these molecules on their surface.</a:t>
            </a:r>
            <a:endParaRPr lang="en-US" dirty="0" smtClean="0"/>
          </a:p>
          <a:p>
            <a:r>
              <a:rPr lang="en-US" dirty="0"/>
              <a:t>secretion of specific antibodies by cloned LCL's in limiting dilution cultures enables isolation of the desired cell lines. </a:t>
            </a:r>
            <a:endParaRPr lang="en-US" dirty="0" smtClean="0"/>
          </a:p>
          <a:p>
            <a:r>
              <a:rPr lang="en-US" dirty="0" smtClean="0"/>
              <a:t>The </a:t>
            </a:r>
            <a:r>
              <a:rPr lang="en-US" dirty="0"/>
              <a:t>method allows the production of human IgM, IgG, IgA, and </a:t>
            </a:r>
            <a:r>
              <a:rPr lang="en-US" dirty="0" err="1"/>
              <a:t>IgE</a:t>
            </a:r>
            <a:r>
              <a:rPr lang="en-US" dirty="0"/>
              <a:t> monoclonal antibodies from any individual. Monoclonal antibodies produced by the EBV method resemble the antibody repertoire of the donor of the lymphocytes.</a:t>
            </a:r>
            <a:endParaRPr lang="en-US" dirty="0" smtClean="0"/>
          </a:p>
          <a:p>
            <a:pPr marL="0" indent="0">
              <a:buNone/>
            </a:pPr>
            <a:endParaRPr lang="en-US" dirty="0" smtClean="0"/>
          </a:p>
          <a:p>
            <a:pPr marL="457200" lvl="1" indent="0">
              <a:buNone/>
            </a:pPr>
            <a:endParaRPr lang="en-US" dirty="0"/>
          </a:p>
        </p:txBody>
      </p:sp>
    </p:spTree>
    <p:custDataLst>
      <p:custData r:id="rId1"/>
      <p:tags r:id="rId2"/>
    </p:custDataLst>
    <p:extLst>
      <p:ext uri="{BB962C8B-B14F-4D97-AF65-F5344CB8AC3E}">
        <p14:creationId xmlns:p14="http://schemas.microsoft.com/office/powerpoint/2010/main" val="875230545"/>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4" name="id-680EED95-888D-464E-86C7-B620FA9F39E4" descr="Image.jpeg"/>
          <p:cNvPicPr>
            <a:picLocks noGrp="1"/>
          </p:cNvPicPr>
          <p:nvPr>
            <p:ph idx="1"/>
          </p:nvPr>
        </p:nvPicPr>
        <p:blipFill rotWithShape="1">
          <a:blip r:embed="rId2" r:link="rId3" cstate="print">
            <a:extLst>
              <a:ext uri="{28A0092B-C50C-407E-A947-70E740481C1C}">
                <a14:useLocalDpi xmlns:a14="http://schemas.microsoft.com/office/drawing/2010/main" val="0"/>
              </a:ext>
            </a:extLst>
          </a:blip>
          <a:srcRect l="19167" b="20540"/>
          <a:stretch/>
        </p:blipFill>
        <p:spPr bwMode="auto">
          <a:xfrm>
            <a:off x="2367280" y="1046481"/>
            <a:ext cx="8849360" cy="5730240"/>
          </a:xfrm>
          <a:prstGeom prst="rect">
            <a:avLst/>
          </a:prstGeom>
          <a:noFill/>
          <a:ln>
            <a:noFill/>
          </a:ln>
        </p:spPr>
      </p:pic>
      <p:sp>
        <p:nvSpPr>
          <p:cNvPr id="3" name="TextBox 2"/>
          <p:cNvSpPr txBox="1"/>
          <p:nvPr/>
        </p:nvSpPr>
        <p:spPr>
          <a:xfrm>
            <a:off x="4551680" y="3373120"/>
            <a:ext cx="629920" cy="369332"/>
          </a:xfrm>
          <a:prstGeom prst="rect">
            <a:avLst/>
          </a:prstGeom>
          <a:noFill/>
        </p:spPr>
        <p:txBody>
          <a:bodyPr wrap="square" rtlCol="0">
            <a:spAutoFit/>
          </a:bodyPr>
          <a:lstStyle/>
          <a:p>
            <a:r>
              <a:rPr lang="en-US" dirty="0" smtClean="0"/>
              <a:t>EBV</a:t>
            </a:r>
            <a:endParaRPr lang="en-US" dirty="0"/>
          </a:p>
        </p:txBody>
      </p:sp>
    </p:spTree>
    <p:extLst>
      <p:ext uri="{BB962C8B-B14F-4D97-AF65-F5344CB8AC3E}">
        <p14:creationId xmlns:p14="http://schemas.microsoft.com/office/powerpoint/2010/main" val="43915830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                              </a:t>
            </a:r>
            <a:r>
              <a:rPr lang="en-US" b="1" dirty="0" smtClean="0">
                <a:solidFill>
                  <a:srgbClr val="7030A0"/>
                </a:solidFill>
              </a:rPr>
              <a:t>Blood</a:t>
            </a:r>
            <a:br>
              <a:rPr lang="en-US" b="1" dirty="0" smtClean="0">
                <a:solidFill>
                  <a:srgbClr val="7030A0"/>
                </a:solidFill>
              </a:rPr>
            </a:br>
            <a:endParaRPr lang="en-US" b="1" dirty="0">
              <a:solidFill>
                <a:srgbClr val="7030A0"/>
              </a:solidFill>
            </a:endParaRPr>
          </a:p>
        </p:txBody>
      </p:sp>
      <p:sp>
        <p:nvSpPr>
          <p:cNvPr id="3" name="Content Placeholder 2"/>
          <p:cNvSpPr>
            <a:spLocks noGrp="1"/>
          </p:cNvSpPr>
          <p:nvPr>
            <p:ph idx="1"/>
          </p:nvPr>
        </p:nvSpPr>
        <p:spPr>
          <a:xfrm>
            <a:off x="838200" y="1219200"/>
            <a:ext cx="10515600" cy="4957763"/>
          </a:xfrm>
        </p:spPr>
        <p:txBody>
          <a:bodyPr>
            <a:normAutofit lnSpcReduction="10000"/>
          </a:bodyPr>
          <a:lstStyle/>
          <a:p>
            <a:pPr marL="0" indent="0" algn="ctr">
              <a:buNone/>
            </a:pPr>
            <a:r>
              <a:rPr lang="en-US" b="1" dirty="0" smtClean="0">
                <a:solidFill>
                  <a:srgbClr val="FF0000"/>
                </a:solidFill>
              </a:rPr>
              <a:t>Peripheral Blood lymphocytes</a:t>
            </a:r>
          </a:p>
          <a:p>
            <a:endParaRPr lang="en-US" sz="2000" dirty="0" smtClean="0"/>
          </a:p>
          <a:p>
            <a:r>
              <a:rPr lang="en-US" sz="2400" b="1" dirty="0" smtClean="0">
                <a:solidFill>
                  <a:srgbClr val="C00000"/>
                </a:solidFill>
              </a:rPr>
              <a:t>Selection of Ag-specific B cells</a:t>
            </a:r>
            <a:r>
              <a:rPr lang="en-US" sz="2000" dirty="0" smtClean="0"/>
              <a:t>		</a:t>
            </a:r>
            <a:r>
              <a:rPr lang="en-US" sz="2400" b="1" dirty="0">
                <a:solidFill>
                  <a:srgbClr val="00B0F0"/>
                </a:solidFill>
              </a:rPr>
              <a:t>Infection with EBV with </a:t>
            </a:r>
            <a:r>
              <a:rPr lang="en-US" sz="2400" b="1" dirty="0" err="1">
                <a:solidFill>
                  <a:srgbClr val="00B0F0"/>
                </a:solidFill>
              </a:rPr>
              <a:t>CpG</a:t>
            </a:r>
            <a:endParaRPr lang="en-US" sz="2400" b="1" dirty="0">
              <a:solidFill>
                <a:srgbClr val="00B0F0"/>
              </a:solidFill>
            </a:endParaRPr>
          </a:p>
          <a:p>
            <a:endParaRPr lang="en-US" sz="2000" dirty="0" smtClean="0"/>
          </a:p>
          <a:p>
            <a:r>
              <a:rPr lang="en-US" sz="2400" b="1" dirty="0" smtClean="0">
                <a:solidFill>
                  <a:srgbClr val="00B0F0"/>
                </a:solidFill>
              </a:rPr>
              <a:t>Infection with EBV with </a:t>
            </a:r>
            <a:r>
              <a:rPr lang="en-US" sz="2400" b="1" dirty="0" err="1" smtClean="0">
                <a:solidFill>
                  <a:srgbClr val="00B0F0"/>
                </a:solidFill>
              </a:rPr>
              <a:t>CpG</a:t>
            </a:r>
            <a:r>
              <a:rPr lang="en-US" sz="2000" dirty="0" smtClean="0"/>
              <a:t>		</a:t>
            </a:r>
            <a:r>
              <a:rPr lang="en-US" sz="2400" dirty="0"/>
              <a:t>Production of </a:t>
            </a:r>
            <a:r>
              <a:rPr lang="en-US" sz="2400" dirty="0" err="1"/>
              <a:t>lymphoblastoid</a:t>
            </a:r>
            <a:r>
              <a:rPr lang="en-US" sz="2400" dirty="0"/>
              <a:t> cell lines</a:t>
            </a:r>
          </a:p>
          <a:p>
            <a:endParaRPr lang="en-US" sz="2000" dirty="0" smtClean="0"/>
          </a:p>
          <a:p>
            <a:r>
              <a:rPr lang="en-US" sz="2400" dirty="0" smtClean="0"/>
              <a:t>Production of </a:t>
            </a:r>
            <a:r>
              <a:rPr lang="en-US" sz="2400" dirty="0" err="1" smtClean="0"/>
              <a:t>lymphoblastoid</a:t>
            </a:r>
            <a:r>
              <a:rPr lang="en-US" sz="2400" dirty="0" smtClean="0"/>
              <a:t> cell lines</a:t>
            </a:r>
            <a:r>
              <a:rPr lang="en-US" sz="2400" dirty="0"/>
              <a:t> </a:t>
            </a:r>
            <a:r>
              <a:rPr lang="en-US" sz="2400" dirty="0" smtClean="0"/>
              <a:t>         </a:t>
            </a:r>
            <a:r>
              <a:rPr lang="en-US" sz="2400" b="1" dirty="0" smtClean="0">
                <a:solidFill>
                  <a:srgbClr val="C00000"/>
                </a:solidFill>
              </a:rPr>
              <a:t>Selection </a:t>
            </a:r>
            <a:r>
              <a:rPr lang="en-US" sz="2400" b="1" dirty="0">
                <a:solidFill>
                  <a:srgbClr val="C00000"/>
                </a:solidFill>
              </a:rPr>
              <a:t>of Ag-specific B </a:t>
            </a:r>
            <a:r>
              <a:rPr lang="en-US" sz="2400" b="1" dirty="0" smtClean="0">
                <a:solidFill>
                  <a:srgbClr val="C00000"/>
                </a:solidFill>
              </a:rPr>
              <a:t>cells</a:t>
            </a:r>
          </a:p>
          <a:p>
            <a:endParaRPr lang="en-US" sz="2000" dirty="0" smtClean="0"/>
          </a:p>
          <a:p>
            <a:r>
              <a:rPr lang="en-US" sz="2400" dirty="0" smtClean="0"/>
              <a:t>Cell cloning by limiting dilution</a:t>
            </a:r>
            <a:r>
              <a:rPr lang="en-US" sz="2000" dirty="0" smtClean="0"/>
              <a:t>	</a:t>
            </a:r>
            <a:r>
              <a:rPr lang="en-US" sz="2400" dirty="0" smtClean="0"/>
              <a:t>                  Cell </a:t>
            </a:r>
            <a:r>
              <a:rPr lang="en-US" sz="2400" dirty="0"/>
              <a:t>cloning by limiting </a:t>
            </a:r>
            <a:r>
              <a:rPr lang="en-US" sz="2400" dirty="0" smtClean="0"/>
              <a:t>dilution</a:t>
            </a:r>
          </a:p>
          <a:p>
            <a:endParaRPr lang="en-US" sz="2000" dirty="0"/>
          </a:p>
          <a:p>
            <a:pPr marL="3200400" lvl="7" indent="0">
              <a:buNone/>
            </a:pPr>
            <a:endParaRPr lang="en-US" sz="2000" dirty="0" smtClean="0"/>
          </a:p>
          <a:p>
            <a:pPr marL="3200400" lvl="7" indent="0">
              <a:buNone/>
            </a:pPr>
            <a:r>
              <a:rPr lang="en-US" sz="2400" b="1" dirty="0" smtClean="0">
                <a:solidFill>
                  <a:srgbClr val="00B050"/>
                </a:solidFill>
              </a:rPr>
              <a:t>Analysis of supernatant by ELISA</a:t>
            </a:r>
            <a:endParaRPr lang="en-US" sz="2400" b="1" dirty="0">
              <a:solidFill>
                <a:srgbClr val="00B050"/>
              </a:solidFill>
            </a:endParaRPr>
          </a:p>
          <a:p>
            <a:endParaRPr lang="en-US" sz="2000" dirty="0" smtClean="0"/>
          </a:p>
          <a:p>
            <a:endParaRPr lang="en-US" sz="2000" dirty="0"/>
          </a:p>
          <a:p>
            <a:pPr marL="0" indent="0">
              <a:buNone/>
            </a:pPr>
            <a:endParaRPr lang="en-US" sz="2000" dirty="0"/>
          </a:p>
        </p:txBody>
      </p:sp>
      <p:cxnSp>
        <p:nvCxnSpPr>
          <p:cNvPr id="8" name="Straight Arrow Connector 7"/>
          <p:cNvCxnSpPr/>
          <p:nvPr/>
        </p:nvCxnSpPr>
        <p:spPr>
          <a:xfrm>
            <a:off x="5608320" y="1690688"/>
            <a:ext cx="1087120" cy="38195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 name="Straight Arrow Connector 9"/>
          <p:cNvCxnSpPr/>
          <p:nvPr/>
        </p:nvCxnSpPr>
        <p:spPr>
          <a:xfrm flipH="1">
            <a:off x="3596640" y="1690688"/>
            <a:ext cx="1412240" cy="38195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3" name="Down Arrow 12"/>
          <p:cNvSpPr/>
          <p:nvPr/>
        </p:nvSpPr>
        <p:spPr>
          <a:xfrm>
            <a:off x="2661920" y="2550160"/>
            <a:ext cx="50800" cy="325120"/>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Down Arrow 13"/>
          <p:cNvSpPr/>
          <p:nvPr/>
        </p:nvSpPr>
        <p:spPr>
          <a:xfrm>
            <a:off x="2661920" y="3312160"/>
            <a:ext cx="50800" cy="406400"/>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Down Arrow 14"/>
          <p:cNvSpPr/>
          <p:nvPr/>
        </p:nvSpPr>
        <p:spPr>
          <a:xfrm>
            <a:off x="2661920" y="4124960"/>
            <a:ext cx="45719" cy="355600"/>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Down Arrow 15"/>
          <p:cNvSpPr/>
          <p:nvPr/>
        </p:nvSpPr>
        <p:spPr>
          <a:xfrm>
            <a:off x="6695440" y="2428240"/>
            <a:ext cx="45719" cy="447040"/>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Down Arrow 16"/>
          <p:cNvSpPr/>
          <p:nvPr/>
        </p:nvSpPr>
        <p:spPr>
          <a:xfrm>
            <a:off x="6741159" y="3312160"/>
            <a:ext cx="45719" cy="406400"/>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Down Arrow 18"/>
          <p:cNvSpPr/>
          <p:nvPr/>
        </p:nvSpPr>
        <p:spPr>
          <a:xfrm>
            <a:off x="6786878" y="4124960"/>
            <a:ext cx="45719" cy="355600"/>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Down Arrow 19"/>
          <p:cNvSpPr/>
          <p:nvPr/>
        </p:nvSpPr>
        <p:spPr>
          <a:xfrm>
            <a:off x="5704841" y="5069840"/>
            <a:ext cx="45719" cy="447040"/>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Down Arrow 4"/>
          <p:cNvSpPr/>
          <p:nvPr/>
        </p:nvSpPr>
        <p:spPr>
          <a:xfrm>
            <a:off x="5344160" y="944880"/>
            <a:ext cx="45719" cy="274320"/>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6" name="Straight Arrow Connector 5"/>
          <p:cNvCxnSpPr/>
          <p:nvPr/>
        </p:nvCxnSpPr>
        <p:spPr>
          <a:xfrm>
            <a:off x="5151120" y="4653280"/>
            <a:ext cx="441961" cy="26416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9" name="Straight Arrow Connector 8"/>
          <p:cNvCxnSpPr/>
          <p:nvPr/>
        </p:nvCxnSpPr>
        <p:spPr>
          <a:xfrm flipH="1">
            <a:off x="5943600" y="4754880"/>
            <a:ext cx="579120" cy="16256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5886314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325563"/>
            <a:ext cx="10515600" cy="1325563"/>
          </a:xfrm>
        </p:spPr>
        <p:txBody>
          <a:bodyPr/>
          <a:lstStyle/>
          <a:p>
            <a:endParaRPr lang="en-US"/>
          </a:p>
        </p:txBody>
      </p:sp>
      <p:sp>
        <p:nvSpPr>
          <p:cNvPr id="3" name="Content Placeholder 2"/>
          <p:cNvSpPr>
            <a:spLocks noGrp="1"/>
          </p:cNvSpPr>
          <p:nvPr>
            <p:ph idx="1"/>
          </p:nvPr>
        </p:nvSpPr>
        <p:spPr>
          <a:xfrm>
            <a:off x="508280" y="467880"/>
            <a:ext cx="10515600" cy="5699443"/>
          </a:xfrm>
        </p:spPr>
        <p:txBody>
          <a:bodyPr>
            <a:normAutofit/>
          </a:bodyPr>
          <a:lstStyle/>
          <a:p>
            <a:pPr marL="0" indent="0">
              <a:buNone/>
            </a:pPr>
            <a:r>
              <a:rPr lang="en-US" dirty="0" smtClean="0"/>
              <a:t>Peripheral blood</a:t>
            </a:r>
          </a:p>
          <a:p>
            <a:pPr marL="0" indent="0">
              <a:buNone/>
            </a:pPr>
            <a:endParaRPr lang="en-US" dirty="0" smtClean="0"/>
          </a:p>
          <a:p>
            <a:pPr marL="0" indent="0">
              <a:buNone/>
            </a:pPr>
            <a:r>
              <a:rPr lang="en-US" dirty="0" smtClean="0"/>
              <a:t>Isolation of lymphocytes Buffy coat (B and T cells)</a:t>
            </a:r>
          </a:p>
          <a:p>
            <a:pPr marL="0" indent="0">
              <a:buNone/>
            </a:pPr>
            <a:endParaRPr lang="en-US" b="1" dirty="0" smtClean="0"/>
          </a:p>
          <a:p>
            <a:pPr marL="0" indent="0">
              <a:buNone/>
            </a:pPr>
            <a:r>
              <a:rPr lang="en-US" b="1" dirty="0" smtClean="0"/>
              <a:t>Isolation </a:t>
            </a:r>
            <a:r>
              <a:rPr lang="en-US" dirty="0" smtClean="0"/>
              <a:t>of total B cells (specific and nonspecific)</a:t>
            </a:r>
          </a:p>
          <a:p>
            <a:pPr marL="0" indent="0">
              <a:buNone/>
            </a:pPr>
            <a:r>
              <a:rPr lang="en-US" dirty="0"/>
              <a:t>Magnetic beads or nylon wool method</a:t>
            </a:r>
          </a:p>
          <a:p>
            <a:pPr marL="0" indent="0">
              <a:buNone/>
            </a:pPr>
            <a:endParaRPr lang="en-US" dirty="0" smtClean="0"/>
          </a:p>
          <a:p>
            <a:pPr marL="0" indent="0">
              <a:buNone/>
            </a:pPr>
            <a:endParaRPr lang="en-US" dirty="0" smtClean="0"/>
          </a:p>
          <a:p>
            <a:pPr marL="0" indent="0">
              <a:buNone/>
            </a:pPr>
            <a:r>
              <a:rPr lang="en-US" dirty="0" smtClean="0"/>
              <a:t>Isolation of specific B cells</a:t>
            </a:r>
          </a:p>
          <a:p>
            <a:pPr marL="0" indent="0">
              <a:buNone/>
            </a:pPr>
            <a:r>
              <a:rPr lang="en-US" dirty="0" smtClean="0"/>
              <a:t>Positive selection or negative selection method</a:t>
            </a:r>
          </a:p>
          <a:p>
            <a:endParaRPr lang="en-US" dirty="0" smtClean="0"/>
          </a:p>
          <a:p>
            <a:endParaRPr lang="en-US" dirty="0"/>
          </a:p>
        </p:txBody>
      </p:sp>
      <p:sp>
        <p:nvSpPr>
          <p:cNvPr id="6" name="Down Arrow 5"/>
          <p:cNvSpPr/>
          <p:nvPr/>
        </p:nvSpPr>
        <p:spPr>
          <a:xfrm flipH="1">
            <a:off x="2133600" y="3596165"/>
            <a:ext cx="45719" cy="793429"/>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Down Arrow 7"/>
          <p:cNvSpPr/>
          <p:nvPr/>
        </p:nvSpPr>
        <p:spPr>
          <a:xfrm>
            <a:off x="2133600" y="2011680"/>
            <a:ext cx="45719" cy="447040"/>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Down Arrow 8"/>
          <p:cNvSpPr/>
          <p:nvPr/>
        </p:nvSpPr>
        <p:spPr>
          <a:xfrm>
            <a:off x="2179319" y="924560"/>
            <a:ext cx="45719" cy="558800"/>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16906806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flipV="1">
            <a:off x="732323" y="412484"/>
            <a:ext cx="10515600" cy="45719"/>
          </a:xfrm>
        </p:spPr>
        <p:txBody>
          <a:bodyPr>
            <a:normAutofit fontScale="90000"/>
          </a:bodyPr>
          <a:lstStyle/>
          <a:p>
            <a:endParaRPr lang="en-US"/>
          </a:p>
        </p:txBody>
      </p:sp>
      <p:sp>
        <p:nvSpPr>
          <p:cNvPr id="3" name="Content Placeholder 2"/>
          <p:cNvSpPr>
            <a:spLocks noGrp="1"/>
          </p:cNvSpPr>
          <p:nvPr>
            <p:ph idx="1"/>
          </p:nvPr>
        </p:nvSpPr>
        <p:spPr>
          <a:xfrm>
            <a:off x="838200" y="635267"/>
            <a:ext cx="10515600" cy="5541696"/>
          </a:xfrm>
        </p:spPr>
        <p:txBody>
          <a:bodyPr>
            <a:normAutofit lnSpcReduction="10000"/>
          </a:bodyPr>
          <a:lstStyle/>
          <a:p>
            <a:pPr marL="0" indent="0">
              <a:buNone/>
            </a:pPr>
            <a:r>
              <a:rPr lang="en-US" sz="3200" b="1" dirty="0" smtClean="0">
                <a:solidFill>
                  <a:srgbClr val="7030A0"/>
                </a:solidFill>
              </a:rPr>
              <a:t>1. Peripheral blood lymphocytes</a:t>
            </a:r>
          </a:p>
          <a:p>
            <a:pPr marL="0" indent="0">
              <a:buNone/>
            </a:pPr>
            <a:r>
              <a:rPr lang="en-US" dirty="0"/>
              <a:t>	</a:t>
            </a:r>
            <a:r>
              <a:rPr lang="en-US" dirty="0" smtClean="0"/>
              <a:t>buffy coat preparation using </a:t>
            </a:r>
            <a:r>
              <a:rPr lang="en-US" dirty="0" err="1" smtClean="0"/>
              <a:t>ficoll-hypaque</a:t>
            </a:r>
            <a:r>
              <a:rPr lang="en-US" dirty="0" smtClean="0"/>
              <a:t> (Has a density of 1.077 g/ml)</a:t>
            </a:r>
          </a:p>
          <a:p>
            <a:pPr marL="0" indent="0">
              <a:buNone/>
            </a:pPr>
            <a:r>
              <a:rPr lang="en-US" dirty="0" smtClean="0"/>
              <a:t>Anticoagulated blood is diluted and layered onto the </a:t>
            </a:r>
            <a:r>
              <a:rPr lang="en-US" dirty="0" err="1" smtClean="0"/>
              <a:t>ficoll</a:t>
            </a:r>
            <a:r>
              <a:rPr lang="en-US" dirty="0" smtClean="0"/>
              <a:t> in a centrifuge tube</a:t>
            </a:r>
            <a:r>
              <a:rPr lang="en-US" dirty="0"/>
              <a:t> </a:t>
            </a:r>
            <a:r>
              <a:rPr lang="en-US" dirty="0" smtClean="0"/>
              <a:t>followed by </a:t>
            </a:r>
            <a:r>
              <a:rPr lang="en-US" dirty="0"/>
              <a:t>Density gradient centrifugation</a:t>
            </a:r>
          </a:p>
          <a:p>
            <a:pPr marL="0" indent="0">
              <a:buNone/>
            </a:pPr>
            <a:endParaRPr lang="en-US" dirty="0" smtClean="0"/>
          </a:p>
          <a:p>
            <a:pPr marL="0" indent="0">
              <a:buNone/>
            </a:pPr>
            <a:r>
              <a:rPr lang="en-US" b="1" dirty="0" smtClean="0">
                <a:solidFill>
                  <a:srgbClr val="C00000"/>
                </a:solidFill>
              </a:rPr>
              <a:t>a. Lymphocytes, monocytes, and platelets remain at the interface (buffy coat).</a:t>
            </a:r>
          </a:p>
          <a:p>
            <a:pPr marL="0" indent="0">
              <a:buNone/>
            </a:pPr>
            <a:r>
              <a:rPr lang="en-US" dirty="0" smtClean="0"/>
              <a:t>b. Washing removes the platelets and residual </a:t>
            </a:r>
            <a:r>
              <a:rPr lang="en-US" dirty="0" err="1" smtClean="0"/>
              <a:t>ficoll</a:t>
            </a:r>
            <a:endParaRPr lang="en-US" dirty="0" smtClean="0"/>
          </a:p>
          <a:p>
            <a:pPr marL="0" indent="0">
              <a:buNone/>
            </a:pPr>
            <a:r>
              <a:rPr lang="en-US" dirty="0" smtClean="0">
                <a:solidFill>
                  <a:srgbClr val="00B0F0"/>
                </a:solidFill>
              </a:rPr>
              <a:t>c</a:t>
            </a:r>
            <a:r>
              <a:rPr lang="en-US" b="1" dirty="0" smtClean="0">
                <a:solidFill>
                  <a:srgbClr val="00B0F0"/>
                </a:solidFill>
              </a:rPr>
              <a:t>. Mono can be removed by incubating the blood with iron carbon particles before separation.  </a:t>
            </a:r>
          </a:p>
          <a:p>
            <a:pPr marL="0" indent="0">
              <a:buNone/>
            </a:pPr>
            <a:r>
              <a:rPr lang="en-US" dirty="0" smtClean="0">
                <a:solidFill>
                  <a:srgbClr val="FF0000"/>
                </a:solidFill>
              </a:rPr>
              <a:t>d. At the bottom of the tube: RBCs and granulocytes </a:t>
            </a:r>
          </a:p>
        </p:txBody>
      </p:sp>
    </p:spTree>
    <p:custDataLst>
      <p:custData r:id="rId1"/>
      <p:tags r:id="rId2"/>
    </p:custDataLst>
    <p:extLst>
      <p:ext uri="{BB962C8B-B14F-4D97-AF65-F5344CB8AC3E}">
        <p14:creationId xmlns:p14="http://schemas.microsoft.com/office/powerpoint/2010/main" val="1682242335"/>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1026" name="Picture 2" descr="Isolation of PBMCs. Peripheral blood is layered over the Ficoll-Paque and, following centrifugation (with brake OFF), the blood components are separated into (1) plasma, (2) lymphocytes, monocytes, platelets, and (3) granulocytes, erythro- cytes. The lymphocytes, monocytes, and platelets layer can be extracted, centrifuged to remove platelets with the residual cells representing the peripheral blood mononuclear cell population. "/>
          <p:cNvPicPr>
            <a:picLocks noGrp="1" noChangeAspect="1" noChangeArrowheads="1"/>
          </p:cNvPicPr>
          <p:nvPr>
            <p:ph idx="1"/>
          </p:nvPr>
        </p:nvPicPr>
        <p:blipFill rotWithShape="1">
          <a:blip r:embed="rId4">
            <a:extLst>
              <a:ext uri="{28A0092B-C50C-407E-A947-70E740481C1C}">
                <a14:useLocalDpi xmlns:a14="http://schemas.microsoft.com/office/drawing/2010/main" val="0"/>
              </a:ext>
            </a:extLst>
          </a:blip>
          <a:srcRect b="7713"/>
          <a:stretch/>
        </p:blipFill>
        <p:spPr bwMode="auto">
          <a:xfrm>
            <a:off x="1616776" y="1690688"/>
            <a:ext cx="8450981" cy="4222432"/>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p:cNvSpPr txBox="1"/>
          <p:nvPr/>
        </p:nvSpPr>
        <p:spPr>
          <a:xfrm>
            <a:off x="10067757" y="3688080"/>
            <a:ext cx="1442720" cy="369332"/>
          </a:xfrm>
          <a:prstGeom prst="rect">
            <a:avLst/>
          </a:prstGeom>
          <a:noFill/>
        </p:spPr>
        <p:txBody>
          <a:bodyPr wrap="square" rtlCol="0">
            <a:spAutoFit/>
          </a:bodyPr>
          <a:lstStyle/>
          <a:p>
            <a:r>
              <a:rPr lang="en-US" b="1" dirty="0" smtClean="0">
                <a:solidFill>
                  <a:schemeClr val="accent1">
                    <a:lumMod val="50000"/>
                  </a:schemeClr>
                </a:solidFill>
              </a:rPr>
              <a:t>(Buffy coat</a:t>
            </a:r>
            <a:r>
              <a:rPr lang="en-US" dirty="0" smtClean="0">
                <a:solidFill>
                  <a:schemeClr val="accent1">
                    <a:lumMod val="50000"/>
                  </a:schemeClr>
                </a:solidFill>
              </a:rPr>
              <a:t>)</a:t>
            </a:r>
            <a:endParaRPr lang="en-US" dirty="0">
              <a:solidFill>
                <a:schemeClr val="accent1">
                  <a:lumMod val="50000"/>
                </a:schemeClr>
              </a:solidFill>
            </a:endParaRPr>
          </a:p>
        </p:txBody>
      </p:sp>
    </p:spTree>
    <p:custDataLst>
      <p:custData r:id="rId1"/>
      <p:tags r:id="rId2"/>
    </p:custDataLst>
    <p:extLst>
      <p:ext uri="{BB962C8B-B14F-4D97-AF65-F5344CB8AC3E}">
        <p14:creationId xmlns:p14="http://schemas.microsoft.com/office/powerpoint/2010/main" val="2725486604"/>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45719"/>
          </a:xfrm>
        </p:spPr>
        <p:txBody>
          <a:bodyPr>
            <a:normAutofit fontScale="90000"/>
          </a:bodyPr>
          <a:lstStyle/>
          <a:p>
            <a:endParaRPr lang="en-US" dirty="0"/>
          </a:p>
        </p:txBody>
      </p:sp>
      <p:sp>
        <p:nvSpPr>
          <p:cNvPr id="3" name="Content Placeholder 2"/>
          <p:cNvSpPr>
            <a:spLocks noGrp="1"/>
          </p:cNvSpPr>
          <p:nvPr>
            <p:ph idx="1"/>
          </p:nvPr>
        </p:nvSpPr>
        <p:spPr>
          <a:xfrm>
            <a:off x="838200" y="770021"/>
            <a:ext cx="10515600" cy="5406942"/>
          </a:xfrm>
        </p:spPr>
        <p:txBody>
          <a:bodyPr>
            <a:normAutofit/>
          </a:bodyPr>
          <a:lstStyle/>
          <a:p>
            <a:pPr marL="0" indent="0">
              <a:buNone/>
            </a:pPr>
            <a:r>
              <a:rPr lang="en-US" sz="3200" b="1" dirty="0" smtClean="0">
                <a:solidFill>
                  <a:srgbClr val="7030A0"/>
                </a:solidFill>
              </a:rPr>
              <a:t>2. </a:t>
            </a:r>
            <a:r>
              <a:rPr lang="en-US" sz="3200" b="1" dirty="0">
                <a:solidFill>
                  <a:srgbClr val="7030A0"/>
                </a:solidFill>
              </a:rPr>
              <a:t> </a:t>
            </a:r>
            <a:r>
              <a:rPr lang="en-US" sz="3200" b="1" dirty="0" smtClean="0">
                <a:solidFill>
                  <a:srgbClr val="7030A0"/>
                </a:solidFill>
              </a:rPr>
              <a:t>Isolation of B cells</a:t>
            </a:r>
            <a:r>
              <a:rPr lang="en-US" dirty="0" smtClean="0">
                <a:solidFill>
                  <a:srgbClr val="7030A0"/>
                </a:solidFill>
              </a:rPr>
              <a:t>:</a:t>
            </a:r>
          </a:p>
          <a:p>
            <a:pPr marL="0" indent="0">
              <a:buNone/>
            </a:pPr>
            <a:r>
              <a:rPr lang="en-US" dirty="0" smtClean="0"/>
              <a:t>a. In selection of B</a:t>
            </a:r>
            <a:r>
              <a:rPr lang="en-US" b="1" dirty="0" smtClean="0"/>
              <a:t> cells</a:t>
            </a:r>
            <a:r>
              <a:rPr lang="en-US" dirty="0" smtClean="0"/>
              <a:t>, </a:t>
            </a:r>
            <a:r>
              <a:rPr lang="en-US" b="1" dirty="0" smtClean="0"/>
              <a:t>magnetic beads</a:t>
            </a:r>
            <a:r>
              <a:rPr lang="en-US" dirty="0"/>
              <a:t> </a:t>
            </a:r>
            <a:r>
              <a:rPr lang="en-US" dirty="0" smtClean="0"/>
              <a:t>coated with Abs against specific receptors like CD19, bind</a:t>
            </a:r>
            <a:r>
              <a:rPr lang="en-US" dirty="0"/>
              <a:t> </a:t>
            </a:r>
            <a:r>
              <a:rPr lang="en-US" b="1" dirty="0"/>
              <a:t>to</a:t>
            </a:r>
            <a:r>
              <a:rPr lang="en-US" dirty="0"/>
              <a:t> </a:t>
            </a:r>
            <a:r>
              <a:rPr lang="en-US" dirty="0" smtClean="0"/>
              <a:t>the cell </a:t>
            </a:r>
            <a:r>
              <a:rPr lang="en-US" dirty="0"/>
              <a:t>surface </a:t>
            </a:r>
            <a:r>
              <a:rPr lang="en-US" dirty="0" smtClean="0"/>
              <a:t>markers. </a:t>
            </a:r>
            <a:r>
              <a:rPr lang="en-US" dirty="0"/>
              <a:t>This allows for the </a:t>
            </a:r>
            <a:r>
              <a:rPr lang="en-US" b="1" dirty="0"/>
              <a:t>separation</a:t>
            </a:r>
            <a:r>
              <a:rPr lang="en-US" dirty="0"/>
              <a:t> of unbound and desired </a:t>
            </a:r>
            <a:r>
              <a:rPr lang="en-US" b="1" dirty="0"/>
              <a:t>cells</a:t>
            </a:r>
            <a:r>
              <a:rPr lang="en-US" dirty="0" smtClean="0"/>
              <a:t>.</a:t>
            </a:r>
          </a:p>
          <a:p>
            <a:pPr marL="0" indent="0">
              <a:buNone/>
            </a:pPr>
            <a:r>
              <a:rPr lang="en-US" dirty="0"/>
              <a:t>b</a:t>
            </a:r>
            <a:r>
              <a:rPr lang="en-US" dirty="0" smtClean="0"/>
              <a:t>. </a:t>
            </a:r>
            <a:r>
              <a:rPr lang="en-US" b="1" dirty="0" smtClean="0"/>
              <a:t>Nylon wool </a:t>
            </a:r>
            <a:r>
              <a:rPr lang="en-US" dirty="0" smtClean="0"/>
              <a:t>method: using </a:t>
            </a:r>
            <a:r>
              <a:rPr lang="en-US" dirty="0"/>
              <a:t>nylon wool as a solid phase </a:t>
            </a:r>
            <a:r>
              <a:rPr lang="en-US" dirty="0" smtClean="0"/>
              <a:t>matrix. </a:t>
            </a:r>
            <a:r>
              <a:rPr lang="en-US" dirty="0"/>
              <a:t>This matric was coated with an acid-treated IgG fraction of polyclonal antibodies against </a:t>
            </a:r>
            <a:r>
              <a:rPr lang="en-US" dirty="0" smtClean="0"/>
              <a:t>human Ig,  </a:t>
            </a:r>
            <a:r>
              <a:rPr lang="en-US" dirty="0"/>
              <a:t>yielding purities higher than </a:t>
            </a:r>
            <a:r>
              <a:rPr lang="en-US" dirty="0" smtClean="0"/>
              <a:t>95%. </a:t>
            </a:r>
          </a:p>
          <a:p>
            <a:pPr marL="0" indent="0">
              <a:buNone/>
            </a:pPr>
            <a:r>
              <a:rPr lang="en-US" dirty="0" smtClean="0"/>
              <a:t>The </a:t>
            </a:r>
            <a:r>
              <a:rPr lang="en-US" dirty="0"/>
              <a:t>method can be used on a large scale for positive and negative cell selection, with very little non-specific binding. The isolated </a:t>
            </a:r>
            <a:r>
              <a:rPr lang="en-US" dirty="0" smtClean="0"/>
              <a:t>populations of B cells  </a:t>
            </a:r>
            <a:r>
              <a:rPr lang="en-US" dirty="0"/>
              <a:t>are fully functional.</a:t>
            </a:r>
            <a:endParaRPr lang="en-US" dirty="0" smtClean="0"/>
          </a:p>
          <a:p>
            <a:pPr marL="0" indent="0">
              <a:buNone/>
            </a:pPr>
            <a:endParaRPr lang="en-US" dirty="0" smtClean="0"/>
          </a:p>
          <a:p>
            <a:pPr marL="0" indent="0">
              <a:buNone/>
            </a:pPr>
            <a:endParaRPr lang="en-US" dirty="0"/>
          </a:p>
        </p:txBody>
      </p:sp>
    </p:spTree>
    <p:custDataLst>
      <p:custData r:id="rId1"/>
      <p:tags r:id="rId2"/>
    </p:custDataLst>
    <p:extLst>
      <p:ext uri="{BB962C8B-B14F-4D97-AF65-F5344CB8AC3E}">
        <p14:creationId xmlns:p14="http://schemas.microsoft.com/office/powerpoint/2010/main" val="875327805"/>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spTree>
    <p:extLst>
      <p:ext uri="{BB962C8B-B14F-4D97-AF65-F5344CB8AC3E}">
        <p14:creationId xmlns:p14="http://schemas.microsoft.com/office/powerpoint/2010/main" val="360999501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dirty="0"/>
          </a:p>
        </p:txBody>
      </p:sp>
      <mc:AlternateContent xmlns:mc="http://schemas.openxmlformats.org/markup-compatibility/2006" xmlns:p14="http://schemas.microsoft.com/office/powerpoint/2010/main">
        <mc:Choice Requires="p14">
          <p:contentPart p14:bwMode="auto" r:id="rId2">
            <p14:nvContentPartPr>
              <p14:cNvPr id="5" name="Ink 4"/>
              <p14:cNvContentPartPr/>
              <p14:nvPr/>
            </p14:nvContentPartPr>
            <p14:xfrm>
              <a:off x="2252040" y="2742960"/>
              <a:ext cx="61200" cy="1363320"/>
            </p14:xfrm>
          </p:contentPart>
        </mc:Choice>
        <mc:Fallback xmlns="">
          <p:pic>
            <p:nvPicPr>
              <p:cNvPr id="5" name="Ink 4"/>
              <p:cNvPicPr/>
              <p:nvPr/>
            </p:nvPicPr>
            <p:blipFill>
              <a:blip r:embed="rId3"/>
              <a:stretch>
                <a:fillRect/>
              </a:stretch>
            </p:blipFill>
            <p:spPr>
              <a:xfrm>
                <a:off x="2236920" y="2737560"/>
                <a:ext cx="87480" cy="138312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7" name="Ink 6"/>
              <p14:cNvContentPartPr/>
              <p14:nvPr/>
            </p14:nvContentPartPr>
            <p14:xfrm>
              <a:off x="2829120" y="2818560"/>
              <a:ext cx="104760" cy="1404360"/>
            </p14:xfrm>
          </p:contentPart>
        </mc:Choice>
        <mc:Fallback xmlns="">
          <p:pic>
            <p:nvPicPr>
              <p:cNvPr id="7" name="Ink 6"/>
              <p:cNvPicPr/>
              <p:nvPr/>
            </p:nvPicPr>
            <p:blipFill>
              <a:blip r:embed="rId5"/>
              <a:stretch>
                <a:fillRect/>
              </a:stretch>
            </p:blipFill>
            <p:spPr>
              <a:xfrm>
                <a:off x="2822280" y="2813160"/>
                <a:ext cx="117720" cy="142128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23" name="Ink 22"/>
              <p14:cNvContentPartPr/>
              <p14:nvPr/>
            </p14:nvContentPartPr>
            <p14:xfrm>
              <a:off x="2435280" y="3167040"/>
              <a:ext cx="48240" cy="142560"/>
            </p14:xfrm>
          </p:contentPart>
        </mc:Choice>
        <mc:Fallback xmlns="">
          <p:pic>
            <p:nvPicPr>
              <p:cNvPr id="23" name="Ink 22"/>
              <p:cNvPicPr/>
              <p:nvPr/>
            </p:nvPicPr>
            <p:blipFill>
              <a:blip r:embed="rId7"/>
              <a:stretch>
                <a:fillRect/>
              </a:stretch>
            </p:blipFill>
            <p:spPr>
              <a:xfrm>
                <a:off x="2429160" y="3160920"/>
                <a:ext cx="60480" cy="15480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42" name="Ink 41"/>
              <p14:cNvContentPartPr/>
              <p14:nvPr/>
            </p14:nvContentPartPr>
            <p14:xfrm>
              <a:off x="2357520" y="3041400"/>
              <a:ext cx="510840" cy="1017360"/>
            </p14:xfrm>
          </p:contentPart>
        </mc:Choice>
        <mc:Fallback xmlns="">
          <p:pic>
            <p:nvPicPr>
              <p:cNvPr id="42" name="Ink 41"/>
              <p:cNvPicPr/>
              <p:nvPr/>
            </p:nvPicPr>
            <p:blipFill>
              <a:blip r:embed="rId9"/>
              <a:stretch>
                <a:fillRect/>
              </a:stretch>
            </p:blipFill>
            <p:spPr>
              <a:xfrm>
                <a:off x="2346360" y="3034560"/>
                <a:ext cx="528120" cy="103752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45" name="Ink 44"/>
              <p14:cNvContentPartPr/>
              <p14:nvPr/>
            </p14:nvContentPartPr>
            <p14:xfrm>
              <a:off x="2213160" y="4079640"/>
              <a:ext cx="306000" cy="176760"/>
            </p14:xfrm>
          </p:contentPart>
        </mc:Choice>
        <mc:Fallback xmlns="">
          <p:pic>
            <p:nvPicPr>
              <p:cNvPr id="45" name="Ink 44"/>
              <p:cNvPicPr/>
              <p:nvPr/>
            </p:nvPicPr>
            <p:blipFill>
              <a:blip r:embed="rId11"/>
              <a:stretch>
                <a:fillRect/>
              </a:stretch>
            </p:blipFill>
            <p:spPr>
              <a:xfrm>
                <a:off x="2205600" y="4073880"/>
                <a:ext cx="330840" cy="19404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46" name="Ink 45"/>
              <p14:cNvContentPartPr/>
              <p14:nvPr/>
            </p14:nvContentPartPr>
            <p14:xfrm>
              <a:off x="2372640" y="2850240"/>
              <a:ext cx="488880" cy="55080"/>
            </p14:xfrm>
          </p:contentPart>
        </mc:Choice>
        <mc:Fallback xmlns="">
          <p:pic>
            <p:nvPicPr>
              <p:cNvPr id="46" name="Ink 45"/>
              <p:cNvPicPr/>
              <p:nvPr/>
            </p:nvPicPr>
            <p:blipFill>
              <a:blip r:embed="rId13"/>
              <a:stretch>
                <a:fillRect/>
              </a:stretch>
            </p:blipFill>
            <p:spPr>
              <a:xfrm>
                <a:off x="2360760" y="2841240"/>
                <a:ext cx="506880" cy="7596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47" name="Ink 46"/>
              <p14:cNvContentPartPr/>
              <p14:nvPr/>
            </p14:nvContentPartPr>
            <p14:xfrm>
              <a:off x="2640480" y="3086400"/>
              <a:ext cx="500400" cy="300960"/>
            </p14:xfrm>
          </p:contentPart>
        </mc:Choice>
        <mc:Fallback xmlns="">
          <p:pic>
            <p:nvPicPr>
              <p:cNvPr id="47" name="Ink 46"/>
              <p:cNvPicPr/>
              <p:nvPr/>
            </p:nvPicPr>
            <p:blipFill>
              <a:blip r:embed="rId15"/>
              <a:stretch>
                <a:fillRect/>
              </a:stretch>
            </p:blipFill>
            <p:spPr>
              <a:xfrm>
                <a:off x="2634360" y="3073440"/>
                <a:ext cx="519480" cy="320040"/>
              </a:xfrm>
              <a:prstGeom prst="rect">
                <a:avLst/>
              </a:prstGeom>
            </p:spPr>
          </p:pic>
        </mc:Fallback>
      </mc:AlternateContent>
      <mc:AlternateContent xmlns:mc="http://schemas.openxmlformats.org/markup-compatibility/2006" xmlns:p14="http://schemas.microsoft.com/office/powerpoint/2010/main">
        <mc:Choice Requires="p14">
          <p:contentPart p14:bwMode="auto" r:id="rId16">
            <p14:nvContentPartPr>
              <p14:cNvPr id="58" name="Ink 57"/>
              <p14:cNvContentPartPr/>
              <p14:nvPr/>
            </p14:nvContentPartPr>
            <p14:xfrm>
              <a:off x="3936120" y="3513720"/>
              <a:ext cx="50400" cy="170640"/>
            </p14:xfrm>
          </p:contentPart>
        </mc:Choice>
        <mc:Fallback xmlns="">
          <p:pic>
            <p:nvPicPr>
              <p:cNvPr id="58" name="Ink 57"/>
              <p:cNvPicPr/>
              <p:nvPr/>
            </p:nvPicPr>
            <p:blipFill>
              <a:blip r:embed="rId17"/>
              <a:stretch>
                <a:fillRect/>
              </a:stretch>
            </p:blipFill>
            <p:spPr>
              <a:xfrm>
                <a:off x="3923880" y="3501480"/>
                <a:ext cx="78120" cy="198000"/>
              </a:xfrm>
              <a:prstGeom prst="rect">
                <a:avLst/>
              </a:prstGeom>
            </p:spPr>
          </p:pic>
        </mc:Fallback>
      </mc:AlternateContent>
      <mc:AlternateContent xmlns:mc="http://schemas.openxmlformats.org/markup-compatibility/2006" xmlns:p14="http://schemas.microsoft.com/office/powerpoint/2010/main">
        <mc:Choice Requires="p14">
          <p:contentPart p14:bwMode="auto" r:id="rId18">
            <p14:nvContentPartPr>
              <p14:cNvPr id="62" name="Ink 61"/>
              <p14:cNvContentPartPr/>
              <p14:nvPr/>
            </p14:nvContentPartPr>
            <p14:xfrm>
              <a:off x="4022160" y="3847080"/>
              <a:ext cx="144000" cy="164520"/>
            </p14:xfrm>
          </p:contentPart>
        </mc:Choice>
        <mc:Fallback xmlns="">
          <p:pic>
            <p:nvPicPr>
              <p:cNvPr id="62" name="Ink 61"/>
              <p:cNvPicPr/>
              <p:nvPr/>
            </p:nvPicPr>
            <p:blipFill>
              <a:blip r:embed="rId19"/>
              <a:stretch>
                <a:fillRect/>
              </a:stretch>
            </p:blipFill>
            <p:spPr>
              <a:xfrm>
                <a:off x="4007040" y="3833040"/>
                <a:ext cx="165960" cy="191880"/>
              </a:xfrm>
              <a:prstGeom prst="rect">
                <a:avLst/>
              </a:prstGeom>
            </p:spPr>
          </p:pic>
        </mc:Fallback>
      </mc:AlternateContent>
      <mc:AlternateContent xmlns:mc="http://schemas.openxmlformats.org/markup-compatibility/2006" xmlns:p14="http://schemas.microsoft.com/office/powerpoint/2010/main">
        <mc:Choice Requires="p14">
          <p:contentPart p14:bwMode="auto" r:id="rId20">
            <p14:nvContentPartPr>
              <p14:cNvPr id="63" name="Ink 62"/>
              <p14:cNvContentPartPr/>
              <p14:nvPr/>
            </p14:nvContentPartPr>
            <p14:xfrm>
              <a:off x="4007760" y="3887400"/>
              <a:ext cx="116640" cy="77760"/>
            </p14:xfrm>
          </p:contentPart>
        </mc:Choice>
        <mc:Fallback xmlns="">
          <p:pic>
            <p:nvPicPr>
              <p:cNvPr id="63" name="Ink 62"/>
              <p:cNvPicPr/>
              <p:nvPr/>
            </p:nvPicPr>
            <p:blipFill>
              <a:blip r:embed="rId21"/>
              <a:stretch>
                <a:fillRect/>
              </a:stretch>
            </p:blipFill>
            <p:spPr>
              <a:xfrm>
                <a:off x="3999480" y="3881640"/>
                <a:ext cx="130680" cy="91800"/>
              </a:xfrm>
              <a:prstGeom prst="rect">
                <a:avLst/>
              </a:prstGeom>
            </p:spPr>
          </p:pic>
        </mc:Fallback>
      </mc:AlternateContent>
      <mc:AlternateContent xmlns:mc="http://schemas.openxmlformats.org/markup-compatibility/2006" xmlns:p14="http://schemas.microsoft.com/office/powerpoint/2010/main">
        <mc:Choice Requires="p14">
          <p:contentPart p14:bwMode="auto" r:id="rId22">
            <p14:nvContentPartPr>
              <p14:cNvPr id="64" name="Ink 63"/>
              <p14:cNvContentPartPr/>
              <p14:nvPr/>
            </p14:nvContentPartPr>
            <p14:xfrm>
              <a:off x="4211160" y="3852480"/>
              <a:ext cx="59040" cy="30240"/>
            </p14:xfrm>
          </p:contentPart>
        </mc:Choice>
        <mc:Fallback xmlns="">
          <p:pic>
            <p:nvPicPr>
              <p:cNvPr id="64" name="Ink 63"/>
              <p:cNvPicPr/>
              <p:nvPr/>
            </p:nvPicPr>
            <p:blipFill>
              <a:blip r:embed="rId23"/>
              <a:stretch>
                <a:fillRect/>
              </a:stretch>
            </p:blipFill>
            <p:spPr>
              <a:xfrm>
                <a:off x="4197840" y="3839160"/>
                <a:ext cx="78480" cy="49680"/>
              </a:xfrm>
              <a:prstGeom prst="rect">
                <a:avLst/>
              </a:prstGeom>
            </p:spPr>
          </p:pic>
        </mc:Fallback>
      </mc:AlternateContent>
      <mc:AlternateContent xmlns:mc="http://schemas.openxmlformats.org/markup-compatibility/2006" xmlns:p14="http://schemas.microsoft.com/office/powerpoint/2010/main">
        <mc:Choice Requires="p14">
          <p:contentPart p14:bwMode="auto" r:id="rId24">
            <p14:nvContentPartPr>
              <p14:cNvPr id="65" name="Ink 64"/>
              <p14:cNvContentPartPr/>
              <p14:nvPr/>
            </p14:nvContentPartPr>
            <p14:xfrm>
              <a:off x="4194960" y="3759600"/>
              <a:ext cx="17280" cy="29880"/>
            </p14:xfrm>
          </p:contentPart>
        </mc:Choice>
        <mc:Fallback xmlns="">
          <p:pic>
            <p:nvPicPr>
              <p:cNvPr id="65" name="Ink 64"/>
              <p:cNvPicPr/>
              <p:nvPr/>
            </p:nvPicPr>
            <p:blipFill>
              <a:blip r:embed="rId25"/>
              <a:stretch>
                <a:fillRect/>
              </a:stretch>
            </p:blipFill>
            <p:spPr>
              <a:xfrm>
                <a:off x="4183080" y="3751680"/>
                <a:ext cx="42840" cy="51480"/>
              </a:xfrm>
              <a:prstGeom prst="rect">
                <a:avLst/>
              </a:prstGeom>
            </p:spPr>
          </p:pic>
        </mc:Fallback>
      </mc:AlternateContent>
      <mc:AlternateContent xmlns:mc="http://schemas.openxmlformats.org/markup-compatibility/2006" xmlns:p14="http://schemas.microsoft.com/office/powerpoint/2010/main">
        <mc:Choice Requires="p14">
          <p:contentPart p14:bwMode="auto" r:id="rId26">
            <p14:nvContentPartPr>
              <p14:cNvPr id="67" name="Ink 66"/>
              <p14:cNvContentPartPr/>
              <p14:nvPr/>
            </p14:nvContentPartPr>
            <p14:xfrm>
              <a:off x="3896880" y="4287720"/>
              <a:ext cx="176760" cy="196200"/>
            </p14:xfrm>
          </p:contentPart>
        </mc:Choice>
        <mc:Fallback xmlns="">
          <p:pic>
            <p:nvPicPr>
              <p:cNvPr id="67" name="Ink 66"/>
              <p:cNvPicPr/>
              <p:nvPr/>
            </p:nvPicPr>
            <p:blipFill>
              <a:blip r:embed="rId27"/>
              <a:stretch>
                <a:fillRect/>
              </a:stretch>
            </p:blipFill>
            <p:spPr>
              <a:xfrm>
                <a:off x="3882120" y="4271880"/>
                <a:ext cx="208800" cy="229320"/>
              </a:xfrm>
              <a:prstGeom prst="rect">
                <a:avLst/>
              </a:prstGeom>
            </p:spPr>
          </p:pic>
        </mc:Fallback>
      </mc:AlternateContent>
      <mc:AlternateContent xmlns:mc="http://schemas.openxmlformats.org/markup-compatibility/2006" xmlns:p14="http://schemas.microsoft.com/office/powerpoint/2010/main">
        <mc:Choice Requires="p14">
          <p:contentPart p14:bwMode="auto" r:id="rId28">
            <p14:nvContentPartPr>
              <p14:cNvPr id="68" name="Ink 67"/>
              <p14:cNvContentPartPr/>
              <p14:nvPr/>
            </p14:nvContentPartPr>
            <p14:xfrm>
              <a:off x="4033680" y="4411920"/>
              <a:ext cx="176760" cy="166680"/>
            </p14:xfrm>
          </p:contentPart>
        </mc:Choice>
        <mc:Fallback xmlns="">
          <p:pic>
            <p:nvPicPr>
              <p:cNvPr id="68" name="Ink 67"/>
              <p:cNvPicPr/>
              <p:nvPr/>
            </p:nvPicPr>
            <p:blipFill>
              <a:blip r:embed="rId29"/>
              <a:stretch>
                <a:fillRect/>
              </a:stretch>
            </p:blipFill>
            <p:spPr>
              <a:xfrm>
                <a:off x="4026840" y="4396080"/>
                <a:ext cx="199440" cy="189360"/>
              </a:xfrm>
              <a:prstGeom prst="rect">
                <a:avLst/>
              </a:prstGeom>
            </p:spPr>
          </p:pic>
        </mc:Fallback>
      </mc:AlternateContent>
      <mc:AlternateContent xmlns:mc="http://schemas.openxmlformats.org/markup-compatibility/2006" xmlns:p14="http://schemas.microsoft.com/office/powerpoint/2010/main">
        <mc:Choice Requires="p14">
          <p:contentPart p14:bwMode="auto" r:id="rId30">
            <p14:nvContentPartPr>
              <p14:cNvPr id="69" name="Ink 68"/>
              <p14:cNvContentPartPr/>
              <p14:nvPr/>
            </p14:nvContentPartPr>
            <p14:xfrm>
              <a:off x="3795000" y="4216080"/>
              <a:ext cx="177120" cy="115560"/>
            </p14:xfrm>
          </p:contentPart>
        </mc:Choice>
        <mc:Fallback xmlns="">
          <p:pic>
            <p:nvPicPr>
              <p:cNvPr id="69" name="Ink 68"/>
              <p:cNvPicPr/>
              <p:nvPr/>
            </p:nvPicPr>
            <p:blipFill>
              <a:blip r:embed="rId31"/>
              <a:stretch>
                <a:fillRect/>
              </a:stretch>
            </p:blipFill>
            <p:spPr>
              <a:xfrm>
                <a:off x="3781680" y="4208520"/>
                <a:ext cx="199440" cy="140400"/>
              </a:xfrm>
              <a:prstGeom prst="rect">
                <a:avLst/>
              </a:prstGeom>
            </p:spPr>
          </p:pic>
        </mc:Fallback>
      </mc:AlternateContent>
      <mc:AlternateContent xmlns:mc="http://schemas.openxmlformats.org/markup-compatibility/2006" xmlns:p14="http://schemas.microsoft.com/office/powerpoint/2010/main">
        <mc:Choice Requires="p14">
          <p:contentPart p14:bwMode="auto" r:id="rId32">
            <p14:nvContentPartPr>
              <p14:cNvPr id="70" name="Ink 69"/>
              <p14:cNvContentPartPr/>
              <p14:nvPr/>
            </p14:nvContentPartPr>
            <p14:xfrm>
              <a:off x="4273080" y="4227960"/>
              <a:ext cx="161280" cy="280440"/>
            </p14:xfrm>
          </p:contentPart>
        </mc:Choice>
        <mc:Fallback xmlns="">
          <p:pic>
            <p:nvPicPr>
              <p:cNvPr id="70" name="Ink 69"/>
              <p:cNvPicPr/>
              <p:nvPr/>
            </p:nvPicPr>
            <p:blipFill>
              <a:blip r:embed="rId33"/>
              <a:stretch>
                <a:fillRect/>
              </a:stretch>
            </p:blipFill>
            <p:spPr>
              <a:xfrm>
                <a:off x="4256880" y="4211400"/>
                <a:ext cx="195120" cy="316080"/>
              </a:xfrm>
              <a:prstGeom prst="rect">
                <a:avLst/>
              </a:prstGeom>
            </p:spPr>
          </p:pic>
        </mc:Fallback>
      </mc:AlternateContent>
      <mc:AlternateContent xmlns:mc="http://schemas.openxmlformats.org/markup-compatibility/2006" xmlns:p14="http://schemas.microsoft.com/office/powerpoint/2010/main">
        <mc:Choice Requires="p14">
          <p:contentPart p14:bwMode="auto" r:id="rId34">
            <p14:nvContentPartPr>
              <p14:cNvPr id="83" name="Ink 82"/>
              <p14:cNvContentPartPr/>
              <p14:nvPr/>
            </p14:nvContentPartPr>
            <p14:xfrm>
              <a:off x="3459480" y="3273240"/>
              <a:ext cx="1663920" cy="1045440"/>
            </p14:xfrm>
          </p:contentPart>
        </mc:Choice>
        <mc:Fallback xmlns="">
          <p:pic>
            <p:nvPicPr>
              <p:cNvPr id="83" name="Ink 82"/>
              <p:cNvPicPr/>
              <p:nvPr/>
            </p:nvPicPr>
            <p:blipFill>
              <a:blip r:embed="rId35"/>
              <a:stretch>
                <a:fillRect/>
              </a:stretch>
            </p:blipFill>
            <p:spPr>
              <a:xfrm>
                <a:off x="3447600" y="3254520"/>
                <a:ext cx="1693800" cy="1069560"/>
              </a:xfrm>
              <a:prstGeom prst="rect">
                <a:avLst/>
              </a:prstGeom>
            </p:spPr>
          </p:pic>
        </mc:Fallback>
      </mc:AlternateContent>
      <mc:AlternateContent xmlns:mc="http://schemas.openxmlformats.org/markup-compatibility/2006" xmlns:p14="http://schemas.microsoft.com/office/powerpoint/2010/main">
        <mc:Choice Requires="p14">
          <p:contentPart p14:bwMode="auto" r:id="rId36">
            <p14:nvContentPartPr>
              <p14:cNvPr id="168" name="Ink 167"/>
              <p14:cNvContentPartPr/>
              <p14:nvPr/>
            </p14:nvContentPartPr>
            <p14:xfrm>
              <a:off x="1134600" y="2367120"/>
              <a:ext cx="1500840" cy="467640"/>
            </p14:xfrm>
          </p:contentPart>
        </mc:Choice>
        <mc:Fallback xmlns="">
          <p:pic>
            <p:nvPicPr>
              <p:cNvPr id="168" name="Ink 167"/>
              <p:cNvPicPr/>
              <p:nvPr/>
            </p:nvPicPr>
            <p:blipFill>
              <a:blip r:embed="rId37"/>
              <a:stretch>
                <a:fillRect/>
              </a:stretch>
            </p:blipFill>
            <p:spPr>
              <a:xfrm>
                <a:off x="1129560" y="2361720"/>
                <a:ext cx="1526760" cy="490320"/>
              </a:xfrm>
              <a:prstGeom prst="rect">
                <a:avLst/>
              </a:prstGeom>
            </p:spPr>
          </p:pic>
        </mc:Fallback>
      </mc:AlternateContent>
      <mc:AlternateContent xmlns:mc="http://schemas.openxmlformats.org/markup-compatibility/2006" xmlns:p14="http://schemas.microsoft.com/office/powerpoint/2010/main">
        <mc:Choice Requires="p14">
          <p:contentPart p14:bwMode="auto" r:id="rId38">
            <p14:nvContentPartPr>
              <p14:cNvPr id="169" name="Ink 168"/>
              <p14:cNvContentPartPr/>
              <p14:nvPr/>
            </p14:nvContentPartPr>
            <p14:xfrm>
              <a:off x="2324040" y="2773920"/>
              <a:ext cx="568080" cy="72360"/>
            </p14:xfrm>
          </p:contentPart>
        </mc:Choice>
        <mc:Fallback xmlns="">
          <p:pic>
            <p:nvPicPr>
              <p:cNvPr id="169" name="Ink 168"/>
              <p:cNvPicPr/>
              <p:nvPr/>
            </p:nvPicPr>
            <p:blipFill>
              <a:blip r:embed="rId39"/>
              <a:stretch>
                <a:fillRect/>
              </a:stretch>
            </p:blipFill>
            <p:spPr>
              <a:xfrm>
                <a:off x="2318640" y="2767440"/>
                <a:ext cx="586800" cy="94680"/>
              </a:xfrm>
              <a:prstGeom prst="rect">
                <a:avLst/>
              </a:prstGeom>
            </p:spPr>
          </p:pic>
        </mc:Fallback>
      </mc:AlternateContent>
      <mc:AlternateContent xmlns:mc="http://schemas.openxmlformats.org/markup-compatibility/2006" xmlns:p14="http://schemas.microsoft.com/office/powerpoint/2010/main">
        <mc:Choice Requires="p14">
          <p:contentPart p14:bwMode="auto" r:id="rId40">
            <p14:nvContentPartPr>
              <p14:cNvPr id="170" name="Ink 169"/>
              <p14:cNvContentPartPr/>
              <p14:nvPr/>
            </p14:nvContentPartPr>
            <p14:xfrm>
              <a:off x="3393240" y="2737200"/>
              <a:ext cx="1029240" cy="707400"/>
            </p14:xfrm>
          </p:contentPart>
        </mc:Choice>
        <mc:Fallback xmlns="">
          <p:pic>
            <p:nvPicPr>
              <p:cNvPr id="170" name="Ink 169"/>
              <p:cNvPicPr/>
              <p:nvPr/>
            </p:nvPicPr>
            <p:blipFill>
              <a:blip r:embed="rId41"/>
              <a:stretch>
                <a:fillRect/>
              </a:stretch>
            </p:blipFill>
            <p:spPr>
              <a:xfrm>
                <a:off x="3383520" y="2725680"/>
                <a:ext cx="1045440" cy="730800"/>
              </a:xfrm>
              <a:prstGeom prst="rect">
                <a:avLst/>
              </a:prstGeom>
            </p:spPr>
          </p:pic>
        </mc:Fallback>
      </mc:AlternateContent>
      <mc:AlternateContent xmlns:mc="http://schemas.openxmlformats.org/markup-compatibility/2006" xmlns:p14="http://schemas.microsoft.com/office/powerpoint/2010/main">
        <mc:Choice Requires="p14">
          <p:contentPart p14:bwMode="auto" r:id="rId42">
            <p14:nvContentPartPr>
              <p14:cNvPr id="171" name="Ink 170"/>
              <p14:cNvContentPartPr/>
              <p14:nvPr/>
            </p14:nvContentPartPr>
            <p14:xfrm>
              <a:off x="2534280" y="3030600"/>
              <a:ext cx="33480" cy="47520"/>
            </p14:xfrm>
          </p:contentPart>
        </mc:Choice>
        <mc:Fallback xmlns="">
          <p:pic>
            <p:nvPicPr>
              <p:cNvPr id="171" name="Ink 170"/>
              <p:cNvPicPr/>
              <p:nvPr/>
            </p:nvPicPr>
            <p:blipFill>
              <a:blip r:embed="rId43"/>
              <a:stretch>
                <a:fillRect/>
              </a:stretch>
            </p:blipFill>
            <p:spPr>
              <a:xfrm>
                <a:off x="2522040" y="3018360"/>
                <a:ext cx="55440" cy="69480"/>
              </a:xfrm>
              <a:prstGeom prst="rect">
                <a:avLst/>
              </a:prstGeom>
            </p:spPr>
          </p:pic>
        </mc:Fallback>
      </mc:AlternateContent>
      <mc:AlternateContent xmlns:mc="http://schemas.openxmlformats.org/markup-compatibility/2006" xmlns:p14="http://schemas.microsoft.com/office/powerpoint/2010/main">
        <mc:Choice Requires="p14">
          <p:contentPart p14:bwMode="auto" r:id="rId44">
            <p14:nvContentPartPr>
              <p14:cNvPr id="172" name="Ink 171"/>
              <p14:cNvContentPartPr/>
              <p14:nvPr/>
            </p14:nvContentPartPr>
            <p14:xfrm>
              <a:off x="2495400" y="4245600"/>
              <a:ext cx="301320" cy="544680"/>
            </p14:xfrm>
          </p:contentPart>
        </mc:Choice>
        <mc:Fallback xmlns="">
          <p:pic>
            <p:nvPicPr>
              <p:cNvPr id="172" name="Ink 171"/>
              <p:cNvPicPr/>
              <p:nvPr/>
            </p:nvPicPr>
            <p:blipFill>
              <a:blip r:embed="rId45"/>
              <a:stretch>
                <a:fillRect/>
              </a:stretch>
            </p:blipFill>
            <p:spPr>
              <a:xfrm>
                <a:off x="2487110" y="4238400"/>
                <a:ext cx="315016" cy="564120"/>
              </a:xfrm>
              <a:prstGeom prst="rect">
                <a:avLst/>
              </a:prstGeom>
            </p:spPr>
          </p:pic>
        </mc:Fallback>
      </mc:AlternateContent>
      <mc:AlternateContent xmlns:mc="http://schemas.openxmlformats.org/markup-compatibility/2006" xmlns:p14="http://schemas.microsoft.com/office/powerpoint/2010/main">
        <mc:Choice Requires="p14">
          <p:contentPart p14:bwMode="auto" r:id="rId46">
            <p14:nvContentPartPr>
              <p14:cNvPr id="173" name="Ink 172"/>
              <p14:cNvContentPartPr/>
              <p14:nvPr/>
            </p14:nvContentPartPr>
            <p14:xfrm>
              <a:off x="2409360" y="5045520"/>
              <a:ext cx="235800" cy="212040"/>
            </p14:xfrm>
          </p:contentPart>
        </mc:Choice>
        <mc:Fallback xmlns="">
          <p:pic>
            <p:nvPicPr>
              <p:cNvPr id="173" name="Ink 172"/>
              <p:cNvPicPr/>
              <p:nvPr/>
            </p:nvPicPr>
            <p:blipFill>
              <a:blip r:embed="rId47"/>
              <a:stretch>
                <a:fillRect/>
              </a:stretch>
            </p:blipFill>
            <p:spPr>
              <a:xfrm>
                <a:off x="2400000" y="5035800"/>
                <a:ext cx="259200" cy="233280"/>
              </a:xfrm>
              <a:prstGeom prst="rect">
                <a:avLst/>
              </a:prstGeom>
            </p:spPr>
          </p:pic>
        </mc:Fallback>
      </mc:AlternateContent>
      <mc:AlternateContent xmlns:mc="http://schemas.openxmlformats.org/markup-compatibility/2006" xmlns:p14="http://schemas.microsoft.com/office/powerpoint/2010/main">
        <mc:Choice Requires="p14">
          <p:contentPart p14:bwMode="auto" r:id="rId48">
            <p14:nvContentPartPr>
              <p14:cNvPr id="174" name="Ink 173"/>
              <p14:cNvContentPartPr/>
              <p14:nvPr/>
            </p14:nvContentPartPr>
            <p14:xfrm>
              <a:off x="2316480" y="5429280"/>
              <a:ext cx="160560" cy="192600"/>
            </p14:xfrm>
          </p:contentPart>
        </mc:Choice>
        <mc:Fallback xmlns="">
          <p:pic>
            <p:nvPicPr>
              <p:cNvPr id="174" name="Ink 173"/>
              <p:cNvPicPr/>
              <p:nvPr/>
            </p:nvPicPr>
            <p:blipFill>
              <a:blip r:embed="rId49"/>
              <a:stretch>
                <a:fillRect/>
              </a:stretch>
            </p:blipFill>
            <p:spPr>
              <a:xfrm>
                <a:off x="2303160" y="5415960"/>
                <a:ext cx="187920" cy="219600"/>
              </a:xfrm>
              <a:prstGeom prst="rect">
                <a:avLst/>
              </a:prstGeom>
            </p:spPr>
          </p:pic>
        </mc:Fallback>
      </mc:AlternateContent>
      <mc:AlternateContent xmlns:mc="http://schemas.openxmlformats.org/markup-compatibility/2006" xmlns:p14="http://schemas.microsoft.com/office/powerpoint/2010/main">
        <mc:Choice Requires="p14">
          <p:contentPart p14:bwMode="auto" r:id="rId50">
            <p14:nvContentPartPr>
              <p14:cNvPr id="175" name="Ink 174"/>
              <p14:cNvContentPartPr/>
              <p14:nvPr/>
            </p14:nvContentPartPr>
            <p14:xfrm>
              <a:off x="2325480" y="5777040"/>
              <a:ext cx="124920" cy="152280"/>
            </p14:xfrm>
          </p:contentPart>
        </mc:Choice>
        <mc:Fallback xmlns="">
          <p:pic>
            <p:nvPicPr>
              <p:cNvPr id="175" name="Ink 174"/>
              <p:cNvPicPr/>
              <p:nvPr/>
            </p:nvPicPr>
            <p:blipFill>
              <a:blip r:embed="rId51"/>
              <a:stretch>
                <a:fillRect/>
              </a:stretch>
            </p:blipFill>
            <p:spPr>
              <a:xfrm>
                <a:off x="2314680" y="5763000"/>
                <a:ext cx="149040" cy="177840"/>
              </a:xfrm>
              <a:prstGeom prst="rect">
                <a:avLst/>
              </a:prstGeom>
            </p:spPr>
          </p:pic>
        </mc:Fallback>
      </mc:AlternateContent>
      <mc:AlternateContent xmlns:mc="http://schemas.openxmlformats.org/markup-compatibility/2006" xmlns:p14="http://schemas.microsoft.com/office/powerpoint/2010/main">
        <mc:Choice Requires="p14">
          <p:contentPart p14:bwMode="auto" r:id="rId52">
            <p14:nvContentPartPr>
              <p14:cNvPr id="176" name="Ink 175"/>
              <p14:cNvContentPartPr/>
              <p14:nvPr/>
            </p14:nvContentPartPr>
            <p14:xfrm>
              <a:off x="2738400" y="5476440"/>
              <a:ext cx="58680" cy="178920"/>
            </p14:xfrm>
          </p:contentPart>
        </mc:Choice>
        <mc:Fallback xmlns="">
          <p:pic>
            <p:nvPicPr>
              <p:cNvPr id="176" name="Ink 175"/>
              <p:cNvPicPr/>
              <p:nvPr/>
            </p:nvPicPr>
            <p:blipFill>
              <a:blip r:embed="rId53"/>
              <a:stretch>
                <a:fillRect/>
              </a:stretch>
            </p:blipFill>
            <p:spPr>
              <a:xfrm>
                <a:off x="2724000" y="5462040"/>
                <a:ext cx="82080" cy="200160"/>
              </a:xfrm>
              <a:prstGeom prst="rect">
                <a:avLst/>
              </a:prstGeom>
            </p:spPr>
          </p:pic>
        </mc:Fallback>
      </mc:AlternateContent>
      <mc:AlternateContent xmlns:mc="http://schemas.openxmlformats.org/markup-compatibility/2006" xmlns:p14="http://schemas.microsoft.com/office/powerpoint/2010/main">
        <mc:Choice Requires="p14">
          <p:contentPart p14:bwMode="auto" r:id="rId54">
            <p14:nvContentPartPr>
              <p14:cNvPr id="177" name="Ink 176"/>
              <p14:cNvContentPartPr/>
              <p14:nvPr/>
            </p14:nvContentPartPr>
            <p14:xfrm>
              <a:off x="2734800" y="5390400"/>
              <a:ext cx="159120" cy="255240"/>
            </p14:xfrm>
          </p:contentPart>
        </mc:Choice>
        <mc:Fallback xmlns="">
          <p:pic>
            <p:nvPicPr>
              <p:cNvPr id="177" name="Ink 176"/>
              <p:cNvPicPr/>
              <p:nvPr/>
            </p:nvPicPr>
            <p:blipFill>
              <a:blip r:embed="rId55"/>
              <a:stretch>
                <a:fillRect/>
              </a:stretch>
            </p:blipFill>
            <p:spPr>
              <a:xfrm>
                <a:off x="2726880" y="5378880"/>
                <a:ext cx="180720" cy="273240"/>
              </a:xfrm>
              <a:prstGeom prst="rect">
                <a:avLst/>
              </a:prstGeom>
            </p:spPr>
          </p:pic>
        </mc:Fallback>
      </mc:AlternateContent>
      <mc:AlternateContent xmlns:mc="http://schemas.openxmlformats.org/markup-compatibility/2006" xmlns:p14="http://schemas.microsoft.com/office/powerpoint/2010/main">
        <mc:Choice Requires="p14">
          <p:contentPart p14:bwMode="auto" r:id="rId56">
            <p14:nvContentPartPr>
              <p14:cNvPr id="178" name="Ink 177"/>
              <p14:cNvContentPartPr/>
              <p14:nvPr/>
            </p14:nvContentPartPr>
            <p14:xfrm>
              <a:off x="3051600" y="5072880"/>
              <a:ext cx="611640" cy="445680"/>
            </p14:xfrm>
          </p:contentPart>
        </mc:Choice>
        <mc:Fallback xmlns="">
          <p:pic>
            <p:nvPicPr>
              <p:cNvPr id="178" name="Ink 177"/>
              <p:cNvPicPr/>
              <p:nvPr/>
            </p:nvPicPr>
            <p:blipFill>
              <a:blip r:embed="rId57"/>
              <a:stretch>
                <a:fillRect/>
              </a:stretch>
            </p:blipFill>
            <p:spPr>
              <a:xfrm>
                <a:off x="3041520" y="5056680"/>
                <a:ext cx="639000" cy="472680"/>
              </a:xfrm>
              <a:prstGeom prst="rect">
                <a:avLst/>
              </a:prstGeom>
            </p:spPr>
          </p:pic>
        </mc:Fallback>
      </mc:AlternateContent>
      <mc:AlternateContent xmlns:mc="http://schemas.openxmlformats.org/markup-compatibility/2006" xmlns:p14="http://schemas.microsoft.com/office/powerpoint/2010/main">
        <mc:Choice Requires="p14">
          <p:contentPart p14:bwMode="auto" r:id="rId58">
            <p14:nvContentPartPr>
              <p14:cNvPr id="180" name="Ink 179"/>
              <p14:cNvContentPartPr/>
              <p14:nvPr/>
            </p14:nvContentPartPr>
            <p14:xfrm>
              <a:off x="6880920" y="2318880"/>
              <a:ext cx="3962880" cy="1409760"/>
            </p14:xfrm>
          </p:contentPart>
        </mc:Choice>
        <mc:Fallback xmlns="">
          <p:pic>
            <p:nvPicPr>
              <p:cNvPr id="180" name="Ink 179"/>
              <p:cNvPicPr/>
              <p:nvPr/>
            </p:nvPicPr>
            <p:blipFill>
              <a:blip r:embed="rId59"/>
              <a:stretch>
                <a:fillRect/>
              </a:stretch>
            </p:blipFill>
            <p:spPr>
              <a:xfrm>
                <a:off x="6868320" y="2304840"/>
                <a:ext cx="3981960" cy="1438200"/>
              </a:xfrm>
              <a:prstGeom prst="rect">
                <a:avLst/>
              </a:prstGeom>
            </p:spPr>
          </p:pic>
        </mc:Fallback>
      </mc:AlternateContent>
      <mc:AlternateContent xmlns:mc="http://schemas.openxmlformats.org/markup-compatibility/2006" xmlns:p14="http://schemas.microsoft.com/office/powerpoint/2010/main">
        <mc:Choice Requires="p14">
          <p:contentPart p14:bwMode="auto" r:id="rId60">
            <p14:nvContentPartPr>
              <p14:cNvPr id="212" name="Ink 211"/>
              <p14:cNvContentPartPr/>
              <p14:nvPr/>
            </p14:nvContentPartPr>
            <p14:xfrm>
              <a:off x="6908280" y="2808480"/>
              <a:ext cx="633240" cy="702720"/>
            </p14:xfrm>
          </p:contentPart>
        </mc:Choice>
        <mc:Fallback xmlns="">
          <p:pic>
            <p:nvPicPr>
              <p:cNvPr id="212" name="Ink 211"/>
              <p:cNvPicPr/>
              <p:nvPr/>
            </p:nvPicPr>
            <p:blipFill>
              <a:blip r:embed="rId63"/>
              <a:stretch>
                <a:fillRect/>
              </a:stretch>
            </p:blipFill>
            <p:spPr>
              <a:xfrm>
                <a:off x="6892080" y="2796960"/>
                <a:ext cx="659160" cy="726120"/>
              </a:xfrm>
              <a:prstGeom prst="rect">
                <a:avLst/>
              </a:prstGeom>
            </p:spPr>
          </p:pic>
        </mc:Fallback>
      </mc:AlternateContent>
      <p:sp>
        <p:nvSpPr>
          <p:cNvPr id="10" name="Oval 9"/>
          <p:cNvSpPr/>
          <p:nvPr/>
        </p:nvSpPr>
        <p:spPr>
          <a:xfrm>
            <a:off x="838440" y="2577600"/>
            <a:ext cx="212400" cy="212400"/>
          </a:xfrm>
          <a:prstGeom prst="ellipse">
            <a:avLst/>
          </a:prstGeom>
          <a:noFill/>
          <a:ln w="36000">
            <a:solidFill>
              <a:srgbClr val="3165B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3165BB"/>
              </a:solidFill>
            </a:endParaRPr>
          </a:p>
        </p:txBody>
      </p:sp>
      <mc:AlternateContent xmlns:mc="http://schemas.openxmlformats.org/markup-compatibility/2006" xmlns:p14="http://schemas.microsoft.com/office/powerpoint/2010/main">
        <mc:Choice Requires="p14">
          <p:contentPart p14:bwMode="auto" r:id="rId64">
            <p14:nvContentPartPr>
              <p14:cNvPr id="18" name="Ink 17"/>
              <p14:cNvContentPartPr/>
              <p14:nvPr/>
            </p14:nvContentPartPr>
            <p14:xfrm>
              <a:off x="817800" y="2574480"/>
              <a:ext cx="492840" cy="407160"/>
            </p14:xfrm>
          </p:contentPart>
        </mc:Choice>
        <mc:Fallback xmlns="">
          <p:pic>
            <p:nvPicPr>
              <p:cNvPr id="18" name="Ink 17"/>
              <p:cNvPicPr/>
              <p:nvPr/>
            </p:nvPicPr>
            <p:blipFill>
              <a:blip r:embed="rId65"/>
              <a:stretch>
                <a:fillRect/>
              </a:stretch>
            </p:blipFill>
            <p:spPr>
              <a:xfrm>
                <a:off x="808440" y="2566560"/>
                <a:ext cx="515160" cy="423720"/>
              </a:xfrm>
              <a:prstGeom prst="rect">
                <a:avLst/>
              </a:prstGeom>
            </p:spPr>
          </p:pic>
        </mc:Fallback>
      </mc:AlternateContent>
      <p:sp>
        <p:nvSpPr>
          <p:cNvPr id="55" name="Oval 54"/>
          <p:cNvSpPr/>
          <p:nvPr/>
        </p:nvSpPr>
        <p:spPr>
          <a:xfrm>
            <a:off x="9920880" y="4905360"/>
            <a:ext cx="203400" cy="203400"/>
          </a:xfrm>
          <a:prstGeom prst="ellipse">
            <a:avLst/>
          </a:prstGeom>
          <a:noFill/>
          <a:ln w="36000">
            <a:solidFill>
              <a:srgbClr val="ED1C2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ED1C24"/>
              </a:solidFill>
            </a:endParaRPr>
          </a:p>
        </p:txBody>
      </p:sp>
      <p:sp>
        <p:nvSpPr>
          <p:cNvPr id="61" name="Oval 60"/>
          <p:cNvSpPr/>
          <p:nvPr/>
        </p:nvSpPr>
        <p:spPr>
          <a:xfrm>
            <a:off x="9996840" y="5481360"/>
            <a:ext cx="186840" cy="186840"/>
          </a:xfrm>
          <a:prstGeom prst="ellipse">
            <a:avLst/>
          </a:prstGeom>
          <a:noFill/>
          <a:ln w="36000">
            <a:solidFill>
              <a:srgbClr val="ED1C2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ED1C24"/>
              </a:solidFill>
            </a:endParaRPr>
          </a:p>
        </p:txBody>
      </p:sp>
      <p:sp>
        <p:nvSpPr>
          <p:cNvPr id="72" name="Oval 71"/>
          <p:cNvSpPr/>
          <p:nvPr/>
        </p:nvSpPr>
        <p:spPr>
          <a:xfrm>
            <a:off x="6773040" y="3750840"/>
            <a:ext cx="238320" cy="238320"/>
          </a:xfrm>
          <a:prstGeom prst="ellipse">
            <a:avLst/>
          </a:prstGeom>
          <a:noFill/>
          <a:ln w="36000">
            <a:solidFill>
              <a:srgbClr val="3165B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3165BB"/>
              </a:solidFill>
            </a:endParaRPr>
          </a:p>
        </p:txBody>
      </p:sp>
      <p:sp>
        <p:nvSpPr>
          <p:cNvPr id="74" name="Oval 73"/>
          <p:cNvSpPr/>
          <p:nvPr/>
        </p:nvSpPr>
        <p:spPr>
          <a:xfrm>
            <a:off x="7157880" y="3759840"/>
            <a:ext cx="240840" cy="240840"/>
          </a:xfrm>
          <a:prstGeom prst="ellipse">
            <a:avLst/>
          </a:prstGeom>
          <a:noFill/>
          <a:ln w="36000">
            <a:solidFill>
              <a:srgbClr val="3165B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3165BB"/>
              </a:solidFill>
            </a:endParaRPr>
          </a:p>
        </p:txBody>
      </p:sp>
      <p:sp>
        <p:nvSpPr>
          <p:cNvPr id="76" name="Oval 75"/>
          <p:cNvSpPr/>
          <p:nvPr/>
        </p:nvSpPr>
        <p:spPr>
          <a:xfrm>
            <a:off x="7572240" y="3787920"/>
            <a:ext cx="211320" cy="211320"/>
          </a:xfrm>
          <a:prstGeom prst="ellipse">
            <a:avLst/>
          </a:prstGeom>
          <a:noFill/>
          <a:ln w="36000">
            <a:solidFill>
              <a:srgbClr val="3165B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3165BB"/>
              </a:solidFill>
            </a:endParaRPr>
          </a:p>
        </p:txBody>
      </p:sp>
      <p:sp>
        <p:nvSpPr>
          <p:cNvPr id="78" name="Oval 77"/>
          <p:cNvSpPr/>
          <p:nvPr/>
        </p:nvSpPr>
        <p:spPr>
          <a:xfrm>
            <a:off x="7929360" y="3785400"/>
            <a:ext cx="174960" cy="174600"/>
          </a:xfrm>
          <a:prstGeom prst="ellipse">
            <a:avLst/>
          </a:prstGeom>
          <a:noFill/>
          <a:ln w="36000">
            <a:solidFill>
              <a:srgbClr val="3165B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3165BB"/>
              </a:solidFill>
            </a:endParaRPr>
          </a:p>
        </p:txBody>
      </p:sp>
      <mc:AlternateContent xmlns:mc="http://schemas.openxmlformats.org/markup-compatibility/2006" xmlns:p14="http://schemas.microsoft.com/office/powerpoint/2010/main">
        <mc:Choice Requires="p14">
          <p:contentPart p14:bwMode="auto" r:id="rId66">
            <p14:nvContentPartPr>
              <p14:cNvPr id="84" name="Ink 83"/>
              <p14:cNvContentPartPr/>
              <p14:nvPr/>
            </p14:nvContentPartPr>
            <p14:xfrm>
              <a:off x="5759520" y="3624240"/>
              <a:ext cx="2353320" cy="856800"/>
            </p14:xfrm>
          </p:contentPart>
        </mc:Choice>
        <mc:Fallback xmlns="">
          <p:pic>
            <p:nvPicPr>
              <p:cNvPr id="84" name="Ink 83"/>
              <p:cNvPicPr/>
              <p:nvPr/>
            </p:nvPicPr>
            <p:blipFill>
              <a:blip r:embed="rId67"/>
              <a:stretch>
                <a:fillRect/>
              </a:stretch>
            </p:blipFill>
            <p:spPr>
              <a:xfrm>
                <a:off x="5748360" y="3611280"/>
                <a:ext cx="2370960" cy="885240"/>
              </a:xfrm>
              <a:prstGeom prst="rect">
                <a:avLst/>
              </a:prstGeom>
            </p:spPr>
          </p:pic>
        </mc:Fallback>
      </mc:AlternateContent>
      <p:cxnSp>
        <p:nvCxnSpPr>
          <p:cNvPr id="86" name="Straight Connector 85"/>
          <p:cNvCxnSpPr/>
          <p:nvPr/>
        </p:nvCxnSpPr>
        <p:spPr>
          <a:xfrm rot="2294574">
            <a:off x="7501646" y="5029020"/>
            <a:ext cx="486788" cy="0"/>
          </a:xfrm>
          <a:prstGeom prst="line">
            <a:avLst/>
          </a:prstGeom>
          <a:ln w="36000">
            <a:solidFill>
              <a:srgbClr val="3165BB"/>
            </a:solidFill>
            <a:tailEnd type="arrow"/>
          </a:ln>
        </p:spPr>
        <p:style>
          <a:lnRef idx="1">
            <a:schemeClr val="accent1"/>
          </a:lnRef>
          <a:fillRef idx="0">
            <a:schemeClr val="accent1"/>
          </a:fillRef>
          <a:effectRef idx="0">
            <a:schemeClr val="accent1"/>
          </a:effectRef>
          <a:fontRef idx="minor">
            <a:schemeClr val="tx1"/>
          </a:fontRef>
        </p:style>
      </p:cxnSp>
      <p:sp>
        <p:nvSpPr>
          <p:cNvPr id="91" name="Oval 90"/>
          <p:cNvSpPr/>
          <p:nvPr/>
        </p:nvSpPr>
        <p:spPr>
          <a:xfrm>
            <a:off x="8106120" y="5472360"/>
            <a:ext cx="216360" cy="216360"/>
          </a:xfrm>
          <a:prstGeom prst="ellipse">
            <a:avLst/>
          </a:prstGeom>
          <a:noFill/>
          <a:ln w="36000">
            <a:solidFill>
              <a:srgbClr val="3165B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3165BB"/>
              </a:solidFill>
            </a:endParaRPr>
          </a:p>
        </p:txBody>
      </p:sp>
      <p:sp>
        <p:nvSpPr>
          <p:cNvPr id="93" name="Oval 92"/>
          <p:cNvSpPr/>
          <p:nvPr/>
        </p:nvSpPr>
        <p:spPr>
          <a:xfrm>
            <a:off x="8624880" y="5548320"/>
            <a:ext cx="178200" cy="178200"/>
          </a:xfrm>
          <a:prstGeom prst="ellipse">
            <a:avLst/>
          </a:prstGeom>
          <a:noFill/>
          <a:ln w="36000">
            <a:solidFill>
              <a:srgbClr val="3165B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3165BB"/>
              </a:solidFill>
            </a:endParaRPr>
          </a:p>
        </p:txBody>
      </p:sp>
      <p:sp>
        <p:nvSpPr>
          <p:cNvPr id="95" name="Oval 94"/>
          <p:cNvSpPr/>
          <p:nvPr/>
        </p:nvSpPr>
        <p:spPr>
          <a:xfrm>
            <a:off x="9085680" y="5508360"/>
            <a:ext cx="173160" cy="173160"/>
          </a:xfrm>
          <a:prstGeom prst="ellipse">
            <a:avLst/>
          </a:prstGeom>
          <a:noFill/>
          <a:ln w="36000">
            <a:solidFill>
              <a:srgbClr val="3165B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3165BB"/>
              </a:solidFill>
            </a:endParaRPr>
          </a:p>
        </p:txBody>
      </p:sp>
      <mc:AlternateContent xmlns:mc="http://schemas.openxmlformats.org/markup-compatibility/2006" xmlns:p14="http://schemas.microsoft.com/office/powerpoint/2010/main">
        <mc:Choice Requires="p14">
          <p:contentPart p14:bwMode="auto" r:id="rId68">
            <p14:nvContentPartPr>
              <p14:cNvPr id="98" name="Ink 97"/>
              <p14:cNvContentPartPr/>
              <p14:nvPr/>
            </p14:nvContentPartPr>
            <p14:xfrm>
              <a:off x="6810720" y="4157400"/>
              <a:ext cx="2880720" cy="1519560"/>
            </p14:xfrm>
          </p:contentPart>
        </mc:Choice>
        <mc:Fallback xmlns="">
          <p:pic>
            <p:nvPicPr>
              <p:cNvPr id="98" name="Ink 97"/>
              <p:cNvPicPr/>
              <p:nvPr/>
            </p:nvPicPr>
            <p:blipFill>
              <a:blip r:embed="rId69"/>
              <a:stretch>
                <a:fillRect/>
              </a:stretch>
            </p:blipFill>
            <p:spPr>
              <a:xfrm>
                <a:off x="6797040" y="4144080"/>
                <a:ext cx="2907000" cy="1546920"/>
              </a:xfrm>
              <a:prstGeom prst="rect">
                <a:avLst/>
              </a:prstGeom>
            </p:spPr>
          </p:pic>
        </mc:Fallback>
      </mc:AlternateContent>
    </p:spTree>
    <p:extLst>
      <p:ext uri="{BB962C8B-B14F-4D97-AF65-F5344CB8AC3E}">
        <p14:creationId xmlns:p14="http://schemas.microsoft.com/office/powerpoint/2010/main" val="375809415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marL="0" indent="0">
              <a:buNone/>
            </a:pPr>
            <a:r>
              <a:rPr lang="en-US" dirty="0">
                <a:solidFill>
                  <a:srgbClr val="C00000"/>
                </a:solidFill>
              </a:rPr>
              <a:t>3</a:t>
            </a:r>
            <a:r>
              <a:rPr lang="en-US" b="1" dirty="0">
                <a:solidFill>
                  <a:srgbClr val="C00000"/>
                </a:solidFill>
              </a:rPr>
              <a:t>. Enrichment of specific B cells </a:t>
            </a:r>
          </a:p>
          <a:p>
            <a:pPr marL="514350" indent="-514350">
              <a:buAutoNum type="alphaLcPeriod"/>
            </a:pPr>
            <a:r>
              <a:rPr lang="en-US" dirty="0" smtClean="0"/>
              <a:t>Negative selection of specific B cells</a:t>
            </a:r>
          </a:p>
          <a:p>
            <a:pPr marL="0" indent="0">
              <a:buNone/>
            </a:pPr>
            <a:r>
              <a:rPr lang="en-US" dirty="0" smtClean="0"/>
              <a:t>Saturating the B cells with  Ag, B cells  will lose their surface Ig (capping). </a:t>
            </a:r>
          </a:p>
          <a:p>
            <a:pPr marL="0" indent="0">
              <a:buNone/>
            </a:pPr>
            <a:r>
              <a:rPr lang="en-US" dirty="0" smtClean="0"/>
              <a:t>sRBCs  coated with F(ab)2 of anti human Ig:  only nonspecific B cells bind to SRBCs</a:t>
            </a:r>
          </a:p>
          <a:p>
            <a:pPr marL="0" indent="0">
              <a:buNone/>
            </a:pPr>
            <a:r>
              <a:rPr lang="en-US" dirty="0" smtClean="0"/>
              <a:t>b. Positive selection</a:t>
            </a:r>
          </a:p>
          <a:p>
            <a:pPr marL="0" indent="0">
              <a:buNone/>
            </a:pPr>
            <a:r>
              <a:rPr lang="en-US" dirty="0" smtClean="0"/>
              <a:t>B cells with surface Ig incubated with sRBCs coated with the specific Ag </a:t>
            </a:r>
            <a:endParaRPr lang="en-US" dirty="0"/>
          </a:p>
          <a:p>
            <a:endParaRPr lang="en-US" dirty="0"/>
          </a:p>
        </p:txBody>
      </p:sp>
      <p:pic>
        <p:nvPicPr>
          <p:cNvPr id="5" name="Picture 4"/>
          <p:cNvPicPr>
            <a:picLocks/>
          </p:cNvPicPr>
          <p:nvPr>
            <p:custDataLst>
              <p:custData r:id="rId3"/>
              <p:tags r:id="rId4"/>
            </p:custDataLst>
          </p:nvPr>
        </p:nvPicPr>
        <p:blipFill>
          <a:blip r:embed="rId6">
            <a:extLst>
              <a:ext uri="{28A0092B-C50C-407E-A947-70E740481C1C}">
                <a14:useLocalDpi xmlns:a14="http://schemas.microsoft.com/office/drawing/2010/main" val="0"/>
              </a:ext>
            </a:extLst>
          </a:blip>
          <a:stretch>
            <a:fillRect/>
          </a:stretch>
        </p:blipFill>
        <p:spPr>
          <a:xfrm>
            <a:off x="1163575" y="3169743"/>
            <a:ext cx="3220171" cy="1048381"/>
          </a:xfrm>
          <a:prstGeom prst="rect">
            <a:avLst/>
          </a:prstGeom>
        </p:spPr>
      </p:pic>
    </p:spTree>
    <p:custDataLst>
      <p:custData r:id="rId1"/>
      <p:tags r:id="rId2"/>
    </p:custDataLst>
    <p:extLst>
      <p:ext uri="{BB962C8B-B14F-4D97-AF65-F5344CB8AC3E}">
        <p14:creationId xmlns:p14="http://schemas.microsoft.com/office/powerpoint/2010/main" val="220745896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325563"/>
            <a:ext cx="10515600" cy="1325563"/>
          </a:xfrm>
        </p:spPr>
        <p:txBody>
          <a:bodyPr/>
          <a:lstStyle/>
          <a:p>
            <a:endParaRPr lang="en-US"/>
          </a:p>
        </p:txBody>
      </p:sp>
      <p:sp>
        <p:nvSpPr>
          <p:cNvPr id="3" name="Content Placeholder 2"/>
          <p:cNvSpPr>
            <a:spLocks noGrp="1"/>
          </p:cNvSpPr>
          <p:nvPr>
            <p:ph idx="1"/>
          </p:nvPr>
        </p:nvSpPr>
        <p:spPr>
          <a:xfrm>
            <a:off x="508280" y="467880"/>
            <a:ext cx="10515600" cy="5699443"/>
          </a:xfrm>
        </p:spPr>
        <p:txBody>
          <a:bodyPr>
            <a:normAutofit/>
          </a:bodyPr>
          <a:lstStyle/>
          <a:p>
            <a:endParaRPr lang="en-US" dirty="0" smtClean="0"/>
          </a:p>
          <a:p>
            <a:endParaRPr lang="en-US" dirty="0"/>
          </a:p>
        </p:txBody>
      </p:sp>
      <mc:AlternateContent xmlns:mc="http://schemas.openxmlformats.org/markup-compatibility/2006" xmlns:p14="http://schemas.microsoft.com/office/powerpoint/2010/main">
        <mc:Choice Requires="p14">
          <p:contentPart p14:bwMode="auto" r:id="rId2">
            <p14:nvContentPartPr>
              <p14:cNvPr id="42" name="Ink 41"/>
              <p14:cNvContentPartPr/>
              <p14:nvPr/>
            </p14:nvContentPartPr>
            <p14:xfrm>
              <a:off x="9879720" y="1749480"/>
              <a:ext cx="209880" cy="603280"/>
            </p14:xfrm>
          </p:contentPart>
        </mc:Choice>
        <mc:Fallback xmlns="">
          <p:pic>
            <p:nvPicPr>
              <p:cNvPr id="42" name="Ink 41"/>
              <p:cNvPicPr/>
              <p:nvPr/>
            </p:nvPicPr>
            <p:blipFill>
              <a:blip r:embed="rId3"/>
              <a:stretch>
                <a:fillRect/>
              </a:stretch>
            </p:blipFill>
            <p:spPr>
              <a:xfrm>
                <a:off x="9863880" y="1739401"/>
                <a:ext cx="233640" cy="627397"/>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72" name="Ink 71"/>
              <p14:cNvContentPartPr/>
              <p14:nvPr/>
            </p14:nvContentPartPr>
            <p14:xfrm>
              <a:off x="9097440" y="467880"/>
              <a:ext cx="2860200" cy="1293400"/>
            </p14:xfrm>
          </p:contentPart>
        </mc:Choice>
        <mc:Fallback xmlns="">
          <p:pic>
            <p:nvPicPr>
              <p:cNvPr id="72" name="Ink 71"/>
              <p:cNvPicPr/>
              <p:nvPr/>
            </p:nvPicPr>
            <p:blipFill>
              <a:blip r:embed="rId5"/>
              <a:stretch>
                <a:fillRect/>
              </a:stretch>
            </p:blipFill>
            <p:spPr>
              <a:xfrm>
                <a:off x="9085200" y="455641"/>
                <a:ext cx="2882160" cy="1318598"/>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121" name="Ink 120"/>
              <p14:cNvContentPartPr/>
              <p14:nvPr/>
            </p14:nvContentPartPr>
            <p14:xfrm>
              <a:off x="10363200" y="2716360"/>
              <a:ext cx="696240" cy="368280"/>
            </p14:xfrm>
          </p:contentPart>
        </mc:Choice>
        <mc:Fallback xmlns="">
          <p:pic>
            <p:nvPicPr>
              <p:cNvPr id="121" name="Ink 120"/>
              <p:cNvPicPr/>
              <p:nvPr/>
            </p:nvPicPr>
            <p:blipFill>
              <a:blip r:embed="rId7"/>
              <a:stretch>
                <a:fillRect/>
              </a:stretch>
            </p:blipFill>
            <p:spPr>
              <a:xfrm>
                <a:off x="10344480" y="2702680"/>
                <a:ext cx="731880" cy="40032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137" name="Ink 136"/>
              <p14:cNvContentPartPr/>
              <p14:nvPr/>
            </p14:nvContentPartPr>
            <p14:xfrm>
              <a:off x="5972280" y="5178760"/>
              <a:ext cx="3448800" cy="1584720"/>
            </p14:xfrm>
          </p:contentPart>
        </mc:Choice>
        <mc:Fallback xmlns="">
          <p:pic>
            <p:nvPicPr>
              <p:cNvPr id="137" name="Ink 136"/>
              <p:cNvPicPr/>
              <p:nvPr/>
            </p:nvPicPr>
            <p:blipFill>
              <a:blip r:embed="rId9"/>
              <a:stretch>
                <a:fillRect/>
              </a:stretch>
            </p:blipFill>
            <p:spPr>
              <a:xfrm>
                <a:off x="5959680" y="5159320"/>
                <a:ext cx="3478680" cy="162072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146" name="Ink 145"/>
              <p14:cNvContentPartPr/>
              <p14:nvPr/>
            </p14:nvContentPartPr>
            <p14:xfrm>
              <a:off x="9697200" y="4548400"/>
              <a:ext cx="300240" cy="1191240"/>
            </p14:xfrm>
          </p:contentPart>
        </mc:Choice>
        <mc:Fallback xmlns="">
          <p:pic>
            <p:nvPicPr>
              <p:cNvPr id="146" name="Ink 145"/>
              <p:cNvPicPr/>
              <p:nvPr/>
            </p:nvPicPr>
            <p:blipFill>
              <a:blip r:embed="rId11"/>
              <a:stretch>
                <a:fillRect/>
              </a:stretch>
            </p:blipFill>
            <p:spPr>
              <a:xfrm>
                <a:off x="9685680" y="4540840"/>
                <a:ext cx="329040" cy="121464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149" name="Ink 148"/>
              <p14:cNvContentPartPr/>
              <p14:nvPr/>
            </p14:nvContentPartPr>
            <p14:xfrm>
              <a:off x="9344760" y="6015040"/>
              <a:ext cx="506160" cy="384120"/>
            </p14:xfrm>
          </p:contentPart>
        </mc:Choice>
        <mc:Fallback xmlns="">
          <p:pic>
            <p:nvPicPr>
              <p:cNvPr id="149" name="Ink 148"/>
              <p:cNvPicPr/>
              <p:nvPr/>
            </p:nvPicPr>
            <p:blipFill>
              <a:blip r:embed="rId13"/>
              <a:stretch>
                <a:fillRect/>
              </a:stretch>
            </p:blipFill>
            <p:spPr>
              <a:xfrm>
                <a:off x="9326040" y="6008566"/>
                <a:ext cx="531360" cy="406419"/>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161" name="Ink 160"/>
              <p14:cNvContentPartPr/>
              <p14:nvPr/>
            </p14:nvContentPartPr>
            <p14:xfrm>
              <a:off x="7733400" y="3407560"/>
              <a:ext cx="4331880" cy="167400"/>
            </p14:xfrm>
          </p:contentPart>
        </mc:Choice>
        <mc:Fallback xmlns="">
          <p:pic>
            <p:nvPicPr>
              <p:cNvPr id="161" name="Ink 160"/>
              <p:cNvPicPr/>
              <p:nvPr/>
            </p:nvPicPr>
            <p:blipFill>
              <a:blip r:embed="rId15"/>
              <a:stretch>
                <a:fillRect/>
              </a:stretch>
            </p:blipFill>
            <p:spPr>
              <a:xfrm>
                <a:off x="7725840" y="3387400"/>
                <a:ext cx="4347720" cy="206280"/>
              </a:xfrm>
              <a:prstGeom prst="rect">
                <a:avLst/>
              </a:prstGeom>
            </p:spPr>
          </p:pic>
        </mc:Fallback>
      </mc:AlternateContent>
      <mc:AlternateContent xmlns:mc="http://schemas.openxmlformats.org/markup-compatibility/2006" xmlns:p14="http://schemas.microsoft.com/office/powerpoint/2010/main">
        <mc:Choice Requires="p14">
          <p:contentPart p14:bwMode="auto" r:id="rId16">
            <p14:nvContentPartPr>
              <p14:cNvPr id="162" name="Ink 161"/>
              <p14:cNvContentPartPr/>
              <p14:nvPr/>
            </p14:nvContentPartPr>
            <p14:xfrm>
              <a:off x="9191760" y="3648400"/>
              <a:ext cx="2089080" cy="639360"/>
            </p14:xfrm>
          </p:contentPart>
        </mc:Choice>
        <mc:Fallback xmlns="">
          <p:pic>
            <p:nvPicPr>
              <p:cNvPr id="162" name="Ink 161"/>
              <p:cNvPicPr/>
              <p:nvPr/>
            </p:nvPicPr>
            <p:blipFill>
              <a:blip r:embed="rId17"/>
              <a:stretch>
                <a:fillRect/>
              </a:stretch>
            </p:blipFill>
            <p:spPr>
              <a:xfrm>
                <a:off x="9173400" y="3643000"/>
                <a:ext cx="2122200" cy="659520"/>
              </a:xfrm>
              <a:prstGeom prst="rect">
                <a:avLst/>
              </a:prstGeom>
            </p:spPr>
          </p:pic>
        </mc:Fallback>
      </mc:AlternateContent>
      <mc:AlternateContent xmlns:mc="http://schemas.openxmlformats.org/markup-compatibility/2006" xmlns:p14="http://schemas.microsoft.com/office/powerpoint/2010/main">
        <mc:Choice Requires="p14">
          <p:contentPart p14:bwMode="auto" r:id="rId18">
            <p14:nvContentPartPr>
              <p14:cNvPr id="191" name="Ink 190"/>
              <p14:cNvContentPartPr/>
              <p14:nvPr/>
            </p14:nvContentPartPr>
            <p14:xfrm>
              <a:off x="6875880" y="3714720"/>
              <a:ext cx="1802880" cy="720000"/>
            </p14:xfrm>
          </p:contentPart>
        </mc:Choice>
        <mc:Fallback xmlns="">
          <p:pic>
            <p:nvPicPr>
              <p:cNvPr id="191" name="Ink 190"/>
              <p:cNvPicPr/>
              <p:nvPr/>
            </p:nvPicPr>
            <p:blipFill>
              <a:blip r:embed="rId19"/>
              <a:stretch>
                <a:fillRect/>
              </a:stretch>
            </p:blipFill>
            <p:spPr>
              <a:xfrm>
                <a:off x="6868320" y="3698880"/>
                <a:ext cx="1819800" cy="748080"/>
              </a:xfrm>
              <a:prstGeom prst="rect">
                <a:avLst/>
              </a:prstGeom>
            </p:spPr>
          </p:pic>
        </mc:Fallback>
      </mc:AlternateContent>
      <mc:AlternateContent xmlns:mc="http://schemas.openxmlformats.org/markup-compatibility/2006" xmlns:p14="http://schemas.microsoft.com/office/powerpoint/2010/main">
        <mc:Choice Requires="p14">
          <p:contentPart p14:bwMode="auto" r:id="rId20">
            <p14:nvContentPartPr>
              <p14:cNvPr id="194" name="Ink 193"/>
              <p14:cNvContentPartPr/>
              <p14:nvPr/>
            </p14:nvContentPartPr>
            <p14:xfrm>
              <a:off x="10218120" y="4624000"/>
              <a:ext cx="1832040" cy="1424960"/>
            </p14:xfrm>
          </p:contentPart>
        </mc:Choice>
        <mc:Fallback xmlns="">
          <p:pic>
            <p:nvPicPr>
              <p:cNvPr id="194" name="Ink 193"/>
              <p:cNvPicPr/>
              <p:nvPr/>
            </p:nvPicPr>
            <p:blipFill>
              <a:blip r:embed="rId21"/>
              <a:stretch>
                <a:fillRect/>
              </a:stretch>
            </p:blipFill>
            <p:spPr>
              <a:xfrm>
                <a:off x="10206240" y="4617880"/>
                <a:ext cx="1851840" cy="1449801"/>
              </a:xfrm>
              <a:prstGeom prst="rect">
                <a:avLst/>
              </a:prstGeom>
            </p:spPr>
          </p:pic>
        </mc:Fallback>
      </mc:AlternateContent>
      <mc:AlternateContent xmlns:mc="http://schemas.openxmlformats.org/markup-compatibility/2006" xmlns:p14="http://schemas.microsoft.com/office/powerpoint/2010/main">
        <mc:Choice Requires="p14">
          <p:contentPart p14:bwMode="auto" r:id="rId22">
            <p14:nvContentPartPr>
              <p14:cNvPr id="202" name="Ink 201"/>
              <p14:cNvContentPartPr/>
              <p14:nvPr/>
            </p14:nvContentPartPr>
            <p14:xfrm>
              <a:off x="9392280" y="2800960"/>
              <a:ext cx="263160" cy="227880"/>
            </p14:xfrm>
          </p:contentPart>
        </mc:Choice>
        <mc:Fallback xmlns="">
          <p:pic>
            <p:nvPicPr>
              <p:cNvPr id="202" name="Ink 201"/>
              <p:cNvPicPr/>
              <p:nvPr/>
            </p:nvPicPr>
            <p:blipFill>
              <a:blip r:embed="rId23"/>
              <a:stretch>
                <a:fillRect/>
              </a:stretch>
            </p:blipFill>
            <p:spPr>
              <a:xfrm>
                <a:off x="9376440" y="2789440"/>
                <a:ext cx="285120" cy="256680"/>
              </a:xfrm>
              <a:prstGeom prst="rect">
                <a:avLst/>
              </a:prstGeom>
            </p:spPr>
          </p:pic>
        </mc:Fallback>
      </mc:AlternateContent>
      <mc:AlternateContent xmlns:mc="http://schemas.openxmlformats.org/markup-compatibility/2006" xmlns:p14="http://schemas.microsoft.com/office/powerpoint/2010/main">
        <mc:Choice Requires="p14">
          <p:contentPart p14:bwMode="auto" r:id="rId24">
            <p14:nvContentPartPr>
              <p14:cNvPr id="203" name="Ink 202"/>
              <p14:cNvContentPartPr/>
              <p14:nvPr/>
            </p14:nvContentPartPr>
            <p14:xfrm>
              <a:off x="9664080" y="2864320"/>
              <a:ext cx="622440" cy="369360"/>
            </p14:xfrm>
          </p:contentPart>
        </mc:Choice>
        <mc:Fallback xmlns="">
          <p:pic>
            <p:nvPicPr>
              <p:cNvPr id="203" name="Ink 202"/>
              <p:cNvPicPr/>
              <p:nvPr/>
            </p:nvPicPr>
            <p:blipFill>
              <a:blip r:embed="rId25"/>
              <a:stretch>
                <a:fillRect/>
              </a:stretch>
            </p:blipFill>
            <p:spPr>
              <a:xfrm>
                <a:off x="9657240" y="2858920"/>
                <a:ext cx="636120" cy="381600"/>
              </a:xfrm>
              <a:prstGeom prst="rect">
                <a:avLst/>
              </a:prstGeom>
            </p:spPr>
          </p:pic>
        </mc:Fallback>
      </mc:AlternateContent>
      <mc:AlternateContent xmlns:mc="http://schemas.openxmlformats.org/markup-compatibility/2006" xmlns:p14="http://schemas.microsoft.com/office/powerpoint/2010/main">
        <mc:Choice Requires="p14">
          <p:contentPart p14:bwMode="auto" r:id="rId26">
            <p14:nvContentPartPr>
              <p14:cNvPr id="204" name="Ink 203"/>
              <p14:cNvContentPartPr/>
              <p14:nvPr/>
            </p14:nvContentPartPr>
            <p14:xfrm>
              <a:off x="9499920" y="2658040"/>
              <a:ext cx="857880" cy="773280"/>
            </p14:xfrm>
          </p:contentPart>
        </mc:Choice>
        <mc:Fallback xmlns="">
          <p:pic>
            <p:nvPicPr>
              <p:cNvPr id="204" name="Ink 203"/>
              <p:cNvPicPr/>
              <p:nvPr/>
            </p:nvPicPr>
            <p:blipFill>
              <a:blip r:embed="rId27"/>
              <a:stretch>
                <a:fillRect/>
              </a:stretch>
            </p:blipFill>
            <p:spPr>
              <a:xfrm>
                <a:off x="9489480" y="2638600"/>
                <a:ext cx="888120" cy="808920"/>
              </a:xfrm>
              <a:prstGeom prst="rect">
                <a:avLst/>
              </a:prstGeom>
            </p:spPr>
          </p:pic>
        </mc:Fallback>
      </mc:AlternateContent>
      <mc:AlternateContent xmlns:mc="http://schemas.openxmlformats.org/markup-compatibility/2006" xmlns:p14="http://schemas.microsoft.com/office/powerpoint/2010/main">
        <mc:Choice Requires="p14">
          <p:contentPart p14:bwMode="auto" r:id="rId28">
            <p14:nvContentPartPr>
              <p14:cNvPr id="214" name="Ink 213"/>
              <p14:cNvContentPartPr/>
              <p14:nvPr/>
            </p14:nvContentPartPr>
            <p14:xfrm>
              <a:off x="9127320" y="4012720"/>
              <a:ext cx="407880" cy="376560"/>
            </p14:xfrm>
          </p:contentPart>
        </mc:Choice>
        <mc:Fallback xmlns="">
          <p:pic>
            <p:nvPicPr>
              <p:cNvPr id="214" name="Ink 213"/>
              <p:cNvPicPr/>
              <p:nvPr/>
            </p:nvPicPr>
            <p:blipFill>
              <a:blip r:embed="rId29"/>
              <a:stretch>
                <a:fillRect/>
              </a:stretch>
            </p:blipFill>
            <p:spPr>
              <a:xfrm>
                <a:off x="9114720" y="4005160"/>
                <a:ext cx="439200" cy="399240"/>
              </a:xfrm>
              <a:prstGeom prst="rect">
                <a:avLst/>
              </a:prstGeom>
            </p:spPr>
          </p:pic>
        </mc:Fallback>
      </mc:AlternateContent>
      <mc:AlternateContent xmlns:mc="http://schemas.openxmlformats.org/markup-compatibility/2006" xmlns:p14="http://schemas.microsoft.com/office/powerpoint/2010/main">
        <mc:Choice Requires="p14">
          <p:contentPart p14:bwMode="auto" r:id="rId30">
            <p14:nvContentPartPr>
              <p14:cNvPr id="215" name="Ink 214"/>
              <p14:cNvContentPartPr/>
              <p14:nvPr/>
            </p14:nvContentPartPr>
            <p14:xfrm>
              <a:off x="9834360" y="4008400"/>
              <a:ext cx="352080" cy="437400"/>
            </p14:xfrm>
          </p:contentPart>
        </mc:Choice>
        <mc:Fallback xmlns="">
          <p:pic>
            <p:nvPicPr>
              <p:cNvPr id="215" name="Ink 214"/>
              <p:cNvPicPr/>
              <p:nvPr/>
            </p:nvPicPr>
            <p:blipFill>
              <a:blip r:embed="rId31"/>
              <a:stretch>
                <a:fillRect/>
              </a:stretch>
            </p:blipFill>
            <p:spPr>
              <a:xfrm>
                <a:off x="9818160" y="3999760"/>
                <a:ext cx="388080" cy="464400"/>
              </a:xfrm>
              <a:prstGeom prst="rect">
                <a:avLst/>
              </a:prstGeom>
            </p:spPr>
          </p:pic>
        </mc:Fallback>
      </mc:AlternateContent>
      <mc:AlternateContent xmlns:mc="http://schemas.openxmlformats.org/markup-compatibility/2006" xmlns:p14="http://schemas.microsoft.com/office/powerpoint/2010/main">
        <mc:Choice Requires="p14">
          <p:contentPart p14:bwMode="auto" r:id="rId32">
            <p14:nvContentPartPr>
              <p14:cNvPr id="216" name="Ink 215"/>
              <p14:cNvContentPartPr/>
              <p14:nvPr/>
            </p14:nvContentPartPr>
            <p14:xfrm>
              <a:off x="10636080" y="3988240"/>
              <a:ext cx="440640" cy="366480"/>
            </p14:xfrm>
          </p:contentPart>
        </mc:Choice>
        <mc:Fallback xmlns="">
          <p:pic>
            <p:nvPicPr>
              <p:cNvPr id="216" name="Ink 215"/>
              <p:cNvPicPr/>
              <p:nvPr/>
            </p:nvPicPr>
            <p:blipFill>
              <a:blip r:embed="rId33"/>
              <a:stretch>
                <a:fillRect/>
              </a:stretch>
            </p:blipFill>
            <p:spPr>
              <a:xfrm>
                <a:off x="10621680" y="3968800"/>
                <a:ext cx="473760" cy="402840"/>
              </a:xfrm>
              <a:prstGeom prst="rect">
                <a:avLst/>
              </a:prstGeom>
            </p:spPr>
          </p:pic>
        </mc:Fallback>
      </mc:AlternateContent>
      <mc:AlternateContent xmlns:mc="http://schemas.openxmlformats.org/markup-compatibility/2006" xmlns:p14="http://schemas.microsoft.com/office/powerpoint/2010/main">
        <mc:Choice Requires="p14">
          <p:contentPart p14:bwMode="auto" r:id="rId34">
            <p14:nvContentPartPr>
              <p14:cNvPr id="217" name="Ink 216"/>
              <p14:cNvContentPartPr/>
              <p14:nvPr/>
            </p14:nvContentPartPr>
            <p14:xfrm>
              <a:off x="6682920" y="6056440"/>
              <a:ext cx="727560" cy="756720"/>
            </p14:xfrm>
          </p:contentPart>
        </mc:Choice>
        <mc:Fallback xmlns="">
          <p:pic>
            <p:nvPicPr>
              <p:cNvPr id="217" name="Ink 216"/>
              <p:cNvPicPr/>
              <p:nvPr/>
            </p:nvPicPr>
            <p:blipFill>
              <a:blip r:embed="rId35"/>
              <a:stretch>
                <a:fillRect/>
              </a:stretch>
            </p:blipFill>
            <p:spPr>
              <a:xfrm>
                <a:off x="6666000" y="6033760"/>
                <a:ext cx="766440" cy="800280"/>
              </a:xfrm>
              <a:prstGeom prst="rect">
                <a:avLst/>
              </a:prstGeom>
            </p:spPr>
          </p:pic>
        </mc:Fallback>
      </mc:AlternateContent>
      <mc:AlternateContent xmlns:mc="http://schemas.openxmlformats.org/markup-compatibility/2006" xmlns:p14="http://schemas.microsoft.com/office/powerpoint/2010/main">
        <mc:Choice Requires="p14">
          <p:contentPart p14:bwMode="auto" r:id="rId36">
            <p14:nvContentPartPr>
              <p14:cNvPr id="218" name="Ink 217"/>
              <p14:cNvContentPartPr/>
              <p14:nvPr/>
            </p14:nvContentPartPr>
            <p14:xfrm>
              <a:off x="7380240" y="6032320"/>
              <a:ext cx="1136160" cy="416160"/>
            </p14:xfrm>
          </p:contentPart>
        </mc:Choice>
        <mc:Fallback xmlns="">
          <p:pic>
            <p:nvPicPr>
              <p:cNvPr id="218" name="Ink 217"/>
              <p:cNvPicPr/>
              <p:nvPr/>
            </p:nvPicPr>
            <p:blipFill>
              <a:blip r:embed="rId37"/>
              <a:stretch>
                <a:fillRect/>
              </a:stretch>
            </p:blipFill>
            <p:spPr>
              <a:xfrm>
                <a:off x="7366920" y="6026920"/>
                <a:ext cx="1165680" cy="435240"/>
              </a:xfrm>
              <a:prstGeom prst="rect">
                <a:avLst/>
              </a:prstGeom>
            </p:spPr>
          </p:pic>
        </mc:Fallback>
      </mc:AlternateContent>
      <mc:AlternateContent xmlns:mc="http://schemas.openxmlformats.org/markup-compatibility/2006" xmlns:p14="http://schemas.microsoft.com/office/powerpoint/2010/main">
        <mc:Choice Requires="p14">
          <p:contentPart p14:bwMode="auto" r:id="rId38">
            <p14:nvContentPartPr>
              <p14:cNvPr id="235" name="Ink 234"/>
              <p14:cNvContentPartPr/>
              <p14:nvPr/>
            </p14:nvContentPartPr>
            <p14:xfrm>
              <a:off x="9921120" y="2486680"/>
              <a:ext cx="213480" cy="169920"/>
            </p14:xfrm>
          </p:contentPart>
        </mc:Choice>
        <mc:Fallback xmlns="">
          <p:pic>
            <p:nvPicPr>
              <p:cNvPr id="235" name="Ink 234"/>
              <p:cNvPicPr/>
              <p:nvPr/>
            </p:nvPicPr>
            <p:blipFill>
              <a:blip r:embed="rId39"/>
              <a:stretch>
                <a:fillRect/>
              </a:stretch>
            </p:blipFill>
            <p:spPr>
              <a:xfrm>
                <a:off x="9914640" y="2470480"/>
                <a:ext cx="239400" cy="203400"/>
              </a:xfrm>
              <a:prstGeom prst="rect">
                <a:avLst/>
              </a:prstGeom>
            </p:spPr>
          </p:pic>
        </mc:Fallback>
      </mc:AlternateContent>
      <mc:AlternateContent xmlns:mc="http://schemas.openxmlformats.org/markup-compatibility/2006" xmlns:p14="http://schemas.microsoft.com/office/powerpoint/2010/main">
        <mc:Choice Requires="p14">
          <p:contentPart p14:bwMode="auto" r:id="rId40">
            <p14:nvContentPartPr>
              <p14:cNvPr id="244" name="Ink 243"/>
              <p14:cNvContentPartPr/>
              <p14:nvPr/>
            </p14:nvContentPartPr>
            <p14:xfrm>
              <a:off x="11547600" y="1570920"/>
              <a:ext cx="627480" cy="521640"/>
            </p14:xfrm>
          </p:contentPart>
        </mc:Choice>
        <mc:Fallback xmlns="">
          <p:pic>
            <p:nvPicPr>
              <p:cNvPr id="244" name="Ink 243"/>
              <p:cNvPicPr/>
              <p:nvPr/>
            </p:nvPicPr>
            <p:blipFill>
              <a:blip r:embed="rId41"/>
              <a:stretch>
                <a:fillRect/>
              </a:stretch>
            </p:blipFill>
            <p:spPr>
              <a:xfrm>
                <a:off x="11533920" y="1560840"/>
                <a:ext cx="646920" cy="538920"/>
              </a:xfrm>
              <a:prstGeom prst="rect">
                <a:avLst/>
              </a:prstGeom>
            </p:spPr>
          </p:pic>
        </mc:Fallback>
      </mc:AlternateContent>
    </p:spTree>
    <p:extLst>
      <p:ext uri="{BB962C8B-B14F-4D97-AF65-F5344CB8AC3E}">
        <p14:creationId xmlns:p14="http://schemas.microsoft.com/office/powerpoint/2010/main" val="302937272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spTree>
    <p:extLst>
      <p:ext uri="{BB962C8B-B14F-4D97-AF65-F5344CB8AC3E}">
        <p14:creationId xmlns:p14="http://schemas.microsoft.com/office/powerpoint/2010/main" val="338911291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a:xfrm>
            <a:off x="838200" y="442762"/>
            <a:ext cx="10515600" cy="5734201"/>
          </a:xfrm>
        </p:spPr>
        <p:txBody>
          <a:bodyPr>
            <a:normAutofit fontScale="77500" lnSpcReduction="20000"/>
          </a:bodyPr>
          <a:lstStyle/>
          <a:p>
            <a:pPr marL="0" indent="0">
              <a:buNone/>
            </a:pPr>
            <a:r>
              <a:rPr lang="en-US" sz="4100" b="1" dirty="0">
                <a:solidFill>
                  <a:srgbClr val="FF0000"/>
                </a:solidFill>
              </a:rPr>
              <a:t>Second method: Phage display method</a:t>
            </a:r>
          </a:p>
          <a:p>
            <a:pPr marL="0" indent="0">
              <a:buNone/>
            </a:pPr>
            <a:endParaRPr lang="en-US" dirty="0" smtClean="0"/>
          </a:p>
          <a:p>
            <a:pPr marL="0" indent="0">
              <a:buNone/>
            </a:pPr>
            <a:r>
              <a:rPr lang="en-US" dirty="0" smtClean="0"/>
              <a:t>1.  </a:t>
            </a:r>
            <a:r>
              <a:rPr lang="en-US" dirty="0"/>
              <a:t>Isolation of B-lymphocytes </a:t>
            </a:r>
            <a:r>
              <a:rPr lang="en-US" dirty="0" smtClean="0"/>
              <a:t> </a:t>
            </a:r>
            <a:r>
              <a:rPr lang="en-US" dirty="0"/>
              <a:t>from the human </a:t>
            </a:r>
            <a:r>
              <a:rPr lang="en-US" dirty="0" smtClean="0"/>
              <a:t>blood</a:t>
            </a:r>
          </a:p>
          <a:p>
            <a:pPr marL="0" indent="0">
              <a:buNone/>
            </a:pPr>
            <a:r>
              <a:rPr lang="en-US" dirty="0" smtClean="0"/>
              <a:t>2. </a:t>
            </a:r>
            <a:r>
              <a:rPr lang="en-US" dirty="0"/>
              <a:t>conversion of the mRNA into cDNA . </a:t>
            </a:r>
          </a:p>
          <a:p>
            <a:pPr marL="0" indent="0">
              <a:buNone/>
            </a:pPr>
            <a:r>
              <a:rPr lang="en-US" dirty="0" smtClean="0"/>
              <a:t>3. </a:t>
            </a:r>
            <a:r>
              <a:rPr lang="en-US" b="1" dirty="0" smtClean="0"/>
              <a:t>Amplification </a:t>
            </a:r>
            <a:r>
              <a:rPr lang="en-US" b="1" dirty="0"/>
              <a:t>of specific variable </a:t>
            </a:r>
            <a:r>
              <a:rPr lang="en-US" b="1" dirty="0" smtClean="0"/>
              <a:t>region</a:t>
            </a:r>
            <a:r>
              <a:rPr lang="en-US" dirty="0" smtClean="0"/>
              <a:t>: </a:t>
            </a:r>
            <a:r>
              <a:rPr lang="en-US" dirty="0"/>
              <a:t>PCR is used in order to amplify the variable regions of both heavy and light chain and the expressed segments of the variable region are </a:t>
            </a:r>
            <a:r>
              <a:rPr lang="en-US" dirty="0" smtClean="0"/>
              <a:t>cloned. </a:t>
            </a:r>
            <a:r>
              <a:rPr lang="en-US" dirty="0"/>
              <a:t> Defined sets of primers specific for the different VH and VL chain–region gene families then allow amplification of all transcribed rearranged variable regions within a given immunoglobulin repertoire for library construction, thus reflecting all antibody specificities in a particular individual</a:t>
            </a:r>
            <a:endParaRPr lang="en-US" dirty="0" smtClean="0"/>
          </a:p>
          <a:p>
            <a:endParaRPr lang="en-US" dirty="0"/>
          </a:p>
          <a:p>
            <a:pPr marL="0" indent="0">
              <a:buNone/>
            </a:pPr>
            <a:r>
              <a:rPr lang="en-US" dirty="0" smtClean="0"/>
              <a:t>4.  </a:t>
            </a:r>
            <a:r>
              <a:rPr lang="en-US" b="1" dirty="0"/>
              <a:t>Cloning into </a:t>
            </a:r>
            <a:r>
              <a:rPr lang="en-US" b="1" dirty="0" smtClean="0"/>
              <a:t>vector</a:t>
            </a:r>
            <a:r>
              <a:rPr lang="en-US" dirty="0" smtClean="0"/>
              <a:t>: </a:t>
            </a:r>
            <a:r>
              <a:rPr lang="en-US" dirty="0"/>
              <a:t>The antibody genes  are  inserted  into phage </a:t>
            </a:r>
            <a:r>
              <a:rPr lang="en-US" dirty="0" smtClean="0"/>
              <a:t>directly.</a:t>
            </a:r>
            <a:endParaRPr lang="en-US" dirty="0"/>
          </a:p>
          <a:p>
            <a:pPr marL="0" indent="0">
              <a:buNone/>
            </a:pPr>
            <a:r>
              <a:rPr lang="en-US" dirty="0" smtClean="0"/>
              <a:t>The bacteriophage </a:t>
            </a:r>
            <a:r>
              <a:rPr lang="en-US" dirty="0"/>
              <a:t>is used </a:t>
            </a:r>
            <a:r>
              <a:rPr lang="en-US" dirty="0" smtClean="0"/>
              <a:t>in </a:t>
            </a:r>
            <a:r>
              <a:rPr lang="en-US" dirty="0"/>
              <a:t>order to infect the E.coli </a:t>
            </a:r>
            <a:r>
              <a:rPr lang="en-US" dirty="0" smtClean="0"/>
              <a:t>. </a:t>
            </a:r>
            <a:r>
              <a:rPr lang="en-US" b="1" dirty="0" smtClean="0"/>
              <a:t>E. coli </a:t>
            </a:r>
            <a:r>
              <a:rPr lang="en-US" b="1" dirty="0"/>
              <a:t>is used as a vecto</a:t>
            </a:r>
            <a:r>
              <a:rPr lang="en-US" dirty="0"/>
              <a:t>r it starts to produce bacteriophage variable regions of heavy and light chain. Then the variable regions of specific antigen are used for </a:t>
            </a:r>
            <a:r>
              <a:rPr lang="en-US" dirty="0" err="1"/>
              <a:t>reinoculation</a:t>
            </a:r>
            <a:r>
              <a:rPr lang="en-US" dirty="0"/>
              <a:t> of E.coli containing </a:t>
            </a:r>
            <a:r>
              <a:rPr lang="en-US" dirty="0" smtClean="0"/>
              <a:t>bacteriophage. </a:t>
            </a:r>
            <a:endParaRPr lang="en-US" dirty="0"/>
          </a:p>
          <a:p>
            <a:pPr marL="0" indent="0">
              <a:buNone/>
            </a:pPr>
            <a:r>
              <a:rPr lang="en-US" dirty="0" smtClean="0"/>
              <a:t>5.  </a:t>
            </a:r>
            <a:r>
              <a:rPr lang="en-US" b="1" dirty="0"/>
              <a:t>Library of phage displayed antibody </a:t>
            </a:r>
            <a:r>
              <a:rPr lang="en-US" dirty="0"/>
              <a:t>The isolation of cells containing plasmid is done followed by sequencing and the library of the specific phage displayed antibodies is produced as the result. </a:t>
            </a:r>
            <a:r>
              <a:rPr lang="en-US" dirty="0" smtClean="0"/>
              <a:t> </a:t>
            </a:r>
            <a:endParaRPr lang="en-US" dirty="0"/>
          </a:p>
        </p:txBody>
      </p:sp>
    </p:spTree>
    <p:custDataLst>
      <p:custData r:id="rId1"/>
      <p:tags r:id="rId2"/>
    </p:custDataLst>
    <p:extLst>
      <p:ext uri="{BB962C8B-B14F-4D97-AF65-F5344CB8AC3E}">
        <p14:creationId xmlns:p14="http://schemas.microsoft.com/office/powerpoint/2010/main" val="2375573691"/>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530024"/>
          </a:xfrm>
        </p:spPr>
        <p:txBody>
          <a:bodyPr>
            <a:normAutofit fontScale="90000"/>
          </a:bodyPr>
          <a:lstStyle/>
          <a:p>
            <a:r>
              <a:rPr lang="en-US" sz="3100" b="1" dirty="0">
                <a:solidFill>
                  <a:srgbClr val="FF0000"/>
                </a:solidFill>
              </a:rPr>
              <a:t>Performing a Phage Display Selection Experiment</a:t>
            </a:r>
            <a:r>
              <a:rPr lang="en-US" dirty="0"/>
              <a:t/>
            </a:r>
            <a:br>
              <a:rPr lang="en-US" dirty="0"/>
            </a:br>
            <a:endParaRPr lang="en-US" dirty="0"/>
          </a:p>
        </p:txBody>
      </p:sp>
      <p:sp>
        <p:nvSpPr>
          <p:cNvPr id="3" name="Content Placeholder 2"/>
          <p:cNvSpPr>
            <a:spLocks noGrp="1"/>
          </p:cNvSpPr>
          <p:nvPr>
            <p:ph idx="1"/>
          </p:nvPr>
        </p:nvSpPr>
        <p:spPr>
          <a:xfrm>
            <a:off x="838200" y="895150"/>
            <a:ext cx="10515600" cy="5281813"/>
          </a:xfrm>
        </p:spPr>
        <p:txBody>
          <a:bodyPr>
            <a:normAutofit fontScale="77500" lnSpcReduction="20000"/>
          </a:bodyPr>
          <a:lstStyle/>
          <a:p>
            <a:r>
              <a:rPr lang="en-US" dirty="0"/>
              <a:t>Phage display selection is a high throughput method used to discover antibodies specific to different antigens. The protocol includes rounds of five steps (</a:t>
            </a:r>
            <a:r>
              <a:rPr lang="en-US" dirty="0" smtClean="0"/>
              <a:t>Figure).</a:t>
            </a:r>
          </a:p>
          <a:p>
            <a:pPr marL="0" indent="0">
              <a:buNone/>
            </a:pPr>
            <a:r>
              <a:rPr lang="en-US" dirty="0" smtClean="0"/>
              <a:t>1. </a:t>
            </a:r>
            <a:r>
              <a:rPr lang="en-US" b="1" dirty="0" smtClean="0"/>
              <a:t>The first step is addition of a phage library</a:t>
            </a:r>
            <a:r>
              <a:rPr lang="en-US" dirty="0" smtClean="0"/>
              <a:t>, where the library is added to a well or vial in which the antigen is presented (Figure A). Antigen presentation can be achieved via direct coating (adsorption) or via a capture system (such as streptavidin-biotin). </a:t>
            </a:r>
          </a:p>
          <a:p>
            <a:pPr marL="0" indent="0">
              <a:buNone/>
            </a:pPr>
            <a:r>
              <a:rPr lang="en-US" b="1" dirty="0" smtClean="0"/>
              <a:t>2. The </a:t>
            </a:r>
            <a:r>
              <a:rPr lang="en-US" b="1" dirty="0"/>
              <a:t>second step involves binding</a:t>
            </a:r>
            <a:r>
              <a:rPr lang="en-US" dirty="0"/>
              <a:t>, where the phages displaying the highest affinity antibodies bind the epitopes of the antigen (Figure </a:t>
            </a:r>
            <a:r>
              <a:rPr lang="en-US" dirty="0" smtClean="0"/>
              <a:t>B),</a:t>
            </a:r>
          </a:p>
          <a:p>
            <a:pPr marL="0" indent="0">
              <a:buNone/>
            </a:pPr>
            <a:r>
              <a:rPr lang="en-US" dirty="0" smtClean="0"/>
              <a:t>3. after </a:t>
            </a:r>
            <a:r>
              <a:rPr lang="en-US" dirty="0"/>
              <a:t>which the vial is washed to remove non-binding phages (Figure </a:t>
            </a:r>
            <a:r>
              <a:rPr lang="en-US" dirty="0" smtClean="0"/>
              <a:t>C).</a:t>
            </a:r>
          </a:p>
          <a:p>
            <a:pPr marL="0" indent="0">
              <a:buNone/>
            </a:pPr>
            <a:r>
              <a:rPr lang="en-US" dirty="0" smtClean="0"/>
              <a:t>4. After </a:t>
            </a:r>
            <a:r>
              <a:rPr lang="en-US" dirty="0"/>
              <a:t>washing, the bound phages are eluted by enzymatic digestion using trypsin or by other means of elution (e.g., dilute acid or base) (Figure </a:t>
            </a:r>
            <a:r>
              <a:rPr lang="en-US" dirty="0" smtClean="0"/>
              <a:t>D</a:t>
            </a:r>
            <a:r>
              <a:rPr lang="en-US" dirty="0"/>
              <a:t>). When enzymatic digestion is employed, this step renders bald phages </a:t>
            </a:r>
            <a:r>
              <a:rPr lang="en-US" dirty="0" smtClean="0"/>
              <a:t>non-infective, </a:t>
            </a:r>
            <a:r>
              <a:rPr lang="en-US" dirty="0"/>
              <a:t>thereby improving the selection of antibody-displaying phages that are still </a:t>
            </a:r>
            <a:r>
              <a:rPr lang="en-US" dirty="0" smtClean="0"/>
              <a:t>infective.</a:t>
            </a:r>
          </a:p>
          <a:p>
            <a:pPr marL="0" indent="0">
              <a:buNone/>
            </a:pPr>
            <a:r>
              <a:rPr lang="en-US" dirty="0" smtClean="0"/>
              <a:t>5.  </a:t>
            </a:r>
            <a:r>
              <a:rPr lang="en-US" b="1" dirty="0"/>
              <a:t>In the fifth step</a:t>
            </a:r>
            <a:r>
              <a:rPr lang="en-US" dirty="0"/>
              <a:t>, helper phages are added to allow for amplification of the eluted infective phages in </a:t>
            </a:r>
            <a:r>
              <a:rPr lang="en-US" i="1" dirty="0"/>
              <a:t>E. coli</a:t>
            </a:r>
            <a:r>
              <a:rPr lang="en-US" dirty="0"/>
              <a:t> (Figure </a:t>
            </a:r>
            <a:r>
              <a:rPr lang="en-US" dirty="0" smtClean="0"/>
              <a:t>E</a:t>
            </a:r>
            <a:r>
              <a:rPr lang="en-US" dirty="0"/>
              <a:t>). To accumulate phages displaying high affinity antibody fragments, these five steps are usually repeated 1-3 times with the amplified phages from the preceding round of panning. Titration of phage output numbers may also be utilized to monitor progress, and polyclonal phage ELISA used to confirm selection of a population of binders.</a:t>
            </a:r>
          </a:p>
        </p:txBody>
      </p:sp>
    </p:spTree>
    <p:custDataLst>
      <p:custData r:id="rId1"/>
      <p:tags r:id="rId2"/>
    </p:custDataLst>
    <p:extLst>
      <p:ext uri="{BB962C8B-B14F-4D97-AF65-F5344CB8AC3E}">
        <p14:creationId xmlns:p14="http://schemas.microsoft.com/office/powerpoint/2010/main" val="3669163337"/>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1026" name="Picture 2" descr="An external file that holds a picture, illustration, etc.&#10;Object name is toxins-10-00236-g007.jpg"/>
          <p:cNvPicPr>
            <a:picLocks noGrp="1" noChangeAspect="1" noChangeArrowheads="1"/>
          </p:cNvPicPr>
          <p:nvPr>
            <p:ph idx="1"/>
          </p:nvPr>
        </p:nvPicPr>
        <p:blipFill>
          <a:blip r:embed="rId4">
            <a:extLst>
              <a:ext uri="{28A0092B-C50C-407E-A947-70E740481C1C}">
                <a14:useLocalDpi xmlns:a14="http://schemas.microsoft.com/office/drawing/2010/main" val="0"/>
              </a:ext>
            </a:extLst>
          </a:blip>
          <a:srcRect/>
          <a:stretch>
            <a:fillRect/>
          </a:stretch>
        </p:blipFill>
        <p:spPr bwMode="auto">
          <a:xfrm>
            <a:off x="4677878" y="471638"/>
            <a:ext cx="7440557" cy="5852159"/>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p:cNvSpPr/>
          <p:nvPr/>
        </p:nvSpPr>
        <p:spPr>
          <a:xfrm>
            <a:off x="176864" y="2080721"/>
            <a:ext cx="4202631" cy="4247317"/>
          </a:xfrm>
          <a:prstGeom prst="rect">
            <a:avLst/>
          </a:prstGeom>
        </p:spPr>
        <p:txBody>
          <a:bodyPr wrap="square">
            <a:spAutoFit/>
          </a:bodyPr>
          <a:lstStyle/>
          <a:p>
            <a:r>
              <a:rPr lang="en-US" dirty="0">
                <a:solidFill>
                  <a:srgbClr val="666666"/>
                </a:solidFill>
                <a:latin typeface="Times New Roman" panose="02020603050405020304" pitchFamily="18" charset="0"/>
              </a:rPr>
              <a:t>The five steps in a phage display selection experiment. Addition of phage library (</a:t>
            </a:r>
            <a:r>
              <a:rPr lang="en-US" b="1" dirty="0">
                <a:solidFill>
                  <a:srgbClr val="666666"/>
                </a:solidFill>
                <a:latin typeface="Times New Roman" panose="02020603050405020304" pitchFamily="18" charset="0"/>
              </a:rPr>
              <a:t>A</a:t>
            </a:r>
            <a:r>
              <a:rPr lang="en-US" dirty="0">
                <a:solidFill>
                  <a:srgbClr val="666666"/>
                </a:solidFill>
                <a:latin typeface="Times New Roman" panose="02020603050405020304" pitchFamily="18" charset="0"/>
              </a:rPr>
              <a:t>) refers to the addition of phages to an antigen-coated vial. The phages displaying the highest affinity </a:t>
            </a:r>
            <a:r>
              <a:rPr lang="en-US" dirty="0" err="1">
                <a:solidFill>
                  <a:srgbClr val="666666"/>
                </a:solidFill>
                <a:latin typeface="Times New Roman" panose="02020603050405020304" pitchFamily="18" charset="0"/>
              </a:rPr>
              <a:t>scFvs</a:t>
            </a:r>
            <a:r>
              <a:rPr lang="en-US" dirty="0">
                <a:solidFill>
                  <a:srgbClr val="666666"/>
                </a:solidFill>
                <a:latin typeface="Times New Roman" panose="02020603050405020304" pitchFamily="18" charset="0"/>
              </a:rPr>
              <a:t> will bind (</a:t>
            </a:r>
            <a:r>
              <a:rPr lang="en-US" b="1" dirty="0">
                <a:solidFill>
                  <a:srgbClr val="666666"/>
                </a:solidFill>
                <a:latin typeface="Times New Roman" panose="02020603050405020304" pitchFamily="18" charset="0"/>
              </a:rPr>
              <a:t>B</a:t>
            </a:r>
            <a:r>
              <a:rPr lang="en-US" dirty="0">
                <a:solidFill>
                  <a:srgbClr val="666666"/>
                </a:solidFill>
                <a:latin typeface="Times New Roman" panose="02020603050405020304" pitchFamily="18" charset="0"/>
              </a:rPr>
              <a:t>) the antigen, while unspecific binders will be removed during the washing step (</a:t>
            </a:r>
            <a:r>
              <a:rPr lang="en-US" b="1" dirty="0">
                <a:solidFill>
                  <a:srgbClr val="666666"/>
                </a:solidFill>
                <a:latin typeface="Times New Roman" panose="02020603050405020304" pitchFamily="18" charset="0"/>
              </a:rPr>
              <a:t>C</a:t>
            </a:r>
            <a:r>
              <a:rPr lang="en-US" dirty="0">
                <a:solidFill>
                  <a:srgbClr val="666666"/>
                </a:solidFill>
                <a:latin typeface="Times New Roman" panose="02020603050405020304" pitchFamily="18" charset="0"/>
              </a:rPr>
              <a:t>).After washing, the antigen-specific phages can be eluted (</a:t>
            </a:r>
            <a:r>
              <a:rPr lang="en-US" b="1" dirty="0">
                <a:solidFill>
                  <a:srgbClr val="666666"/>
                </a:solidFill>
                <a:latin typeface="Times New Roman" panose="02020603050405020304" pitchFamily="18" charset="0"/>
              </a:rPr>
              <a:t>D</a:t>
            </a:r>
            <a:r>
              <a:rPr lang="en-US" dirty="0">
                <a:solidFill>
                  <a:srgbClr val="666666"/>
                </a:solidFill>
                <a:latin typeface="Times New Roman" panose="02020603050405020304" pitchFamily="18" charset="0"/>
              </a:rPr>
              <a:t>) using trypsin digestion (or other means of elution) Then, phages are amplified (</a:t>
            </a:r>
            <a:r>
              <a:rPr lang="en-US" b="1" dirty="0">
                <a:solidFill>
                  <a:srgbClr val="666666"/>
                </a:solidFill>
                <a:latin typeface="Times New Roman" panose="02020603050405020304" pitchFamily="18" charset="0"/>
              </a:rPr>
              <a:t>E</a:t>
            </a:r>
            <a:r>
              <a:rPr lang="en-US" dirty="0">
                <a:solidFill>
                  <a:srgbClr val="666666"/>
                </a:solidFill>
                <a:latin typeface="Times New Roman" panose="02020603050405020304" pitchFamily="18" charset="0"/>
              </a:rPr>
              <a:t>) in </a:t>
            </a:r>
            <a:r>
              <a:rPr lang="en-US" i="1" dirty="0">
                <a:solidFill>
                  <a:srgbClr val="666666"/>
                </a:solidFill>
                <a:latin typeface="Times New Roman" panose="02020603050405020304" pitchFamily="18" charset="0"/>
              </a:rPr>
              <a:t>E. coli</a:t>
            </a:r>
            <a:r>
              <a:rPr lang="en-US" dirty="0">
                <a:solidFill>
                  <a:srgbClr val="666666"/>
                </a:solidFill>
                <a:latin typeface="Times New Roman" panose="02020603050405020304" pitchFamily="18" charset="0"/>
              </a:rPr>
              <a:t> and a new panning round can be initiated to further accumulate phages displaying high affinity antibody fragments. Binding can be evaluated using both ELISA and plate tests.</a:t>
            </a:r>
            <a:endParaRPr lang="en-US" dirty="0"/>
          </a:p>
        </p:txBody>
      </p:sp>
    </p:spTree>
    <p:custDataLst>
      <p:custData r:id="rId1"/>
      <p:tags r:id="rId2"/>
    </p:custDataLst>
    <p:extLst>
      <p:ext uri="{BB962C8B-B14F-4D97-AF65-F5344CB8AC3E}">
        <p14:creationId xmlns:p14="http://schemas.microsoft.com/office/powerpoint/2010/main" val="149700131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92500" lnSpcReduction="10000"/>
          </a:bodyPr>
          <a:lstStyle/>
          <a:p>
            <a:r>
              <a:rPr lang="en-US" dirty="0" smtClean="0"/>
              <a:t> To </a:t>
            </a:r>
            <a:r>
              <a:rPr lang="en-US" dirty="0"/>
              <a:t>date, there are at least 25 therapeutic antibodies that are derived from </a:t>
            </a:r>
            <a:r>
              <a:rPr lang="en-US" b="1" dirty="0">
                <a:hlinkClick r:id="rId2"/>
              </a:rPr>
              <a:t>phage display libraries</a:t>
            </a:r>
            <a:r>
              <a:rPr lang="en-US" dirty="0"/>
              <a:t> approved for clinical use or in various stages of clinical trials. Adalim</a:t>
            </a:r>
            <a:r>
              <a:rPr lang="en-US" b="1" dirty="0">
                <a:solidFill>
                  <a:srgbClr val="FF0000"/>
                </a:solidFill>
              </a:rPr>
              <a:t>u</a:t>
            </a:r>
            <a:r>
              <a:rPr lang="en-US" dirty="0"/>
              <a:t>mab is an example of a Mab  approved for human therapy that was created through phage display</a:t>
            </a:r>
            <a:endParaRPr lang="en-US" b="1" dirty="0"/>
          </a:p>
          <a:p>
            <a:endParaRPr lang="en-US" dirty="0" smtClean="0"/>
          </a:p>
          <a:p>
            <a:r>
              <a:rPr lang="en-US" dirty="0" smtClean="0"/>
              <a:t> A. One </a:t>
            </a:r>
            <a:r>
              <a:rPr lang="en-US" dirty="0"/>
              <a:t>advantage of phage display is that fully human antibody can be isolated. </a:t>
            </a:r>
            <a:endParaRPr lang="en-US" dirty="0" smtClean="0"/>
          </a:p>
          <a:p>
            <a:r>
              <a:rPr lang="en-US" dirty="0" smtClean="0"/>
              <a:t>B. Furthermore</a:t>
            </a:r>
            <a:r>
              <a:rPr lang="en-US" dirty="0"/>
              <a:t>, phage display offers greater control over the selection process than using animal immunization. </a:t>
            </a:r>
            <a:endParaRPr lang="en-US" dirty="0" smtClean="0"/>
          </a:p>
          <a:p>
            <a:r>
              <a:rPr lang="en-US" dirty="0" smtClean="0"/>
              <a:t>C. Finally</a:t>
            </a:r>
            <a:r>
              <a:rPr lang="en-US" dirty="0"/>
              <a:t>, </a:t>
            </a:r>
            <a:r>
              <a:rPr lang="en-US" dirty="0" smtClean="0"/>
              <a:t>phage </a:t>
            </a:r>
            <a:r>
              <a:rPr lang="en-US" dirty="0"/>
              <a:t>display is more readily accessible as it does not require expensive equipment like fluorescence-activated cell sorter (FACS).</a:t>
            </a:r>
          </a:p>
        </p:txBody>
      </p:sp>
    </p:spTree>
    <p:extLst>
      <p:ext uri="{BB962C8B-B14F-4D97-AF65-F5344CB8AC3E}">
        <p14:creationId xmlns:p14="http://schemas.microsoft.com/office/powerpoint/2010/main" val="3411625768"/>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Viral inactivation</a:t>
            </a:r>
            <a:endParaRPr lang="en-US" dirty="0"/>
          </a:p>
        </p:txBody>
      </p:sp>
      <p:sp>
        <p:nvSpPr>
          <p:cNvPr id="3" name="Content Placeholder 2"/>
          <p:cNvSpPr>
            <a:spLocks noGrp="1"/>
          </p:cNvSpPr>
          <p:nvPr>
            <p:ph idx="1"/>
          </p:nvPr>
        </p:nvSpPr>
        <p:spPr/>
        <p:txBody>
          <a:bodyPr>
            <a:normAutofit fontScale="92500" lnSpcReduction="10000"/>
          </a:bodyPr>
          <a:lstStyle/>
          <a:p>
            <a:r>
              <a:rPr lang="en-US" dirty="0"/>
              <a:t>Solvent/detergent </a:t>
            </a:r>
            <a:r>
              <a:rPr lang="en-US" dirty="0" smtClean="0"/>
              <a:t>inactivation</a:t>
            </a:r>
          </a:p>
          <a:p>
            <a:pPr marL="0" indent="0">
              <a:buNone/>
            </a:pPr>
            <a:r>
              <a:rPr lang="en-US" dirty="0"/>
              <a:t>The detergent typically used is </a:t>
            </a:r>
            <a:r>
              <a:rPr lang="en-US" dirty="0">
                <a:hlinkClick r:id="rId2" tooltip="Triton X-100"/>
              </a:rPr>
              <a:t>Triton X-100</a:t>
            </a:r>
            <a:r>
              <a:rPr lang="en-US" dirty="0"/>
              <a:t>.</a:t>
            </a:r>
            <a:endParaRPr lang="en-US" dirty="0">
              <a:hlinkClick r:id="rId3" tooltip="Pasteurization"/>
            </a:endParaRPr>
          </a:p>
          <a:p>
            <a:r>
              <a:rPr lang="en-US" dirty="0" smtClean="0">
                <a:hlinkClick r:id="rId3" tooltip="Pasteurization"/>
              </a:rPr>
              <a:t>Pasteurization</a:t>
            </a:r>
            <a:r>
              <a:rPr lang="en-US" dirty="0"/>
              <a:t> (heating</a:t>
            </a:r>
            <a:r>
              <a:rPr lang="en-US" dirty="0" smtClean="0"/>
              <a:t>)</a:t>
            </a:r>
          </a:p>
          <a:p>
            <a:pPr marL="0" indent="0">
              <a:buNone/>
            </a:pPr>
            <a:r>
              <a:rPr lang="en-US" dirty="0"/>
              <a:t>Typical incubation lasts for 10 hours and is performed at 60°</a:t>
            </a:r>
            <a:r>
              <a:rPr lang="en-US" dirty="0">
                <a:hlinkClick r:id="rId4" tooltip="Celsius"/>
              </a:rPr>
              <a:t>C</a:t>
            </a:r>
            <a:endParaRPr lang="en-US" dirty="0"/>
          </a:p>
          <a:p>
            <a:r>
              <a:rPr lang="en-US" dirty="0"/>
              <a:t>Acidic pH </a:t>
            </a:r>
            <a:r>
              <a:rPr lang="en-US" dirty="0" smtClean="0"/>
              <a:t>inactivation</a:t>
            </a:r>
          </a:p>
          <a:p>
            <a:pPr marL="0" indent="0">
              <a:buNone/>
            </a:pPr>
            <a:r>
              <a:rPr lang="en-US" dirty="0"/>
              <a:t>Incubation for this process typically occurs at a pH of 4 and lasts anywhere between 6 </a:t>
            </a:r>
            <a:r>
              <a:rPr lang="en-US" dirty="0" smtClean="0"/>
              <a:t>hours.</a:t>
            </a:r>
          </a:p>
          <a:p>
            <a:r>
              <a:rPr lang="en-US" b="1" dirty="0"/>
              <a:t>Ultraviolet (UV) inactivation</a:t>
            </a:r>
            <a:r>
              <a:rPr lang="en-US" dirty="0"/>
              <a:t>[</a:t>
            </a:r>
            <a:r>
              <a:rPr lang="en-US" dirty="0">
                <a:hlinkClick r:id="rId5" tooltip="Edit section: Ultraviolet (UV) inactivation"/>
              </a:rPr>
              <a:t>edit</a:t>
            </a:r>
            <a:r>
              <a:rPr lang="en-US" dirty="0"/>
              <a:t>]</a:t>
            </a:r>
            <a:endParaRPr lang="en-US" b="1" dirty="0"/>
          </a:p>
          <a:p>
            <a:pPr marL="0" indent="0">
              <a:buNone/>
            </a:pPr>
            <a:r>
              <a:rPr lang="en-US" dirty="0"/>
              <a:t>UV rays can damage the DNA of living organisms by creating nucleic acid dimers. </a:t>
            </a:r>
          </a:p>
          <a:p>
            <a:pPr marL="0" indent="0">
              <a:buNone/>
            </a:pPr>
            <a:endParaRPr lang="en-US" dirty="0"/>
          </a:p>
          <a:p>
            <a:endParaRPr lang="en-US" dirty="0"/>
          </a:p>
        </p:txBody>
      </p:sp>
    </p:spTree>
    <p:extLst>
      <p:ext uri="{BB962C8B-B14F-4D97-AF65-F5344CB8AC3E}">
        <p14:creationId xmlns:p14="http://schemas.microsoft.com/office/powerpoint/2010/main" val="303712014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solidFill>
                  <a:srgbClr val="FF0000"/>
                </a:solidFill>
              </a:rPr>
              <a:t>Third method: Transgenic </a:t>
            </a:r>
            <a:r>
              <a:rPr lang="en-US" b="1" dirty="0" err="1" smtClean="0">
                <a:solidFill>
                  <a:srgbClr val="FF0000"/>
                </a:solidFill>
              </a:rPr>
              <a:t>Mabs</a:t>
            </a:r>
            <a:endParaRPr lang="en-US" b="1" dirty="0">
              <a:solidFill>
                <a:srgbClr val="FF0000"/>
              </a:solidFill>
            </a:endParaRPr>
          </a:p>
        </p:txBody>
      </p:sp>
      <p:sp>
        <p:nvSpPr>
          <p:cNvPr id="3" name="Content Placeholder 2"/>
          <p:cNvSpPr>
            <a:spLocks noGrp="1"/>
          </p:cNvSpPr>
          <p:nvPr>
            <p:ph idx="1"/>
          </p:nvPr>
        </p:nvSpPr>
        <p:spPr/>
        <p:txBody>
          <a:bodyPr>
            <a:normAutofit fontScale="92500" lnSpcReduction="10000"/>
          </a:bodyPr>
          <a:lstStyle/>
          <a:p>
            <a:r>
              <a:rPr lang="en-US" dirty="0"/>
              <a:t>Transgenic animals represent another technology for obtaining fully human </a:t>
            </a:r>
            <a:r>
              <a:rPr lang="en-US" dirty="0" err="1"/>
              <a:t>mAbs</a:t>
            </a:r>
            <a:r>
              <a:rPr lang="en-US" dirty="0"/>
              <a:t> </a:t>
            </a:r>
            <a:r>
              <a:rPr lang="en-US" dirty="0" smtClean="0"/>
              <a:t>. </a:t>
            </a:r>
            <a:r>
              <a:rPr lang="en-US" dirty="0"/>
              <a:t>This technology was introduced in 1994 by the publication </a:t>
            </a:r>
            <a:r>
              <a:rPr lang="en-US" dirty="0" smtClean="0"/>
              <a:t>of the  </a:t>
            </a:r>
            <a:r>
              <a:rPr lang="en-US" dirty="0"/>
              <a:t>transgenic mouse </a:t>
            </a:r>
            <a:r>
              <a:rPr lang="en-US" dirty="0" smtClean="0"/>
              <a:t>line the </a:t>
            </a:r>
            <a:r>
              <a:rPr lang="en-US" dirty="0" err="1" smtClean="0"/>
              <a:t>HuMabMouse</a:t>
            </a:r>
            <a:r>
              <a:rPr lang="en-US" dirty="0" smtClean="0"/>
              <a:t>. </a:t>
            </a:r>
            <a:r>
              <a:rPr lang="en-US" dirty="0"/>
              <a:t>The lines were genetically modified such that human </a:t>
            </a:r>
            <a:r>
              <a:rPr lang="en-US" dirty="0" smtClean="0"/>
              <a:t>Ig </a:t>
            </a:r>
            <a:r>
              <a:rPr lang="en-US" dirty="0"/>
              <a:t>genes were inserted into the genome, replacing the endogenous Ig genes and making these animals capable of synthesizing fully human antibodies upon </a:t>
            </a:r>
            <a:r>
              <a:rPr lang="en-US" dirty="0" smtClean="0"/>
              <a:t>immunization</a:t>
            </a:r>
          </a:p>
          <a:p>
            <a:r>
              <a:rPr lang="en-US" dirty="0" smtClean="0"/>
              <a:t> </a:t>
            </a:r>
            <a:r>
              <a:rPr lang="en-US" dirty="0"/>
              <a:t>The first human antibody generated in a transgenic mouse to anti-epidermal growth factor receptor (EGFR), </a:t>
            </a:r>
            <a:r>
              <a:rPr lang="en-US" dirty="0" err="1"/>
              <a:t>panitumumab</a:t>
            </a:r>
            <a:r>
              <a:rPr lang="en-US" dirty="0"/>
              <a:t>, was approved by the US FDA in </a:t>
            </a:r>
            <a:r>
              <a:rPr lang="en-US" dirty="0" smtClean="0"/>
              <a:t>2006. </a:t>
            </a:r>
          </a:p>
          <a:p>
            <a:r>
              <a:rPr lang="en-US" dirty="0" smtClean="0"/>
              <a:t>. </a:t>
            </a:r>
            <a:r>
              <a:rPr lang="en-US" dirty="0"/>
              <a:t>Depending on the immunization protocol, high-affinity human antibodies can be obtained through further selection of </a:t>
            </a:r>
            <a:r>
              <a:rPr lang="en-US" dirty="0" err="1"/>
              <a:t>hybridoma</a:t>
            </a:r>
            <a:r>
              <a:rPr lang="en-US" dirty="0"/>
              <a:t> clones generated from immunized transgenic mice.</a:t>
            </a:r>
          </a:p>
        </p:txBody>
      </p:sp>
    </p:spTree>
    <p:extLst>
      <p:ext uri="{BB962C8B-B14F-4D97-AF65-F5344CB8AC3E}">
        <p14:creationId xmlns:p14="http://schemas.microsoft.com/office/powerpoint/2010/main" val="277715966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4" name="Content Placeholder 3"/>
          <p:cNvPicPr>
            <a:picLocks noGrp="1" noChangeAspect="1"/>
          </p:cNvPicPr>
          <p:nvPr>
            <p:ph idx="1"/>
          </p:nvPr>
        </p:nvPicPr>
        <p:blipFill>
          <a:blip r:embed="rId2"/>
          <a:stretch>
            <a:fillRect/>
          </a:stretch>
        </p:blipFill>
        <p:spPr>
          <a:xfrm>
            <a:off x="436880" y="81280"/>
            <a:ext cx="11328400" cy="6664960"/>
          </a:xfrm>
          <a:prstGeom prst="rect">
            <a:avLst/>
          </a:prstGeom>
        </p:spPr>
      </p:pic>
    </p:spTree>
    <p:extLst>
      <p:ext uri="{BB962C8B-B14F-4D97-AF65-F5344CB8AC3E}">
        <p14:creationId xmlns:p14="http://schemas.microsoft.com/office/powerpoint/2010/main" val="225680921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4" name="id-FE92B5CE-7E79-42FF-85DA-32698929F684" descr="Image.jpeg"/>
          <p:cNvPicPr>
            <a:picLocks noGrp="1"/>
          </p:cNvPicPr>
          <p:nvPr>
            <p:ph idx="1"/>
          </p:nvPr>
        </p:nvPicPr>
        <p:blipFill rotWithShape="1">
          <a:blip r:embed="rId2" r:link="rId3" cstate="print">
            <a:extLst>
              <a:ext uri="{28A0092B-C50C-407E-A947-70E740481C1C}">
                <a14:useLocalDpi xmlns:a14="http://schemas.microsoft.com/office/drawing/2010/main" val="0"/>
              </a:ext>
            </a:extLst>
          </a:blip>
          <a:srcRect l="28810" t="10347" r="14101" b="48793"/>
          <a:stretch/>
        </p:blipFill>
        <p:spPr bwMode="auto">
          <a:xfrm>
            <a:off x="213360" y="172720"/>
            <a:ext cx="11653520" cy="6350000"/>
          </a:xfrm>
          <a:prstGeom prst="rect">
            <a:avLst/>
          </a:prstGeom>
          <a:noFill/>
          <a:ln>
            <a:noFill/>
          </a:ln>
        </p:spPr>
      </p:pic>
    </p:spTree>
    <p:extLst>
      <p:ext uri="{BB962C8B-B14F-4D97-AF65-F5344CB8AC3E}">
        <p14:creationId xmlns:p14="http://schemas.microsoft.com/office/powerpoint/2010/main" val="406128472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Phage display method</a:t>
            </a:r>
            <a:endParaRPr lang="en-US" dirty="0"/>
          </a:p>
        </p:txBody>
      </p:sp>
      <p:sp>
        <p:nvSpPr>
          <p:cNvPr id="3" name="Content Placeholder 2"/>
          <p:cNvSpPr>
            <a:spLocks noGrp="1"/>
          </p:cNvSpPr>
          <p:nvPr>
            <p:ph idx="1"/>
          </p:nvPr>
        </p:nvSpPr>
        <p:spPr/>
        <p:txBody>
          <a:bodyPr>
            <a:normAutofit/>
          </a:bodyPr>
          <a:lstStyle/>
          <a:p>
            <a:endParaRPr lang="en-US" dirty="0" smtClean="0">
              <a:hlinkClick r:id="rId4"/>
            </a:endParaRPr>
          </a:p>
          <a:p>
            <a:r>
              <a:rPr lang="en-US" dirty="0" smtClean="0">
                <a:hlinkClick r:id="rId4"/>
              </a:rPr>
              <a:t>Methods of human Mab production</a:t>
            </a:r>
            <a:endParaRPr lang="en-US" dirty="0">
              <a:hlinkClick r:id="rId4"/>
            </a:endParaRPr>
          </a:p>
          <a:p>
            <a:pPr marL="0" indent="0">
              <a:buNone/>
            </a:pPr>
            <a:r>
              <a:rPr lang="en-US" dirty="0" smtClean="0">
                <a:hlinkClick r:id="rId4"/>
              </a:rPr>
              <a:t>https</a:t>
            </a:r>
            <a:r>
              <a:rPr lang="en-US" dirty="0">
                <a:hlinkClick r:id="rId4"/>
              </a:rPr>
              <a:t>://www.youtube.com/watch?v=O5_abD0eiIE</a:t>
            </a:r>
            <a:endParaRPr lang="en-US" dirty="0" smtClean="0"/>
          </a:p>
          <a:p>
            <a:endParaRPr lang="en-US" dirty="0"/>
          </a:p>
          <a:p>
            <a:r>
              <a:rPr lang="en-US" dirty="0" smtClean="0"/>
              <a:t>Phage display method</a:t>
            </a:r>
          </a:p>
          <a:p>
            <a:pPr marL="0" indent="0">
              <a:buNone/>
            </a:pPr>
            <a:r>
              <a:rPr lang="en-US" dirty="0" smtClean="0">
                <a:hlinkClick r:id="rId5"/>
              </a:rPr>
              <a:t>https</a:t>
            </a:r>
            <a:r>
              <a:rPr lang="en-US" dirty="0">
                <a:hlinkClick r:id="rId5"/>
              </a:rPr>
              <a:t>://www.youtube.com/watch?v=VgDF-N-73U0</a:t>
            </a:r>
            <a:endParaRPr lang="en-US" dirty="0" smtClean="0"/>
          </a:p>
          <a:p>
            <a:pPr marL="0" indent="0">
              <a:buNone/>
            </a:pPr>
            <a:endParaRPr lang="en-US" dirty="0"/>
          </a:p>
          <a:p>
            <a:r>
              <a:rPr lang="en-US" dirty="0" smtClean="0">
                <a:hlinkClick r:id="rId6"/>
              </a:rPr>
              <a:t>https</a:t>
            </a:r>
            <a:r>
              <a:rPr lang="en-US" dirty="0">
                <a:hlinkClick r:id="rId6"/>
              </a:rPr>
              <a:t>://www.youtube.com/watch?v=ybda36T-NXo</a:t>
            </a:r>
            <a:endParaRPr lang="en-US" dirty="0">
              <a:hlinkClick r:id="rId5"/>
            </a:endParaRPr>
          </a:p>
          <a:p>
            <a:pPr marL="0" indent="0">
              <a:buNone/>
            </a:pPr>
            <a:endParaRPr lang="en-US" dirty="0"/>
          </a:p>
        </p:txBody>
      </p:sp>
    </p:spTree>
    <p:custDataLst>
      <p:custData r:id="rId1"/>
      <p:tags r:id="rId2"/>
    </p:custDataLst>
    <p:extLst>
      <p:ext uri="{BB962C8B-B14F-4D97-AF65-F5344CB8AC3E}">
        <p14:creationId xmlns:p14="http://schemas.microsoft.com/office/powerpoint/2010/main" val="2737084365"/>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Common Strategies for Virus Clearance in </a:t>
            </a:r>
            <a:r>
              <a:rPr lang="en-US" dirty="0" err="1"/>
              <a:t>mAb</a:t>
            </a:r>
            <a:r>
              <a:rPr lang="en-US" dirty="0"/>
              <a:t> Purification</a:t>
            </a:r>
            <a:br>
              <a:rPr lang="en-US" dirty="0"/>
            </a:br>
            <a:endParaRPr lang="en-US" dirty="0"/>
          </a:p>
        </p:txBody>
      </p:sp>
      <p:sp>
        <p:nvSpPr>
          <p:cNvPr id="3" name="Content Placeholder 2"/>
          <p:cNvSpPr>
            <a:spLocks noGrp="1"/>
          </p:cNvSpPr>
          <p:nvPr>
            <p:ph idx="1"/>
          </p:nvPr>
        </p:nvSpPr>
        <p:spPr/>
        <p:txBody>
          <a:bodyPr/>
          <a:lstStyle/>
          <a:p>
            <a:pPr marL="0" indent="0">
              <a:buNone/>
            </a:pPr>
            <a:endParaRPr lang="en-US" dirty="0"/>
          </a:p>
          <a:p>
            <a:r>
              <a:rPr lang="en-US" dirty="0"/>
              <a:t>Achieving zero risk of viral contamination in biologic production is impossible. But a strategy to ensure safety of biopharmaceuticals through risk mitigation involves careful choice and extensive testing of source materials; confirmed absence of contaminating infectious viruses in intermediates at relevant steps in a production process; and assessment of how well a manufacturing process inactivates and removes viruses. Quantitative polymerase chain reaction (qPCR) can be used to assess virus removal.</a:t>
            </a:r>
          </a:p>
          <a:p>
            <a:endParaRPr lang="en-US" dirty="0"/>
          </a:p>
        </p:txBody>
      </p:sp>
    </p:spTree>
    <p:extLst>
      <p:ext uri="{BB962C8B-B14F-4D97-AF65-F5344CB8AC3E}">
        <p14:creationId xmlns:p14="http://schemas.microsoft.com/office/powerpoint/2010/main" val="260458728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Affinity Chromatography</a:t>
            </a:r>
            <a:r>
              <a:rPr lang="en-US" dirty="0"/>
              <a:t/>
            </a:r>
            <a:br>
              <a:rPr lang="en-US" dirty="0"/>
            </a:br>
            <a:endParaRPr lang="en-US" dirty="0"/>
          </a:p>
        </p:txBody>
      </p:sp>
      <p:sp>
        <p:nvSpPr>
          <p:cNvPr id="3" name="Content Placeholder 2"/>
          <p:cNvSpPr>
            <a:spLocks noGrp="1"/>
          </p:cNvSpPr>
          <p:nvPr>
            <p:ph idx="1"/>
          </p:nvPr>
        </p:nvSpPr>
        <p:spPr/>
        <p:txBody>
          <a:bodyPr>
            <a:normAutofit fontScale="92500" lnSpcReduction="10000"/>
          </a:bodyPr>
          <a:lstStyle/>
          <a:p>
            <a:pPr fontAlgn="base"/>
            <a:r>
              <a:rPr lang="en-US" dirty="0" err="1" smtClean="0"/>
              <a:t>MAb</a:t>
            </a:r>
            <a:r>
              <a:rPr lang="en-US" dirty="0" smtClean="0"/>
              <a:t> </a:t>
            </a:r>
            <a:r>
              <a:rPr lang="en-US" dirty="0"/>
              <a:t>capture is widely performed by Protein A affinity chromatography. Besides the efficient removal of process-related impurities like host cell proteins and DNA, Protein A can be used for virus removal. </a:t>
            </a:r>
            <a:r>
              <a:rPr lang="en-US" dirty="0" smtClean="0"/>
              <a:t>Most </a:t>
            </a:r>
            <a:r>
              <a:rPr lang="en-US" dirty="0"/>
              <a:t>viruses flow through the column. </a:t>
            </a:r>
            <a:endParaRPr lang="en-US" dirty="0" smtClean="0"/>
          </a:p>
          <a:p>
            <a:pPr fontAlgn="base"/>
            <a:r>
              <a:rPr lang="en-US" dirty="0" smtClean="0"/>
              <a:t>As </a:t>
            </a:r>
            <a:r>
              <a:rPr lang="en-US" dirty="0"/>
              <a:t>Protein A is eluted at acidic pH, a chemical inactivation of enveloped viruses by denaturation of the envelope proteins is typically performed. Generally this inactivation step is performed at pH 3.0-4.0.3.  </a:t>
            </a:r>
            <a:endParaRPr lang="en-US" dirty="0" smtClean="0"/>
          </a:p>
          <a:p>
            <a:pPr fontAlgn="base"/>
            <a:r>
              <a:rPr lang="en-US" dirty="0" smtClean="0"/>
              <a:t>As </a:t>
            </a:r>
            <a:r>
              <a:rPr lang="en-US" dirty="0" err="1"/>
              <a:t>mAbs</a:t>
            </a:r>
            <a:r>
              <a:rPr lang="en-US" dirty="0"/>
              <a:t> are typically basic proteins,  at pH 6-8 viruses are retained by the electropositive ligand whereas most </a:t>
            </a:r>
            <a:r>
              <a:rPr lang="en-US" dirty="0" err="1"/>
              <a:t>mAbs</a:t>
            </a:r>
            <a:r>
              <a:rPr lang="en-US" dirty="0"/>
              <a:t> pass the column</a:t>
            </a:r>
            <a:r>
              <a:rPr lang="en-US" dirty="0" smtClean="0"/>
              <a:t>.</a:t>
            </a:r>
          </a:p>
          <a:p>
            <a:pPr fontAlgn="base"/>
            <a:r>
              <a:rPr lang="en-US" dirty="0" smtClean="0"/>
              <a:t> </a:t>
            </a:r>
            <a:r>
              <a:rPr lang="en-US" dirty="0"/>
              <a:t>Protein </a:t>
            </a:r>
            <a:r>
              <a:rPr lang="en-US" dirty="0" smtClean="0"/>
              <a:t>A/G </a:t>
            </a:r>
            <a:r>
              <a:rPr lang="en-US" dirty="0" err="1"/>
              <a:t>chrom</a:t>
            </a:r>
            <a:r>
              <a:rPr lang="en-US" dirty="0"/>
              <a:t>. were very effective for eliminating both enveloped and non-enveloped viruses</a:t>
            </a:r>
          </a:p>
          <a:p>
            <a:endParaRPr lang="en-US" dirty="0"/>
          </a:p>
        </p:txBody>
      </p:sp>
    </p:spTree>
    <p:extLst>
      <p:ext uri="{BB962C8B-B14F-4D97-AF65-F5344CB8AC3E}">
        <p14:creationId xmlns:p14="http://schemas.microsoft.com/office/powerpoint/2010/main" val="290796207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pH Treatment</a:t>
            </a:r>
            <a:endParaRPr lang="en-US" dirty="0"/>
          </a:p>
        </p:txBody>
      </p:sp>
      <p:sp>
        <p:nvSpPr>
          <p:cNvPr id="3" name="Content Placeholder 2"/>
          <p:cNvSpPr>
            <a:spLocks noGrp="1"/>
          </p:cNvSpPr>
          <p:nvPr>
            <p:ph idx="1"/>
          </p:nvPr>
        </p:nvSpPr>
        <p:spPr/>
        <p:txBody>
          <a:bodyPr/>
          <a:lstStyle/>
          <a:p>
            <a:r>
              <a:rPr lang="en-US" dirty="0"/>
              <a:t> Direct exposure of process intermediate to pH extremes has been used for viral clearance in biopharmaceutical manufacturing. </a:t>
            </a:r>
            <a:endParaRPr lang="en-US" dirty="0" smtClean="0"/>
          </a:p>
          <a:p>
            <a:r>
              <a:rPr lang="en-US" dirty="0" smtClean="0"/>
              <a:t>studies </a:t>
            </a:r>
            <a:r>
              <a:rPr lang="en-US" dirty="0"/>
              <a:t>have proven that low pH treatment (e.g., pH 3.0–3.6) of </a:t>
            </a:r>
            <a:r>
              <a:rPr lang="en-US" dirty="0" err="1"/>
              <a:t>MAbs</a:t>
            </a:r>
            <a:r>
              <a:rPr lang="en-US" dirty="0"/>
              <a:t> following affinity chromatography is effective against enveloped viruses. </a:t>
            </a:r>
            <a:endParaRPr lang="en-US" dirty="0" smtClean="0"/>
          </a:p>
          <a:p>
            <a:r>
              <a:rPr lang="en-US" dirty="0" smtClean="0"/>
              <a:t>High </a:t>
            </a:r>
            <a:r>
              <a:rPr lang="en-US" dirty="0"/>
              <a:t>pH treatment using a sodium hydroxide solution is used to sanitize many chromatography columns, which can be effective against both enveloped and </a:t>
            </a:r>
            <a:r>
              <a:rPr lang="en-US" dirty="0" err="1"/>
              <a:t>nonenveloped</a:t>
            </a:r>
            <a:r>
              <a:rPr lang="en-US" dirty="0"/>
              <a:t> viruses. </a:t>
            </a:r>
          </a:p>
          <a:p>
            <a:endParaRPr lang="en-US" dirty="0"/>
          </a:p>
        </p:txBody>
      </p:sp>
    </p:spTree>
    <p:extLst>
      <p:ext uri="{BB962C8B-B14F-4D97-AF65-F5344CB8AC3E}">
        <p14:creationId xmlns:p14="http://schemas.microsoft.com/office/powerpoint/2010/main" val="30632792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Solvent/Detergent</a:t>
            </a:r>
            <a:endParaRPr lang="en-US" dirty="0"/>
          </a:p>
        </p:txBody>
      </p:sp>
      <p:sp>
        <p:nvSpPr>
          <p:cNvPr id="3" name="Content Placeholder 2"/>
          <p:cNvSpPr>
            <a:spLocks noGrp="1"/>
          </p:cNvSpPr>
          <p:nvPr>
            <p:ph idx="1"/>
          </p:nvPr>
        </p:nvSpPr>
        <p:spPr/>
        <p:txBody>
          <a:bodyPr>
            <a:normAutofit fontScale="62500" lnSpcReduction="20000"/>
          </a:bodyPr>
          <a:lstStyle/>
          <a:p>
            <a:r>
              <a:rPr lang="en-US" dirty="0" smtClean="0"/>
              <a:t>Treatment </a:t>
            </a:r>
            <a:r>
              <a:rPr lang="en-US" dirty="0"/>
              <a:t>of plasma-derived products with 0.3% tri(n-butyl) phosphate (TNBP)/0.2% sodium cholate (CA) can provide effective inactivation of </a:t>
            </a:r>
            <a:r>
              <a:rPr lang="en-US" dirty="0" smtClean="0"/>
              <a:t>infectious viruses.  </a:t>
            </a:r>
            <a:r>
              <a:rPr lang="en-US" dirty="0"/>
              <a:t>A detergent solubilizes a viral envelope’s lipid membrane structure. That disruption prevents a virus from binding to or infecting cells, thus rendering it inactive</a:t>
            </a:r>
            <a:r>
              <a:rPr lang="en-US" dirty="0" smtClean="0"/>
              <a:t>.</a:t>
            </a:r>
            <a:r>
              <a:rPr lang="en-US" dirty="0"/>
              <a:t> It is important to note that this process does not inactivate </a:t>
            </a:r>
            <a:r>
              <a:rPr lang="en-US" dirty="0" err="1"/>
              <a:t>nonenveloped</a:t>
            </a:r>
            <a:r>
              <a:rPr lang="en-US" dirty="0"/>
              <a:t> viruses. </a:t>
            </a:r>
          </a:p>
          <a:p>
            <a:r>
              <a:rPr lang="en-US" dirty="0" smtClean="0"/>
              <a:t>But </a:t>
            </a:r>
            <a:r>
              <a:rPr lang="en-US" dirty="0"/>
              <a:t>because S/D targets lipids and lipid derivatives, this technique generally does not affect the potency of recombinant protein products .</a:t>
            </a:r>
          </a:p>
          <a:p>
            <a:endParaRPr lang="en-US" dirty="0"/>
          </a:p>
          <a:p>
            <a:r>
              <a:rPr lang="en-US" dirty="0"/>
              <a:t>A solvent/detergent step based on 1% triton X-100 rapidly inactivating a range of enveloped viruses by &gt;6 log inactivation within 1 min of a 60 min treatment time.</a:t>
            </a:r>
          </a:p>
          <a:p>
            <a:pPr marL="0" indent="0">
              <a:buNone/>
            </a:pPr>
            <a:r>
              <a:rPr lang="en-US" dirty="0"/>
              <a:t> </a:t>
            </a:r>
          </a:p>
          <a:p>
            <a:r>
              <a:rPr lang="en-US" dirty="0" err="1"/>
              <a:t>Caprylic</a:t>
            </a:r>
            <a:r>
              <a:rPr lang="en-US" dirty="0"/>
              <a:t> acid (CA) is described as a standard precipitation method for the isolation of immunoglobulins (</a:t>
            </a:r>
            <a:r>
              <a:rPr lang="en-US" dirty="0" err="1"/>
              <a:t>IgGs</a:t>
            </a:r>
            <a:r>
              <a:rPr lang="en-US" dirty="0"/>
              <a:t>) from plasma. More recently, CA-induced impurity precipitation is reported as an alternative method to polishing column chromatography to intensify recombinant </a:t>
            </a:r>
            <a:r>
              <a:rPr lang="en-US" dirty="0" err="1"/>
              <a:t>mAb</a:t>
            </a:r>
            <a:r>
              <a:rPr lang="en-US" dirty="0"/>
              <a:t> purification processes. Besides product purification, the </a:t>
            </a:r>
            <a:r>
              <a:rPr lang="en-US" dirty="0" err="1"/>
              <a:t>undissociated</a:t>
            </a:r>
            <a:r>
              <a:rPr lang="en-US" dirty="0"/>
              <a:t> and lipophilic form of CA acts as a virus inactivating agent by disrupting the integrity of the lipid coat of enveloped viruses.</a:t>
            </a:r>
          </a:p>
          <a:p>
            <a:endParaRPr lang="en-US" dirty="0"/>
          </a:p>
        </p:txBody>
      </p:sp>
    </p:spTree>
    <p:extLst>
      <p:ext uri="{BB962C8B-B14F-4D97-AF65-F5344CB8AC3E}">
        <p14:creationId xmlns:p14="http://schemas.microsoft.com/office/powerpoint/2010/main" val="326491944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Heat treatment</a:t>
            </a:r>
            <a:endParaRPr lang="en-US" dirty="0"/>
          </a:p>
        </p:txBody>
      </p:sp>
      <p:sp>
        <p:nvSpPr>
          <p:cNvPr id="3" name="Content Placeholder 2"/>
          <p:cNvSpPr>
            <a:spLocks noGrp="1"/>
          </p:cNvSpPr>
          <p:nvPr>
            <p:ph idx="1"/>
          </p:nvPr>
        </p:nvSpPr>
        <p:spPr/>
        <p:txBody>
          <a:bodyPr>
            <a:normAutofit/>
          </a:bodyPr>
          <a:lstStyle/>
          <a:p>
            <a:r>
              <a:rPr lang="en-US" dirty="0" smtClean="0"/>
              <a:t>Heat Treatment for viral inactivation usually performed above 70</a:t>
            </a:r>
            <a:r>
              <a:rPr lang="en-US" baseline="30000" dirty="0" smtClean="0"/>
              <a:t>0</a:t>
            </a:r>
            <a:r>
              <a:rPr lang="en-US" dirty="0" smtClean="0"/>
              <a:t>C. This </a:t>
            </a:r>
            <a:r>
              <a:rPr lang="en-US" dirty="0"/>
              <a:t>method typically causes three-dimensional changes in the structure of viral proteins, rendering viruses nonfunctional or inactive. </a:t>
            </a:r>
          </a:p>
          <a:p>
            <a:r>
              <a:rPr lang="en-US" dirty="0"/>
              <a:t>Typical incubation lasts for 10 hours and is performed at 60°</a:t>
            </a:r>
            <a:r>
              <a:rPr lang="en-US" dirty="0">
                <a:hlinkClick r:id="rId2" tooltip="Celsius"/>
              </a:rPr>
              <a:t>C</a:t>
            </a:r>
            <a:endParaRPr lang="en-US" dirty="0"/>
          </a:p>
          <a:p>
            <a:endParaRPr lang="en-US" dirty="0"/>
          </a:p>
          <a:p>
            <a:r>
              <a:rPr lang="en-US" dirty="0"/>
              <a:t>IgG denaturation becomes significantly irreversible at temperatures higher than 65 °C. IgG almost completely loses its antigen-binding activity after heat treatment for several minutes at 90 °</a:t>
            </a:r>
            <a:r>
              <a:rPr lang="en-US" dirty="0" smtClean="0"/>
              <a:t>C.  </a:t>
            </a:r>
            <a:endParaRPr lang="en-US" dirty="0"/>
          </a:p>
          <a:p>
            <a:endParaRPr lang="en-US" dirty="0"/>
          </a:p>
        </p:txBody>
      </p:sp>
    </p:spTree>
    <p:extLst>
      <p:ext uri="{BB962C8B-B14F-4D97-AF65-F5344CB8AC3E}">
        <p14:creationId xmlns:p14="http://schemas.microsoft.com/office/powerpoint/2010/main" val="142335198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Virus Reduction Filtration</a:t>
            </a:r>
            <a:endParaRPr lang="en-US" dirty="0"/>
          </a:p>
        </p:txBody>
      </p:sp>
      <p:sp>
        <p:nvSpPr>
          <p:cNvPr id="3" name="Content Placeholder 2"/>
          <p:cNvSpPr>
            <a:spLocks noGrp="1"/>
          </p:cNvSpPr>
          <p:nvPr>
            <p:ph idx="1"/>
          </p:nvPr>
        </p:nvSpPr>
        <p:spPr/>
        <p:txBody>
          <a:bodyPr/>
          <a:lstStyle/>
          <a:p>
            <a:pPr marL="0" indent="0">
              <a:buNone/>
            </a:pPr>
            <a:endParaRPr lang="en-US" dirty="0"/>
          </a:p>
          <a:p>
            <a:r>
              <a:rPr lang="en-US" dirty="0"/>
              <a:t> Many purification processes for biopharmaceuticals use virus-reduction filtration as an integral part of an overall strategy for viral clearance in upstream an downstream applications. </a:t>
            </a:r>
            <a:endParaRPr lang="en-US" dirty="0" smtClean="0"/>
          </a:p>
          <a:p>
            <a:r>
              <a:rPr lang="en-US" dirty="0" smtClean="0"/>
              <a:t>Virus-reduction </a:t>
            </a:r>
            <a:r>
              <a:rPr lang="en-US" dirty="0"/>
              <a:t>filters can provide robust and effective removal of large- and medium-sized viruses. Such filters also can effectively remove very small viruses (e.g., parvoviruses) with pore sizes ≤20 nm. Virus removal by virus filtration step was also confirmed to be effective for those viruses of about 50nm or greater</a:t>
            </a:r>
          </a:p>
          <a:p>
            <a:endParaRPr lang="en-US" dirty="0"/>
          </a:p>
        </p:txBody>
      </p:sp>
    </p:spTree>
    <p:extLst>
      <p:ext uri="{BB962C8B-B14F-4D97-AF65-F5344CB8AC3E}">
        <p14:creationId xmlns:p14="http://schemas.microsoft.com/office/powerpoint/2010/main" val="114351737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Gamma Irradiation</a:t>
            </a:r>
            <a:endParaRPr lang="en-US" dirty="0"/>
          </a:p>
        </p:txBody>
      </p:sp>
      <p:sp>
        <p:nvSpPr>
          <p:cNvPr id="3" name="Content Placeholder 2"/>
          <p:cNvSpPr>
            <a:spLocks noGrp="1"/>
          </p:cNvSpPr>
          <p:nvPr>
            <p:ph idx="1"/>
          </p:nvPr>
        </p:nvSpPr>
        <p:spPr/>
        <p:txBody>
          <a:bodyPr/>
          <a:lstStyle/>
          <a:p>
            <a:r>
              <a:rPr lang="en-US" dirty="0"/>
              <a:t> Gamma irradiation has been used for decades as an effective method of pathogen inactivation of relatively inert materials. Until recently, its application to biologicals has resulted in unacceptable losses in functional activity. </a:t>
            </a:r>
            <a:endParaRPr lang="en-US" dirty="0" smtClean="0"/>
          </a:p>
          <a:p>
            <a:r>
              <a:rPr lang="en-US" dirty="0" smtClean="0"/>
              <a:t>the </a:t>
            </a:r>
            <a:r>
              <a:rPr lang="en-US" dirty="0"/>
              <a:t>damaging secondary effects of gamma irradiation can be controlled while maintaining the pathogen inactivation properties due to damage by primary effects. Control is achieved by a combination of protection from free radical damage to a monoclonal antibody through the use of the </a:t>
            </a:r>
            <a:r>
              <a:rPr lang="en-US" b="1" dirty="0"/>
              <a:t>antioxidant ascorbate and by freeze-drying to minimize the potential for generating free radicals</a:t>
            </a:r>
            <a:r>
              <a:rPr lang="en-US" dirty="0"/>
              <a:t>. </a:t>
            </a:r>
          </a:p>
          <a:p>
            <a:endParaRPr lang="en-US" dirty="0"/>
          </a:p>
        </p:txBody>
      </p:sp>
    </p:spTree>
    <p:extLst>
      <p:ext uri="{BB962C8B-B14F-4D97-AF65-F5344CB8AC3E}">
        <p14:creationId xmlns:p14="http://schemas.microsoft.com/office/powerpoint/2010/main" val="2921166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Ultraviolet-C</a:t>
            </a:r>
            <a:r>
              <a:rPr lang="en-US" dirty="0"/>
              <a:t> </a:t>
            </a:r>
            <a:r>
              <a:rPr lang="en-US" b="1" dirty="0"/>
              <a:t>(UV-C)</a:t>
            </a:r>
            <a:endParaRPr lang="en-US" dirty="0"/>
          </a:p>
        </p:txBody>
      </p:sp>
      <p:sp>
        <p:nvSpPr>
          <p:cNvPr id="3" name="Content Placeholder 2"/>
          <p:cNvSpPr>
            <a:spLocks noGrp="1"/>
          </p:cNvSpPr>
          <p:nvPr>
            <p:ph idx="1"/>
          </p:nvPr>
        </p:nvSpPr>
        <p:spPr/>
        <p:txBody>
          <a:bodyPr/>
          <a:lstStyle/>
          <a:p>
            <a:r>
              <a:rPr lang="en-US" dirty="0"/>
              <a:t>  </a:t>
            </a:r>
            <a:r>
              <a:rPr lang="en-US" dirty="0" smtClean="0"/>
              <a:t>uses UV-C</a:t>
            </a:r>
            <a:r>
              <a:rPr lang="en-US" dirty="0"/>
              <a:t> light </a:t>
            </a:r>
            <a:r>
              <a:rPr lang="en-US" dirty="0" smtClean="0"/>
              <a:t>low-dose </a:t>
            </a:r>
            <a:r>
              <a:rPr lang="en-US" dirty="0"/>
              <a:t>radiation at 254 nm to destroy viral nucleic acids while maintaining structural and functional integrity of manufactured </a:t>
            </a:r>
            <a:r>
              <a:rPr lang="en-US" dirty="0" smtClean="0"/>
              <a:t>proteins. </a:t>
            </a:r>
          </a:p>
          <a:p>
            <a:r>
              <a:rPr lang="en-US" dirty="0" smtClean="0"/>
              <a:t>Researchers </a:t>
            </a:r>
            <a:r>
              <a:rPr lang="en-US" dirty="0"/>
              <a:t>are exploring the application of this technology for treating cell culture media used for recombinant protein production as a means for mitigating viral contamination risk.</a:t>
            </a:r>
          </a:p>
          <a:p>
            <a:r>
              <a:rPr lang="en-US" dirty="0"/>
              <a:t>UV-C light was shown to induce very little damage to monoclonal </a:t>
            </a:r>
            <a:r>
              <a:rPr lang="en-US" b="1" dirty="0"/>
              <a:t>antibodies</a:t>
            </a:r>
            <a:r>
              <a:rPr lang="en-US" dirty="0"/>
              <a:t> at lower fluencies and appears to be a viable option for viral </a:t>
            </a:r>
            <a:r>
              <a:rPr lang="en-US" b="1" dirty="0"/>
              <a:t>inactivation</a:t>
            </a:r>
            <a:r>
              <a:rPr lang="en-US" dirty="0"/>
              <a:t> in biotechnology applications.</a:t>
            </a:r>
          </a:p>
          <a:p>
            <a:endParaRPr lang="en-US" dirty="0"/>
          </a:p>
        </p:txBody>
      </p:sp>
    </p:spTree>
    <p:extLst>
      <p:ext uri="{BB962C8B-B14F-4D97-AF65-F5344CB8AC3E}">
        <p14:creationId xmlns:p14="http://schemas.microsoft.com/office/powerpoint/2010/main" val="1937463093"/>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THENA.CUSTOMXMLID" val="{9B884F4D-B553-459E-BFBE-C9A2D6E8FC1D}"/>
  <p:tag name="ATHENA.CUSTOMXMLCONTENT" val="&lt;?xml version=&quot;1.0&quot;?&gt;&lt;athena xmlns=&quot;http://schemas.microsoft.com/edu/athena&quot; version=&quot;0.1.3517.0&quot;&gt;&lt;timings duration=&quot;29203&quot;/&gt;&lt;/athena&gt;"/>
</p:tagLst>
</file>

<file path=ppt/tags/tag2.xml><?xml version="1.0" encoding="utf-8"?>
<p:tagLst xmlns:a="http://schemas.openxmlformats.org/drawingml/2006/main" xmlns:r="http://schemas.openxmlformats.org/officeDocument/2006/relationships" xmlns:p="http://schemas.openxmlformats.org/presentationml/2006/main">
  <p:tag name="ATHENA.CUSTOMXMLID" val="{1D06E103-341E-45BC-B586-FC1B7D9C0423}"/>
  <p:tag name="ATHENA.CUSTOMXMLCONTENT" val="&lt;?xml version=&quot;1.0&quot;?&gt;&lt;athena xmlns=&quot;http://schemas.microsoft.com/edu/athena&quot; version=&quot;0.1.3517.0&quot;&gt;&lt;timings duration=&quot;84303&quot;/&gt;&lt;/athena&gt;"/>
</p:tagLst>
</file>

<file path=ppt/tags/tag3.xml><?xml version="1.0" encoding="utf-8"?>
<p:tagLst xmlns:a="http://schemas.openxmlformats.org/drawingml/2006/main" xmlns:r="http://schemas.openxmlformats.org/officeDocument/2006/relationships" xmlns:p="http://schemas.openxmlformats.org/presentationml/2006/main">
  <p:tag name="ATHENA.CUSTOMXMLID" val="{8813A06A-8D79-48DB-8E3D-38A3675C1C7B}"/>
  <p:tag name="ATHENA.CUSTOMXMLCONTENT" val="&lt;?xml version=&quot;1.0&quot;?&gt;&lt;athena xmlns=&quot;http://schemas.microsoft.com/edu/athena&quot; version=&quot;0.1.3517.0&quot;&gt;&lt;timings duration=&quot;27219&quot;/&gt;&lt;/athena&gt;"/>
</p:tagLst>
</file>

<file path=ppt/tags/tag4.xml><?xml version="1.0" encoding="utf-8"?>
<p:tagLst xmlns:a="http://schemas.openxmlformats.org/drawingml/2006/main" xmlns:r="http://schemas.openxmlformats.org/officeDocument/2006/relationships" xmlns:p="http://schemas.openxmlformats.org/presentationml/2006/main">
  <p:tag name="ATHENA.CUSTOMXMLID" val="{F38D548F-1400-43ED-A049-BD8C2AABCD96}"/>
  <p:tag name="ATHENA.CUSTOMXMLCONTENT" val="&lt;?xml version=&quot;1.0&quot;?&gt;&lt;athena xmlns=&quot;http://schemas.microsoft.com/edu/athena&quot; version=&quot;0.1.3517.0&quot;&gt;&lt;timings duration=&quot;84197&quot;/&gt;&lt;/athena&gt;"/>
</p:tagLst>
</file>

<file path=ppt/tags/tag5.xml><?xml version="1.0" encoding="utf-8"?>
<p:tagLst xmlns:a="http://schemas.openxmlformats.org/drawingml/2006/main" xmlns:r="http://schemas.openxmlformats.org/officeDocument/2006/relationships" xmlns:p="http://schemas.openxmlformats.org/presentationml/2006/main">
  <p:tag name="ATHENA.CUSTOMXMLID" val="{C6F7DF11-23D1-4165-9418-D8C69EAE6EF3}"/>
  <p:tag name="ATHENA.CUSTOMXMLCONTENT" val="&lt;?xml version=&quot;1.0&quot;?&gt;&lt;athena xmlns=&quot;http://schemas.microsoft.com/edu/athena&quot; version=&quot;0.1.3517.0&quot;&gt;&lt;timings duration=&quot;155498&quot;/&gt;&lt;/athena&gt;"/>
</p:tagLst>
</file>

<file path=ppt/tags/tag6.xml><?xml version="1.0" encoding="utf-8"?>
<p:tagLst xmlns:a="http://schemas.openxmlformats.org/drawingml/2006/main" xmlns:r="http://schemas.openxmlformats.org/officeDocument/2006/relationships" xmlns:p="http://schemas.openxmlformats.org/presentationml/2006/main">
  <p:tag name="ATHENA.CUSTOMXMLID" val="{D8058B93-EAAF-4F00-80D5-4D3FF22965D6}"/>
  <p:tag name="ATHENA.CUSTOMXMLCONTENT" val="&lt;?xml version=&quot;1.0&quot;?&gt;&lt;athena xmlns=&quot;http://schemas.microsoft.com/edu/athena&quot; version=&quot;0.1.3517.0&quot;&gt;&lt;timings duration=&quot;104944&quot;/&gt;&lt;/athena&gt;"/>
</p:tagLst>
</file>

<file path=ppt/tags/tag7.xml><?xml version="1.0" encoding="utf-8"?>
<p:tagLst xmlns:a="http://schemas.openxmlformats.org/drawingml/2006/main" xmlns:r="http://schemas.openxmlformats.org/officeDocument/2006/relationships" xmlns:p="http://schemas.openxmlformats.org/presentationml/2006/main">
  <p:tag name="ATHENA.CUSTOMXMLID" val="{C56D05B4-431F-4216-B8F9-E46AA9A51E23}"/>
  <p:tag name="ATHENA.CUSTOMXMLCONTENT" val="&lt;?xml version=&quot;1.0&quot;?&gt;&lt;athena xmlns=&quot;http://schemas.microsoft.com/edu/athena&quot; version=&quot;0.1.3517.0&quot;&gt;&lt;timings duration=&quot;7848&quot;/&gt;&lt;/athena&gt;"/>
</p:tagLst>
</file>

<file path=ppt/tags/tag8.xml><?xml version="1.0" encoding="utf-8"?>
<p:tagLst xmlns:a="http://schemas.openxmlformats.org/drawingml/2006/main" xmlns:r="http://schemas.openxmlformats.org/officeDocument/2006/relationships" xmlns:p="http://schemas.openxmlformats.org/presentationml/2006/main">
  <p:tag name="ATHENA.CUSTOMXMLID" val="{C361F395-82F6-4CF8-86C1-7A1BF3F0A49F}"/>
  <p:tag name="ATHENA.CUSTOMXMLCONTENT" val="&lt;?xml version=&quot;1.0&quot;?&gt;&lt;athena xmlns=&quot;http://schemas.microsoft.com/edu/athena&quot; version=&quot;0.1.3517.0&quot;&gt;&lt;timings duration=&quot;98246&quot;/&gt;&lt;/athena&gt;"/>
</p:tagLst>
</file>

<file path=ppt/tags/tag9.xml><?xml version="1.0" encoding="utf-8"?>
<p:tagLst xmlns:a="http://schemas.openxmlformats.org/drawingml/2006/main" xmlns:r="http://schemas.openxmlformats.org/officeDocument/2006/relationships" xmlns:p="http://schemas.openxmlformats.org/presentationml/2006/main">
  <p:tag name="ATHENA.CUSTOMXMLID" val="{F6EB751F-FB66-4313-A8E3-817267FF8E19}"/>
  <p:tag name="ATHENA.CUSTOMXMLCONTENT" val="&lt;?xml version=&quot;1.0&quot;?&gt;&lt;athena xmlns=&quot;http://schemas.microsoft.com/edu/athena&quot; version=&quot;0.1.3517.0&quot;&gt;&lt;timings duration=&quot;68260&quot;/&gt;&lt;/athena&gt;"/>
</p:tagLst>
</file>

<file path=ppt/tags/tag10.xml><?xml version="1.0" encoding="utf-8"?>
<p:tagLst xmlns:a="http://schemas.openxmlformats.org/drawingml/2006/main" xmlns:r="http://schemas.openxmlformats.org/officeDocument/2006/relationships" xmlns:p="http://schemas.openxmlformats.org/presentationml/2006/main">
  <p:tag name="ATHENA.CUSTOMXMLID" val="{80EC5C21-6A60-4F04-AB40-85B60004B787}"/>
  <p:tag name="ATHENA.CUSTOMXMLCONTENT" val="&lt;?xml version=&quot;1.0&quot;?&gt;&lt;athena xmlns=&quot;http://schemas.microsoft.com/edu/athena&quot; version=&quot;0.1.3517.0&quot;&gt;&lt;timings duration=&quot;161175&quot;/&gt;&lt;/athena&gt;"/>
</p:tagLst>
</file>

<file path=ppt/tags/tag11.xml><?xml version="1.0" encoding="utf-8"?>
<p:tagLst xmlns:a="http://schemas.openxmlformats.org/drawingml/2006/main" xmlns:r="http://schemas.openxmlformats.org/officeDocument/2006/relationships" xmlns:p="http://schemas.openxmlformats.org/presentationml/2006/main">
  <p:tag name="ATHENA.CUSTOMXMLID" val="{ADA46FAB-8EB6-4514-A1BB-34B25789439A}"/>
  <p:tag name="ATHENA.CUSTOMXMLCONTENT" val="&lt;?xml version=&quot;1.0&quot;?&gt;&lt;athena xmlns=&quot;http://schemas.microsoft.com/edu/athena&quot; version=&quot;0.1.3517.0&quot;&gt;&lt;ink scale=&quot;0.8938547&quot;&gt;AAEAAAD/////AQAAAAAAAAAMAgAAAE9BdXRob3JQUFQsIFZlcnNpb249MC4xLjM1MTcuMCwgQ3VsdHVyZT1uZXV0cmFsLCBQdWJsaWNLZXlUb2tlbj0zMWJmMzg1NmFkMzY0ZTM1BQEAAAALSW5rTWF0dGVyVjEDAAAADUxpc3RgMStfaXRlbXMMTGlzdGAxK19zaXplD0xpc3RgMStfdmVyc2lvbgQAABdTaGFyZWQuSW5raW5nLklua0F0b21bXQIAAAAICAIAAAAJAwAAAAMAAAAHAAAABwMAAAAAAQAAAAQAAAAECUlua0F0b21WMQIAAAAJBAAAAAkFAAAACQYAAAAKBQQAAAALUGVuU3Ryb2tlVjEEAAAACkF0dHJpYnV0ZXMFVHJhY2UJU3RhcnRUaW1lBFR5cGUEBAAED1BlbkF0dHJpYnV0ZXNWMQIAAAAKSW5rVHJhY2VWMQIAAAAQDEFjdGlvblR5cGVWMQIAAAACAAAACQcAAAAJCAAAAI/cAAAAAAAABff///8MQWN0aW9uVHlwZVYxAQAAAAd2YWx1ZV9fAAgCAAAAAAAAAAEFAAAABAAAAAkKAAAACQsAAADeVgEAAAAAAAH0////9////wAAAAAFBgAAAA1DbGVhckNhbnZhc1YxAgAAAAlTdGFydFRpbWUEVHlwZQAEEAxBY3Rpb25UeXBlVjECAAAAAgAAAJd1AgAAAAAAAfP////3////AAAAAAUHAAAAD1BlbkF0dHJpYnV0ZXNWMQoAAAAHX2NvbG9yQQdfY29sb3JSB19jb2xvckcHX2NvbG9yQgpGaXRUb0N1cnZlBkhlaWdodA5JZ25vcmVQcmVzc3VyZQ1Jc0hpZ2hsaWdodGVyBVNoYXBlBVdpZHRoAAAAAAAAAAAEAAICAgIBBgEBDEJydXNoU2hhcGVWMQIAAAAGAgAAAP8AAAAAAAAAAAAACEAAAAXy////DEJydXNoU2hhcGVWMQEAAAAHdmFsdWVfXwAIAgAAAAEAAAAAAAAAAAAIQAUIAAAACklua1RyYWNlVjEDAAAADUxpc3RgMStfaXRlbXMMTGlzdGAxK19zaXplD0xpc3RgMStfdmVyc2lvbgQAABhTaGFyZWQuSW5raW5nLklua1BvaW50W10CAAAACAgCAAAACQ8AAAABAAAAAQAAAAEKAAAABwAAAP8AAAAAAAAAAAAACEAAAAHw////8v///wEAAAAAAAAAAAAIQAELAAAACAAAAAkRAAAAAQAAAAEAAAAHDwAAAAABAAAABAAAAAQKSW5rUG9pbnRWMQIAAAAJEgAAAA0DBxEAAAAAAQAAAAQAAAAECklua1BvaW50VjECAAAACRMAAAANAwUSAAAACklua1BvaW50VjEEAAAAAVgBWQ5QcmVzc3VyZUZhY3RvcglUaW1lU3RhbXAAAAAABgYLEAIAAAA0SyJ6rtTvPwAowTOoopA/AAAAPwAAAAAAAAAAARMAAAASAAAAwGXa7sKodT/M9mG+6nrvPwAAAD8AAAAAAAAAAAs=&lt;/ink&gt;&lt;/athena&gt;"/>
</p:tagLst>
</file>

<file path=ppt/tags/tag12.xml><?xml version="1.0" encoding="utf-8"?>
<p:tagLst xmlns:a="http://schemas.openxmlformats.org/drawingml/2006/main" xmlns:r="http://schemas.openxmlformats.org/officeDocument/2006/relationships" xmlns:p="http://schemas.openxmlformats.org/presentationml/2006/main">
  <p:tag name="ATHENA.CUSTOMXMLID" val="{E3501735-5F16-4FD0-800C-86B66472A7CE}"/>
  <p:tag name="ATHENA.CUSTOMXMLCONTENT" val="&lt;?xml version=&quot;1.0&quot;?&gt;&lt;athena xmlns=&quot;http://schemas.microsoft.com/edu/athena&quot; version=&quot;0.1.3517.0&quot;&gt;&lt;timings duration=&quot;45876&quot;/&gt;&lt;/athena&gt;"/>
</p:tagLst>
</file>

<file path=ppt/tags/tag13.xml><?xml version="1.0" encoding="utf-8"?>
<p:tagLst xmlns:a="http://schemas.openxmlformats.org/drawingml/2006/main" xmlns:r="http://schemas.openxmlformats.org/officeDocument/2006/relationships" xmlns:p="http://schemas.openxmlformats.org/presentationml/2006/main">
  <p:tag name="ATHENA.CUSTOMXMLID" val="{25661152-48BB-4E8A-87C9-5B3FD614F9A7}"/>
  <p:tag name="ATHENA.CUSTOMXMLCONTENT" val="&lt;?xml version=&quot;1.0&quot;?&gt;&lt;athena xmlns=&quot;http://schemas.microsoft.com/edu/athena&quot; version=&quot;0.1.3517.0&quot;&gt;&lt;timings duration=&quot;4557&quot;/&gt;&lt;/athena&gt;"/>
</p:tagLst>
</file>

<file path=ppt/tags/tag14.xml><?xml version="1.0" encoding="utf-8"?>
<p:tagLst xmlns:a="http://schemas.openxmlformats.org/drawingml/2006/main" xmlns:r="http://schemas.openxmlformats.org/officeDocument/2006/relationships" xmlns:p="http://schemas.openxmlformats.org/presentationml/2006/main">
  <p:tag name="ATHENA.CUSTOMXMLID" val="{B112224D-86AC-4AC5-86BD-6ED68D347E00}"/>
  <p:tag name="ATHENA.CUSTOMXMLCONTENT" val="&lt;?xml version=&quot;1.0&quot;?&gt;&lt;athena xmlns=&quot;http://schemas.microsoft.com/edu/athena&quot; version=&quot;0.1.3517.0&quot;&gt;&lt;timings duration=&quot;79642&quot;/&gt;&lt;/athena&gt;"/>
</p:tagLst>
</file>

<file path=ppt/tags/tag15.xml><?xml version="1.0" encoding="utf-8"?>
<p:tagLst xmlns:a="http://schemas.openxmlformats.org/drawingml/2006/main" xmlns:r="http://schemas.openxmlformats.org/officeDocument/2006/relationships" xmlns:p="http://schemas.openxmlformats.org/presentationml/2006/main">
  <p:tag name="ATHENA.CUSTOMXMLID" val="{A006F264-FF8A-4755-A5FD-FA480034CAEA}"/>
  <p:tag name="ATHENA.CUSTOMXMLCONTENT" val="&lt;?xml version=&quot;1.0&quot;?&gt;&lt;athena xmlns=&quot;http://schemas.microsoft.com/edu/athena&quot; version=&quot;0.1.3517.0&quot;&gt;&lt;timings duration=&quot;22141&quot;/&gt;&lt;/athena&gt;"/>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_rels/item5.xml.rels><?xml version="1.0" encoding="UTF-8" standalone="yes"?>
<Relationships xmlns="http://schemas.openxmlformats.org/package/2006/relationships"><Relationship Id="rId1" Type="http://schemas.openxmlformats.org/officeDocument/2006/relationships/customXmlProps" Target="itemProps5.xml"/></Relationships>
</file>

<file path=customXml/_rels/item6.xml.rels><?xml version="1.0" encoding="UTF-8" standalone="yes"?>
<Relationships xmlns="http://schemas.openxmlformats.org/package/2006/relationships"><Relationship Id="rId1" Type="http://schemas.openxmlformats.org/officeDocument/2006/relationships/customXmlProps" Target="itemProps6.xml"/></Relationships>
</file>

<file path=customXml/_rels/item7.xml.rels><?xml version="1.0" encoding="UTF-8" standalone="yes"?>
<Relationships xmlns="http://schemas.openxmlformats.org/package/2006/relationships"><Relationship Id="rId1" Type="http://schemas.openxmlformats.org/officeDocument/2006/relationships/customXmlProps" Target="itemProps7.xml"/></Relationships>
</file>

<file path=customXml/_rels/item8.xml.rels><?xml version="1.0" encoding="UTF-8" standalone="yes"?>
<Relationships xmlns="http://schemas.openxmlformats.org/package/2006/relationships"><Relationship Id="rId1" Type="http://schemas.openxmlformats.org/officeDocument/2006/relationships/customXmlProps" Target="itemProps8.xml"/></Relationships>
</file>

<file path=customXml/_rels/item9.xml.rels><?xml version="1.0" encoding="UTF-8" standalone="yes"?>
<Relationships xmlns="http://schemas.openxmlformats.org/package/2006/relationships"><Relationship Id="rId1" Type="http://schemas.openxmlformats.org/officeDocument/2006/relationships/customXmlProps" Target="itemProps9.xml"/></Relationships>
</file>

<file path=customXml/_rels/item10.xml.rels><?xml version="1.0" encoding="UTF-8" standalone="yes"?>
<Relationships xmlns="http://schemas.openxmlformats.org/package/2006/relationships"><Relationship Id="rId1" Type="http://schemas.openxmlformats.org/officeDocument/2006/relationships/customXmlProps" Target="itemProps10.xml"/></Relationships>
</file>

<file path=customXml/_rels/item11.xml.rels><?xml version="1.0" encoding="UTF-8" standalone="yes"?>
<Relationships xmlns="http://schemas.openxmlformats.org/package/2006/relationships"><Relationship Id="rId1" Type="http://schemas.openxmlformats.org/officeDocument/2006/relationships/customXmlProps" Target="itemProps11.xml"/></Relationships>
</file>

<file path=customXml/_rels/item12.xml.rels><?xml version="1.0" encoding="UTF-8" standalone="yes"?>
<Relationships xmlns="http://schemas.openxmlformats.org/package/2006/relationships"><Relationship Id="rId1" Type="http://schemas.openxmlformats.org/officeDocument/2006/relationships/customXmlProps" Target="itemProps12.xml"/></Relationships>
</file>

<file path=customXml/_rels/item13.xml.rels><?xml version="1.0" encoding="UTF-8" standalone="yes"?>
<Relationships xmlns="http://schemas.openxmlformats.org/package/2006/relationships"><Relationship Id="rId1" Type="http://schemas.openxmlformats.org/officeDocument/2006/relationships/customXmlProps" Target="itemProps13.xml"/></Relationships>
</file>

<file path=customXml/_rels/item14.xml.rels><?xml version="1.0" encoding="UTF-8" standalone="yes"?>
<Relationships xmlns="http://schemas.openxmlformats.org/package/2006/relationships"><Relationship Id="rId1" Type="http://schemas.openxmlformats.org/officeDocument/2006/relationships/customXmlProps" Target="itemProps14.xml"/></Relationships>
</file>

<file path=customXml/_rels/item15.xml.rels><?xml version="1.0" encoding="UTF-8" standalone="yes"?>
<Relationships xmlns="http://schemas.openxmlformats.org/package/2006/relationships"><Relationship Id="rId1" Type="http://schemas.openxmlformats.org/officeDocument/2006/relationships/customXmlProps" Target="itemProps15.xml"/></Relationships>
</file>

<file path=customXml/_rels/item16.xml.rels><?xml version="1.0" encoding="UTF-8" standalone="yes"?>
<Relationships xmlns="http://schemas.openxmlformats.org/package/2006/relationships"><Relationship Id="rId1" Type="http://schemas.openxmlformats.org/officeDocument/2006/relationships/customXmlProps" Target="itemProps16.xml"/></Relationships>
</file>

<file path=customXml/_rels/item17.xml.rels><?xml version="1.0" encoding="UTF-8" standalone="yes"?>
<Relationships xmlns="http://schemas.openxmlformats.org/package/2006/relationships"><Relationship Id="rId1" Type="http://schemas.openxmlformats.org/officeDocument/2006/relationships/customXmlProps" Target="itemProps17.xml"/></Relationships>
</file>

<file path=customXml/_rels/item18.xml.rels><?xml version="1.0" encoding="UTF-8" standalone="yes"?>
<Relationships xmlns="http://schemas.openxmlformats.org/package/2006/relationships"><Relationship Id="rId1" Type="http://schemas.openxmlformats.org/officeDocument/2006/relationships/customXmlProps" Target="itemProps18.xml"/></Relationships>
</file>

<file path=customXml/_rels/item19.xml.rels><?xml version="1.0" encoding="UTF-8" standalone="yes"?>
<Relationships xmlns="http://schemas.openxmlformats.org/package/2006/relationships"><Relationship Id="rId1" Type="http://schemas.openxmlformats.org/officeDocument/2006/relationships/customXmlProps" Target="itemProps19.xml"/></Relationships>
</file>

<file path=customXml/_rels/item20.xml.rels><?xml version="1.0" encoding="UTF-8" standalone="yes"?>
<Relationships xmlns="http://schemas.openxmlformats.org/package/2006/relationships"><Relationship Id="rId1" Type="http://schemas.openxmlformats.org/officeDocument/2006/relationships/customXmlProps" Target="itemProps20.xml"/></Relationships>
</file>

<file path=customXml/_rels/item21.xml.rels><?xml version="1.0" encoding="UTF-8" standalone="yes"?>
<Relationships xmlns="http://schemas.openxmlformats.org/package/2006/relationships"><Relationship Id="rId1" Type="http://schemas.openxmlformats.org/officeDocument/2006/relationships/customXmlProps" Target="itemProps21.xml"/></Relationships>
</file>

<file path=customXml/_rels/item22.xml.rels><?xml version="1.0" encoding="UTF-8" standalone="yes"?>
<Relationships xmlns="http://schemas.openxmlformats.org/package/2006/relationships"><Relationship Id="rId1" Type="http://schemas.openxmlformats.org/officeDocument/2006/relationships/customXmlProps" Target="itemProps22.xml"/></Relationships>
</file>

<file path=customXml/_rels/item23.xml.rels><?xml version="1.0" encoding="UTF-8" standalone="yes"?>
<Relationships xmlns="http://schemas.openxmlformats.org/package/2006/relationships"><Relationship Id="rId1" Type="http://schemas.openxmlformats.org/officeDocument/2006/relationships/customXmlProps" Target="itemProps23.xml"/></Relationships>
</file>

<file path=customXml/_rels/item24.xml.rels><?xml version="1.0" encoding="UTF-8" standalone="yes"?>
<Relationships xmlns="http://schemas.openxmlformats.org/package/2006/relationships"><Relationship Id="rId1" Type="http://schemas.openxmlformats.org/officeDocument/2006/relationships/customXmlProps" Target="itemProps24.xml"/></Relationships>
</file>

<file path=customXml/_rels/item25.xml.rels><?xml version="1.0" encoding="UTF-8" standalone="yes"?>
<Relationships xmlns="http://schemas.openxmlformats.org/package/2006/relationships"><Relationship Id="rId1" Type="http://schemas.openxmlformats.org/officeDocument/2006/relationships/customXmlProps" Target="itemProps25.xml"/></Relationships>
</file>

<file path=customXml/_rels/item26.xml.rels><?xml version="1.0" encoding="UTF-8" standalone="yes"?>
<Relationships xmlns="http://schemas.openxmlformats.org/package/2006/relationships"><Relationship Id="rId1" Type="http://schemas.openxmlformats.org/officeDocument/2006/relationships/customXmlProps" Target="itemProps26.xml"/></Relationships>
</file>

<file path=customXml/_rels/item27.xml.rels><?xml version="1.0" encoding="UTF-8" standalone="yes"?>
<Relationships xmlns="http://schemas.openxmlformats.org/package/2006/relationships"><Relationship Id="rId1" Type="http://schemas.openxmlformats.org/officeDocument/2006/relationships/customXmlProps" Target="itemProps27.xml"/></Relationships>
</file>

<file path=customXml/_rels/item28.xml.rels><?xml version="1.0" encoding="UTF-8" standalone="yes"?>
<Relationships xmlns="http://schemas.openxmlformats.org/package/2006/relationships"><Relationship Id="rId1" Type="http://schemas.openxmlformats.org/officeDocument/2006/relationships/customXmlProps" Target="itemProps28.xml"/></Relationships>
</file>

<file path=customXml/_rels/item29.xml.rels><?xml version="1.0" encoding="UTF-8" standalone="yes"?>
<Relationships xmlns="http://schemas.openxmlformats.org/package/2006/relationships"><Relationship Id="rId1" Type="http://schemas.openxmlformats.org/officeDocument/2006/relationships/customXmlProps" Target="itemProps29.xml"/></Relationships>
</file>

<file path=customXml/_rels/item30.xml.rels><?xml version="1.0" encoding="UTF-8" standalone="yes"?>
<Relationships xmlns="http://schemas.openxmlformats.org/package/2006/relationships"><Relationship Id="rId1" Type="http://schemas.openxmlformats.org/officeDocument/2006/relationships/customXmlProps" Target="itemProps30.xml"/></Relationships>
</file>

<file path=customXml/_rels/item31.xml.rels><?xml version="1.0" encoding="UTF-8" standalone="yes"?>
<Relationships xmlns="http://schemas.openxmlformats.org/package/2006/relationships"><Relationship Id="rId1" Type="http://schemas.openxmlformats.org/officeDocument/2006/relationships/customXmlProps" Target="itemProps31.xml"/></Relationships>
</file>

<file path=customXml/_rels/item32.xml.rels><?xml version="1.0" encoding="UTF-8" standalone="yes"?>
<Relationships xmlns="http://schemas.openxmlformats.org/package/2006/relationships"><Relationship Id="rId1" Type="http://schemas.openxmlformats.org/officeDocument/2006/relationships/customXmlProps" Target="itemProps32.xml"/></Relationships>
</file>

<file path=customXml/_rels/item33.xml.rels><?xml version="1.0" encoding="UTF-8" standalone="yes"?>
<Relationships xmlns="http://schemas.openxmlformats.org/package/2006/relationships"><Relationship Id="rId1" Type="http://schemas.openxmlformats.org/officeDocument/2006/relationships/customXmlProps" Target="itemProps33.xml"/></Relationships>
</file>

<file path=customXml/_rels/item34.xml.rels><?xml version="1.0" encoding="UTF-8" standalone="yes"?>
<Relationships xmlns="http://schemas.openxmlformats.org/package/2006/relationships"><Relationship Id="rId1" Type="http://schemas.openxmlformats.org/officeDocument/2006/relationships/customXmlProps" Target="itemProps34.xml"/></Relationships>
</file>

<file path=customXml/_rels/item35.xml.rels><?xml version="1.0" encoding="UTF-8" standalone="yes"?>
<Relationships xmlns="http://schemas.openxmlformats.org/package/2006/relationships"><Relationship Id="rId1" Type="http://schemas.openxmlformats.org/officeDocument/2006/relationships/customXmlProps" Target="itemProps35.xml"/></Relationships>
</file>

<file path=customXml/_rels/item36.xml.rels><?xml version="1.0" encoding="UTF-8" standalone="yes"?>
<Relationships xmlns="http://schemas.openxmlformats.org/package/2006/relationships"><Relationship Id="rId1" Type="http://schemas.openxmlformats.org/officeDocument/2006/relationships/customXmlProps" Target="itemProps36.xml"/></Relationships>
</file>

<file path=customXml/_rels/item37.xml.rels><?xml version="1.0" encoding="UTF-8" standalone="yes"?>
<Relationships xmlns="http://schemas.openxmlformats.org/package/2006/relationships"><Relationship Id="rId1" Type="http://schemas.openxmlformats.org/officeDocument/2006/relationships/customXmlProps" Target="itemProps37.xml"/></Relationships>
</file>

<file path=customXml/_rels/item38.xml.rels><?xml version="1.0" encoding="UTF-8" standalone="yes"?>
<Relationships xmlns="http://schemas.openxmlformats.org/package/2006/relationships"><Relationship Id="rId1" Type="http://schemas.openxmlformats.org/officeDocument/2006/relationships/customXmlProps" Target="itemProps38.xml"/></Relationships>
</file>

<file path=customXml/_rels/item39.xml.rels><?xml version="1.0" encoding="UTF-8" standalone="yes"?>
<Relationships xmlns="http://schemas.openxmlformats.org/package/2006/relationships"><Relationship Id="rId1" Type="http://schemas.openxmlformats.org/officeDocument/2006/relationships/customXmlProps" Target="itemProps39.xml"/></Relationships>
</file>

<file path=customXml/_rels/item40.xml.rels><?xml version="1.0" encoding="UTF-8" standalone="yes"?>
<Relationships xmlns="http://schemas.openxmlformats.org/package/2006/relationships"><Relationship Id="rId1" Type="http://schemas.openxmlformats.org/officeDocument/2006/relationships/customXmlProps" Target="itemProps40.xml"/></Relationships>
</file>

<file path=customXml/_rels/item41.xml.rels><?xml version="1.0" encoding="UTF-8" standalone="yes"?>
<Relationships xmlns="http://schemas.openxmlformats.org/package/2006/relationships"><Relationship Id="rId1" Type="http://schemas.openxmlformats.org/officeDocument/2006/relationships/customXmlProps" Target="itemProps41.xml"/></Relationships>
</file>

<file path=customXml/_rels/item42.xml.rels><?xml version="1.0" encoding="UTF-8" standalone="yes"?>
<Relationships xmlns="http://schemas.openxmlformats.org/package/2006/relationships"><Relationship Id="rId1" Type="http://schemas.openxmlformats.org/officeDocument/2006/relationships/customXmlProps" Target="itemProps42.xml"/></Relationships>
</file>

<file path=customXml/_rels/item43.xml.rels><?xml version="1.0" encoding="UTF-8" standalone="yes"?>
<Relationships xmlns="http://schemas.openxmlformats.org/package/2006/relationships"><Relationship Id="rId1" Type="http://schemas.openxmlformats.org/officeDocument/2006/relationships/customXmlProps" Target="itemProps43.xml"/></Relationships>
</file>

<file path=customXml/_rels/item44.xml.rels><?xml version="1.0" encoding="UTF-8" standalone="yes"?>
<Relationships xmlns="http://schemas.openxmlformats.org/package/2006/relationships"><Relationship Id="rId1" Type="http://schemas.openxmlformats.org/officeDocument/2006/relationships/customXmlProps" Target="itemProps44.xml"/></Relationships>
</file>

<file path=customXml/_rels/item45.xml.rels><?xml version="1.0" encoding="UTF-8" standalone="yes"?>
<Relationships xmlns="http://schemas.openxmlformats.org/package/2006/relationships"><Relationship Id="rId1" Type="http://schemas.openxmlformats.org/officeDocument/2006/relationships/customXmlProps" Target="itemProps45.xml"/></Relationships>
</file>

<file path=customXml/_rels/item46.xml.rels><?xml version="1.0" encoding="UTF-8" standalone="yes"?>
<Relationships xmlns="http://schemas.openxmlformats.org/package/2006/relationships"><Relationship Id="rId1" Type="http://schemas.openxmlformats.org/officeDocument/2006/relationships/customXmlProps" Target="itemProps46.xml"/></Relationships>
</file>

<file path=customXml/item1.xml><?xml version="1.0" encoding="utf-8"?>
<athena xmlns="http://schemas.microsoft.com/edu/athena" version="0.1.3517.0">
  <timings duration="27219"/>
</athena>
</file>

<file path=customXml/item2.xml><?xml version="1.0" encoding="utf-8"?>
<athena xmlns="http://schemas.microsoft.com/edu/athena" version="0.1.3517.0">
  <media streamable="true" recordStart="485364" recordEnd="493212" recordLength="1097704" audioOnly="true"/>
</athena>
</file>

<file path=customXml/item3.xml><?xml version="1.0" encoding="utf-8"?>
<athena xmlns="http://schemas.microsoft.com/edu/athena" version="0.1.3517.0">
  <media streamable="true" recordStart="0" recordEnd="29203" recordLength="1097704" audioOnly="true"/>
</athena>
</file>

<file path=customXml/item4.xml><?xml version="1.0" encoding="utf-8"?>
<athena xmlns="http://schemas.microsoft.com/edu/athena" version="0.1.3517.0">
  <timings duration="79642"/>
</athena>
</file>

<file path=customXml/item5.xml><?xml version="1.0" encoding="utf-8"?>
<athena xmlns="http://schemas.microsoft.com/edu/athena" version="0.1.3517.0">
  <media streamable="true" recordStart="820893" recordEnd="926248" recordLength="1097704" audioOnly="true"/>
</athena>
</file>

<file path=customXml/item6.xml><?xml version="1.0" encoding="utf-8"?>
<athena xmlns="http://schemas.microsoft.com/edu/athena" version="0.1.3517.0">
  <timings duration="29203"/>
</athena>
</file>

<file path=customXml/item7.xml><?xml version="1.0" encoding="utf-8"?>
<athena xmlns="http://schemas.microsoft.com/edu/athena" version="0.1.3517.0">
  <timings duration="4557"/>
</athena>
</file>

<file path=customXml/item8.xml><?xml version="1.0" encoding="utf-8"?>
<athena xmlns="http://schemas.microsoft.com/edu/athena" version="0.1.3517.0">
  <media streamable="true" recordStart="976681" recordEnd="1056323" recordLength="1097704" audioOnly="true"/>
</athena>
</file>

<file path=customXml/item9.xml><?xml version="1.0" encoding="utf-8"?>
<athena xmlns="http://schemas.microsoft.com/edu/athena" version="0.1.3517.0">
  <timings duration="84303"/>
</athena>
</file>

<file path=customXml/item10.xml><?xml version="1.0" encoding="utf-8"?>
<athena xmlns="http://schemas.microsoft.com/edu/athena" version="0.1.3517.0">
  <timings duration="22141"/>
</athena>
</file>

<file path=customXml/item11.xml><?xml version="1.0" encoding="utf-8"?>
<athena xmlns="http://schemas.microsoft.com/edu/athena" version="0.1.3517.0">
  <media streamable="true" recordStart="113506" recordEnd="140725" recordLength="1097704" audioOnly="true"/>
</athena>
</file>

<file path=customXml/item12.xml><?xml version="1.0" encoding="utf-8"?>
<athena xmlns="http://schemas.microsoft.com/edu/athena" version="0.1.3517.0">
  <media streamable="true" recordStart="140725" recordEnd="224922" recordLength="1097704" audioOnly="true"/>
</athena>
</file>

<file path=customXml/item13.xml><?xml version="1.0" encoding="utf-8"?>
<athena xmlns="http://schemas.microsoft.com/edu/athena" version="0.1.3517.0">
  <media streamable="true" recordStart="820893" recordEnd="926248" recordLength="1097704" audioOnly="true"/>
</athena>
</file>

<file path=customXml/item14.xml><?xml version="1.0" encoding="utf-8"?>
<athena xmlns="http://schemas.microsoft.com/edu/athena" version="0.1.3517.0">
  <ink scale="0.8938547">AAEAAAD/////AQAAAAAAAAAMAgAAAE9BdXRob3JQUFQsIFZlcnNpb249MC4xLjM1MTcuMCwgQ3VsdHVyZT1uZXV0cmFsLCBQdWJsaWNLZXlUb2tlbj0zMWJmMzg1NmFkMzY0ZTM1BQEAAAALSW5rTWF0dGVyVjEDAAAADUxpc3RgMStfaXRlbXMMTGlzdGAxK19zaXplD0xpc3RgMStfdmVyc2lvbgQAABdTaGFyZWQuSW5raW5nLklua0F0b21bXQIAAAAICAIAAAAJAwAAAAIAAAAJAAAABwMAAAAAAQAAAAQAAAAECUlua0F0b21WMQIAAAAJBAAAAAkFAAAADQIFBAAAAAtQZW5TdHJva2VWMQQAAAAKQXR0cmlidXRlcwVUcmFjZQlTdGFydFRpbWUEVHlwZQQEAAQPUGVuQXR0cmlidXRlc1YxAgAAAApJbmtUcmFjZVYxAgAAABAMQWN0aW9uVHlwZVYxAgAAAAIAAAAJBgAAAAkHAAAA9L0AAAAAAAAF+P///wxBY3Rpb25UeXBlVjEBAAAAB3ZhbHVlX18ACAIAAAAAAAAABQUAAAANQ2xlYXJDYW52YXNWMQIAAAAJU3RhcnRUaW1lBFR5cGUABBAMQWN0aW9uVHlwZVYxAgAAAAIAAADwmQEAAAAAAAH3////+P///wAAAAAFBgAAAA9QZW5BdHRyaWJ1dGVzVjEKAAAAB19jb2xvckEHX2NvbG9yUgdfY29sb3JHB19jb2xvckIKRml0VG9DdXJ2ZQZIZWlnaHQOSWdub3JlUHJlc3N1cmUNSXNIaWdobGlnaHRlcgVTaGFwZQVXaWR0aAAAAAAAAAAABAACAgICAQYBAQxCcnVzaFNoYXBlVjECAAAABgIAAAD/AAAAAAAAAAAAAAhAAAAF9v///wxCcnVzaFNoYXBlVjEBAAAAB3ZhbHVlX18ACAIAAAABAAAAAAAAAAAACEAFBwAAAApJbmtUcmFjZVYxAwAAAA1MaXN0YDErX2l0ZW1zDExpc3RgMStfc2l6ZQ9MaXN0YDErX3ZlcnNpb24EAAAYU2hhcmVkLklua2luZy5JbmtQb2ludFtdAgAAAAgIAgAAAAkLAAAAYAAAAGAAAAAHCwAAAAABAAAAgAAAAAQKSW5rUG9pbnRWMQIAAAAJDAAAAAkNAAAACQ4AAAAJDwAAAAkQAAAACREAAAAJEgAAAAkTAAAACRQAAAAJFQAAAAkWAAAACRcAAAAJGAAAAAkZAAAACRoAAAAJGwAAAAkcAAAACR0AAAAJHgAAAAkfAAAACSAAAAAJIQAAAAkiAAAACSMAAAAJJAAAAAklAAAACSYAAAAJJwAAAAkoAAAACSkAAAAJKgAAAAkrAAAACSwAAAAJLQAAAAkuAAAACS8AAAAJMAAAAAkxAAAACTIAAAAJMwAAAAk0AAAACTUAAAAJNgAAAAk3AAAACTgAAAAJOQAAAAk6AAAACTsAAAAJPAAAAAk9AAAACT4AAAAJPwAAAAlAAAAACUEAAAAJQgAAAAlDAAAACUQAAAAJRQAAAAlGAAAACUcAAAAJSAAAAAlJAAAACUoAAAAJSwAAAAlMAAAACU0AAAAJTgAAAAlPAAAACVAAAAAJUQAAAAlSAAAACVMAAAAJVAAAAAlVAAAACVYAAAAJVwAAAAlYAAAACVkAAAAJWgAAAAlbAAAACVwAAAAJXQAAAAleAAAACV8AAAAJYAAAAAlhAAAACWIAAAAJYwAAAAlkAAAACWUAAAAJZgAAAAlnAAAACWgAAAAJaQAAAAlqAAAACWsAAAANIAUMAAAACklua1BvaW50VjEEAAAAAVgBWQ5QcmVzc3VyZUZhY3RvcglUaW1lU3RhbXAAAAAABgYLEAIAAAAAlUqlUqnEPwBlCpgPZJc/AAAAPwAAAAAAAAAAAQ0AAAAMAAAAAJVKpVKpxD/Ans7tteSgPwAAAD92AQAAAAAAAAEOAAAADAAAAACVSqVSqcQ/wAqYD2QXpj8AAAA/hQEAAAAAAAABDwAAAAwAAAAAlUqlUqnEP0B2YTESSqs/AAAAP4UBAAAAAAAAARAAAAAMAAAAQFQqlUqlwj8gcZUpYD6wPwAAAD+FAQAAAAAAAAERAAAADAAAAEBUKpVKpcI/ICd6OrfXsj8AAAA/lQEAAAAAAAABEgAAAAwAAAAAFAqFQqHAPwDdXksOcbU/AAAAP5UBAAAAAAAAARMAAAAMAAAAAKfT6XQ6vT8A3V5LDnG1PwAAAD+lAQAAAAAAAAEUAAAADAAAAACn0+l0Or0/4JJDXGUKuD8AAAA/pQEAAAAAAAABFQAAAAwAAACAJZPJZDK5PwBJKG28o7o/AAAAP7QBAAAAAAAAARYAAAAMAAAAAKVSqVQqtT/AtPGOata/PwAAAD+0AQAAAAAAAAEXAAAADAAAAAClUqlUKrU/YDXrz+A3wT8AAAA/xAEAAAAAAAABGAAAAAwAAAAAJBKJRCKxP0CQXViMhMI/AAAAP8QBAAAAAAAAARkAAAAMAAAAACQSiUQisT8w68/gN9HDPwAAAD/TAQAAAAAAAAEaAAAADAAAAABEIpFIJKI/MOvP4DfRwz8AAAA/0wEAAAAAAAABGwAAAAwAAAAARCKRSCSiPzChtPGOasY/AAAAP+MBAAAAAAAAARwAAAAMAAAAAEQikUgkoj8wV5kC5gPJPwAAAD/jAQAAAAAAAAEdAAAADAAAAABEIpFIJKI/ALILi5FQyj8AAAA/8wEAAAAAAAABHgAAAAwAAAAARCKRSCSiPwBo8Jvo6cw/AAAAP/MBAAAAAAAAAR8AAAAMAAAAAEQikUgkoj/wwmIklDbOPwAAAD8CAgAAAAAAAAEgAAAADAAAAABEIpFIJKI/8B3VrD+Dzz8AAAA/AgIAAAAAAAABIQAAAAwAAAAARCKRSCSiP3i8o5r1Z9A/AAAAPxICAAAAAAAAASIAAAAMAAAAAEQikUgkoj/o6dxeSw7RPwAAAD8SAgAAAAAAAAEjAAAADAAAAABEIpFIJKI/aBcWI6G00T8AAAA/IgIAAAAAAAABJAAAAAwAAAAARCKRSCSiP/BET+f2WtI/AAAAPyICAAAAAAAAASUAAAAMAAAAAEQikUgkoj9YcoirTAHTPwAAAD8xAgAAAAAAAAEmAAAADAAAAABEIpFIJKI/WM36M/hN1D8AAAA/MQIAAAAAAAABJwAAAAwAAAAARCKRSCSiP8j6M/hN9NQ/AAAAP0ECAAAAAAAAASgAAAAMAAAAAEQikUgkoj9QKG28o5rVPwAAAD9QAgAAAAAAAAEpAAAADAAAAABEIpFIJKI/0FWmgPlA1j8AAAA/UAIAAAAAAAABKgAAAAwAAAAARaPRaDSqP0CD30RP59Y/AAAAP2ACAAAAAAAAASsAAAAMAAAAAKVSqVQqtT/AsBgJpY3XPwAAAD9gAgAAAAAAAAEsAAAADAAAAACn0+l0Or0/QN5Rzfoz2D8AAAA/cAIAAAAAAAABLQAAAAwAAAAAlUqlUqnEP7Bm/Rn8Jto/AAAAP3ACAAAAAAAAAS4AAAAMAAAAgFar1Wq1yj8glDbeUc3aPwAAAD9wAgAAAAAAAAEvAAAADAAAACAMBoPBYNA/IO+oZv0Z3D8AAAA/fwIAAAAAAAABMAAAAAwAAAAgrVar1WrVP5gc4ipTwNw/AAAAP38CAAAAAAAAATEAAAAMAAAAYC6Xy+Vy2T8QShvvqGbdPwAAAD+PAgAAAAAAAAEyAAAADAAAAECv1+v1et0/mHdUs/4M3j8AAAA/jwIAAAAAAAABMwAAAAwAAAAACAQCgUDgPxCljXdUs94/AAAAP58CAAAAAAAAATQAAAAMAAAAsFgsFovF4j+I0sY7qlnfPwAAAD+fAgAAAAAAAAE1AAAADAAAAOB4PB6Px+M/BAAAAAAA4D8AAAA/rgIAAAAAAAABNgAAAAwAAAAgmUwmk8nkPwQAAAAAAOA/AAAAP64CAAAAAAAAATcAAAAMAAAAcLlcLpfL5T98LTnEVabgPwAAAD++AgAAAAAAAAE4AAAADAAAANDpdDqdTuc/fC05xFWm4D8AAAA/vgIAAAAAAAABOQAAAAwAAADg+Xw+n8/nPzzEVaaA+eA/AAAAP80CAAAAAAAAAToAAAAMAAAAAAqFQqFQ6D88xFWmgPngPwAAAD/NAgAAAAAAAAE7AAAADAAAADAajUaj0eg/9FpyiKtM4T8AAAA/3QIAAAAAAAABPAAAAAwAAAAwGo1Go9HoP7TxjmrWn+E/AAAAP90CAAAAAAAAAT0AAAAMAAAAYDqdTqfT6T90iKtMAfPhPwAAAD/tAgAAAAAAAAE+AAAADAAAAJBKpVKpVOo/NB/ILixG4j8AAAA/7QIAAAAAAAABPwAAAAwAAADAarVarVbrP+y15BBXmeI/AAAAP/wCAAAAAAAAAUAAAAAMAAAA8Hq9Xq/X6z+0TAHzgeziPwAAAD/8AgAAAAAAAAFBAAAADAAAAACLxWKxWOw/tEwB84Hs4j8AAAA//AIAAAAAAAABQgAAAAwAAAAgm81ms9nsPyx6OrfXkuM/AAAAPwwDAAAAAAAAAUMAAAAMAAAAUKvVarVa7T/sEFeZAubjPwAAAD8MAwAAAAAAAAFEAAAADAAAAFCr1Wq1Wu0/pKdzey055D8AAAA/HAMAAAAAAAABRQAAAAwAAABQq9VqtVrtP2Q+kF1YjOQ/AAAAPxwDAAAAAAAAAUYAAAAMAAAAUKvVarVa7T/ca8khrjLlPwAAAD8rAwAAAAAAAAFHAAAADAAAAGC73W632+0/XJkC5gPZ5T8AAAA/KwMAAAAAAAABSAAAAAwAAACw2+12u93uP5RdWIyE0uY/AAAAPzsDAAAAAAAAAUkAAAAMAAAAsNvtdrvd7j8Mi5FQ2njnPwAAAD87AwAAAAAAAAFKAAAADAAAALDb7Xa73e4/hLjKFDAf6D8AAAA/WAMAAAAAAAABSwAAAAwAAACw2+12u93uPwzmA9mFxeg/AAAAP1gDAAAAAAAAAUwAAAAMAAAAsNvtdrvd7j/EfCC7sBjpPwAAAD9YAwAAAAAAAAFNAAAADAAAALDb7Xa73e4/hBM9ndtr6T8AAAA/aAMAAAAAAAABTgAAAAwAAACw2+12u93uP/RAdmExEuo/AAAAP3gDAAAAAAAAAU8AAAAMAAAAsNvtdrvd7j+815JDXGXqPwAAAD94AwAAAAAAAAFQAAAADAAAALDb7Xa73e4/fG6vJYe46j8AAAA/hwMAAAAAAAABUQAAAAwAAACw2+12u93uPzQFzAeyC+s/AAAAP4cDAAAAAAAAAVIAAAAMAAAAsNvtdrvd7j/0m+jp3F7rPwAAAD+XAwAAAAAAAAFTAAAADAAAALDb7Xa73e4/tDIFzAey6z8AAAA/pwMAAAAAAAABVAAAAAwAAACw2+12u93uP2zJIa4yBew/AAAAP8YDAAAAAAAAAVUAAAAMAAAAsNvtdrvd7j8sYD6QXVjsPwAAAD/VAwAAAAAAAAFWAAAADAAAALDb7Xa73e4/7PZacoir7D8AAAA/1QMAAAAAAAABVwAAAAwAAACAy+VyuVzuP2QklDbeUe0/AAAAP9UDAAAAAAAAAVgAAAAMAAAAYLvdbrfb7T9kJJQ23lHtPwAAAD/lAwAAAAAAAAFZAAAADAAAAFCr1Wq1Wu0/JLuwGAml7T8AAAA/5QMAAAAAAAABWgAAAAwAAAAgm81ms9nsPyS7sBgJpe0/AAAAP/UDAAAAAAAAAVsAAAAMAAAAAIvFYrFY7D/cUc36M/jtPwAAAD8EBAAAAAAAAAFcAAAADAAAAMBqtVqtVus/pOjp3F5L7j8AAAA/FAQAAAAAAAABXQAAAAwAAACgWq1Wq9XqP1x/Br+Jnu4/AAAAPxQEAAAAAAAAAV4AAAAMAAAAkEqlUqlU6j9cfwa/iZ7uPwAAAD8kBAAAAAAAAAFfAAAADAAAAGA6nU6n0+k/XH8Gv4me7j8AAAA/JAQAAAAAAAABYAAAAAwAAABAKpVKpVLpPxwWI6G08e4/AAAAPzMEAAAAAAAAAWEAAAAMAAAAMBqNRqPR6D8cFiOhtPHuPwAAAD8zBAAAAAAAAAFiAAAADAAAAAAKhUKhUOg/HBYjobTx7j8AAAA/QwQAAAAAAAABYwAAAAwAAADg+Xw+n8/nPxwWI6G08e4/AAAAP0MEAAAAAAAAAWQAAAAMAAAAoNlsNpvN5j8cFiOhtPHuPwAAAD9SBAAAAAAAAAFlAAAADAAAAIDJZDKZTOY/HBYjobTx7j8AAAA/UgQAAAAAAAABZgAAAAwAAABwuVwul8vlPxwWI6G08e4/AAAAP2IEAAAAAAAAAWcAAAAMAAAAQKlUKpVK5T8cFiOhtPHuPwAAAD9yBAAAAAAAAAFoAAAADAAAAECpVCqVSuU/1Kw/g99E7z8AAAA/cgQAAAAAAAABaQAAAAwAAAAgmUwmk8nkP9SsP4PfRO8/AAAAP4EEAAAAAAAAAWoAAAAMAAAAEIlEIpFI5D/UrD+D30TvPwAAAD+BBAAAAAAAAAFrAAAADAAAAOB4PB6Px+M/1Kw/g99E7z8AAAA/kQQAAAAAAAAL</ink>
</athena>
</file>

<file path=customXml/item15.xml><?xml version="1.0" encoding="utf-8"?>
<athena xmlns="http://schemas.microsoft.com/edu/athena" version="0.1.3517.0">
  <media streamable="true" recordStart="926248" recordEnd="972124" recordLength="1097704" audioOnly="true"/>
</athena>
</file>

<file path=customXml/item16.xml><?xml version="1.0" encoding="utf-8"?>
<athena xmlns="http://schemas.microsoft.com/edu/athena" version="0.1.3517.0">
  <timings duration="45876"/>
</athena>
</file>

<file path=customXml/item17.xml><?xml version="1.0" encoding="utf-8"?>
<athena xmlns="http://schemas.microsoft.com/edu/athena" version="0.1.3517.0">
  <media streamable="true" recordStart="1078464" recordEnd="1097642" recordLength="1097704" audioOnly="true"/>
</athena>
</file>

<file path=customXml/item18.xml><?xml version="1.0" encoding="utf-8"?>
<athena xmlns="http://schemas.microsoft.com/edu/athena" version="0.1.3517.0">
  <timings duration="19178"/>
</athena>
</file>

<file path=customXml/item19.xml><?xml version="1.0" encoding="utf-8"?>
<athena xmlns="http://schemas.microsoft.com/edu/athena" version="0.1.3517.0">
  <media streamable="true" recordStart="976681" recordEnd="1056323" recordLength="1097704" audioOnly="true"/>
</athena>
</file>

<file path=customXml/item20.xml><?xml version="1.0" encoding="utf-8"?>
<athena xmlns="http://schemas.microsoft.com/edu/athena" version="0.1.3517.0">
  <media streamable="true" recordStart="224922" recordEnd="380420" recordLength="1097704" audioOnly="true"/>
</athena>
</file>

<file path=customXml/item21.xml><?xml version="1.0" encoding="utf-8"?>
<athena xmlns="http://schemas.microsoft.com/edu/athena" version="0.1.3517.0">
  <timings duration="79642"/>
</athena>
</file>

<file path=customXml/item22.xml><?xml version="1.0" encoding="utf-8"?>
<athena xmlns="http://schemas.microsoft.com/edu/athena" version="0.1.3517.0">
  <media streamable="true" recordStart="972124" recordEnd="976681" recordLength="1097704" audioOnly="true"/>
</athena>
</file>

<file path=customXml/item23.xml><?xml version="1.0" encoding="utf-8"?>
<athena xmlns="http://schemas.microsoft.com/edu/athena" version="0.1.3517.0">
  <timings duration="105355"/>
</athena>
</file>

<file path=customXml/item24.xml><?xml version="1.0" encoding="utf-8"?>
<athena xmlns="http://schemas.microsoft.com/edu/athena" version="0.1.3517.0">
  <media streamable="true" recordStart="659718" recordEnd="820893" recordLength="1097704" audioOnly="true"/>
</athena>
</file>

<file path=customXml/item25.xml><?xml version="1.0" encoding="utf-8"?>
<athena xmlns="http://schemas.microsoft.com/edu/athena" version="0.1.3517.0">
  <timings duration="161175"/>
</athena>
</file>

<file path=customXml/item26.xml><?xml version="1.0" encoding="utf-8"?>
<athena xmlns="http://schemas.microsoft.com/edu/athena" version="0.1.3517.0">
  <media streamable="true" recordStart="972124" recordEnd="976681" recordLength="1097704" audioOnly="true"/>
</athena>
</file>

<file path=customXml/item27.xml><?xml version="1.0" encoding="utf-8"?>
<athena xmlns="http://schemas.microsoft.com/edu/athena" version="0.1.3517.0">
  <timings duration="45876"/>
</athena>
</file>

<file path=customXml/item28.xml><?xml version="1.0" encoding="utf-8"?>
<athena xmlns="http://schemas.microsoft.com/edu/athena" version="0.1.3517.0">
  <timings duration="98246"/>
</athena>
</file>

<file path=customXml/item29.xml><?xml version="1.0" encoding="utf-8"?>
<athena xmlns="http://schemas.microsoft.com/edu/athena" version="0.1.3517.0">
  <ink scale="0.8938547">AAEAAAD/////AQAAAAAAAAAMAgAAAE9BdXRob3JQUFQsIFZlcnNpb249MC4xLjM1MTcuMCwgQ3VsdHVyZT1uZXV0cmFsLCBQdWJsaWNLZXlUb2tlbj0zMWJmMzg1NmFkMzY0ZTM1BQEAAAALSW5rTWF0dGVyVjEDAAAADUxpc3RgMStfaXRlbXMMTGlzdGAxK19zaXplD0xpc3RgMStfdmVyc2lvbgQAABdTaGFyZWQuSW5raW5nLklua0F0b21bXQIAAAAICAIAAAAJAwAAAAMAAAAHAAAABwMAAAAAAQAAAAQAAAAECUlua0F0b21WMQIAAAAJBAAAAAkFAAAACQYAAAAKBQQAAAALUGVuU3Ryb2tlVjEEAAAACkF0dHJpYnV0ZXMFVHJhY2UJU3RhcnRUaW1lBFR5cGUEBAAED1BlbkF0dHJpYnV0ZXNWMQIAAAAKSW5rVHJhY2VWMQIAAAAQDEFjdGlvblR5cGVWMQIAAAACAAAACQcAAAAJCAAAAI/cAAAAAAAABff///8MQWN0aW9uVHlwZVYxAQAAAAd2YWx1ZV9fAAgCAAAAAAAAAAEFAAAABAAAAAkKAAAACQsAAADeVgEAAAAAAAH0////9////wAAAAAFBgAAAA1DbGVhckNhbnZhc1YxAgAAAAlTdGFydFRpbWUEVHlwZQAEEAxBY3Rpb25UeXBlVjECAAAAAgAAAJd1AgAAAAAAAfP////3////AAAAAAUHAAAAD1BlbkF0dHJpYnV0ZXNWMQoAAAAHX2NvbG9yQQdfY29sb3JSB19jb2xvckcHX2NvbG9yQgpGaXRUb0N1cnZlBkhlaWdodA5JZ25vcmVQcmVzc3VyZQ1Jc0hpZ2hsaWdodGVyBVNoYXBlBVdpZHRoAAAAAAAAAAAEAAICAgIBBgEBDEJydXNoU2hhcGVWMQIAAAAGAgAAAP8AAAAAAAAAAAAACEAAAAXy////DEJydXNoU2hhcGVWMQEAAAAHdmFsdWVfXwAIAgAAAAEAAAAAAAAAAAAIQAUIAAAACklua1RyYWNlVjEDAAAADUxpc3RgMStfaXRlbXMMTGlzdGAxK19zaXplD0xpc3RgMStfdmVyc2lvbgQAABhTaGFyZWQuSW5raW5nLklua1BvaW50W10CAAAACAgCAAAACQ8AAAABAAAAAQAAAAEKAAAABwAAAP8AAAAAAAAAAAAACEAAAAHw////8v///wEAAAAAAAAAAAAIQAELAAAACAAAAAkRAAAAAQAAAAEAAAAHDwAAAAABAAAABAAAAAQKSW5rUG9pbnRWMQIAAAAJEgAAAA0DBxEAAAAAAQAAAAQAAAAECklua1BvaW50VjECAAAACRMAAAANAwUSAAAACklua1BvaW50VjEEAAAAAVgBWQ5QcmVzc3VyZUZhY3RvcglUaW1lU3RhbXAAAAAABgYLEAIAAAA0SyJ6rtTvPwAowTOoopA/AAAAPwAAAAAAAAAAARMAAAASAAAAwGXa7sKodT/M9mG+6nrvPwAAAD8AAAAAAAAAAAs=</ink>
</athena>
</file>

<file path=customXml/item30.xml><?xml version="1.0" encoding="utf-8"?>
<athena xmlns="http://schemas.microsoft.com/edu/athena" version="0.1.3517.0">
  <timings duration="105355"/>
</athena>
</file>

<file path=customXml/item31.xml><?xml version="1.0" encoding="utf-8"?>
<athena xmlns="http://schemas.microsoft.com/edu/athena" version="0.1.3517.0">
  <media streamable="true" recordStart="380420" recordEnd="485364" recordLength="1097704" audioOnly="true"/>
</athena>
</file>

<file path=customXml/item32.xml><?xml version="1.0" encoding="utf-8"?>
<athena xmlns="http://schemas.microsoft.com/edu/athena" version="0.1.3517.0">
  <timings duration="155498"/>
</athena>
</file>

<file path=customXml/item33.xml><?xml version="1.0" encoding="utf-8"?>
<athena xmlns="http://schemas.microsoft.com/edu/athena" version="0.1.3517.0">
  <timings duration="104944"/>
</athena>
</file>

<file path=customXml/item34.xml><?xml version="1.0" encoding="utf-8"?>
<athena xmlns="http://schemas.microsoft.com/edu/athena" version="0.1.3517.0">
  <timings duration="7848"/>
</athena>
</file>

<file path=customXml/item35.xml><?xml version="1.0" encoding="utf-8"?>
<athena xmlns="http://schemas.microsoft.com/edu/athena" version="0.1.3517.0">
  <timings duration="22141"/>
</athena>
</file>

<file path=customXml/item36.xml><?xml version="1.0" encoding="utf-8"?>
<athena xmlns="http://schemas.microsoft.com/edu/athena" version="0.1.3517.0">
  <media streamable="true" recordStart="493212" recordEnd="591458" recordLength="1097704" audioOnly="true"/>
</athena>
</file>

<file path=customXml/item37.xml><?xml version="1.0" encoding="utf-8"?>
<athena xmlns="http://schemas.microsoft.com/edu/athena" version="0.1.3517.0">
  <media streamable="true" recordStart="1056323" recordEnd="1078464" recordLength="1097704" audioOnly="true"/>
</athena>
</file>

<file path=customXml/item38.xml><?xml version="1.0" encoding="utf-8"?>
<athena xmlns="http://schemas.microsoft.com/edu/athena" version="0.1.3517.0">
  <timings duration="84197"/>
</athena>
</file>

<file path=customXml/item39.xml><?xml version="1.0" encoding="utf-8"?>
<athena xmlns="http://schemas.microsoft.com/edu/athena" version="0.1.3517.0">
  <media streamable="true" recordStart="820893" recordEnd="926248" recordLength="1097704" audioOnly="true"/>
</athena>
</file>

<file path=customXml/item40.xml><?xml version="1.0" encoding="utf-8"?>
<athena xmlns="http://schemas.microsoft.com/edu/athena" version="0.1.3517.0">
  <media streamable="true" recordStart="1056323" recordEnd="1078464" recordLength="1097704" audioOnly="true"/>
</athena>
</file>

<file path=customXml/item41.xml><?xml version="1.0" encoding="utf-8"?>
<athena xmlns="http://schemas.microsoft.com/edu/athena" version="0.1.3517.0">
  <timings duration="4557"/>
</athena>
</file>

<file path=customXml/item42.xml><?xml version="1.0" encoding="utf-8"?>
<athena xmlns="http://schemas.microsoft.com/edu/athena" version="0.1.3517.0">
  <timings duration="68260"/>
</athena>
</file>

<file path=customXml/item43.xml><?xml version="1.0" encoding="utf-8"?>
<athena xmlns="http://schemas.microsoft.com/edu/athena" version="0.1.3517.0">
  <timings duration="105355"/>
</athena>
</file>

<file path=customXml/item44.xml><?xml version="1.0" encoding="utf-8"?>
<athena xmlns="http://schemas.microsoft.com/edu/athena" version="0.1.3517.0">
  <media streamable="true" recordStart="29203" recordEnd="113506" recordLength="1097704" audioOnly="true"/>
</athena>
</file>

<file path=customXml/item45.xml><?xml version="1.0" encoding="utf-8"?>
<athena xmlns="http://schemas.microsoft.com/edu/athena" version="0.1.3517.0">
  <media streamable="true" recordStart="591458" recordEnd="659718" recordLength="1097704" audioOnly="true"/>
</athena>
</file>

<file path=customXml/item46.xml><?xml version="1.0" encoding="utf-8"?>
<athena xmlns="http://schemas.microsoft.com/edu/athena" version="0.1.3517.0">
  <media streamable="true" recordStart="926248" recordEnd="972124" recordLength="1097704" audioOnly="true"/>
</athena>
</file>

<file path=customXml/itemProps1.xml><?xml version="1.0" encoding="utf-8"?>
<ds:datastoreItem xmlns:ds="http://schemas.openxmlformats.org/officeDocument/2006/customXml" ds:itemID="{8813A06A-8D79-48DB-8E3D-38A3675C1C7B}">
  <ds:schemaRefs>
    <ds:schemaRef ds:uri="http://schemas.microsoft.com/edu/athena"/>
  </ds:schemaRefs>
</ds:datastoreItem>
</file>

<file path=customXml/itemProps2.xml><?xml version="1.0" encoding="utf-8"?>
<ds:datastoreItem xmlns:ds="http://schemas.openxmlformats.org/officeDocument/2006/customXml" ds:itemID="{59A4F320-BC72-41BF-AE90-9D996DFEAC8F}">
  <ds:schemaRefs>
    <ds:schemaRef ds:uri="http://schemas.microsoft.com/edu/athena"/>
  </ds:schemaRefs>
</ds:datastoreItem>
</file>

<file path=customXml/itemProps3.xml><?xml version="1.0" encoding="utf-8"?>
<ds:datastoreItem xmlns:ds="http://schemas.openxmlformats.org/officeDocument/2006/customXml" ds:itemID="{5F5CFAAF-EE96-41BB-9B01-FD40E2BAAF99}">
  <ds:schemaRefs>
    <ds:schemaRef ds:uri="http://schemas.microsoft.com/edu/athena"/>
  </ds:schemaRefs>
</ds:datastoreItem>
</file>

<file path=customXml/itemProps4.xml><?xml version="1.0" encoding="utf-8"?>
<ds:datastoreItem xmlns:ds="http://schemas.openxmlformats.org/officeDocument/2006/customXml" ds:itemID="{B112224D-86AC-4AC5-86BD-6ED68D347E00}">
  <ds:schemaRefs>
    <ds:schemaRef ds:uri="http://schemas.microsoft.com/edu/athena"/>
  </ds:schemaRefs>
</ds:datastoreItem>
</file>

<file path=customXml/itemProps5.xml><?xml version="1.0" encoding="utf-8"?>
<ds:datastoreItem xmlns:ds="http://schemas.openxmlformats.org/officeDocument/2006/customXml" ds:itemID="{C6081D7C-818E-4B8D-82CE-CFB9C814D6A6}">
  <ds:schemaRefs>
    <ds:schemaRef ds:uri="http://schemas.microsoft.com/edu/athena"/>
  </ds:schemaRefs>
</ds:datastoreItem>
</file>

<file path=customXml/itemProps6.xml><?xml version="1.0" encoding="utf-8"?>
<ds:datastoreItem xmlns:ds="http://schemas.openxmlformats.org/officeDocument/2006/customXml" ds:itemID="{9B884F4D-B553-459E-BFBE-C9A2D6E8FC1D}">
  <ds:schemaRefs>
    <ds:schemaRef ds:uri="http://schemas.microsoft.com/edu/athena"/>
  </ds:schemaRefs>
</ds:datastoreItem>
</file>

<file path=customXml/itemProps7.xml><?xml version="1.0" encoding="utf-8"?>
<ds:datastoreItem xmlns:ds="http://schemas.openxmlformats.org/officeDocument/2006/customXml" ds:itemID="{FD337A7A-0C0C-43D0-80FA-C1850C6F7B29}">
  <ds:schemaRefs>
    <ds:schemaRef ds:uri="http://schemas.microsoft.com/edu/athena"/>
  </ds:schemaRefs>
</ds:datastoreItem>
</file>

<file path=customXml/itemProps8.xml><?xml version="1.0" encoding="utf-8"?>
<ds:datastoreItem xmlns:ds="http://schemas.openxmlformats.org/officeDocument/2006/customXml" ds:itemID="{23EA9704-29D8-460E-9FC1-D05D3BBA7AE4}">
  <ds:schemaRefs>
    <ds:schemaRef ds:uri="http://schemas.microsoft.com/edu/athena"/>
  </ds:schemaRefs>
</ds:datastoreItem>
</file>

<file path=customXml/itemProps9.xml><?xml version="1.0" encoding="utf-8"?>
<ds:datastoreItem xmlns:ds="http://schemas.openxmlformats.org/officeDocument/2006/customXml" ds:itemID="{1D06E103-341E-45BC-B586-FC1B7D9C0423}">
  <ds:schemaRefs>
    <ds:schemaRef ds:uri="http://schemas.microsoft.com/edu/athena"/>
  </ds:schemaRefs>
</ds:datastoreItem>
</file>

<file path=customXml/itemProps10.xml><?xml version="1.0" encoding="utf-8"?>
<ds:datastoreItem xmlns:ds="http://schemas.openxmlformats.org/officeDocument/2006/customXml" ds:itemID="{A006F264-FF8A-4755-A5FD-FA480034CAEA}">
  <ds:schemaRefs>
    <ds:schemaRef ds:uri="http://schemas.microsoft.com/edu/athena"/>
  </ds:schemaRefs>
</ds:datastoreItem>
</file>

<file path=customXml/itemProps11.xml><?xml version="1.0" encoding="utf-8"?>
<ds:datastoreItem xmlns:ds="http://schemas.openxmlformats.org/officeDocument/2006/customXml" ds:itemID="{8500208A-2F0B-4734-905E-0F39DC9EFF59}">
  <ds:schemaRefs>
    <ds:schemaRef ds:uri="http://schemas.microsoft.com/edu/athena"/>
  </ds:schemaRefs>
</ds:datastoreItem>
</file>

<file path=customXml/itemProps12.xml><?xml version="1.0" encoding="utf-8"?>
<ds:datastoreItem xmlns:ds="http://schemas.openxmlformats.org/officeDocument/2006/customXml" ds:itemID="{280AF29E-10B7-4E52-98B2-FA67A30292A4}">
  <ds:schemaRefs>
    <ds:schemaRef ds:uri="http://schemas.microsoft.com/edu/athena"/>
  </ds:schemaRefs>
</ds:datastoreItem>
</file>

<file path=customXml/itemProps13.xml><?xml version="1.0" encoding="utf-8"?>
<ds:datastoreItem xmlns:ds="http://schemas.openxmlformats.org/officeDocument/2006/customXml" ds:itemID="{5F2A29E6-5425-4E37-97F0-28DAE9A0E570}">
  <ds:schemaRefs>
    <ds:schemaRef ds:uri="http://schemas.microsoft.com/edu/athena"/>
  </ds:schemaRefs>
</ds:datastoreItem>
</file>

<file path=customXml/itemProps14.xml><?xml version="1.0" encoding="utf-8"?>
<ds:datastoreItem xmlns:ds="http://schemas.openxmlformats.org/officeDocument/2006/customXml" ds:itemID="{DCD8FB5F-8A26-48BA-9BB9-277012FE042C}">
  <ds:schemaRefs>
    <ds:schemaRef ds:uri="http://schemas.microsoft.com/edu/athena"/>
  </ds:schemaRefs>
</ds:datastoreItem>
</file>

<file path=customXml/itemProps15.xml><?xml version="1.0" encoding="utf-8"?>
<ds:datastoreItem xmlns:ds="http://schemas.openxmlformats.org/officeDocument/2006/customXml" ds:itemID="{5957014A-E3FC-47B3-BCE9-DF50FD175522}">
  <ds:schemaRefs>
    <ds:schemaRef ds:uri="http://schemas.microsoft.com/edu/athena"/>
  </ds:schemaRefs>
</ds:datastoreItem>
</file>

<file path=customXml/itemProps16.xml><?xml version="1.0" encoding="utf-8"?>
<ds:datastoreItem xmlns:ds="http://schemas.openxmlformats.org/officeDocument/2006/customXml" ds:itemID="{E3501735-5F16-4FD0-800C-86B66472A7CE}">
  <ds:schemaRefs>
    <ds:schemaRef ds:uri="http://schemas.microsoft.com/edu/athena"/>
  </ds:schemaRefs>
</ds:datastoreItem>
</file>

<file path=customXml/itemProps17.xml><?xml version="1.0" encoding="utf-8"?>
<ds:datastoreItem xmlns:ds="http://schemas.openxmlformats.org/officeDocument/2006/customXml" ds:itemID="{10415AF5-6A04-4AB1-BB1E-25868EDC9D54}">
  <ds:schemaRefs>
    <ds:schemaRef ds:uri="http://schemas.microsoft.com/edu/athena"/>
  </ds:schemaRefs>
</ds:datastoreItem>
</file>

<file path=customXml/itemProps18.xml><?xml version="1.0" encoding="utf-8"?>
<ds:datastoreItem xmlns:ds="http://schemas.openxmlformats.org/officeDocument/2006/customXml" ds:itemID="{CCA9A7A5-ADF3-4D61-926F-35B987F7CEC5}">
  <ds:schemaRefs>
    <ds:schemaRef ds:uri="http://schemas.microsoft.com/edu/athena"/>
  </ds:schemaRefs>
</ds:datastoreItem>
</file>

<file path=customXml/itemProps19.xml><?xml version="1.0" encoding="utf-8"?>
<ds:datastoreItem xmlns:ds="http://schemas.openxmlformats.org/officeDocument/2006/customXml" ds:itemID="{0A191D9D-E82B-4552-B98C-BCB2F4BB671E}">
  <ds:schemaRefs>
    <ds:schemaRef ds:uri="http://schemas.microsoft.com/edu/athena"/>
  </ds:schemaRefs>
</ds:datastoreItem>
</file>

<file path=customXml/itemProps20.xml><?xml version="1.0" encoding="utf-8"?>
<ds:datastoreItem xmlns:ds="http://schemas.openxmlformats.org/officeDocument/2006/customXml" ds:itemID="{0DEFB7DF-47DD-4B0B-A2DC-E199E2C2F1A4}">
  <ds:schemaRefs>
    <ds:schemaRef ds:uri="http://schemas.microsoft.com/edu/athena"/>
  </ds:schemaRefs>
</ds:datastoreItem>
</file>

<file path=customXml/itemProps21.xml><?xml version="1.0" encoding="utf-8"?>
<ds:datastoreItem xmlns:ds="http://schemas.openxmlformats.org/officeDocument/2006/customXml" ds:itemID="{3638D53C-1779-4FD1-8088-309DB39A1670}">
  <ds:schemaRefs>
    <ds:schemaRef ds:uri="http://schemas.microsoft.com/edu/athena"/>
  </ds:schemaRefs>
</ds:datastoreItem>
</file>

<file path=customXml/itemProps22.xml><?xml version="1.0" encoding="utf-8"?>
<ds:datastoreItem xmlns:ds="http://schemas.openxmlformats.org/officeDocument/2006/customXml" ds:itemID="{722860B4-702D-4F94-A1C7-A3FA65F48B3E}">
  <ds:schemaRefs>
    <ds:schemaRef ds:uri="http://schemas.microsoft.com/edu/athena"/>
  </ds:schemaRefs>
</ds:datastoreItem>
</file>

<file path=customXml/itemProps23.xml><?xml version="1.0" encoding="utf-8"?>
<ds:datastoreItem xmlns:ds="http://schemas.openxmlformats.org/officeDocument/2006/customXml" ds:itemID="{DE7D712A-D883-43B4-978C-798D3018ADAC}">
  <ds:schemaRefs>
    <ds:schemaRef ds:uri="http://schemas.microsoft.com/edu/athena"/>
  </ds:schemaRefs>
</ds:datastoreItem>
</file>

<file path=customXml/itemProps24.xml><?xml version="1.0" encoding="utf-8"?>
<ds:datastoreItem xmlns:ds="http://schemas.openxmlformats.org/officeDocument/2006/customXml" ds:itemID="{B05CDA9C-7EC4-47F2-812F-75CF7132ADDA}">
  <ds:schemaRefs>
    <ds:schemaRef ds:uri="http://schemas.microsoft.com/edu/athena"/>
  </ds:schemaRefs>
</ds:datastoreItem>
</file>

<file path=customXml/itemProps25.xml><?xml version="1.0" encoding="utf-8"?>
<ds:datastoreItem xmlns:ds="http://schemas.openxmlformats.org/officeDocument/2006/customXml" ds:itemID="{80EC5C21-6A60-4F04-AB40-85B60004B787}">
  <ds:schemaRefs>
    <ds:schemaRef ds:uri="http://schemas.microsoft.com/edu/athena"/>
  </ds:schemaRefs>
</ds:datastoreItem>
</file>

<file path=customXml/itemProps26.xml><?xml version="1.0" encoding="utf-8"?>
<ds:datastoreItem xmlns:ds="http://schemas.openxmlformats.org/officeDocument/2006/customXml" ds:itemID="{E37DAE8C-9BEE-4739-9ED0-D8F246DE9DE8}">
  <ds:schemaRefs>
    <ds:schemaRef ds:uri="http://schemas.microsoft.com/edu/athena"/>
  </ds:schemaRefs>
</ds:datastoreItem>
</file>

<file path=customXml/itemProps27.xml><?xml version="1.0" encoding="utf-8"?>
<ds:datastoreItem xmlns:ds="http://schemas.openxmlformats.org/officeDocument/2006/customXml" ds:itemID="{519206E4-154D-4090-93B9-5289170A816B}">
  <ds:schemaRefs>
    <ds:schemaRef ds:uri="http://schemas.microsoft.com/edu/athena"/>
  </ds:schemaRefs>
</ds:datastoreItem>
</file>

<file path=customXml/itemProps28.xml><?xml version="1.0" encoding="utf-8"?>
<ds:datastoreItem xmlns:ds="http://schemas.openxmlformats.org/officeDocument/2006/customXml" ds:itemID="{C361F395-82F6-4CF8-86C1-7A1BF3F0A49F}">
  <ds:schemaRefs>
    <ds:schemaRef ds:uri="http://schemas.microsoft.com/edu/athena"/>
  </ds:schemaRefs>
</ds:datastoreItem>
</file>

<file path=customXml/itemProps29.xml><?xml version="1.0" encoding="utf-8"?>
<ds:datastoreItem xmlns:ds="http://schemas.openxmlformats.org/officeDocument/2006/customXml" ds:itemID="{ADA46FAB-8EB6-4514-A1BB-34B25789439A}">
  <ds:schemaRefs>
    <ds:schemaRef ds:uri="http://schemas.microsoft.com/edu/athena"/>
  </ds:schemaRefs>
</ds:datastoreItem>
</file>

<file path=customXml/itemProps30.xml><?xml version="1.0" encoding="utf-8"?>
<ds:datastoreItem xmlns:ds="http://schemas.openxmlformats.org/officeDocument/2006/customXml" ds:itemID="{B8A2A975-3692-4AE2-A798-9D685D6D76DF}">
  <ds:schemaRefs>
    <ds:schemaRef ds:uri="http://schemas.microsoft.com/edu/athena"/>
  </ds:schemaRefs>
</ds:datastoreItem>
</file>

<file path=customXml/itemProps31.xml><?xml version="1.0" encoding="utf-8"?>
<ds:datastoreItem xmlns:ds="http://schemas.openxmlformats.org/officeDocument/2006/customXml" ds:itemID="{903E23F5-9BA8-4FD0-A5E3-B2BFCDB7DFC2}">
  <ds:schemaRefs>
    <ds:schemaRef ds:uri="http://schemas.microsoft.com/edu/athena"/>
  </ds:schemaRefs>
</ds:datastoreItem>
</file>

<file path=customXml/itemProps32.xml><?xml version="1.0" encoding="utf-8"?>
<ds:datastoreItem xmlns:ds="http://schemas.openxmlformats.org/officeDocument/2006/customXml" ds:itemID="{C6F7DF11-23D1-4165-9418-D8C69EAE6EF3}">
  <ds:schemaRefs>
    <ds:schemaRef ds:uri="http://schemas.microsoft.com/edu/athena"/>
  </ds:schemaRefs>
</ds:datastoreItem>
</file>

<file path=customXml/itemProps33.xml><?xml version="1.0" encoding="utf-8"?>
<ds:datastoreItem xmlns:ds="http://schemas.openxmlformats.org/officeDocument/2006/customXml" ds:itemID="{D8058B93-EAAF-4F00-80D5-4D3FF22965D6}">
  <ds:schemaRefs>
    <ds:schemaRef ds:uri="http://schemas.microsoft.com/edu/athena"/>
  </ds:schemaRefs>
</ds:datastoreItem>
</file>

<file path=customXml/itemProps34.xml><?xml version="1.0" encoding="utf-8"?>
<ds:datastoreItem xmlns:ds="http://schemas.openxmlformats.org/officeDocument/2006/customXml" ds:itemID="{C56D05B4-431F-4216-B8F9-E46AA9A51E23}">
  <ds:schemaRefs>
    <ds:schemaRef ds:uri="http://schemas.microsoft.com/edu/athena"/>
  </ds:schemaRefs>
</ds:datastoreItem>
</file>

<file path=customXml/itemProps35.xml><?xml version="1.0" encoding="utf-8"?>
<ds:datastoreItem xmlns:ds="http://schemas.openxmlformats.org/officeDocument/2006/customXml" ds:itemID="{89F36CBE-296C-4B88-882F-38F808DCD814}">
  <ds:schemaRefs>
    <ds:schemaRef ds:uri="http://schemas.microsoft.com/edu/athena"/>
  </ds:schemaRefs>
</ds:datastoreItem>
</file>

<file path=customXml/itemProps36.xml><?xml version="1.0" encoding="utf-8"?>
<ds:datastoreItem xmlns:ds="http://schemas.openxmlformats.org/officeDocument/2006/customXml" ds:itemID="{1E8ABACE-6F46-4D9E-B2A9-DE5B8AFD0425}">
  <ds:schemaRefs>
    <ds:schemaRef ds:uri="http://schemas.microsoft.com/edu/athena"/>
  </ds:schemaRefs>
</ds:datastoreItem>
</file>

<file path=customXml/itemProps37.xml><?xml version="1.0" encoding="utf-8"?>
<ds:datastoreItem xmlns:ds="http://schemas.openxmlformats.org/officeDocument/2006/customXml" ds:itemID="{FCACE1CC-7641-4AEA-BD53-CBEF3DBD53D6}">
  <ds:schemaRefs>
    <ds:schemaRef ds:uri="http://schemas.microsoft.com/edu/athena"/>
  </ds:schemaRefs>
</ds:datastoreItem>
</file>

<file path=customXml/itemProps38.xml><?xml version="1.0" encoding="utf-8"?>
<ds:datastoreItem xmlns:ds="http://schemas.openxmlformats.org/officeDocument/2006/customXml" ds:itemID="{F38D548F-1400-43ED-A049-BD8C2AABCD96}">
  <ds:schemaRefs>
    <ds:schemaRef ds:uri="http://schemas.microsoft.com/edu/athena"/>
  </ds:schemaRefs>
</ds:datastoreItem>
</file>

<file path=customXml/itemProps39.xml><?xml version="1.0" encoding="utf-8"?>
<ds:datastoreItem xmlns:ds="http://schemas.openxmlformats.org/officeDocument/2006/customXml" ds:itemID="{E2F32FA1-C438-4D7B-B638-4CC011A6D63A}">
  <ds:schemaRefs>
    <ds:schemaRef ds:uri="http://schemas.microsoft.com/edu/athena"/>
  </ds:schemaRefs>
</ds:datastoreItem>
</file>

<file path=customXml/itemProps40.xml><?xml version="1.0" encoding="utf-8"?>
<ds:datastoreItem xmlns:ds="http://schemas.openxmlformats.org/officeDocument/2006/customXml" ds:itemID="{54CF1A51-3321-4473-A0D0-CE8A32CE80C9}">
  <ds:schemaRefs>
    <ds:schemaRef ds:uri="http://schemas.microsoft.com/edu/athena"/>
  </ds:schemaRefs>
</ds:datastoreItem>
</file>

<file path=customXml/itemProps41.xml><?xml version="1.0" encoding="utf-8"?>
<ds:datastoreItem xmlns:ds="http://schemas.openxmlformats.org/officeDocument/2006/customXml" ds:itemID="{25661152-48BB-4E8A-87C9-5B3FD614F9A7}">
  <ds:schemaRefs>
    <ds:schemaRef ds:uri="http://schemas.microsoft.com/edu/athena"/>
  </ds:schemaRefs>
</ds:datastoreItem>
</file>

<file path=customXml/itemProps42.xml><?xml version="1.0" encoding="utf-8"?>
<ds:datastoreItem xmlns:ds="http://schemas.openxmlformats.org/officeDocument/2006/customXml" ds:itemID="{F6EB751F-FB66-4313-A8E3-817267FF8E19}">
  <ds:schemaRefs>
    <ds:schemaRef ds:uri="http://schemas.microsoft.com/edu/athena"/>
  </ds:schemaRefs>
</ds:datastoreItem>
</file>

<file path=customXml/itemProps43.xml><?xml version="1.0" encoding="utf-8"?>
<ds:datastoreItem xmlns:ds="http://schemas.openxmlformats.org/officeDocument/2006/customXml" ds:itemID="{62CB0957-FEF9-451F-86EB-4E93E9F2FEA8}">
  <ds:schemaRefs>
    <ds:schemaRef ds:uri="http://schemas.microsoft.com/edu/athena"/>
  </ds:schemaRefs>
</ds:datastoreItem>
</file>

<file path=customXml/itemProps44.xml><?xml version="1.0" encoding="utf-8"?>
<ds:datastoreItem xmlns:ds="http://schemas.openxmlformats.org/officeDocument/2006/customXml" ds:itemID="{D26B3D4B-3061-4E2F-B731-E9489EC92BD7}">
  <ds:schemaRefs>
    <ds:schemaRef ds:uri="http://schemas.microsoft.com/edu/athena"/>
  </ds:schemaRefs>
</ds:datastoreItem>
</file>

<file path=customXml/itemProps45.xml><?xml version="1.0" encoding="utf-8"?>
<ds:datastoreItem xmlns:ds="http://schemas.openxmlformats.org/officeDocument/2006/customXml" ds:itemID="{13E52A64-A6F8-459C-81FB-A65B4828132C}">
  <ds:schemaRefs>
    <ds:schemaRef ds:uri="http://schemas.microsoft.com/edu/athena"/>
  </ds:schemaRefs>
</ds:datastoreItem>
</file>

<file path=customXml/itemProps46.xml><?xml version="1.0" encoding="utf-8"?>
<ds:datastoreItem xmlns:ds="http://schemas.openxmlformats.org/officeDocument/2006/customXml" ds:itemID="{A2B117A7-2BEE-4218-8C79-77EB83F4B3C8}">
  <ds:schemaRefs>
    <ds:schemaRef ds:uri="http://schemas.microsoft.com/edu/athena"/>
  </ds:schemaRefs>
</ds:datastoreItem>
</file>

<file path=docProps/app.xml><?xml version="1.0" encoding="utf-8"?>
<Properties xmlns="http://schemas.openxmlformats.org/officeDocument/2006/extended-properties" xmlns:vt="http://schemas.openxmlformats.org/officeDocument/2006/docPropsVTypes">
  <TotalTime>1043</TotalTime>
  <Words>1343</Words>
  <Application>Microsoft Office PowerPoint</Application>
  <PresentationFormat>مخصص</PresentationFormat>
  <Paragraphs>167</Paragraphs>
  <Slides>35</Slides>
  <Notes>0</Notes>
  <HiddenSlides>0</HiddenSlides>
  <MMClips>0</MMClips>
  <ScaleCrop>false</ScaleCrop>
  <HeadingPairs>
    <vt:vector size="4" baseType="variant">
      <vt:variant>
        <vt:lpstr>نسق</vt:lpstr>
      </vt:variant>
      <vt:variant>
        <vt:i4>1</vt:i4>
      </vt:variant>
      <vt:variant>
        <vt:lpstr>عناوين الشرائح</vt:lpstr>
      </vt:variant>
      <vt:variant>
        <vt:i4>35</vt:i4>
      </vt:variant>
    </vt:vector>
  </HeadingPairs>
  <TitlesOfParts>
    <vt:vector size="36" baseType="lpstr">
      <vt:lpstr>Office Theme</vt:lpstr>
      <vt:lpstr>Human Hybridomas</vt:lpstr>
      <vt:lpstr>Disadvantages of murine Mabs </vt:lpstr>
      <vt:lpstr>To overcome the adverse effects of murine Mabs in therapeutics, other Mabs are prepared using genetic engineering technology: </vt:lpstr>
      <vt:lpstr>عرض تقديمي في PowerPoint</vt:lpstr>
      <vt:lpstr>         Humanized Mab </vt:lpstr>
      <vt:lpstr> </vt:lpstr>
      <vt:lpstr>First method: Epstein-Barr virus transformation</vt:lpstr>
      <vt:lpstr>عرض تقديمي في PowerPoint</vt:lpstr>
      <vt:lpstr>                              Blood </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Performing a Phage Display Selection Experiment </vt:lpstr>
      <vt:lpstr>عرض تقديمي في PowerPoint</vt:lpstr>
      <vt:lpstr>عرض تقديمي في PowerPoint</vt:lpstr>
      <vt:lpstr>Viral inactivation</vt:lpstr>
      <vt:lpstr>Third method: Transgenic Mabs</vt:lpstr>
      <vt:lpstr>عرض تقديمي في PowerPoint</vt:lpstr>
      <vt:lpstr>عرض تقديمي في PowerPoint</vt:lpstr>
      <vt:lpstr>Phage display method</vt:lpstr>
      <vt:lpstr>Common Strategies for Virus Clearance in mAb Purification </vt:lpstr>
      <vt:lpstr>Affinity Chromatography </vt:lpstr>
      <vt:lpstr>pH Treatment</vt:lpstr>
      <vt:lpstr>Solvent/Detergent</vt:lpstr>
      <vt:lpstr>Heat treatment</vt:lpstr>
      <vt:lpstr>Virus Reduction Filtration</vt:lpstr>
      <vt:lpstr>Gamma Irradiation</vt:lpstr>
      <vt:lpstr>Ultraviolet-C (UV-C)</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Human Hybridomas</dc:title>
  <dc:creator>Dell</dc:creator>
  <cp:lastModifiedBy>user</cp:lastModifiedBy>
  <cp:revision>96</cp:revision>
  <dcterms:created xsi:type="dcterms:W3CDTF">2020-01-24T02:11:48Z</dcterms:created>
  <dcterms:modified xsi:type="dcterms:W3CDTF">2021-02-20T08:58:30Z</dcterms:modified>
</cp:coreProperties>
</file>