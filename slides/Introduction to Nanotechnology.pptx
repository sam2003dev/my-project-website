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  <p:sldMasterId id="2147483715" r:id="rId2"/>
    <p:sldMasterId id="2147483734" r:id="rId3"/>
  </p:sldMasterIdLst>
  <p:sldIdLst>
    <p:sldId id="257" r:id="rId4"/>
    <p:sldId id="294" r:id="rId5"/>
    <p:sldId id="293" r:id="rId6"/>
    <p:sldId id="290" r:id="rId7"/>
    <p:sldId id="258" r:id="rId8"/>
    <p:sldId id="259" r:id="rId9"/>
    <p:sldId id="287" r:id="rId10"/>
    <p:sldId id="262" r:id="rId11"/>
    <p:sldId id="260" r:id="rId12"/>
    <p:sldId id="291" r:id="rId13"/>
    <p:sldId id="292" r:id="rId14"/>
    <p:sldId id="296" r:id="rId15"/>
    <p:sldId id="298" r:id="rId16"/>
    <p:sldId id="299" r:id="rId17"/>
    <p:sldId id="300" r:id="rId18"/>
    <p:sldId id="301" r:id="rId19"/>
    <p:sldId id="302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2E2"/>
    <a:srgbClr val="6666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2593" autoAdjust="0"/>
    <p:restoredTop sz="94728" autoAdjust="0"/>
  </p:normalViewPr>
  <p:slideViewPr>
    <p:cSldViewPr>
      <p:cViewPr>
        <p:scale>
          <a:sx n="75" d="100"/>
          <a:sy n="75" d="100"/>
        </p:scale>
        <p:origin x="-100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bg1"/>
            </a:gs>
            <a:gs pos="100000">
              <a:srgbClr val="32324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498475" y="1311275"/>
            <a:ext cx="10429875" cy="5908675"/>
            <a:chOff x="-313" y="824"/>
            <a:chExt cx="6570" cy="372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 rot="20798144" flipV="1">
              <a:off x="-14" y="1033"/>
              <a:ext cx="1744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Rectangle 4"/>
            <p:cNvSpPr>
              <a:spLocks noChangeArrowheads="1"/>
            </p:cNvSpPr>
            <p:nvPr userDrawn="1"/>
          </p:nvSpPr>
          <p:spPr bwMode="hidden">
            <a:xfrm rot="20774366" flipV="1">
              <a:off x="-24" y="1127"/>
              <a:ext cx="2033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5"/>
            <p:cNvSpPr>
              <a:spLocks noChangeArrowheads="1"/>
            </p:cNvSpPr>
            <p:nvPr userDrawn="1"/>
          </p:nvSpPr>
          <p:spPr bwMode="hidden">
            <a:xfrm rot="20757421" flipV="1">
              <a:off x="-27" y="1198"/>
              <a:ext cx="2246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6"/>
            <p:cNvSpPr>
              <a:spLocks noChangeArrowheads="1"/>
            </p:cNvSpPr>
            <p:nvPr userDrawn="1"/>
          </p:nvSpPr>
          <p:spPr bwMode="hidden">
            <a:xfrm rot="20684206" flipV="1">
              <a:off x="-43" y="1283"/>
              <a:ext cx="2476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 userDrawn="1"/>
          </p:nvSpPr>
          <p:spPr bwMode="hidden">
            <a:xfrm rot="20631226" flipV="1">
              <a:off x="-51" y="1397"/>
              <a:ext cx="2770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hidden">
            <a:xfrm rot="20554235" flipV="1">
              <a:off x="-65" y="1523"/>
              <a:ext cx="3058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9"/>
            <p:cNvSpPr>
              <a:spLocks noChangeArrowheads="1"/>
            </p:cNvSpPr>
            <p:nvPr userDrawn="1"/>
          </p:nvSpPr>
          <p:spPr bwMode="hidden">
            <a:xfrm rot="20466593" flipV="1">
              <a:off x="-93" y="1694"/>
              <a:ext cx="3403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0"/>
            <p:cNvSpPr>
              <a:spLocks noChangeArrowheads="1"/>
            </p:cNvSpPr>
            <p:nvPr userDrawn="1"/>
          </p:nvSpPr>
          <p:spPr bwMode="hidden">
            <a:xfrm rot="20343219" flipV="1">
              <a:off x="-99" y="1863"/>
              <a:ext cx="374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1"/>
            <p:cNvSpPr>
              <a:spLocks noChangeArrowheads="1"/>
            </p:cNvSpPr>
            <p:nvPr userDrawn="1"/>
          </p:nvSpPr>
          <p:spPr bwMode="hidden">
            <a:xfrm rot="20211065" flipV="1">
              <a:off x="-165" y="2053"/>
              <a:ext cx="420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Rectangle 12"/>
            <p:cNvSpPr>
              <a:spLocks noChangeArrowheads="1"/>
            </p:cNvSpPr>
            <p:nvPr userDrawn="1"/>
          </p:nvSpPr>
          <p:spPr bwMode="hidden">
            <a:xfrm rot="20102912" flipV="1">
              <a:off x="-214" y="2289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3"/>
            <p:cNvSpPr>
              <a:spLocks noChangeArrowheads="1"/>
            </p:cNvSpPr>
            <p:nvPr userDrawn="1"/>
          </p:nvSpPr>
          <p:spPr bwMode="hidden">
            <a:xfrm rot="19923405" flipV="1">
              <a:off x="-313" y="2617"/>
              <a:ext cx="52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4"/>
            <p:cNvSpPr>
              <a:spLocks noChangeArrowheads="1"/>
            </p:cNvSpPr>
            <p:nvPr userDrawn="1"/>
          </p:nvSpPr>
          <p:spPr bwMode="hidden">
            <a:xfrm rot="19686284" flipV="1">
              <a:off x="9" y="2881"/>
              <a:ext cx="54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5"/>
            <p:cNvSpPr>
              <a:spLocks noChangeArrowheads="1"/>
            </p:cNvSpPr>
            <p:nvPr userDrawn="1"/>
          </p:nvSpPr>
          <p:spPr bwMode="hidden">
            <a:xfrm rot="19383534" flipV="1">
              <a:off x="1319" y="2928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019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Rectangle 16"/>
            <p:cNvSpPr>
              <a:spLocks noChangeArrowheads="1"/>
            </p:cNvSpPr>
            <p:nvPr userDrawn="1"/>
          </p:nvSpPr>
          <p:spPr bwMode="hidden">
            <a:xfrm rot="18994182" flipV="1">
              <a:off x="2681" y="3071"/>
              <a:ext cx="35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13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9" name="Rectangle 17"/>
            <p:cNvSpPr>
              <a:spLocks noChangeArrowheads="1"/>
            </p:cNvSpPr>
            <p:nvPr userDrawn="1"/>
          </p:nvSpPr>
          <p:spPr bwMode="hidden">
            <a:xfrm rot="18603245" flipV="1">
              <a:off x="4054" y="3503"/>
              <a:ext cx="207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 vert="eaVert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Rectangle 18"/>
            <p:cNvSpPr>
              <a:spLocks noChangeArrowheads="1"/>
            </p:cNvSpPr>
            <p:nvPr userDrawn="1"/>
          </p:nvSpPr>
          <p:spPr bwMode="hidden">
            <a:xfrm rot="39991575" flipH="1" flipV="1">
              <a:off x="5373" y="4167"/>
              <a:ext cx="5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 vert="eaVert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Rectangle 19"/>
            <p:cNvSpPr>
              <a:spLocks noChangeArrowheads="1"/>
            </p:cNvSpPr>
            <p:nvPr userDrawn="1"/>
          </p:nvSpPr>
          <p:spPr bwMode="hidden">
            <a:xfrm rot="-20541361">
              <a:off x="-146" y="2360"/>
              <a:ext cx="604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Rectangle 20"/>
            <p:cNvSpPr>
              <a:spLocks noChangeArrowheads="1"/>
            </p:cNvSpPr>
            <p:nvPr userDrawn="1"/>
          </p:nvSpPr>
          <p:spPr bwMode="hidden">
            <a:xfrm rot="-20036206">
              <a:off x="-198" y="3396"/>
              <a:ext cx="414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" name="Rectangle 21"/>
            <p:cNvSpPr>
              <a:spLocks noChangeArrowheads="1"/>
            </p:cNvSpPr>
            <p:nvPr userDrawn="1"/>
          </p:nvSpPr>
          <p:spPr bwMode="hidden">
            <a:xfrm rot="1732981">
              <a:off x="-165" y="3624"/>
              <a:ext cx="28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Rectangle 22"/>
            <p:cNvSpPr>
              <a:spLocks noChangeArrowheads="1"/>
            </p:cNvSpPr>
            <p:nvPr userDrawn="1"/>
          </p:nvSpPr>
          <p:spPr bwMode="hidden">
            <a:xfrm rot="1969083">
              <a:off x="-110" y="3922"/>
              <a:ext cx="14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5" name="Rectangle 23"/>
            <p:cNvSpPr>
              <a:spLocks noChangeArrowheads="1"/>
            </p:cNvSpPr>
            <p:nvPr userDrawn="1"/>
          </p:nvSpPr>
          <p:spPr bwMode="hidden">
            <a:xfrm rot="-20213826">
              <a:off x="-216" y="3221"/>
              <a:ext cx="547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6" name="Rectangle 24"/>
            <p:cNvSpPr>
              <a:spLocks noChangeArrowheads="1"/>
            </p:cNvSpPr>
            <p:nvPr userDrawn="1"/>
          </p:nvSpPr>
          <p:spPr bwMode="hidden">
            <a:xfrm rot="22583969">
              <a:off x="-115" y="2129"/>
              <a:ext cx="601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" name="Rectangle 25"/>
            <p:cNvSpPr>
              <a:spLocks noChangeArrowheads="1"/>
            </p:cNvSpPr>
            <p:nvPr userDrawn="1"/>
          </p:nvSpPr>
          <p:spPr bwMode="hidden">
            <a:xfrm rot="930109" flipV="1">
              <a:off x="80" y="1946"/>
              <a:ext cx="575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8" name="Rectangle 26"/>
            <p:cNvSpPr>
              <a:spLocks noChangeArrowheads="1"/>
            </p:cNvSpPr>
            <p:nvPr userDrawn="1"/>
          </p:nvSpPr>
          <p:spPr bwMode="hidden">
            <a:xfrm rot="-20731987">
              <a:off x="374" y="1802"/>
              <a:ext cx="5475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9" name="Rectangle 27"/>
            <p:cNvSpPr>
              <a:spLocks noChangeArrowheads="1"/>
            </p:cNvSpPr>
            <p:nvPr userDrawn="1"/>
          </p:nvSpPr>
          <p:spPr bwMode="hidden">
            <a:xfrm rot="-64024402">
              <a:off x="848" y="1582"/>
              <a:ext cx="49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0" name="Rectangle 28"/>
            <p:cNvSpPr>
              <a:spLocks noChangeArrowheads="1"/>
            </p:cNvSpPr>
            <p:nvPr userDrawn="1"/>
          </p:nvSpPr>
          <p:spPr bwMode="hidden">
            <a:xfrm rot="-42464612">
              <a:off x="1053" y="1476"/>
              <a:ext cx="475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1" name="Rectangle 29"/>
            <p:cNvSpPr>
              <a:spLocks noChangeArrowheads="1"/>
            </p:cNvSpPr>
            <p:nvPr userDrawn="1"/>
          </p:nvSpPr>
          <p:spPr bwMode="hidden">
            <a:xfrm rot="-20907336">
              <a:off x="1244" y="1377"/>
              <a:ext cx="455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" name="Rectangle 30"/>
            <p:cNvSpPr>
              <a:spLocks noChangeArrowheads="1"/>
            </p:cNvSpPr>
            <p:nvPr userDrawn="1"/>
          </p:nvSpPr>
          <p:spPr bwMode="hidden">
            <a:xfrm rot="655690" flipV="1">
              <a:off x="1487" y="1305"/>
              <a:ext cx="431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" name="Rectangle 31"/>
            <p:cNvSpPr>
              <a:spLocks noChangeArrowheads="1"/>
            </p:cNvSpPr>
            <p:nvPr userDrawn="1"/>
          </p:nvSpPr>
          <p:spPr bwMode="hidden">
            <a:xfrm rot="636921" flipV="1">
              <a:off x="1650" y="1218"/>
              <a:ext cx="415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" name="Rectangle 32"/>
            <p:cNvSpPr>
              <a:spLocks noChangeArrowheads="1"/>
            </p:cNvSpPr>
            <p:nvPr userDrawn="1"/>
          </p:nvSpPr>
          <p:spPr bwMode="hidden">
            <a:xfrm rot="803987" flipV="1">
              <a:off x="611" y="1684"/>
              <a:ext cx="52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" name="Rectangle 33"/>
            <p:cNvSpPr>
              <a:spLocks noChangeArrowheads="1"/>
            </p:cNvSpPr>
            <p:nvPr userDrawn="1"/>
          </p:nvSpPr>
          <p:spPr bwMode="hidden">
            <a:xfrm rot="1273217" flipV="1">
              <a:off x="-204" y="2976"/>
              <a:ext cx="615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" name="Rectangle 34"/>
            <p:cNvSpPr>
              <a:spLocks noChangeArrowheads="1"/>
            </p:cNvSpPr>
            <p:nvPr userDrawn="1"/>
          </p:nvSpPr>
          <p:spPr bwMode="hidden">
            <a:xfrm rot="1169729" flipV="1">
              <a:off x="-174" y="2663"/>
              <a:ext cx="61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1373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" name="Oval 35"/>
            <p:cNvSpPr>
              <a:spLocks noChangeArrowheads="1"/>
            </p:cNvSpPr>
            <p:nvPr/>
          </p:nvSpPr>
          <p:spPr bwMode="hidden">
            <a:xfrm>
              <a:off x="740" y="3359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8" name="Oval 36"/>
            <p:cNvSpPr>
              <a:spLocks noChangeArrowheads="1"/>
            </p:cNvSpPr>
            <p:nvPr/>
          </p:nvSpPr>
          <p:spPr bwMode="hidden">
            <a:xfrm>
              <a:off x="236" y="3074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" name="Oval 37"/>
            <p:cNvSpPr>
              <a:spLocks noChangeArrowheads="1"/>
            </p:cNvSpPr>
            <p:nvPr/>
          </p:nvSpPr>
          <p:spPr bwMode="hidden">
            <a:xfrm>
              <a:off x="159" y="3652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" name="Oval 38"/>
            <p:cNvSpPr>
              <a:spLocks noChangeArrowheads="1"/>
            </p:cNvSpPr>
            <p:nvPr/>
          </p:nvSpPr>
          <p:spPr bwMode="hidden">
            <a:xfrm>
              <a:off x="2077" y="2661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" name="Oval 39"/>
            <p:cNvSpPr>
              <a:spLocks noChangeArrowheads="1"/>
            </p:cNvSpPr>
            <p:nvPr/>
          </p:nvSpPr>
          <p:spPr bwMode="hidden">
            <a:xfrm>
              <a:off x="1223" y="307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2" name="Oval 40"/>
            <p:cNvSpPr>
              <a:spLocks noChangeArrowheads="1"/>
            </p:cNvSpPr>
            <p:nvPr/>
          </p:nvSpPr>
          <p:spPr bwMode="hidden">
            <a:xfrm>
              <a:off x="1686" y="2857"/>
              <a:ext cx="156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" name="Oval 41"/>
            <p:cNvSpPr>
              <a:spLocks noChangeArrowheads="1"/>
            </p:cNvSpPr>
            <p:nvPr/>
          </p:nvSpPr>
          <p:spPr bwMode="hidden">
            <a:xfrm>
              <a:off x="750" y="2839"/>
              <a:ext cx="151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4" name="Oval 42"/>
            <p:cNvSpPr>
              <a:spLocks noChangeArrowheads="1"/>
            </p:cNvSpPr>
            <p:nvPr/>
          </p:nvSpPr>
          <p:spPr bwMode="hidden">
            <a:xfrm>
              <a:off x="367" y="2656"/>
              <a:ext cx="150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5" name="Oval 43"/>
            <p:cNvSpPr>
              <a:spLocks noChangeArrowheads="1"/>
            </p:cNvSpPr>
            <p:nvPr/>
          </p:nvSpPr>
          <p:spPr bwMode="hidden">
            <a:xfrm>
              <a:off x="1172" y="2642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6" name="Oval 44"/>
            <p:cNvSpPr>
              <a:spLocks noChangeArrowheads="1"/>
            </p:cNvSpPr>
            <p:nvPr/>
          </p:nvSpPr>
          <p:spPr bwMode="hidden">
            <a:xfrm>
              <a:off x="2401" y="2485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7" name="Oval 45"/>
            <p:cNvSpPr>
              <a:spLocks noChangeArrowheads="1"/>
            </p:cNvSpPr>
            <p:nvPr/>
          </p:nvSpPr>
          <p:spPr bwMode="hidden">
            <a:xfrm>
              <a:off x="1910" y="231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8" name="Oval 46"/>
            <p:cNvSpPr>
              <a:spLocks noChangeArrowheads="1"/>
            </p:cNvSpPr>
            <p:nvPr/>
          </p:nvSpPr>
          <p:spPr bwMode="hidden">
            <a:xfrm>
              <a:off x="2254" y="2154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9" name="Oval 47"/>
            <p:cNvSpPr>
              <a:spLocks noChangeArrowheads="1"/>
            </p:cNvSpPr>
            <p:nvPr/>
          </p:nvSpPr>
          <p:spPr bwMode="hidden">
            <a:xfrm>
              <a:off x="2742" y="230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0" name="Oval 48"/>
            <p:cNvSpPr>
              <a:spLocks noChangeArrowheads="1"/>
            </p:cNvSpPr>
            <p:nvPr/>
          </p:nvSpPr>
          <p:spPr bwMode="hidden">
            <a:xfrm>
              <a:off x="2812" y="1898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1" name="Oval 49"/>
            <p:cNvSpPr>
              <a:spLocks noChangeArrowheads="1"/>
            </p:cNvSpPr>
            <p:nvPr/>
          </p:nvSpPr>
          <p:spPr bwMode="hidden">
            <a:xfrm>
              <a:off x="3721" y="179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2" name="Oval 50"/>
            <p:cNvSpPr>
              <a:spLocks noChangeArrowheads="1"/>
            </p:cNvSpPr>
            <p:nvPr/>
          </p:nvSpPr>
          <p:spPr bwMode="hidden">
            <a:xfrm>
              <a:off x="3528" y="189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3" name="Oval 51"/>
            <p:cNvSpPr>
              <a:spLocks noChangeArrowheads="1"/>
            </p:cNvSpPr>
            <p:nvPr/>
          </p:nvSpPr>
          <p:spPr bwMode="hidden">
            <a:xfrm>
              <a:off x="3064" y="1778"/>
              <a:ext cx="128" cy="6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4" name="Oval 52"/>
            <p:cNvSpPr>
              <a:spLocks noChangeArrowheads="1"/>
            </p:cNvSpPr>
            <p:nvPr/>
          </p:nvSpPr>
          <p:spPr bwMode="hidden">
            <a:xfrm>
              <a:off x="3277" y="202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5" name="Oval 53"/>
            <p:cNvSpPr>
              <a:spLocks noChangeArrowheads="1"/>
            </p:cNvSpPr>
            <p:nvPr/>
          </p:nvSpPr>
          <p:spPr bwMode="hidden">
            <a:xfrm>
              <a:off x="3027" y="2160"/>
              <a:ext cx="133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6" name="Oval 54"/>
            <p:cNvSpPr>
              <a:spLocks noChangeArrowheads="1"/>
            </p:cNvSpPr>
            <p:nvPr/>
          </p:nvSpPr>
          <p:spPr bwMode="hidden">
            <a:xfrm>
              <a:off x="1569" y="2453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7" name="Oval 55"/>
            <p:cNvSpPr>
              <a:spLocks noChangeArrowheads="1"/>
            </p:cNvSpPr>
            <p:nvPr/>
          </p:nvSpPr>
          <p:spPr bwMode="hidden">
            <a:xfrm>
              <a:off x="1863" y="2028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8" name="Oval 56"/>
            <p:cNvSpPr>
              <a:spLocks noChangeArrowheads="1"/>
            </p:cNvSpPr>
            <p:nvPr/>
          </p:nvSpPr>
          <p:spPr bwMode="hidden">
            <a:xfrm>
              <a:off x="1513" y="2175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9" name="Oval 57"/>
            <p:cNvSpPr>
              <a:spLocks noChangeArrowheads="1"/>
            </p:cNvSpPr>
            <p:nvPr/>
          </p:nvSpPr>
          <p:spPr bwMode="hidden">
            <a:xfrm>
              <a:off x="1191" y="2311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0" name="Oval 58"/>
            <p:cNvSpPr>
              <a:spLocks noChangeArrowheads="1"/>
            </p:cNvSpPr>
            <p:nvPr/>
          </p:nvSpPr>
          <p:spPr bwMode="hidden">
            <a:xfrm>
              <a:off x="1154" y="2047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1" name="Oval 59"/>
            <p:cNvSpPr>
              <a:spLocks noChangeArrowheads="1"/>
            </p:cNvSpPr>
            <p:nvPr/>
          </p:nvSpPr>
          <p:spPr bwMode="hidden">
            <a:xfrm>
              <a:off x="1142" y="180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2" name="Oval 60"/>
            <p:cNvSpPr>
              <a:spLocks noChangeArrowheads="1"/>
            </p:cNvSpPr>
            <p:nvPr/>
          </p:nvSpPr>
          <p:spPr bwMode="hidden">
            <a:xfrm>
              <a:off x="1500" y="191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" name="Oval 61"/>
            <p:cNvSpPr>
              <a:spLocks noChangeArrowheads="1"/>
            </p:cNvSpPr>
            <p:nvPr/>
          </p:nvSpPr>
          <p:spPr bwMode="hidden">
            <a:xfrm>
              <a:off x="1804" y="18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4" name="Oval 62"/>
            <p:cNvSpPr>
              <a:spLocks noChangeArrowheads="1"/>
            </p:cNvSpPr>
            <p:nvPr/>
          </p:nvSpPr>
          <p:spPr bwMode="hidden">
            <a:xfrm>
              <a:off x="2159" y="1905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5" name="Oval 63"/>
            <p:cNvSpPr>
              <a:spLocks noChangeArrowheads="1"/>
            </p:cNvSpPr>
            <p:nvPr/>
          </p:nvSpPr>
          <p:spPr bwMode="hidden">
            <a:xfrm>
              <a:off x="2432" y="178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6" name="Oval 64"/>
            <p:cNvSpPr>
              <a:spLocks noChangeArrowheads="1"/>
            </p:cNvSpPr>
            <p:nvPr/>
          </p:nvSpPr>
          <p:spPr bwMode="hidden">
            <a:xfrm>
              <a:off x="470" y="203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7" name="Oval 65"/>
            <p:cNvSpPr>
              <a:spLocks noChangeArrowheads="1"/>
            </p:cNvSpPr>
            <p:nvPr/>
          </p:nvSpPr>
          <p:spPr bwMode="hidden">
            <a:xfrm>
              <a:off x="68" y="2166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8" name="Oval 66"/>
            <p:cNvSpPr>
              <a:spLocks noChangeArrowheads="1"/>
            </p:cNvSpPr>
            <p:nvPr/>
          </p:nvSpPr>
          <p:spPr bwMode="hidden">
            <a:xfrm>
              <a:off x="798" y="191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9" name="Oval 67"/>
            <p:cNvSpPr>
              <a:spLocks noChangeArrowheads="1"/>
            </p:cNvSpPr>
            <p:nvPr/>
          </p:nvSpPr>
          <p:spPr bwMode="hidden">
            <a:xfrm>
              <a:off x="455" y="179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0" name="Oval 68"/>
            <p:cNvSpPr>
              <a:spLocks noChangeArrowheads="1"/>
            </p:cNvSpPr>
            <p:nvPr/>
          </p:nvSpPr>
          <p:spPr bwMode="hidden">
            <a:xfrm>
              <a:off x="113" y="19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1" name="Oval 69"/>
            <p:cNvSpPr>
              <a:spLocks noChangeArrowheads="1"/>
            </p:cNvSpPr>
            <p:nvPr/>
          </p:nvSpPr>
          <p:spPr bwMode="hidden">
            <a:xfrm>
              <a:off x="432" y="2323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2" name="Oval 70"/>
            <p:cNvSpPr>
              <a:spLocks noChangeArrowheads="1"/>
            </p:cNvSpPr>
            <p:nvPr/>
          </p:nvSpPr>
          <p:spPr bwMode="hidden">
            <a:xfrm>
              <a:off x="814" y="217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3" name="Oval 71"/>
            <p:cNvSpPr>
              <a:spLocks noChangeArrowheads="1"/>
            </p:cNvSpPr>
            <p:nvPr/>
          </p:nvSpPr>
          <p:spPr bwMode="hidden">
            <a:xfrm>
              <a:off x="789" y="2472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4" name="Oval 72"/>
            <p:cNvSpPr>
              <a:spLocks noChangeArrowheads="1"/>
            </p:cNvSpPr>
            <p:nvPr/>
          </p:nvSpPr>
          <p:spPr bwMode="hidden">
            <a:xfrm>
              <a:off x="2544" y="201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5" name="Oval 73"/>
            <p:cNvSpPr>
              <a:spLocks noChangeArrowheads="1"/>
            </p:cNvSpPr>
            <p:nvPr/>
          </p:nvSpPr>
          <p:spPr bwMode="hidden">
            <a:xfrm>
              <a:off x="1457" y="1700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6" name="Oval 74"/>
            <p:cNvSpPr>
              <a:spLocks noChangeArrowheads="1"/>
            </p:cNvSpPr>
            <p:nvPr/>
          </p:nvSpPr>
          <p:spPr bwMode="hidden">
            <a:xfrm>
              <a:off x="1747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7" name="Oval 75"/>
            <p:cNvSpPr>
              <a:spLocks noChangeArrowheads="1"/>
            </p:cNvSpPr>
            <p:nvPr/>
          </p:nvSpPr>
          <p:spPr bwMode="hidden">
            <a:xfrm>
              <a:off x="1385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8" name="Oval 76"/>
            <p:cNvSpPr>
              <a:spLocks noChangeArrowheads="1"/>
            </p:cNvSpPr>
            <p:nvPr/>
          </p:nvSpPr>
          <p:spPr bwMode="hidden">
            <a:xfrm>
              <a:off x="1093" y="1595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9" name="Oval 77"/>
            <p:cNvSpPr>
              <a:spLocks noChangeArrowheads="1"/>
            </p:cNvSpPr>
            <p:nvPr/>
          </p:nvSpPr>
          <p:spPr bwMode="hidden">
            <a:xfrm>
              <a:off x="792" y="169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0" name="Oval 78"/>
            <p:cNvSpPr>
              <a:spLocks noChangeArrowheads="1"/>
            </p:cNvSpPr>
            <p:nvPr/>
          </p:nvSpPr>
          <p:spPr bwMode="hidden">
            <a:xfrm>
              <a:off x="2011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1" name="Oval 79"/>
            <p:cNvSpPr>
              <a:spLocks noChangeArrowheads="1"/>
            </p:cNvSpPr>
            <p:nvPr/>
          </p:nvSpPr>
          <p:spPr bwMode="hidden">
            <a:xfrm>
              <a:off x="2087" y="169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2" name="Oval 80"/>
            <p:cNvSpPr>
              <a:spLocks noChangeArrowheads="1"/>
            </p:cNvSpPr>
            <p:nvPr/>
          </p:nvSpPr>
          <p:spPr bwMode="hidden">
            <a:xfrm>
              <a:off x="2345" y="1601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3" name="Oval 81"/>
            <p:cNvSpPr>
              <a:spLocks noChangeArrowheads="1"/>
            </p:cNvSpPr>
            <p:nvPr/>
          </p:nvSpPr>
          <p:spPr bwMode="hidden">
            <a:xfrm>
              <a:off x="2684" y="168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4" name="Oval 82"/>
            <p:cNvSpPr>
              <a:spLocks noChangeArrowheads="1"/>
            </p:cNvSpPr>
            <p:nvPr/>
          </p:nvSpPr>
          <p:spPr bwMode="hidden">
            <a:xfrm>
              <a:off x="806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5" name="Oval 83"/>
            <p:cNvSpPr>
              <a:spLocks noChangeArrowheads="1"/>
            </p:cNvSpPr>
            <p:nvPr/>
          </p:nvSpPr>
          <p:spPr bwMode="hidden">
            <a:xfrm>
              <a:off x="495" y="1597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6" name="Oval 84"/>
            <p:cNvSpPr>
              <a:spLocks noChangeArrowheads="1"/>
            </p:cNvSpPr>
            <p:nvPr/>
          </p:nvSpPr>
          <p:spPr bwMode="hidden">
            <a:xfrm>
              <a:off x="228" y="150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7" name="Oval 85"/>
            <p:cNvSpPr>
              <a:spLocks noChangeArrowheads="1"/>
            </p:cNvSpPr>
            <p:nvPr/>
          </p:nvSpPr>
          <p:spPr bwMode="hidden">
            <a:xfrm>
              <a:off x="157" y="169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8" name="Oval 86"/>
            <p:cNvSpPr>
              <a:spLocks noChangeArrowheads="1"/>
            </p:cNvSpPr>
            <p:nvPr/>
          </p:nvSpPr>
          <p:spPr bwMode="hidden">
            <a:xfrm>
              <a:off x="2887" y="1595"/>
              <a:ext cx="124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9" name="Oval 87"/>
            <p:cNvSpPr>
              <a:spLocks noChangeArrowheads="1"/>
            </p:cNvSpPr>
            <p:nvPr/>
          </p:nvSpPr>
          <p:spPr bwMode="hidden">
            <a:xfrm>
              <a:off x="3079" y="1511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0" name="Oval 88"/>
            <p:cNvSpPr>
              <a:spLocks noChangeArrowheads="1"/>
            </p:cNvSpPr>
            <p:nvPr/>
          </p:nvSpPr>
          <p:spPr bwMode="hidden">
            <a:xfrm>
              <a:off x="3270" y="1688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1" name="Oval 89"/>
            <p:cNvSpPr>
              <a:spLocks noChangeArrowheads="1"/>
            </p:cNvSpPr>
            <p:nvPr/>
          </p:nvSpPr>
          <p:spPr bwMode="hidden">
            <a:xfrm>
              <a:off x="3453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2" name="Oval 90"/>
            <p:cNvSpPr>
              <a:spLocks noChangeArrowheads="1"/>
            </p:cNvSpPr>
            <p:nvPr/>
          </p:nvSpPr>
          <p:spPr bwMode="hidden">
            <a:xfrm>
              <a:off x="3651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3" name="Oval 91"/>
            <p:cNvSpPr>
              <a:spLocks noChangeArrowheads="1"/>
            </p:cNvSpPr>
            <p:nvPr/>
          </p:nvSpPr>
          <p:spPr bwMode="hidden">
            <a:xfrm>
              <a:off x="4251" y="1513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4" name="Oval 92"/>
            <p:cNvSpPr>
              <a:spLocks noChangeArrowheads="1"/>
            </p:cNvSpPr>
            <p:nvPr/>
          </p:nvSpPr>
          <p:spPr bwMode="hidden">
            <a:xfrm>
              <a:off x="3901" y="1701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5" name="Oval 93"/>
            <p:cNvSpPr>
              <a:spLocks noChangeArrowheads="1"/>
            </p:cNvSpPr>
            <p:nvPr/>
          </p:nvSpPr>
          <p:spPr bwMode="hidden">
            <a:xfrm>
              <a:off x="4086" y="1608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6" name="Oval 94"/>
            <p:cNvSpPr>
              <a:spLocks noChangeArrowheads="1"/>
            </p:cNvSpPr>
            <p:nvPr/>
          </p:nvSpPr>
          <p:spPr bwMode="hidden">
            <a:xfrm>
              <a:off x="1282" y="365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7" name="Oval 95"/>
            <p:cNvSpPr>
              <a:spLocks noChangeArrowheads="1"/>
            </p:cNvSpPr>
            <p:nvPr/>
          </p:nvSpPr>
          <p:spPr bwMode="hidden">
            <a:xfrm>
              <a:off x="707" y="4014"/>
              <a:ext cx="191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8" name="Oval 96"/>
            <p:cNvSpPr>
              <a:spLocks noChangeArrowheads="1"/>
            </p:cNvSpPr>
            <p:nvPr/>
          </p:nvSpPr>
          <p:spPr bwMode="hidden">
            <a:xfrm>
              <a:off x="2229" y="309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9" name="Oval 97"/>
            <p:cNvSpPr>
              <a:spLocks noChangeArrowheads="1"/>
            </p:cNvSpPr>
            <p:nvPr/>
          </p:nvSpPr>
          <p:spPr bwMode="hidden">
            <a:xfrm>
              <a:off x="2604" y="286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0" name="Oval 98"/>
            <p:cNvSpPr>
              <a:spLocks noChangeArrowheads="1"/>
            </p:cNvSpPr>
            <p:nvPr/>
          </p:nvSpPr>
          <p:spPr bwMode="hidden">
            <a:xfrm>
              <a:off x="2907" y="266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1" name="Oval 99"/>
            <p:cNvSpPr>
              <a:spLocks noChangeArrowheads="1"/>
            </p:cNvSpPr>
            <p:nvPr/>
          </p:nvSpPr>
          <p:spPr bwMode="hidden">
            <a:xfrm>
              <a:off x="3248" y="2454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" name="Oval 100"/>
            <p:cNvSpPr>
              <a:spLocks noChangeArrowheads="1"/>
            </p:cNvSpPr>
            <p:nvPr/>
          </p:nvSpPr>
          <p:spPr bwMode="hidden">
            <a:xfrm>
              <a:off x="1801" y="336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" name="Oval 101"/>
            <p:cNvSpPr>
              <a:spLocks noChangeArrowheads="1"/>
            </p:cNvSpPr>
            <p:nvPr/>
          </p:nvSpPr>
          <p:spPr bwMode="hidden">
            <a:xfrm>
              <a:off x="3512" y="230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" name="Oval 102"/>
            <p:cNvSpPr>
              <a:spLocks noChangeArrowheads="1"/>
            </p:cNvSpPr>
            <p:nvPr/>
          </p:nvSpPr>
          <p:spPr bwMode="hidden">
            <a:xfrm>
              <a:off x="3980" y="20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" name="Oval 103"/>
            <p:cNvSpPr>
              <a:spLocks noChangeArrowheads="1"/>
            </p:cNvSpPr>
            <p:nvPr/>
          </p:nvSpPr>
          <p:spPr bwMode="hidden">
            <a:xfrm>
              <a:off x="3753" y="215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" name="Oval 104"/>
            <p:cNvSpPr>
              <a:spLocks noChangeArrowheads="1"/>
            </p:cNvSpPr>
            <p:nvPr/>
          </p:nvSpPr>
          <p:spPr bwMode="hidden">
            <a:xfrm>
              <a:off x="4176" y="1898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7" name="Oval 105"/>
            <p:cNvSpPr>
              <a:spLocks noChangeArrowheads="1"/>
            </p:cNvSpPr>
            <p:nvPr/>
          </p:nvSpPr>
          <p:spPr bwMode="hidden">
            <a:xfrm>
              <a:off x="4338" y="1797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8" name="Oval 106"/>
            <p:cNvSpPr>
              <a:spLocks noChangeArrowheads="1"/>
            </p:cNvSpPr>
            <p:nvPr/>
          </p:nvSpPr>
          <p:spPr bwMode="hidden">
            <a:xfrm>
              <a:off x="4505" y="170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9" name="Oval 107"/>
            <p:cNvSpPr>
              <a:spLocks noChangeArrowheads="1"/>
            </p:cNvSpPr>
            <p:nvPr/>
          </p:nvSpPr>
          <p:spPr bwMode="hidden">
            <a:xfrm>
              <a:off x="4661" y="1603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0" name="Oval 108"/>
            <p:cNvSpPr>
              <a:spLocks noChangeArrowheads="1"/>
            </p:cNvSpPr>
            <p:nvPr/>
          </p:nvSpPr>
          <p:spPr bwMode="hidden">
            <a:xfrm>
              <a:off x="4803" y="1512"/>
              <a:ext cx="128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1" name="Oval 109"/>
            <p:cNvSpPr>
              <a:spLocks noChangeArrowheads="1"/>
            </p:cNvSpPr>
            <p:nvPr/>
          </p:nvSpPr>
          <p:spPr bwMode="hidden">
            <a:xfrm>
              <a:off x="4930" y="1431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2" name="Oval 110"/>
            <p:cNvSpPr>
              <a:spLocks noChangeArrowheads="1"/>
            </p:cNvSpPr>
            <p:nvPr/>
          </p:nvSpPr>
          <p:spPr bwMode="hidden">
            <a:xfrm>
              <a:off x="3835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3" name="Oval 111"/>
            <p:cNvSpPr>
              <a:spLocks noChangeArrowheads="1"/>
            </p:cNvSpPr>
            <p:nvPr/>
          </p:nvSpPr>
          <p:spPr bwMode="hidden">
            <a:xfrm>
              <a:off x="3286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4" name="Oval 112"/>
            <p:cNvSpPr>
              <a:spLocks noChangeArrowheads="1"/>
            </p:cNvSpPr>
            <p:nvPr/>
          </p:nvSpPr>
          <p:spPr bwMode="hidden">
            <a:xfrm>
              <a:off x="2972" y="1366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5" name="Oval 113"/>
            <p:cNvSpPr>
              <a:spLocks noChangeArrowheads="1"/>
            </p:cNvSpPr>
            <p:nvPr/>
          </p:nvSpPr>
          <p:spPr bwMode="hidden">
            <a:xfrm>
              <a:off x="3152" y="1292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6" name="Oval 114"/>
            <p:cNvSpPr>
              <a:spLocks noChangeArrowheads="1"/>
            </p:cNvSpPr>
            <p:nvPr/>
          </p:nvSpPr>
          <p:spPr bwMode="hidden">
            <a:xfrm>
              <a:off x="3020" y="117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7" name="Oval 115"/>
            <p:cNvSpPr>
              <a:spLocks noChangeArrowheads="1"/>
            </p:cNvSpPr>
            <p:nvPr/>
          </p:nvSpPr>
          <p:spPr bwMode="hidden">
            <a:xfrm>
              <a:off x="2443" y="1368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8" name="Oval 116"/>
            <p:cNvSpPr>
              <a:spLocks noChangeArrowheads="1"/>
            </p:cNvSpPr>
            <p:nvPr/>
          </p:nvSpPr>
          <p:spPr bwMode="hidden">
            <a:xfrm>
              <a:off x="2301" y="1220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9" name="Oval 117"/>
            <p:cNvSpPr>
              <a:spLocks noChangeArrowheads="1"/>
            </p:cNvSpPr>
            <p:nvPr/>
          </p:nvSpPr>
          <p:spPr bwMode="hidden">
            <a:xfrm>
              <a:off x="2095" y="1284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0" name="Oval 118"/>
            <p:cNvSpPr>
              <a:spLocks noChangeArrowheads="1"/>
            </p:cNvSpPr>
            <p:nvPr/>
          </p:nvSpPr>
          <p:spPr bwMode="hidden">
            <a:xfrm>
              <a:off x="2228" y="1442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1" name="Oval 119"/>
            <p:cNvSpPr>
              <a:spLocks noChangeArrowheads="1"/>
            </p:cNvSpPr>
            <p:nvPr/>
          </p:nvSpPr>
          <p:spPr bwMode="hidden">
            <a:xfrm>
              <a:off x="1109" y="142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2" name="Oval 120"/>
            <p:cNvSpPr>
              <a:spLocks noChangeArrowheads="1"/>
            </p:cNvSpPr>
            <p:nvPr/>
          </p:nvSpPr>
          <p:spPr bwMode="hidden">
            <a:xfrm>
              <a:off x="611" y="1284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3" name="Oval 121"/>
            <p:cNvSpPr>
              <a:spLocks noChangeArrowheads="1"/>
            </p:cNvSpPr>
            <p:nvPr/>
          </p:nvSpPr>
          <p:spPr bwMode="hidden">
            <a:xfrm>
              <a:off x="305" y="1358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4" name="Oval 122"/>
            <p:cNvSpPr>
              <a:spLocks noChangeArrowheads="1"/>
            </p:cNvSpPr>
            <p:nvPr/>
          </p:nvSpPr>
          <p:spPr bwMode="hidden">
            <a:xfrm>
              <a:off x="156" y="115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5" name="Oval 123"/>
            <p:cNvSpPr>
              <a:spLocks noChangeArrowheads="1"/>
            </p:cNvSpPr>
            <p:nvPr/>
          </p:nvSpPr>
          <p:spPr bwMode="hidden">
            <a:xfrm>
              <a:off x="4538" y="136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6" name="Oval 124"/>
            <p:cNvSpPr>
              <a:spLocks noChangeArrowheads="1"/>
            </p:cNvSpPr>
            <p:nvPr/>
          </p:nvSpPr>
          <p:spPr bwMode="hidden">
            <a:xfrm>
              <a:off x="4407" y="1440"/>
              <a:ext cx="105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7" name="Oval 125"/>
            <p:cNvSpPr>
              <a:spLocks noChangeArrowheads="1"/>
            </p:cNvSpPr>
            <p:nvPr/>
          </p:nvSpPr>
          <p:spPr bwMode="hidden">
            <a:xfrm>
              <a:off x="3992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8" name="Oval 126"/>
            <p:cNvSpPr>
              <a:spLocks noChangeArrowheads="1"/>
            </p:cNvSpPr>
            <p:nvPr/>
          </p:nvSpPr>
          <p:spPr bwMode="hidden">
            <a:xfrm>
              <a:off x="3466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9" name="Oval 127"/>
            <p:cNvSpPr>
              <a:spLocks noChangeArrowheads="1"/>
            </p:cNvSpPr>
            <p:nvPr/>
          </p:nvSpPr>
          <p:spPr bwMode="hidden">
            <a:xfrm>
              <a:off x="2852" y="1228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0" name="Oval 128"/>
            <p:cNvSpPr>
              <a:spLocks noChangeArrowheads="1"/>
            </p:cNvSpPr>
            <p:nvPr/>
          </p:nvSpPr>
          <p:spPr bwMode="hidden">
            <a:xfrm>
              <a:off x="2678" y="1109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1" name="Oval 129"/>
            <p:cNvSpPr>
              <a:spLocks noChangeArrowheads="1"/>
            </p:cNvSpPr>
            <p:nvPr/>
          </p:nvSpPr>
          <p:spPr bwMode="hidden">
            <a:xfrm>
              <a:off x="2859" y="104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2" name="Oval 130"/>
            <p:cNvSpPr>
              <a:spLocks noChangeArrowheads="1"/>
            </p:cNvSpPr>
            <p:nvPr/>
          </p:nvSpPr>
          <p:spPr bwMode="hidden">
            <a:xfrm>
              <a:off x="1942" y="104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" name="Oval 131"/>
            <p:cNvSpPr>
              <a:spLocks noChangeArrowheads="1"/>
            </p:cNvSpPr>
            <p:nvPr/>
          </p:nvSpPr>
          <p:spPr bwMode="hidden">
            <a:xfrm>
              <a:off x="1088" y="1277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4" name="Oval 132"/>
            <p:cNvSpPr>
              <a:spLocks noChangeArrowheads="1"/>
            </p:cNvSpPr>
            <p:nvPr/>
          </p:nvSpPr>
          <p:spPr bwMode="hidden">
            <a:xfrm>
              <a:off x="827" y="13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5" name="Oval 133"/>
            <p:cNvSpPr>
              <a:spLocks noChangeArrowheads="1"/>
            </p:cNvSpPr>
            <p:nvPr/>
          </p:nvSpPr>
          <p:spPr bwMode="hidden">
            <a:xfrm>
              <a:off x="537" y="1428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6" name="Oval 134"/>
            <p:cNvSpPr>
              <a:spLocks noChangeArrowheads="1"/>
            </p:cNvSpPr>
            <p:nvPr/>
          </p:nvSpPr>
          <p:spPr bwMode="hidden">
            <a:xfrm>
              <a:off x="635" y="106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7" name="Oval 135"/>
            <p:cNvSpPr>
              <a:spLocks noChangeArrowheads="1"/>
            </p:cNvSpPr>
            <p:nvPr/>
          </p:nvSpPr>
          <p:spPr bwMode="hidden">
            <a:xfrm>
              <a:off x="1540" y="10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8" name="Oval 136"/>
            <p:cNvSpPr>
              <a:spLocks noChangeArrowheads="1"/>
            </p:cNvSpPr>
            <p:nvPr/>
          </p:nvSpPr>
          <p:spPr bwMode="hidden">
            <a:xfrm>
              <a:off x="1120" y="1063"/>
              <a:ext cx="10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9" name="Oval 137"/>
            <p:cNvSpPr>
              <a:spLocks noChangeArrowheads="1"/>
            </p:cNvSpPr>
            <p:nvPr/>
          </p:nvSpPr>
          <p:spPr bwMode="hidden">
            <a:xfrm>
              <a:off x="4131" y="1284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0" name="Oval 138"/>
            <p:cNvSpPr>
              <a:spLocks noChangeArrowheads="1"/>
            </p:cNvSpPr>
            <p:nvPr/>
          </p:nvSpPr>
          <p:spPr bwMode="hidden">
            <a:xfrm>
              <a:off x="3477" y="116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1" name="Oval 139"/>
            <p:cNvSpPr>
              <a:spLocks noChangeArrowheads="1"/>
            </p:cNvSpPr>
            <p:nvPr/>
          </p:nvSpPr>
          <p:spPr bwMode="hidden">
            <a:xfrm>
              <a:off x="3315" y="122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2" name="Oval 140"/>
            <p:cNvSpPr>
              <a:spLocks noChangeArrowheads="1"/>
            </p:cNvSpPr>
            <p:nvPr/>
          </p:nvSpPr>
          <p:spPr bwMode="hidden">
            <a:xfrm>
              <a:off x="317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3" name="Oval 141"/>
            <p:cNvSpPr>
              <a:spLocks noChangeArrowheads="1"/>
            </p:cNvSpPr>
            <p:nvPr/>
          </p:nvSpPr>
          <p:spPr bwMode="hidden">
            <a:xfrm>
              <a:off x="2396" y="105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4" name="Oval 142"/>
            <p:cNvSpPr>
              <a:spLocks noChangeArrowheads="1"/>
            </p:cNvSpPr>
            <p:nvPr/>
          </p:nvSpPr>
          <p:spPr bwMode="hidden">
            <a:xfrm>
              <a:off x="2769" y="1446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5" name="Oval 143"/>
            <p:cNvSpPr>
              <a:spLocks noChangeArrowheads="1"/>
            </p:cNvSpPr>
            <p:nvPr/>
          </p:nvSpPr>
          <p:spPr bwMode="hidden">
            <a:xfrm>
              <a:off x="2656" y="1294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6" name="Oval 144"/>
            <p:cNvSpPr>
              <a:spLocks noChangeArrowheads="1"/>
            </p:cNvSpPr>
            <p:nvPr/>
          </p:nvSpPr>
          <p:spPr bwMode="hidden">
            <a:xfrm>
              <a:off x="2501" y="1159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7" name="Oval 145"/>
            <p:cNvSpPr>
              <a:spLocks noChangeArrowheads="1"/>
            </p:cNvSpPr>
            <p:nvPr/>
          </p:nvSpPr>
          <p:spPr bwMode="hidden">
            <a:xfrm>
              <a:off x="2222" y="1101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8" name="Oval 146"/>
            <p:cNvSpPr>
              <a:spLocks noChangeArrowheads="1"/>
            </p:cNvSpPr>
            <p:nvPr/>
          </p:nvSpPr>
          <p:spPr bwMode="hidden">
            <a:xfrm>
              <a:off x="2029" y="1162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9" name="Oval 147"/>
            <p:cNvSpPr>
              <a:spLocks noChangeArrowheads="1"/>
            </p:cNvSpPr>
            <p:nvPr/>
          </p:nvSpPr>
          <p:spPr bwMode="hidden">
            <a:xfrm>
              <a:off x="1875" y="13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0" name="Oval 148"/>
            <p:cNvSpPr>
              <a:spLocks noChangeArrowheads="1"/>
            </p:cNvSpPr>
            <p:nvPr/>
          </p:nvSpPr>
          <p:spPr bwMode="hidden">
            <a:xfrm>
              <a:off x="1809" y="1223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1" name="Oval 149"/>
            <p:cNvSpPr>
              <a:spLocks noChangeArrowheads="1"/>
            </p:cNvSpPr>
            <p:nvPr/>
          </p:nvSpPr>
          <p:spPr bwMode="hidden">
            <a:xfrm>
              <a:off x="1738" y="1098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2" name="Oval 150"/>
            <p:cNvSpPr>
              <a:spLocks noChangeArrowheads="1"/>
            </p:cNvSpPr>
            <p:nvPr/>
          </p:nvSpPr>
          <p:spPr bwMode="hidden">
            <a:xfrm>
              <a:off x="1583" y="128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3" name="Oval 151"/>
            <p:cNvSpPr>
              <a:spLocks noChangeArrowheads="1"/>
            </p:cNvSpPr>
            <p:nvPr/>
          </p:nvSpPr>
          <p:spPr bwMode="hidden">
            <a:xfrm>
              <a:off x="1379" y="134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4" name="Oval 152"/>
            <p:cNvSpPr>
              <a:spLocks noChangeArrowheads="1"/>
            </p:cNvSpPr>
            <p:nvPr/>
          </p:nvSpPr>
          <p:spPr bwMode="hidden">
            <a:xfrm>
              <a:off x="1529" y="11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5" name="Oval 153"/>
            <p:cNvSpPr>
              <a:spLocks noChangeArrowheads="1"/>
            </p:cNvSpPr>
            <p:nvPr/>
          </p:nvSpPr>
          <p:spPr bwMode="hidden">
            <a:xfrm>
              <a:off x="1294" y="1222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6" name="Oval 154"/>
            <p:cNvSpPr>
              <a:spLocks noChangeArrowheads="1"/>
            </p:cNvSpPr>
            <p:nvPr/>
          </p:nvSpPr>
          <p:spPr bwMode="hidden">
            <a:xfrm>
              <a:off x="131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7" name="Oval 155"/>
            <p:cNvSpPr>
              <a:spLocks noChangeArrowheads="1"/>
            </p:cNvSpPr>
            <p:nvPr/>
          </p:nvSpPr>
          <p:spPr bwMode="hidden">
            <a:xfrm>
              <a:off x="1082" y="116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8" name="Oval 156"/>
            <p:cNvSpPr>
              <a:spLocks noChangeArrowheads="1"/>
            </p:cNvSpPr>
            <p:nvPr/>
          </p:nvSpPr>
          <p:spPr bwMode="hidden">
            <a:xfrm>
              <a:off x="877" y="112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9" name="Oval 157"/>
            <p:cNvSpPr>
              <a:spLocks noChangeArrowheads="1"/>
            </p:cNvSpPr>
            <p:nvPr/>
          </p:nvSpPr>
          <p:spPr bwMode="hidden">
            <a:xfrm>
              <a:off x="875" y="121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0" name="Oval 158"/>
            <p:cNvSpPr>
              <a:spLocks noChangeArrowheads="1"/>
            </p:cNvSpPr>
            <p:nvPr/>
          </p:nvSpPr>
          <p:spPr bwMode="hidden">
            <a:xfrm>
              <a:off x="680" y="117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1" name="Oval 159"/>
            <p:cNvSpPr>
              <a:spLocks noChangeArrowheads="1"/>
            </p:cNvSpPr>
            <p:nvPr/>
          </p:nvSpPr>
          <p:spPr bwMode="hidden">
            <a:xfrm>
              <a:off x="411" y="123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2" name="Oval 160"/>
            <p:cNvSpPr>
              <a:spLocks noChangeArrowheads="1"/>
            </p:cNvSpPr>
            <p:nvPr/>
          </p:nvSpPr>
          <p:spPr bwMode="hidden">
            <a:xfrm>
              <a:off x="434" y="110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3" name="Oval 161"/>
            <p:cNvSpPr>
              <a:spLocks noChangeArrowheads="1"/>
            </p:cNvSpPr>
            <p:nvPr/>
          </p:nvSpPr>
          <p:spPr bwMode="hidden">
            <a:xfrm>
              <a:off x="119" y="131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4" name="Oval 162"/>
            <p:cNvSpPr>
              <a:spLocks noChangeArrowheads="1"/>
            </p:cNvSpPr>
            <p:nvPr/>
          </p:nvSpPr>
          <p:spPr bwMode="hidden">
            <a:xfrm>
              <a:off x="858" y="1001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5" name="Oval 163"/>
            <p:cNvSpPr>
              <a:spLocks noChangeArrowheads="1"/>
            </p:cNvSpPr>
            <p:nvPr/>
          </p:nvSpPr>
          <p:spPr bwMode="hidden">
            <a:xfrm>
              <a:off x="1341" y="1013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6" name="Oval 164"/>
            <p:cNvSpPr>
              <a:spLocks noChangeArrowheads="1"/>
            </p:cNvSpPr>
            <p:nvPr/>
          </p:nvSpPr>
          <p:spPr bwMode="hidden">
            <a:xfrm>
              <a:off x="1739" y="1008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7" name="Oval 165"/>
            <p:cNvSpPr>
              <a:spLocks noChangeArrowheads="1"/>
            </p:cNvSpPr>
            <p:nvPr/>
          </p:nvSpPr>
          <p:spPr bwMode="hidden">
            <a:xfrm>
              <a:off x="2116" y="1001"/>
              <a:ext cx="100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8" name="Oval 166"/>
            <p:cNvSpPr>
              <a:spLocks noChangeArrowheads="1"/>
            </p:cNvSpPr>
            <p:nvPr/>
          </p:nvSpPr>
          <p:spPr bwMode="hidden">
            <a:xfrm>
              <a:off x="2320" y="941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9" name="Oval 167"/>
            <p:cNvSpPr>
              <a:spLocks noChangeArrowheads="1"/>
            </p:cNvSpPr>
            <p:nvPr/>
          </p:nvSpPr>
          <p:spPr bwMode="hidden">
            <a:xfrm>
              <a:off x="2601" y="995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0" name="Oval 168"/>
            <p:cNvSpPr>
              <a:spLocks noChangeArrowheads="1"/>
            </p:cNvSpPr>
            <p:nvPr/>
          </p:nvSpPr>
          <p:spPr bwMode="hidden">
            <a:xfrm>
              <a:off x="1667" y="1420"/>
              <a:ext cx="106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1" name="Oval 169"/>
            <p:cNvSpPr>
              <a:spLocks noChangeArrowheads="1"/>
            </p:cNvSpPr>
            <p:nvPr/>
          </p:nvSpPr>
          <p:spPr bwMode="hidden">
            <a:xfrm>
              <a:off x="2557" y="151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2" name="Oval 170"/>
            <p:cNvSpPr>
              <a:spLocks noChangeArrowheads="1"/>
            </p:cNvSpPr>
            <p:nvPr/>
          </p:nvSpPr>
          <p:spPr bwMode="hidden">
            <a:xfrm>
              <a:off x="3619" y="1287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3" name="Oval 171"/>
            <p:cNvSpPr>
              <a:spLocks noChangeArrowheads="1"/>
            </p:cNvSpPr>
            <p:nvPr/>
          </p:nvSpPr>
          <p:spPr bwMode="hidden">
            <a:xfrm>
              <a:off x="3791" y="1212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4" name="Oval 172"/>
            <p:cNvSpPr>
              <a:spLocks noChangeArrowheads="1"/>
            </p:cNvSpPr>
            <p:nvPr/>
          </p:nvSpPr>
          <p:spPr bwMode="hidden">
            <a:xfrm>
              <a:off x="213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5" name="Oval 173"/>
            <p:cNvSpPr>
              <a:spLocks noChangeArrowheads="1"/>
            </p:cNvSpPr>
            <p:nvPr/>
          </p:nvSpPr>
          <p:spPr bwMode="hidden">
            <a:xfrm>
              <a:off x="126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6" name="Oval 174"/>
            <p:cNvSpPr>
              <a:spLocks noChangeArrowheads="1"/>
            </p:cNvSpPr>
            <p:nvPr/>
          </p:nvSpPr>
          <p:spPr bwMode="hidden">
            <a:xfrm>
              <a:off x="1471" y="869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7" name="Oval 175"/>
            <p:cNvSpPr>
              <a:spLocks noChangeArrowheads="1"/>
            </p:cNvSpPr>
            <p:nvPr/>
          </p:nvSpPr>
          <p:spPr bwMode="hidden">
            <a:xfrm>
              <a:off x="1650" y="824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8" name="Oval 176"/>
            <p:cNvSpPr>
              <a:spLocks noChangeArrowheads="1"/>
            </p:cNvSpPr>
            <p:nvPr/>
          </p:nvSpPr>
          <p:spPr bwMode="hidden">
            <a:xfrm>
              <a:off x="1918" y="869"/>
              <a:ext cx="84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9" name="Oval 177"/>
            <p:cNvSpPr>
              <a:spLocks noChangeArrowheads="1"/>
            </p:cNvSpPr>
            <p:nvPr/>
          </p:nvSpPr>
          <p:spPr bwMode="hidden">
            <a:xfrm>
              <a:off x="1720" y="923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0" name="Oval 178"/>
            <p:cNvSpPr>
              <a:spLocks noChangeArrowheads="1"/>
            </p:cNvSpPr>
            <p:nvPr/>
          </p:nvSpPr>
          <p:spPr bwMode="hidden">
            <a:xfrm>
              <a:off x="1913" y="957"/>
              <a:ext cx="9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1" name="Oval 179"/>
            <p:cNvSpPr>
              <a:spLocks noChangeArrowheads="1"/>
            </p:cNvSpPr>
            <p:nvPr/>
          </p:nvSpPr>
          <p:spPr bwMode="hidden">
            <a:xfrm>
              <a:off x="1541" y="962"/>
              <a:ext cx="89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2" name="Oval 180"/>
            <p:cNvSpPr>
              <a:spLocks noChangeArrowheads="1"/>
            </p:cNvSpPr>
            <p:nvPr/>
          </p:nvSpPr>
          <p:spPr bwMode="hidden">
            <a:xfrm>
              <a:off x="1076" y="953"/>
              <a:ext cx="10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3" name="Oval 181"/>
            <p:cNvSpPr>
              <a:spLocks noChangeArrowheads="1"/>
            </p:cNvSpPr>
            <p:nvPr/>
          </p:nvSpPr>
          <p:spPr bwMode="hidden">
            <a:xfrm>
              <a:off x="1983" y="4027"/>
              <a:ext cx="195" cy="10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4" name="Oval 182"/>
            <p:cNvSpPr>
              <a:spLocks noChangeArrowheads="1"/>
            </p:cNvSpPr>
            <p:nvPr/>
          </p:nvSpPr>
          <p:spPr bwMode="hidden">
            <a:xfrm>
              <a:off x="2460" y="3671"/>
              <a:ext cx="196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5" name="Oval 183"/>
            <p:cNvSpPr>
              <a:spLocks noChangeArrowheads="1"/>
            </p:cNvSpPr>
            <p:nvPr/>
          </p:nvSpPr>
          <p:spPr bwMode="hidden">
            <a:xfrm>
              <a:off x="3238" y="3121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6" name="Oval 184"/>
            <p:cNvSpPr>
              <a:spLocks noChangeArrowheads="1"/>
            </p:cNvSpPr>
            <p:nvPr/>
          </p:nvSpPr>
          <p:spPr bwMode="hidden">
            <a:xfrm>
              <a:off x="3550" y="2880"/>
              <a:ext cx="157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7" name="Oval 185"/>
            <p:cNvSpPr>
              <a:spLocks noChangeArrowheads="1"/>
            </p:cNvSpPr>
            <p:nvPr/>
          </p:nvSpPr>
          <p:spPr bwMode="hidden">
            <a:xfrm>
              <a:off x="2892" y="3377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8" name="Oval 186"/>
            <p:cNvSpPr>
              <a:spLocks noChangeArrowheads="1"/>
            </p:cNvSpPr>
            <p:nvPr/>
          </p:nvSpPr>
          <p:spPr bwMode="hidden">
            <a:xfrm>
              <a:off x="3869" y="2657"/>
              <a:ext cx="151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9" name="Oval 187"/>
            <p:cNvSpPr>
              <a:spLocks noChangeArrowheads="1"/>
            </p:cNvSpPr>
            <p:nvPr/>
          </p:nvSpPr>
          <p:spPr bwMode="hidden">
            <a:xfrm>
              <a:off x="4090" y="2475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0" name="Oval 188"/>
            <p:cNvSpPr>
              <a:spLocks noChangeArrowheads="1"/>
            </p:cNvSpPr>
            <p:nvPr/>
          </p:nvSpPr>
          <p:spPr bwMode="hidden">
            <a:xfrm>
              <a:off x="4327" y="23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1" name="Oval 189"/>
            <p:cNvSpPr>
              <a:spLocks noChangeArrowheads="1"/>
            </p:cNvSpPr>
            <p:nvPr/>
          </p:nvSpPr>
          <p:spPr bwMode="hidden">
            <a:xfrm>
              <a:off x="4712" y="202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2" name="Oval 190"/>
            <p:cNvSpPr>
              <a:spLocks noChangeArrowheads="1"/>
            </p:cNvSpPr>
            <p:nvPr/>
          </p:nvSpPr>
          <p:spPr bwMode="hidden">
            <a:xfrm>
              <a:off x="4533" y="2162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3" name="Oval 191"/>
            <p:cNvSpPr>
              <a:spLocks noChangeArrowheads="1"/>
            </p:cNvSpPr>
            <p:nvPr/>
          </p:nvSpPr>
          <p:spPr bwMode="hidden">
            <a:xfrm>
              <a:off x="4863" y="1920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" name="Oval 192"/>
            <p:cNvSpPr>
              <a:spLocks noChangeArrowheads="1"/>
            </p:cNvSpPr>
            <p:nvPr/>
          </p:nvSpPr>
          <p:spPr bwMode="hidden">
            <a:xfrm>
              <a:off x="5009" y="180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5" name="Oval 193"/>
            <p:cNvSpPr>
              <a:spLocks noChangeArrowheads="1"/>
            </p:cNvSpPr>
            <p:nvPr/>
          </p:nvSpPr>
          <p:spPr bwMode="hidden">
            <a:xfrm>
              <a:off x="5161" y="170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6" name="Oval 194"/>
            <p:cNvSpPr>
              <a:spLocks noChangeArrowheads="1"/>
            </p:cNvSpPr>
            <p:nvPr/>
          </p:nvSpPr>
          <p:spPr bwMode="hidden">
            <a:xfrm>
              <a:off x="5277" y="1614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7" name="Oval 195"/>
            <p:cNvSpPr>
              <a:spLocks noChangeArrowheads="1"/>
            </p:cNvSpPr>
            <p:nvPr/>
          </p:nvSpPr>
          <p:spPr bwMode="hidden">
            <a:xfrm>
              <a:off x="5398" y="1521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8" name="Oval 196"/>
            <p:cNvSpPr>
              <a:spLocks noChangeArrowheads="1"/>
            </p:cNvSpPr>
            <p:nvPr/>
          </p:nvSpPr>
          <p:spPr bwMode="hidden">
            <a:xfrm>
              <a:off x="3255" y="4071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9" name="Oval 197"/>
            <p:cNvSpPr>
              <a:spLocks noChangeArrowheads="1"/>
            </p:cNvSpPr>
            <p:nvPr/>
          </p:nvSpPr>
          <p:spPr bwMode="hidden">
            <a:xfrm>
              <a:off x="3651" y="369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0" name="Oval 198"/>
            <p:cNvSpPr>
              <a:spLocks noChangeArrowheads="1"/>
            </p:cNvSpPr>
            <p:nvPr/>
          </p:nvSpPr>
          <p:spPr bwMode="hidden">
            <a:xfrm>
              <a:off x="4773" y="3705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1" name="Oval 199"/>
            <p:cNvSpPr>
              <a:spLocks noChangeArrowheads="1"/>
            </p:cNvSpPr>
            <p:nvPr/>
          </p:nvSpPr>
          <p:spPr bwMode="hidden">
            <a:xfrm>
              <a:off x="4491" y="4049"/>
              <a:ext cx="196" cy="10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2" name="Oval 200"/>
            <p:cNvSpPr>
              <a:spLocks noChangeArrowheads="1"/>
            </p:cNvSpPr>
            <p:nvPr/>
          </p:nvSpPr>
          <p:spPr bwMode="hidden">
            <a:xfrm>
              <a:off x="3989" y="3396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3" name="Oval 201"/>
            <p:cNvSpPr>
              <a:spLocks noChangeArrowheads="1"/>
            </p:cNvSpPr>
            <p:nvPr/>
          </p:nvSpPr>
          <p:spPr bwMode="hidden">
            <a:xfrm>
              <a:off x="4263" y="3141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4" name="Oval 202"/>
            <p:cNvSpPr>
              <a:spLocks noChangeArrowheads="1"/>
            </p:cNvSpPr>
            <p:nvPr/>
          </p:nvSpPr>
          <p:spPr bwMode="hidden">
            <a:xfrm>
              <a:off x="5044" y="3418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5" name="Oval 203"/>
            <p:cNvSpPr>
              <a:spLocks noChangeArrowheads="1"/>
            </p:cNvSpPr>
            <p:nvPr/>
          </p:nvSpPr>
          <p:spPr bwMode="hidden">
            <a:xfrm>
              <a:off x="4553" y="28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6" name="Oval 204"/>
            <p:cNvSpPr>
              <a:spLocks noChangeArrowheads="1"/>
            </p:cNvSpPr>
            <p:nvPr/>
          </p:nvSpPr>
          <p:spPr bwMode="hidden">
            <a:xfrm>
              <a:off x="5293" y="311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7" name="Oval 205"/>
            <p:cNvSpPr>
              <a:spLocks noChangeArrowheads="1"/>
            </p:cNvSpPr>
            <p:nvPr/>
          </p:nvSpPr>
          <p:spPr bwMode="hidden">
            <a:xfrm>
              <a:off x="5497" y="2879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8" name="Oval 206"/>
            <p:cNvSpPr>
              <a:spLocks noChangeArrowheads="1"/>
            </p:cNvSpPr>
            <p:nvPr/>
          </p:nvSpPr>
          <p:spPr bwMode="hidden">
            <a:xfrm>
              <a:off x="4772" y="26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9" name="Oval 207"/>
            <p:cNvSpPr>
              <a:spLocks noChangeArrowheads="1"/>
            </p:cNvSpPr>
            <p:nvPr/>
          </p:nvSpPr>
          <p:spPr bwMode="hidden">
            <a:xfrm>
              <a:off x="4966" y="248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0" name="Oval 208"/>
            <p:cNvSpPr>
              <a:spLocks noChangeArrowheads="1"/>
            </p:cNvSpPr>
            <p:nvPr/>
          </p:nvSpPr>
          <p:spPr bwMode="hidden">
            <a:xfrm>
              <a:off x="5444" y="205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1" name="Oval 209"/>
            <p:cNvSpPr>
              <a:spLocks noChangeArrowheads="1"/>
            </p:cNvSpPr>
            <p:nvPr/>
          </p:nvSpPr>
          <p:spPr bwMode="hidden">
            <a:xfrm>
              <a:off x="5161" y="2314"/>
              <a:ext cx="140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2" name="Oval 210"/>
            <p:cNvSpPr>
              <a:spLocks noChangeArrowheads="1"/>
            </p:cNvSpPr>
            <p:nvPr/>
          </p:nvSpPr>
          <p:spPr bwMode="hidden">
            <a:xfrm>
              <a:off x="5318" y="2176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3" name="Oval 211"/>
            <p:cNvSpPr>
              <a:spLocks noChangeArrowheads="1"/>
            </p:cNvSpPr>
            <p:nvPr/>
          </p:nvSpPr>
          <p:spPr bwMode="hidden">
            <a:xfrm>
              <a:off x="5581" y="193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4" name="Oval 212"/>
            <p:cNvSpPr>
              <a:spLocks noChangeArrowheads="1"/>
            </p:cNvSpPr>
            <p:nvPr/>
          </p:nvSpPr>
          <p:spPr bwMode="hidden">
            <a:xfrm>
              <a:off x="5689" y="181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5" name="Oval 213"/>
            <p:cNvSpPr>
              <a:spLocks noChangeArrowheads="1"/>
            </p:cNvSpPr>
            <p:nvPr/>
          </p:nvSpPr>
          <p:spPr bwMode="hidden">
            <a:xfrm>
              <a:off x="5663" y="2680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6" name="Oval 214"/>
            <p:cNvSpPr>
              <a:spLocks noChangeArrowheads="1"/>
            </p:cNvSpPr>
            <p:nvPr/>
          </p:nvSpPr>
          <p:spPr bwMode="hidden">
            <a:xfrm>
              <a:off x="-65" y="2865"/>
              <a:ext cx="150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7" name="Oval 215"/>
            <p:cNvSpPr>
              <a:spLocks noChangeArrowheads="1"/>
            </p:cNvSpPr>
            <p:nvPr/>
          </p:nvSpPr>
          <p:spPr bwMode="hidden">
            <a:xfrm>
              <a:off x="2" y="247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8" name="Oval 216"/>
            <p:cNvSpPr>
              <a:spLocks noChangeArrowheads="1"/>
            </p:cNvSpPr>
            <p:nvPr/>
          </p:nvSpPr>
          <p:spPr bwMode="hidden">
            <a:xfrm>
              <a:off x="-9" y="1436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9" name="Oval 217"/>
            <p:cNvSpPr>
              <a:spLocks noChangeArrowheads="1"/>
            </p:cNvSpPr>
            <p:nvPr/>
          </p:nvSpPr>
          <p:spPr bwMode="hidden">
            <a:xfrm>
              <a:off x="5624" y="4010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1482" name="Rectangle 218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446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483" name="Rectangle 21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0" name="Rectangle 220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1" name="Rectangle 221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2" name="Rectangle 22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CF824-059A-4496-B7C8-1B81F76CFE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59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F848B-B34E-4833-BDB7-46AF6CE71D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50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60AAC7-8BEE-4B20-8621-10450267D7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4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3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3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A4DD7B-255C-4567-B94A-C70217675D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62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2CEEC-BB8B-4259-9C3B-5A9BE18E98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33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6EA4B-860F-4EA5-AB99-84D5747C2E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8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0D76E-9007-4121-B2C9-126BDE33C7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06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3E5C7D-0617-4CED-B9FF-E4A5431B55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15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79BFCA-3EBB-499D-B7BF-B5A51FD74C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72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7B1408-7922-4C8F-9A7E-9A0B18CCD8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67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94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94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946944-FF39-4301-93D3-0024271451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21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20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88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4A2DAA67-7F00-4F48-BB8D-6FACD53F3C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9009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DD123DF3-28AC-4F77-807A-BF4DCE69BF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1234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A30DA8C1-FDC8-456B-8F08-0D03CB9F01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020116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AD7FB8D8-E618-4BAC-88C1-C5C63E94FC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19296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C8185CF1-C343-4B6D-A11E-85CB885253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9396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4DDEDD7C-A6F5-44EE-8AA2-C5A7F6AA59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23497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D481C3C8-ED59-4BED-ADD0-86A21876AF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95126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D34BA109-E415-41E0-A69B-9005985A3A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7227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D664A1F8-5D9A-476C-A87F-E001377B5F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639768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441A2C6-48D4-41AB-9E43-791F05363C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91206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8940F783-BBF8-4D1F-A4CB-C3E48018AA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5195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244393A-65D6-4885-BA74-4BEFA44A86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929775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DD9DFBC4-2C86-4E36-90F9-F625C5DFCA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92830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18C349F4-2765-422D-9502-A3671F3D3B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39255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FC2E97CF-7123-4A23-85B6-1460B27EA9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4121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CBC7C766-0EB0-4378-B8FA-3CFB4B7EA4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09146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143F0CCD-EF23-4F1D-94DA-AA3CE1BFE9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52407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3071BC06-202D-4EDF-A6BF-3436AEAD5C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394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A41A4B6E-E885-4F56-A51D-C8A6A7475F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16385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DCD6AAE6-D86A-4F66-B2DE-B62281176D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41120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EE0488DB-9583-494D-961A-C5E89B5A91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608228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3B31416-69DE-4737-AE5E-515A1A03A7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76316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4AF3AED5-9BEC-46C9-881E-4150871792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99303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FD7673E9-933B-4130-81D9-0D518A596D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02898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17569BA2-FFA4-463F-BA0C-D6A9FF1CA3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9360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B6FAA81-C37A-436D-A25B-8158AC47AF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862727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C9176863-90B8-4DC9-8641-75813CF224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60435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9CBC8294-AD4C-47CE-BE27-6B7A6FA271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756916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CCA3E909-6BF0-4FA9-91A7-EAAA68F2A1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55418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15D6AEA9-A8F8-4BAC-848C-3143DB7A98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06298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D87D1A0D-40DF-4CB3-A41B-F7E6BE1774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95051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D0B8878F-EA92-46F3-9645-E65718EA0C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97869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FC9012D4-27E4-4FFE-8078-D2FEE9DEA3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88791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EEC25AED-5D66-4747-9039-45102DC3AE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02650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7092CE9B-5889-4DD7-8723-4E39440801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27770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41F5FE46-52FE-4820-B3CD-1E4EC050F0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60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2F2F4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-496888" y="1308100"/>
            <a:ext cx="10429876" cy="5908675"/>
            <a:chOff x="-313" y="824"/>
            <a:chExt cx="6570" cy="3722"/>
          </a:xfrm>
        </p:grpSpPr>
        <p:sp>
          <p:nvSpPr>
            <p:cNvPr id="10243" name="Rectangle 3"/>
            <p:cNvSpPr>
              <a:spLocks noChangeArrowheads="1"/>
            </p:cNvSpPr>
            <p:nvPr userDrawn="1"/>
          </p:nvSpPr>
          <p:spPr bwMode="hidden">
            <a:xfrm rot="20798144" flipV="1">
              <a:off x="-14" y="1033"/>
              <a:ext cx="1744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44" name="Rectangle 4"/>
            <p:cNvSpPr>
              <a:spLocks noChangeArrowheads="1"/>
            </p:cNvSpPr>
            <p:nvPr userDrawn="1"/>
          </p:nvSpPr>
          <p:spPr bwMode="hidden">
            <a:xfrm rot="20774366" flipV="1">
              <a:off x="-24" y="1127"/>
              <a:ext cx="2033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45" name="Rectangle 5"/>
            <p:cNvSpPr>
              <a:spLocks noChangeArrowheads="1"/>
            </p:cNvSpPr>
            <p:nvPr userDrawn="1"/>
          </p:nvSpPr>
          <p:spPr bwMode="hidden">
            <a:xfrm rot="20757421" flipV="1">
              <a:off x="-27" y="1198"/>
              <a:ext cx="2246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46" name="Rectangle 6"/>
            <p:cNvSpPr>
              <a:spLocks noChangeArrowheads="1"/>
            </p:cNvSpPr>
            <p:nvPr userDrawn="1"/>
          </p:nvSpPr>
          <p:spPr bwMode="hidden">
            <a:xfrm rot="20684206" flipV="1">
              <a:off x="-43" y="1283"/>
              <a:ext cx="2476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47" name="Rectangle 7"/>
            <p:cNvSpPr>
              <a:spLocks noChangeArrowheads="1"/>
            </p:cNvSpPr>
            <p:nvPr userDrawn="1"/>
          </p:nvSpPr>
          <p:spPr bwMode="hidden">
            <a:xfrm rot="20631226" flipV="1">
              <a:off x="-51" y="1397"/>
              <a:ext cx="2770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48" name="Rectangle 8"/>
            <p:cNvSpPr>
              <a:spLocks noChangeArrowheads="1"/>
            </p:cNvSpPr>
            <p:nvPr userDrawn="1"/>
          </p:nvSpPr>
          <p:spPr bwMode="hidden">
            <a:xfrm rot="20554235" flipV="1">
              <a:off x="-65" y="1523"/>
              <a:ext cx="3058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49" name="Rectangle 9"/>
            <p:cNvSpPr>
              <a:spLocks noChangeArrowheads="1"/>
            </p:cNvSpPr>
            <p:nvPr userDrawn="1"/>
          </p:nvSpPr>
          <p:spPr bwMode="hidden">
            <a:xfrm rot="20466593" flipV="1">
              <a:off x="-93" y="1694"/>
              <a:ext cx="3403" cy="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9098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50" name="Rectangle 10"/>
            <p:cNvSpPr>
              <a:spLocks noChangeArrowheads="1"/>
            </p:cNvSpPr>
            <p:nvPr userDrawn="1"/>
          </p:nvSpPr>
          <p:spPr bwMode="hidden">
            <a:xfrm rot="20343219" flipV="1">
              <a:off x="-99" y="1863"/>
              <a:ext cx="374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51" name="Rectangle 11"/>
            <p:cNvSpPr>
              <a:spLocks noChangeArrowheads="1"/>
            </p:cNvSpPr>
            <p:nvPr userDrawn="1"/>
          </p:nvSpPr>
          <p:spPr bwMode="hidden">
            <a:xfrm rot="20211065" flipV="1">
              <a:off x="-165" y="2053"/>
              <a:ext cx="420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52" name="Rectangle 12"/>
            <p:cNvSpPr>
              <a:spLocks noChangeArrowheads="1"/>
            </p:cNvSpPr>
            <p:nvPr userDrawn="1"/>
          </p:nvSpPr>
          <p:spPr bwMode="hidden">
            <a:xfrm rot="20102912" flipV="1">
              <a:off x="-214" y="2289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53" name="Rectangle 13"/>
            <p:cNvSpPr>
              <a:spLocks noChangeArrowheads="1"/>
            </p:cNvSpPr>
            <p:nvPr userDrawn="1"/>
          </p:nvSpPr>
          <p:spPr bwMode="hidden">
            <a:xfrm rot="19923405" flipV="1">
              <a:off x="-313" y="2617"/>
              <a:ext cx="52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54" name="Rectangle 14"/>
            <p:cNvSpPr>
              <a:spLocks noChangeArrowheads="1"/>
            </p:cNvSpPr>
            <p:nvPr userDrawn="1"/>
          </p:nvSpPr>
          <p:spPr bwMode="hidden">
            <a:xfrm rot="19686284" flipV="1">
              <a:off x="9" y="2881"/>
              <a:ext cx="54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55" name="Rectangle 15"/>
            <p:cNvSpPr>
              <a:spLocks noChangeArrowheads="1"/>
            </p:cNvSpPr>
            <p:nvPr userDrawn="1"/>
          </p:nvSpPr>
          <p:spPr bwMode="hidden">
            <a:xfrm rot="19383534" flipV="1">
              <a:off x="1319" y="2928"/>
              <a:ext cx="461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0196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56" name="Rectangle 16"/>
            <p:cNvSpPr>
              <a:spLocks noChangeArrowheads="1"/>
            </p:cNvSpPr>
            <p:nvPr userDrawn="1"/>
          </p:nvSpPr>
          <p:spPr bwMode="hidden">
            <a:xfrm rot="18994182" flipV="1">
              <a:off x="2681" y="3071"/>
              <a:ext cx="35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313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57" name="Rectangle 17"/>
            <p:cNvSpPr>
              <a:spLocks noChangeArrowheads="1"/>
            </p:cNvSpPr>
            <p:nvPr userDrawn="1"/>
          </p:nvSpPr>
          <p:spPr bwMode="hidden">
            <a:xfrm rot="18603245" flipV="1">
              <a:off x="4053" y="3503"/>
              <a:ext cx="207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 vert="eaVert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58" name="Rectangle 18"/>
            <p:cNvSpPr>
              <a:spLocks noChangeArrowheads="1"/>
            </p:cNvSpPr>
            <p:nvPr userDrawn="1"/>
          </p:nvSpPr>
          <p:spPr bwMode="hidden">
            <a:xfrm rot="39991575" flipH="1" flipV="1">
              <a:off x="5368" y="4167"/>
              <a:ext cx="501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 vert="eaVert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59" name="Rectangle 19"/>
            <p:cNvSpPr>
              <a:spLocks noChangeArrowheads="1"/>
            </p:cNvSpPr>
            <p:nvPr userDrawn="1"/>
          </p:nvSpPr>
          <p:spPr bwMode="hidden">
            <a:xfrm rot="-20541361">
              <a:off x="-146" y="2360"/>
              <a:ext cx="604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60" name="Rectangle 20"/>
            <p:cNvSpPr>
              <a:spLocks noChangeArrowheads="1"/>
            </p:cNvSpPr>
            <p:nvPr userDrawn="1"/>
          </p:nvSpPr>
          <p:spPr bwMode="hidden">
            <a:xfrm rot="-20036206">
              <a:off x="-198" y="3396"/>
              <a:ext cx="4142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61" name="Rectangle 21"/>
            <p:cNvSpPr>
              <a:spLocks noChangeArrowheads="1"/>
            </p:cNvSpPr>
            <p:nvPr userDrawn="1"/>
          </p:nvSpPr>
          <p:spPr bwMode="hidden">
            <a:xfrm rot="1732981">
              <a:off x="-165" y="3624"/>
              <a:ext cx="28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3529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62" name="Rectangle 22"/>
            <p:cNvSpPr>
              <a:spLocks noChangeArrowheads="1"/>
            </p:cNvSpPr>
            <p:nvPr userDrawn="1"/>
          </p:nvSpPr>
          <p:spPr bwMode="hidden">
            <a:xfrm rot="1969083">
              <a:off x="-110" y="3922"/>
              <a:ext cx="140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63" name="Rectangle 23"/>
            <p:cNvSpPr>
              <a:spLocks noChangeArrowheads="1"/>
            </p:cNvSpPr>
            <p:nvPr userDrawn="1"/>
          </p:nvSpPr>
          <p:spPr bwMode="hidden">
            <a:xfrm rot="-20213826">
              <a:off x="-216" y="3221"/>
              <a:ext cx="547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64" name="Rectangle 24"/>
            <p:cNvSpPr>
              <a:spLocks noChangeArrowheads="1"/>
            </p:cNvSpPr>
            <p:nvPr userDrawn="1"/>
          </p:nvSpPr>
          <p:spPr bwMode="hidden">
            <a:xfrm rot="22583969">
              <a:off x="-115" y="2129"/>
              <a:ext cx="601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7647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65" name="Rectangle 25"/>
            <p:cNvSpPr>
              <a:spLocks noChangeArrowheads="1"/>
            </p:cNvSpPr>
            <p:nvPr userDrawn="1"/>
          </p:nvSpPr>
          <p:spPr bwMode="hidden">
            <a:xfrm rot="930109" flipV="1">
              <a:off x="80" y="1946"/>
              <a:ext cx="575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66" name="Rectangle 26"/>
            <p:cNvSpPr>
              <a:spLocks noChangeArrowheads="1"/>
            </p:cNvSpPr>
            <p:nvPr userDrawn="1"/>
          </p:nvSpPr>
          <p:spPr bwMode="hidden">
            <a:xfrm rot="-20731987">
              <a:off x="374" y="1802"/>
              <a:ext cx="5475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67" name="Rectangle 27"/>
            <p:cNvSpPr>
              <a:spLocks noChangeArrowheads="1"/>
            </p:cNvSpPr>
            <p:nvPr userDrawn="1"/>
          </p:nvSpPr>
          <p:spPr bwMode="hidden">
            <a:xfrm rot="-64024402">
              <a:off x="848" y="1582"/>
              <a:ext cx="4976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68" name="Rectangle 28"/>
            <p:cNvSpPr>
              <a:spLocks noChangeArrowheads="1"/>
            </p:cNvSpPr>
            <p:nvPr userDrawn="1"/>
          </p:nvSpPr>
          <p:spPr bwMode="hidden">
            <a:xfrm rot="-42464612">
              <a:off x="1053" y="1476"/>
              <a:ext cx="4759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69" name="Rectangle 29"/>
            <p:cNvSpPr>
              <a:spLocks noChangeArrowheads="1"/>
            </p:cNvSpPr>
            <p:nvPr userDrawn="1"/>
          </p:nvSpPr>
          <p:spPr bwMode="hidden">
            <a:xfrm rot="-20907336">
              <a:off x="1244" y="1377"/>
              <a:ext cx="4557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70" name="Rectangle 30"/>
            <p:cNvSpPr>
              <a:spLocks noChangeArrowheads="1"/>
            </p:cNvSpPr>
            <p:nvPr userDrawn="1"/>
          </p:nvSpPr>
          <p:spPr bwMode="hidden">
            <a:xfrm rot="655690" flipV="1">
              <a:off x="1487" y="1305"/>
              <a:ext cx="431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71" name="Rectangle 31"/>
            <p:cNvSpPr>
              <a:spLocks noChangeArrowheads="1"/>
            </p:cNvSpPr>
            <p:nvPr userDrawn="1"/>
          </p:nvSpPr>
          <p:spPr bwMode="hidden">
            <a:xfrm rot="636921" flipV="1">
              <a:off x="1650" y="1218"/>
              <a:ext cx="415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72" name="Rectangle 32"/>
            <p:cNvSpPr>
              <a:spLocks noChangeArrowheads="1"/>
            </p:cNvSpPr>
            <p:nvPr userDrawn="1"/>
          </p:nvSpPr>
          <p:spPr bwMode="hidden">
            <a:xfrm rot="803987" flipV="1">
              <a:off x="611" y="1684"/>
              <a:ext cx="52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73" name="Rectangle 33"/>
            <p:cNvSpPr>
              <a:spLocks noChangeArrowheads="1"/>
            </p:cNvSpPr>
            <p:nvPr userDrawn="1"/>
          </p:nvSpPr>
          <p:spPr bwMode="hidden">
            <a:xfrm rot="1273217" flipV="1">
              <a:off x="-204" y="2976"/>
              <a:ext cx="6150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74" name="Rectangle 34"/>
            <p:cNvSpPr>
              <a:spLocks noChangeArrowheads="1"/>
            </p:cNvSpPr>
            <p:nvPr userDrawn="1"/>
          </p:nvSpPr>
          <p:spPr bwMode="hidden">
            <a:xfrm rot="1169729" flipV="1">
              <a:off x="-174" y="2663"/>
              <a:ext cx="6104" cy="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51373"/>
                    <a:invGamma/>
                  </a:schemeClr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>
                <a:defRPr/>
              </a:pPr>
              <a:endParaRPr lang="en-US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275" name="Oval 35"/>
            <p:cNvSpPr>
              <a:spLocks noChangeArrowheads="1"/>
            </p:cNvSpPr>
            <p:nvPr/>
          </p:nvSpPr>
          <p:spPr bwMode="hidden">
            <a:xfrm>
              <a:off x="740" y="3359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76" name="Oval 36"/>
            <p:cNvSpPr>
              <a:spLocks noChangeArrowheads="1"/>
            </p:cNvSpPr>
            <p:nvPr/>
          </p:nvSpPr>
          <p:spPr bwMode="hidden">
            <a:xfrm>
              <a:off x="236" y="3074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77" name="Oval 37"/>
            <p:cNvSpPr>
              <a:spLocks noChangeArrowheads="1"/>
            </p:cNvSpPr>
            <p:nvPr/>
          </p:nvSpPr>
          <p:spPr bwMode="hidden">
            <a:xfrm>
              <a:off x="159" y="3652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78" name="Oval 38"/>
            <p:cNvSpPr>
              <a:spLocks noChangeArrowheads="1"/>
            </p:cNvSpPr>
            <p:nvPr/>
          </p:nvSpPr>
          <p:spPr bwMode="hidden">
            <a:xfrm>
              <a:off x="2077" y="2661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79" name="Oval 39"/>
            <p:cNvSpPr>
              <a:spLocks noChangeArrowheads="1"/>
            </p:cNvSpPr>
            <p:nvPr/>
          </p:nvSpPr>
          <p:spPr bwMode="hidden">
            <a:xfrm>
              <a:off x="1223" y="307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80" name="Oval 40"/>
            <p:cNvSpPr>
              <a:spLocks noChangeArrowheads="1"/>
            </p:cNvSpPr>
            <p:nvPr/>
          </p:nvSpPr>
          <p:spPr bwMode="hidden">
            <a:xfrm>
              <a:off x="1686" y="2857"/>
              <a:ext cx="156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81" name="Oval 41"/>
            <p:cNvSpPr>
              <a:spLocks noChangeArrowheads="1"/>
            </p:cNvSpPr>
            <p:nvPr/>
          </p:nvSpPr>
          <p:spPr bwMode="hidden">
            <a:xfrm>
              <a:off x="750" y="2839"/>
              <a:ext cx="151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82" name="Oval 42"/>
            <p:cNvSpPr>
              <a:spLocks noChangeArrowheads="1"/>
            </p:cNvSpPr>
            <p:nvPr/>
          </p:nvSpPr>
          <p:spPr bwMode="hidden">
            <a:xfrm>
              <a:off x="367" y="2656"/>
              <a:ext cx="150" cy="8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83" name="Oval 43"/>
            <p:cNvSpPr>
              <a:spLocks noChangeArrowheads="1"/>
            </p:cNvSpPr>
            <p:nvPr/>
          </p:nvSpPr>
          <p:spPr bwMode="hidden">
            <a:xfrm>
              <a:off x="1172" y="2642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84" name="Oval 44"/>
            <p:cNvSpPr>
              <a:spLocks noChangeArrowheads="1"/>
            </p:cNvSpPr>
            <p:nvPr/>
          </p:nvSpPr>
          <p:spPr bwMode="hidden">
            <a:xfrm>
              <a:off x="2401" y="2485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85" name="Oval 45"/>
            <p:cNvSpPr>
              <a:spLocks noChangeArrowheads="1"/>
            </p:cNvSpPr>
            <p:nvPr/>
          </p:nvSpPr>
          <p:spPr bwMode="hidden">
            <a:xfrm>
              <a:off x="1910" y="231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86" name="Oval 46"/>
            <p:cNvSpPr>
              <a:spLocks noChangeArrowheads="1"/>
            </p:cNvSpPr>
            <p:nvPr/>
          </p:nvSpPr>
          <p:spPr bwMode="hidden">
            <a:xfrm>
              <a:off x="2254" y="2154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87" name="Oval 47"/>
            <p:cNvSpPr>
              <a:spLocks noChangeArrowheads="1"/>
            </p:cNvSpPr>
            <p:nvPr/>
          </p:nvSpPr>
          <p:spPr bwMode="hidden">
            <a:xfrm>
              <a:off x="2742" y="230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88" name="Oval 48"/>
            <p:cNvSpPr>
              <a:spLocks noChangeArrowheads="1"/>
            </p:cNvSpPr>
            <p:nvPr/>
          </p:nvSpPr>
          <p:spPr bwMode="hidden">
            <a:xfrm>
              <a:off x="2812" y="1898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89" name="Oval 49"/>
            <p:cNvSpPr>
              <a:spLocks noChangeArrowheads="1"/>
            </p:cNvSpPr>
            <p:nvPr/>
          </p:nvSpPr>
          <p:spPr bwMode="hidden">
            <a:xfrm>
              <a:off x="3721" y="179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90" name="Oval 50"/>
            <p:cNvSpPr>
              <a:spLocks noChangeArrowheads="1"/>
            </p:cNvSpPr>
            <p:nvPr/>
          </p:nvSpPr>
          <p:spPr bwMode="hidden">
            <a:xfrm>
              <a:off x="3528" y="189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91" name="Oval 51"/>
            <p:cNvSpPr>
              <a:spLocks noChangeArrowheads="1"/>
            </p:cNvSpPr>
            <p:nvPr/>
          </p:nvSpPr>
          <p:spPr bwMode="hidden">
            <a:xfrm>
              <a:off x="3064" y="1778"/>
              <a:ext cx="128" cy="6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92" name="Oval 52"/>
            <p:cNvSpPr>
              <a:spLocks noChangeArrowheads="1"/>
            </p:cNvSpPr>
            <p:nvPr/>
          </p:nvSpPr>
          <p:spPr bwMode="hidden">
            <a:xfrm>
              <a:off x="3277" y="2024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93" name="Oval 53"/>
            <p:cNvSpPr>
              <a:spLocks noChangeArrowheads="1"/>
            </p:cNvSpPr>
            <p:nvPr/>
          </p:nvSpPr>
          <p:spPr bwMode="hidden">
            <a:xfrm>
              <a:off x="3027" y="2160"/>
              <a:ext cx="133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94" name="Oval 54"/>
            <p:cNvSpPr>
              <a:spLocks noChangeArrowheads="1"/>
            </p:cNvSpPr>
            <p:nvPr/>
          </p:nvSpPr>
          <p:spPr bwMode="hidden">
            <a:xfrm>
              <a:off x="1569" y="2453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95" name="Oval 55"/>
            <p:cNvSpPr>
              <a:spLocks noChangeArrowheads="1"/>
            </p:cNvSpPr>
            <p:nvPr/>
          </p:nvSpPr>
          <p:spPr bwMode="hidden">
            <a:xfrm>
              <a:off x="1863" y="2028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96" name="Oval 56"/>
            <p:cNvSpPr>
              <a:spLocks noChangeArrowheads="1"/>
            </p:cNvSpPr>
            <p:nvPr/>
          </p:nvSpPr>
          <p:spPr bwMode="hidden">
            <a:xfrm>
              <a:off x="1513" y="2175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97" name="Oval 57"/>
            <p:cNvSpPr>
              <a:spLocks noChangeArrowheads="1"/>
            </p:cNvSpPr>
            <p:nvPr/>
          </p:nvSpPr>
          <p:spPr bwMode="hidden">
            <a:xfrm>
              <a:off x="1191" y="2311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98" name="Oval 58"/>
            <p:cNvSpPr>
              <a:spLocks noChangeArrowheads="1"/>
            </p:cNvSpPr>
            <p:nvPr/>
          </p:nvSpPr>
          <p:spPr bwMode="hidden">
            <a:xfrm>
              <a:off x="1154" y="2047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99" name="Oval 59"/>
            <p:cNvSpPr>
              <a:spLocks noChangeArrowheads="1"/>
            </p:cNvSpPr>
            <p:nvPr/>
          </p:nvSpPr>
          <p:spPr bwMode="hidden">
            <a:xfrm>
              <a:off x="1142" y="180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00" name="Oval 60"/>
            <p:cNvSpPr>
              <a:spLocks noChangeArrowheads="1"/>
            </p:cNvSpPr>
            <p:nvPr/>
          </p:nvSpPr>
          <p:spPr bwMode="hidden">
            <a:xfrm>
              <a:off x="1500" y="1912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01" name="Oval 61"/>
            <p:cNvSpPr>
              <a:spLocks noChangeArrowheads="1"/>
            </p:cNvSpPr>
            <p:nvPr/>
          </p:nvSpPr>
          <p:spPr bwMode="hidden">
            <a:xfrm>
              <a:off x="1804" y="18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02" name="Oval 62"/>
            <p:cNvSpPr>
              <a:spLocks noChangeArrowheads="1"/>
            </p:cNvSpPr>
            <p:nvPr/>
          </p:nvSpPr>
          <p:spPr bwMode="hidden">
            <a:xfrm>
              <a:off x="2159" y="1905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03" name="Oval 63"/>
            <p:cNvSpPr>
              <a:spLocks noChangeArrowheads="1"/>
            </p:cNvSpPr>
            <p:nvPr/>
          </p:nvSpPr>
          <p:spPr bwMode="hidden">
            <a:xfrm>
              <a:off x="2432" y="178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04" name="Oval 64"/>
            <p:cNvSpPr>
              <a:spLocks noChangeArrowheads="1"/>
            </p:cNvSpPr>
            <p:nvPr/>
          </p:nvSpPr>
          <p:spPr bwMode="hidden">
            <a:xfrm>
              <a:off x="470" y="203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05" name="Oval 65"/>
            <p:cNvSpPr>
              <a:spLocks noChangeArrowheads="1"/>
            </p:cNvSpPr>
            <p:nvPr/>
          </p:nvSpPr>
          <p:spPr bwMode="hidden">
            <a:xfrm>
              <a:off x="68" y="2166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06" name="Oval 66"/>
            <p:cNvSpPr>
              <a:spLocks noChangeArrowheads="1"/>
            </p:cNvSpPr>
            <p:nvPr/>
          </p:nvSpPr>
          <p:spPr bwMode="hidden">
            <a:xfrm>
              <a:off x="798" y="1916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07" name="Oval 67"/>
            <p:cNvSpPr>
              <a:spLocks noChangeArrowheads="1"/>
            </p:cNvSpPr>
            <p:nvPr/>
          </p:nvSpPr>
          <p:spPr bwMode="hidden">
            <a:xfrm>
              <a:off x="455" y="179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08" name="Oval 68"/>
            <p:cNvSpPr>
              <a:spLocks noChangeArrowheads="1"/>
            </p:cNvSpPr>
            <p:nvPr/>
          </p:nvSpPr>
          <p:spPr bwMode="hidden">
            <a:xfrm>
              <a:off x="113" y="190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09" name="Oval 69"/>
            <p:cNvSpPr>
              <a:spLocks noChangeArrowheads="1"/>
            </p:cNvSpPr>
            <p:nvPr/>
          </p:nvSpPr>
          <p:spPr bwMode="hidden">
            <a:xfrm>
              <a:off x="432" y="2323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10" name="Oval 70"/>
            <p:cNvSpPr>
              <a:spLocks noChangeArrowheads="1"/>
            </p:cNvSpPr>
            <p:nvPr/>
          </p:nvSpPr>
          <p:spPr bwMode="hidden">
            <a:xfrm>
              <a:off x="814" y="217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11" name="Oval 71"/>
            <p:cNvSpPr>
              <a:spLocks noChangeArrowheads="1"/>
            </p:cNvSpPr>
            <p:nvPr/>
          </p:nvSpPr>
          <p:spPr bwMode="hidden">
            <a:xfrm>
              <a:off x="789" y="2472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12" name="Oval 72"/>
            <p:cNvSpPr>
              <a:spLocks noChangeArrowheads="1"/>
            </p:cNvSpPr>
            <p:nvPr/>
          </p:nvSpPr>
          <p:spPr bwMode="hidden">
            <a:xfrm>
              <a:off x="2544" y="2015"/>
              <a:ext cx="140" cy="72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13" name="Oval 73"/>
            <p:cNvSpPr>
              <a:spLocks noChangeArrowheads="1"/>
            </p:cNvSpPr>
            <p:nvPr/>
          </p:nvSpPr>
          <p:spPr bwMode="hidden">
            <a:xfrm>
              <a:off x="1457" y="1700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14" name="Oval 74"/>
            <p:cNvSpPr>
              <a:spLocks noChangeArrowheads="1"/>
            </p:cNvSpPr>
            <p:nvPr/>
          </p:nvSpPr>
          <p:spPr bwMode="hidden">
            <a:xfrm>
              <a:off x="1747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15" name="Oval 75"/>
            <p:cNvSpPr>
              <a:spLocks noChangeArrowheads="1"/>
            </p:cNvSpPr>
            <p:nvPr/>
          </p:nvSpPr>
          <p:spPr bwMode="hidden">
            <a:xfrm>
              <a:off x="1385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16" name="Oval 76"/>
            <p:cNvSpPr>
              <a:spLocks noChangeArrowheads="1"/>
            </p:cNvSpPr>
            <p:nvPr/>
          </p:nvSpPr>
          <p:spPr bwMode="hidden">
            <a:xfrm>
              <a:off x="1093" y="1595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17" name="Oval 77"/>
            <p:cNvSpPr>
              <a:spLocks noChangeArrowheads="1"/>
            </p:cNvSpPr>
            <p:nvPr/>
          </p:nvSpPr>
          <p:spPr bwMode="hidden">
            <a:xfrm>
              <a:off x="792" y="169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18" name="Oval 78"/>
            <p:cNvSpPr>
              <a:spLocks noChangeArrowheads="1"/>
            </p:cNvSpPr>
            <p:nvPr/>
          </p:nvSpPr>
          <p:spPr bwMode="hidden">
            <a:xfrm>
              <a:off x="2011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19" name="Oval 79"/>
            <p:cNvSpPr>
              <a:spLocks noChangeArrowheads="1"/>
            </p:cNvSpPr>
            <p:nvPr/>
          </p:nvSpPr>
          <p:spPr bwMode="hidden">
            <a:xfrm>
              <a:off x="2087" y="169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20" name="Oval 80"/>
            <p:cNvSpPr>
              <a:spLocks noChangeArrowheads="1"/>
            </p:cNvSpPr>
            <p:nvPr/>
          </p:nvSpPr>
          <p:spPr bwMode="hidden">
            <a:xfrm>
              <a:off x="2345" y="1601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21" name="Oval 81"/>
            <p:cNvSpPr>
              <a:spLocks noChangeArrowheads="1"/>
            </p:cNvSpPr>
            <p:nvPr/>
          </p:nvSpPr>
          <p:spPr bwMode="hidden">
            <a:xfrm>
              <a:off x="2684" y="168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22" name="Oval 82"/>
            <p:cNvSpPr>
              <a:spLocks noChangeArrowheads="1"/>
            </p:cNvSpPr>
            <p:nvPr/>
          </p:nvSpPr>
          <p:spPr bwMode="hidden">
            <a:xfrm>
              <a:off x="806" y="151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23" name="Oval 83"/>
            <p:cNvSpPr>
              <a:spLocks noChangeArrowheads="1"/>
            </p:cNvSpPr>
            <p:nvPr/>
          </p:nvSpPr>
          <p:spPr bwMode="hidden">
            <a:xfrm>
              <a:off x="495" y="1597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24" name="Oval 84"/>
            <p:cNvSpPr>
              <a:spLocks noChangeArrowheads="1"/>
            </p:cNvSpPr>
            <p:nvPr/>
          </p:nvSpPr>
          <p:spPr bwMode="hidden">
            <a:xfrm>
              <a:off x="228" y="150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25" name="Oval 85"/>
            <p:cNvSpPr>
              <a:spLocks noChangeArrowheads="1"/>
            </p:cNvSpPr>
            <p:nvPr/>
          </p:nvSpPr>
          <p:spPr bwMode="hidden">
            <a:xfrm>
              <a:off x="157" y="1698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26" name="Oval 86"/>
            <p:cNvSpPr>
              <a:spLocks noChangeArrowheads="1"/>
            </p:cNvSpPr>
            <p:nvPr/>
          </p:nvSpPr>
          <p:spPr bwMode="hidden">
            <a:xfrm>
              <a:off x="2887" y="1595"/>
              <a:ext cx="124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27" name="Oval 87"/>
            <p:cNvSpPr>
              <a:spLocks noChangeArrowheads="1"/>
            </p:cNvSpPr>
            <p:nvPr/>
          </p:nvSpPr>
          <p:spPr bwMode="hidden">
            <a:xfrm>
              <a:off x="3079" y="1511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28" name="Oval 88"/>
            <p:cNvSpPr>
              <a:spLocks noChangeArrowheads="1"/>
            </p:cNvSpPr>
            <p:nvPr/>
          </p:nvSpPr>
          <p:spPr bwMode="hidden">
            <a:xfrm>
              <a:off x="3270" y="1688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29" name="Oval 89"/>
            <p:cNvSpPr>
              <a:spLocks noChangeArrowheads="1"/>
            </p:cNvSpPr>
            <p:nvPr/>
          </p:nvSpPr>
          <p:spPr bwMode="hidden">
            <a:xfrm>
              <a:off x="3453" y="1599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30" name="Oval 90"/>
            <p:cNvSpPr>
              <a:spLocks noChangeArrowheads="1"/>
            </p:cNvSpPr>
            <p:nvPr/>
          </p:nvSpPr>
          <p:spPr bwMode="hidden">
            <a:xfrm>
              <a:off x="3651" y="1506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31" name="Oval 91"/>
            <p:cNvSpPr>
              <a:spLocks noChangeArrowheads="1"/>
            </p:cNvSpPr>
            <p:nvPr/>
          </p:nvSpPr>
          <p:spPr bwMode="hidden">
            <a:xfrm>
              <a:off x="4251" y="1513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32" name="Oval 92"/>
            <p:cNvSpPr>
              <a:spLocks noChangeArrowheads="1"/>
            </p:cNvSpPr>
            <p:nvPr/>
          </p:nvSpPr>
          <p:spPr bwMode="hidden">
            <a:xfrm>
              <a:off x="3901" y="1701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33" name="Oval 93"/>
            <p:cNvSpPr>
              <a:spLocks noChangeArrowheads="1"/>
            </p:cNvSpPr>
            <p:nvPr/>
          </p:nvSpPr>
          <p:spPr bwMode="hidden">
            <a:xfrm>
              <a:off x="4086" y="1608"/>
              <a:ext cx="128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34" name="Oval 94"/>
            <p:cNvSpPr>
              <a:spLocks noChangeArrowheads="1"/>
            </p:cNvSpPr>
            <p:nvPr/>
          </p:nvSpPr>
          <p:spPr bwMode="hidden">
            <a:xfrm>
              <a:off x="1282" y="365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35" name="Oval 95"/>
            <p:cNvSpPr>
              <a:spLocks noChangeArrowheads="1"/>
            </p:cNvSpPr>
            <p:nvPr/>
          </p:nvSpPr>
          <p:spPr bwMode="hidden">
            <a:xfrm>
              <a:off x="707" y="4014"/>
              <a:ext cx="191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36" name="Oval 96"/>
            <p:cNvSpPr>
              <a:spLocks noChangeArrowheads="1"/>
            </p:cNvSpPr>
            <p:nvPr/>
          </p:nvSpPr>
          <p:spPr bwMode="hidden">
            <a:xfrm>
              <a:off x="2229" y="309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37" name="Oval 97"/>
            <p:cNvSpPr>
              <a:spLocks noChangeArrowheads="1"/>
            </p:cNvSpPr>
            <p:nvPr/>
          </p:nvSpPr>
          <p:spPr bwMode="hidden">
            <a:xfrm>
              <a:off x="2604" y="286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38" name="Oval 98"/>
            <p:cNvSpPr>
              <a:spLocks noChangeArrowheads="1"/>
            </p:cNvSpPr>
            <p:nvPr/>
          </p:nvSpPr>
          <p:spPr bwMode="hidden">
            <a:xfrm>
              <a:off x="2907" y="266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39" name="Oval 99"/>
            <p:cNvSpPr>
              <a:spLocks noChangeArrowheads="1"/>
            </p:cNvSpPr>
            <p:nvPr/>
          </p:nvSpPr>
          <p:spPr bwMode="hidden">
            <a:xfrm>
              <a:off x="3248" y="2454"/>
              <a:ext cx="150" cy="9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40" name="Oval 100"/>
            <p:cNvSpPr>
              <a:spLocks noChangeArrowheads="1"/>
            </p:cNvSpPr>
            <p:nvPr/>
          </p:nvSpPr>
          <p:spPr bwMode="hidden">
            <a:xfrm>
              <a:off x="1801" y="3360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41" name="Oval 101"/>
            <p:cNvSpPr>
              <a:spLocks noChangeArrowheads="1"/>
            </p:cNvSpPr>
            <p:nvPr/>
          </p:nvSpPr>
          <p:spPr bwMode="hidden">
            <a:xfrm>
              <a:off x="3512" y="230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42" name="Oval 102"/>
            <p:cNvSpPr>
              <a:spLocks noChangeArrowheads="1"/>
            </p:cNvSpPr>
            <p:nvPr/>
          </p:nvSpPr>
          <p:spPr bwMode="hidden">
            <a:xfrm>
              <a:off x="3980" y="20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43" name="Oval 103"/>
            <p:cNvSpPr>
              <a:spLocks noChangeArrowheads="1"/>
            </p:cNvSpPr>
            <p:nvPr/>
          </p:nvSpPr>
          <p:spPr bwMode="hidden">
            <a:xfrm>
              <a:off x="3753" y="2158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44" name="Oval 104"/>
            <p:cNvSpPr>
              <a:spLocks noChangeArrowheads="1"/>
            </p:cNvSpPr>
            <p:nvPr/>
          </p:nvSpPr>
          <p:spPr bwMode="hidden">
            <a:xfrm>
              <a:off x="4176" y="1898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45" name="Oval 105"/>
            <p:cNvSpPr>
              <a:spLocks noChangeArrowheads="1"/>
            </p:cNvSpPr>
            <p:nvPr/>
          </p:nvSpPr>
          <p:spPr bwMode="hidden">
            <a:xfrm>
              <a:off x="4338" y="1797"/>
              <a:ext cx="12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46" name="Oval 106"/>
            <p:cNvSpPr>
              <a:spLocks noChangeArrowheads="1"/>
            </p:cNvSpPr>
            <p:nvPr/>
          </p:nvSpPr>
          <p:spPr bwMode="hidden">
            <a:xfrm>
              <a:off x="4505" y="1700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47" name="Oval 107"/>
            <p:cNvSpPr>
              <a:spLocks noChangeArrowheads="1"/>
            </p:cNvSpPr>
            <p:nvPr/>
          </p:nvSpPr>
          <p:spPr bwMode="hidden">
            <a:xfrm>
              <a:off x="4661" y="1603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48" name="Oval 108"/>
            <p:cNvSpPr>
              <a:spLocks noChangeArrowheads="1"/>
            </p:cNvSpPr>
            <p:nvPr/>
          </p:nvSpPr>
          <p:spPr bwMode="hidden">
            <a:xfrm>
              <a:off x="4803" y="1512"/>
              <a:ext cx="128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49" name="Oval 109"/>
            <p:cNvSpPr>
              <a:spLocks noChangeArrowheads="1"/>
            </p:cNvSpPr>
            <p:nvPr/>
          </p:nvSpPr>
          <p:spPr bwMode="hidden">
            <a:xfrm>
              <a:off x="4930" y="1431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50" name="Oval 110"/>
            <p:cNvSpPr>
              <a:spLocks noChangeArrowheads="1"/>
            </p:cNvSpPr>
            <p:nvPr/>
          </p:nvSpPr>
          <p:spPr bwMode="hidden">
            <a:xfrm>
              <a:off x="3835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51" name="Oval 111"/>
            <p:cNvSpPr>
              <a:spLocks noChangeArrowheads="1"/>
            </p:cNvSpPr>
            <p:nvPr/>
          </p:nvSpPr>
          <p:spPr bwMode="hidden">
            <a:xfrm>
              <a:off x="3286" y="143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52" name="Oval 112"/>
            <p:cNvSpPr>
              <a:spLocks noChangeArrowheads="1"/>
            </p:cNvSpPr>
            <p:nvPr/>
          </p:nvSpPr>
          <p:spPr bwMode="hidden">
            <a:xfrm>
              <a:off x="2972" y="1366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53" name="Oval 113"/>
            <p:cNvSpPr>
              <a:spLocks noChangeArrowheads="1"/>
            </p:cNvSpPr>
            <p:nvPr/>
          </p:nvSpPr>
          <p:spPr bwMode="hidden">
            <a:xfrm>
              <a:off x="3152" y="1292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54" name="Oval 114"/>
            <p:cNvSpPr>
              <a:spLocks noChangeArrowheads="1"/>
            </p:cNvSpPr>
            <p:nvPr/>
          </p:nvSpPr>
          <p:spPr bwMode="hidden">
            <a:xfrm>
              <a:off x="3020" y="1170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55" name="Oval 115"/>
            <p:cNvSpPr>
              <a:spLocks noChangeArrowheads="1"/>
            </p:cNvSpPr>
            <p:nvPr/>
          </p:nvSpPr>
          <p:spPr bwMode="hidden">
            <a:xfrm>
              <a:off x="2443" y="1368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56" name="Oval 116"/>
            <p:cNvSpPr>
              <a:spLocks noChangeArrowheads="1"/>
            </p:cNvSpPr>
            <p:nvPr/>
          </p:nvSpPr>
          <p:spPr bwMode="hidden">
            <a:xfrm>
              <a:off x="2301" y="1220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57" name="Oval 117"/>
            <p:cNvSpPr>
              <a:spLocks noChangeArrowheads="1"/>
            </p:cNvSpPr>
            <p:nvPr/>
          </p:nvSpPr>
          <p:spPr bwMode="hidden">
            <a:xfrm>
              <a:off x="2095" y="1284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58" name="Oval 118"/>
            <p:cNvSpPr>
              <a:spLocks noChangeArrowheads="1"/>
            </p:cNvSpPr>
            <p:nvPr/>
          </p:nvSpPr>
          <p:spPr bwMode="hidden">
            <a:xfrm>
              <a:off x="2228" y="1442"/>
              <a:ext cx="111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59" name="Oval 119"/>
            <p:cNvSpPr>
              <a:spLocks noChangeArrowheads="1"/>
            </p:cNvSpPr>
            <p:nvPr/>
          </p:nvSpPr>
          <p:spPr bwMode="hidden">
            <a:xfrm>
              <a:off x="1109" y="142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60" name="Oval 120"/>
            <p:cNvSpPr>
              <a:spLocks noChangeArrowheads="1"/>
            </p:cNvSpPr>
            <p:nvPr/>
          </p:nvSpPr>
          <p:spPr bwMode="hidden">
            <a:xfrm>
              <a:off x="611" y="1284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61" name="Oval 121"/>
            <p:cNvSpPr>
              <a:spLocks noChangeArrowheads="1"/>
            </p:cNvSpPr>
            <p:nvPr/>
          </p:nvSpPr>
          <p:spPr bwMode="hidden">
            <a:xfrm>
              <a:off x="305" y="1358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62" name="Oval 122"/>
            <p:cNvSpPr>
              <a:spLocks noChangeArrowheads="1"/>
            </p:cNvSpPr>
            <p:nvPr/>
          </p:nvSpPr>
          <p:spPr bwMode="hidden">
            <a:xfrm>
              <a:off x="156" y="1154"/>
              <a:ext cx="112" cy="5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63" name="Oval 123"/>
            <p:cNvSpPr>
              <a:spLocks noChangeArrowheads="1"/>
            </p:cNvSpPr>
            <p:nvPr/>
          </p:nvSpPr>
          <p:spPr bwMode="hidden">
            <a:xfrm>
              <a:off x="4538" y="136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64" name="Oval 124"/>
            <p:cNvSpPr>
              <a:spLocks noChangeArrowheads="1"/>
            </p:cNvSpPr>
            <p:nvPr/>
          </p:nvSpPr>
          <p:spPr bwMode="hidden">
            <a:xfrm>
              <a:off x="4407" y="1440"/>
              <a:ext cx="105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65" name="Oval 125"/>
            <p:cNvSpPr>
              <a:spLocks noChangeArrowheads="1"/>
            </p:cNvSpPr>
            <p:nvPr/>
          </p:nvSpPr>
          <p:spPr bwMode="hidden">
            <a:xfrm>
              <a:off x="3992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66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66" name="Oval 126"/>
            <p:cNvSpPr>
              <a:spLocks noChangeArrowheads="1"/>
            </p:cNvSpPr>
            <p:nvPr/>
          </p:nvSpPr>
          <p:spPr bwMode="hidden">
            <a:xfrm>
              <a:off x="3466" y="1356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67" name="Oval 127"/>
            <p:cNvSpPr>
              <a:spLocks noChangeArrowheads="1"/>
            </p:cNvSpPr>
            <p:nvPr/>
          </p:nvSpPr>
          <p:spPr bwMode="hidden">
            <a:xfrm>
              <a:off x="2852" y="1228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68" name="Oval 128"/>
            <p:cNvSpPr>
              <a:spLocks noChangeArrowheads="1"/>
            </p:cNvSpPr>
            <p:nvPr/>
          </p:nvSpPr>
          <p:spPr bwMode="hidden">
            <a:xfrm>
              <a:off x="2678" y="1109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69" name="Oval 129"/>
            <p:cNvSpPr>
              <a:spLocks noChangeArrowheads="1"/>
            </p:cNvSpPr>
            <p:nvPr/>
          </p:nvSpPr>
          <p:spPr bwMode="hidden">
            <a:xfrm>
              <a:off x="2859" y="1045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70" name="Oval 130"/>
            <p:cNvSpPr>
              <a:spLocks noChangeArrowheads="1"/>
            </p:cNvSpPr>
            <p:nvPr/>
          </p:nvSpPr>
          <p:spPr bwMode="hidden">
            <a:xfrm>
              <a:off x="1942" y="104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71" name="Oval 131"/>
            <p:cNvSpPr>
              <a:spLocks noChangeArrowheads="1"/>
            </p:cNvSpPr>
            <p:nvPr/>
          </p:nvSpPr>
          <p:spPr bwMode="hidden">
            <a:xfrm>
              <a:off x="1088" y="1277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72" name="Oval 132"/>
            <p:cNvSpPr>
              <a:spLocks noChangeArrowheads="1"/>
            </p:cNvSpPr>
            <p:nvPr/>
          </p:nvSpPr>
          <p:spPr bwMode="hidden">
            <a:xfrm>
              <a:off x="827" y="13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73" name="Oval 133"/>
            <p:cNvSpPr>
              <a:spLocks noChangeArrowheads="1"/>
            </p:cNvSpPr>
            <p:nvPr/>
          </p:nvSpPr>
          <p:spPr bwMode="hidden">
            <a:xfrm>
              <a:off x="537" y="1428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74" name="Oval 134"/>
            <p:cNvSpPr>
              <a:spLocks noChangeArrowheads="1"/>
            </p:cNvSpPr>
            <p:nvPr/>
          </p:nvSpPr>
          <p:spPr bwMode="hidden">
            <a:xfrm>
              <a:off x="635" y="106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75" name="Oval 135"/>
            <p:cNvSpPr>
              <a:spLocks noChangeArrowheads="1"/>
            </p:cNvSpPr>
            <p:nvPr/>
          </p:nvSpPr>
          <p:spPr bwMode="hidden">
            <a:xfrm>
              <a:off x="1540" y="1050"/>
              <a:ext cx="106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76" name="Oval 136"/>
            <p:cNvSpPr>
              <a:spLocks noChangeArrowheads="1"/>
            </p:cNvSpPr>
            <p:nvPr/>
          </p:nvSpPr>
          <p:spPr bwMode="hidden">
            <a:xfrm>
              <a:off x="1120" y="1063"/>
              <a:ext cx="10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77" name="Oval 137"/>
            <p:cNvSpPr>
              <a:spLocks noChangeArrowheads="1"/>
            </p:cNvSpPr>
            <p:nvPr/>
          </p:nvSpPr>
          <p:spPr bwMode="hidden">
            <a:xfrm>
              <a:off x="4131" y="1284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78" name="Oval 138"/>
            <p:cNvSpPr>
              <a:spLocks noChangeArrowheads="1"/>
            </p:cNvSpPr>
            <p:nvPr/>
          </p:nvSpPr>
          <p:spPr bwMode="hidden">
            <a:xfrm>
              <a:off x="3477" y="116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79" name="Oval 139"/>
            <p:cNvSpPr>
              <a:spLocks noChangeArrowheads="1"/>
            </p:cNvSpPr>
            <p:nvPr/>
          </p:nvSpPr>
          <p:spPr bwMode="hidden">
            <a:xfrm>
              <a:off x="3315" y="122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80" name="Oval 140"/>
            <p:cNvSpPr>
              <a:spLocks noChangeArrowheads="1"/>
            </p:cNvSpPr>
            <p:nvPr/>
          </p:nvSpPr>
          <p:spPr bwMode="hidden">
            <a:xfrm>
              <a:off x="317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81" name="Oval 141"/>
            <p:cNvSpPr>
              <a:spLocks noChangeArrowheads="1"/>
            </p:cNvSpPr>
            <p:nvPr/>
          </p:nvSpPr>
          <p:spPr bwMode="hidden">
            <a:xfrm>
              <a:off x="2396" y="105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82" name="Oval 142"/>
            <p:cNvSpPr>
              <a:spLocks noChangeArrowheads="1"/>
            </p:cNvSpPr>
            <p:nvPr/>
          </p:nvSpPr>
          <p:spPr bwMode="hidden">
            <a:xfrm>
              <a:off x="2769" y="1446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83" name="Oval 143"/>
            <p:cNvSpPr>
              <a:spLocks noChangeArrowheads="1"/>
            </p:cNvSpPr>
            <p:nvPr/>
          </p:nvSpPr>
          <p:spPr bwMode="hidden">
            <a:xfrm>
              <a:off x="2656" y="1294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84" name="Oval 144"/>
            <p:cNvSpPr>
              <a:spLocks noChangeArrowheads="1"/>
            </p:cNvSpPr>
            <p:nvPr/>
          </p:nvSpPr>
          <p:spPr bwMode="hidden">
            <a:xfrm>
              <a:off x="2501" y="1159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85" name="Oval 145"/>
            <p:cNvSpPr>
              <a:spLocks noChangeArrowheads="1"/>
            </p:cNvSpPr>
            <p:nvPr/>
          </p:nvSpPr>
          <p:spPr bwMode="hidden">
            <a:xfrm>
              <a:off x="2222" y="1101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86" name="Oval 146"/>
            <p:cNvSpPr>
              <a:spLocks noChangeArrowheads="1"/>
            </p:cNvSpPr>
            <p:nvPr/>
          </p:nvSpPr>
          <p:spPr bwMode="hidden">
            <a:xfrm>
              <a:off x="2029" y="1162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87" name="Oval 147"/>
            <p:cNvSpPr>
              <a:spLocks noChangeArrowheads="1"/>
            </p:cNvSpPr>
            <p:nvPr/>
          </p:nvSpPr>
          <p:spPr bwMode="hidden">
            <a:xfrm>
              <a:off x="1875" y="13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88" name="Oval 148"/>
            <p:cNvSpPr>
              <a:spLocks noChangeArrowheads="1"/>
            </p:cNvSpPr>
            <p:nvPr/>
          </p:nvSpPr>
          <p:spPr bwMode="hidden">
            <a:xfrm>
              <a:off x="1809" y="1223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89" name="Oval 149"/>
            <p:cNvSpPr>
              <a:spLocks noChangeArrowheads="1"/>
            </p:cNvSpPr>
            <p:nvPr/>
          </p:nvSpPr>
          <p:spPr bwMode="hidden">
            <a:xfrm>
              <a:off x="1738" y="1098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90" name="Oval 150"/>
            <p:cNvSpPr>
              <a:spLocks noChangeArrowheads="1"/>
            </p:cNvSpPr>
            <p:nvPr/>
          </p:nvSpPr>
          <p:spPr bwMode="hidden">
            <a:xfrm>
              <a:off x="1583" y="1289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91" name="Oval 151"/>
            <p:cNvSpPr>
              <a:spLocks noChangeArrowheads="1"/>
            </p:cNvSpPr>
            <p:nvPr/>
          </p:nvSpPr>
          <p:spPr bwMode="hidden">
            <a:xfrm>
              <a:off x="1379" y="1343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7843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92" name="Oval 152"/>
            <p:cNvSpPr>
              <a:spLocks noChangeArrowheads="1"/>
            </p:cNvSpPr>
            <p:nvPr/>
          </p:nvSpPr>
          <p:spPr bwMode="hidden">
            <a:xfrm>
              <a:off x="1529" y="1156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93" name="Oval 153"/>
            <p:cNvSpPr>
              <a:spLocks noChangeArrowheads="1"/>
            </p:cNvSpPr>
            <p:nvPr/>
          </p:nvSpPr>
          <p:spPr bwMode="hidden">
            <a:xfrm>
              <a:off x="1294" y="1222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94" name="Oval 154"/>
            <p:cNvSpPr>
              <a:spLocks noChangeArrowheads="1"/>
            </p:cNvSpPr>
            <p:nvPr/>
          </p:nvSpPr>
          <p:spPr bwMode="hidden">
            <a:xfrm>
              <a:off x="1314" y="1112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95" name="Oval 155"/>
            <p:cNvSpPr>
              <a:spLocks noChangeArrowheads="1"/>
            </p:cNvSpPr>
            <p:nvPr/>
          </p:nvSpPr>
          <p:spPr bwMode="hidden">
            <a:xfrm>
              <a:off x="1082" y="116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96" name="Oval 156"/>
            <p:cNvSpPr>
              <a:spLocks noChangeArrowheads="1"/>
            </p:cNvSpPr>
            <p:nvPr/>
          </p:nvSpPr>
          <p:spPr bwMode="hidden">
            <a:xfrm>
              <a:off x="877" y="1121"/>
              <a:ext cx="112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97" name="Oval 157"/>
            <p:cNvSpPr>
              <a:spLocks noChangeArrowheads="1"/>
            </p:cNvSpPr>
            <p:nvPr/>
          </p:nvSpPr>
          <p:spPr bwMode="hidden">
            <a:xfrm>
              <a:off x="875" y="1216"/>
              <a:ext cx="11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98" name="Oval 158"/>
            <p:cNvSpPr>
              <a:spLocks noChangeArrowheads="1"/>
            </p:cNvSpPr>
            <p:nvPr/>
          </p:nvSpPr>
          <p:spPr bwMode="hidden">
            <a:xfrm>
              <a:off x="680" y="117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99" name="Oval 159"/>
            <p:cNvSpPr>
              <a:spLocks noChangeArrowheads="1"/>
            </p:cNvSpPr>
            <p:nvPr/>
          </p:nvSpPr>
          <p:spPr bwMode="hidden">
            <a:xfrm>
              <a:off x="411" y="123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00" name="Oval 160"/>
            <p:cNvSpPr>
              <a:spLocks noChangeArrowheads="1"/>
            </p:cNvSpPr>
            <p:nvPr/>
          </p:nvSpPr>
          <p:spPr bwMode="hidden">
            <a:xfrm>
              <a:off x="434" y="1100"/>
              <a:ext cx="112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01" name="Oval 161"/>
            <p:cNvSpPr>
              <a:spLocks noChangeArrowheads="1"/>
            </p:cNvSpPr>
            <p:nvPr/>
          </p:nvSpPr>
          <p:spPr bwMode="hidden">
            <a:xfrm>
              <a:off x="119" y="1312"/>
              <a:ext cx="111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02" name="Oval 162"/>
            <p:cNvSpPr>
              <a:spLocks noChangeArrowheads="1"/>
            </p:cNvSpPr>
            <p:nvPr/>
          </p:nvSpPr>
          <p:spPr bwMode="hidden">
            <a:xfrm>
              <a:off x="858" y="1001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03" name="Oval 163"/>
            <p:cNvSpPr>
              <a:spLocks noChangeArrowheads="1"/>
            </p:cNvSpPr>
            <p:nvPr/>
          </p:nvSpPr>
          <p:spPr bwMode="hidden">
            <a:xfrm>
              <a:off x="1341" y="1013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04" name="Oval 164"/>
            <p:cNvSpPr>
              <a:spLocks noChangeArrowheads="1"/>
            </p:cNvSpPr>
            <p:nvPr/>
          </p:nvSpPr>
          <p:spPr bwMode="hidden">
            <a:xfrm>
              <a:off x="1739" y="1008"/>
              <a:ext cx="101" cy="3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05" name="Oval 165"/>
            <p:cNvSpPr>
              <a:spLocks noChangeArrowheads="1"/>
            </p:cNvSpPr>
            <p:nvPr/>
          </p:nvSpPr>
          <p:spPr bwMode="hidden">
            <a:xfrm>
              <a:off x="2116" y="1001"/>
              <a:ext cx="100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06" name="Oval 166"/>
            <p:cNvSpPr>
              <a:spLocks noChangeArrowheads="1"/>
            </p:cNvSpPr>
            <p:nvPr/>
          </p:nvSpPr>
          <p:spPr bwMode="hidden">
            <a:xfrm>
              <a:off x="2320" y="941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07" name="Oval 167"/>
            <p:cNvSpPr>
              <a:spLocks noChangeArrowheads="1"/>
            </p:cNvSpPr>
            <p:nvPr/>
          </p:nvSpPr>
          <p:spPr bwMode="hidden">
            <a:xfrm>
              <a:off x="2601" y="995"/>
              <a:ext cx="101" cy="3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08" name="Oval 168"/>
            <p:cNvSpPr>
              <a:spLocks noChangeArrowheads="1"/>
            </p:cNvSpPr>
            <p:nvPr/>
          </p:nvSpPr>
          <p:spPr bwMode="hidden">
            <a:xfrm>
              <a:off x="1667" y="1420"/>
              <a:ext cx="106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8470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09" name="Oval 169"/>
            <p:cNvSpPr>
              <a:spLocks noChangeArrowheads="1"/>
            </p:cNvSpPr>
            <p:nvPr/>
          </p:nvSpPr>
          <p:spPr bwMode="hidden">
            <a:xfrm>
              <a:off x="2557" y="1516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882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10" name="Oval 170"/>
            <p:cNvSpPr>
              <a:spLocks noChangeArrowheads="1"/>
            </p:cNvSpPr>
            <p:nvPr/>
          </p:nvSpPr>
          <p:spPr bwMode="hidden">
            <a:xfrm>
              <a:off x="3619" y="1287"/>
              <a:ext cx="112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11" name="Oval 171"/>
            <p:cNvSpPr>
              <a:spLocks noChangeArrowheads="1"/>
            </p:cNvSpPr>
            <p:nvPr/>
          </p:nvSpPr>
          <p:spPr bwMode="hidden">
            <a:xfrm>
              <a:off x="3791" y="1212"/>
              <a:ext cx="111" cy="51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12" name="Oval 172"/>
            <p:cNvSpPr>
              <a:spLocks noChangeArrowheads="1"/>
            </p:cNvSpPr>
            <p:nvPr/>
          </p:nvSpPr>
          <p:spPr bwMode="hidden">
            <a:xfrm>
              <a:off x="213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13" name="Oval 173"/>
            <p:cNvSpPr>
              <a:spLocks noChangeArrowheads="1"/>
            </p:cNvSpPr>
            <p:nvPr/>
          </p:nvSpPr>
          <p:spPr bwMode="hidden">
            <a:xfrm>
              <a:off x="1264" y="908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14" name="Oval 174"/>
            <p:cNvSpPr>
              <a:spLocks noChangeArrowheads="1"/>
            </p:cNvSpPr>
            <p:nvPr/>
          </p:nvSpPr>
          <p:spPr bwMode="hidden">
            <a:xfrm>
              <a:off x="1471" y="869"/>
              <a:ext cx="79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15" name="Oval 175"/>
            <p:cNvSpPr>
              <a:spLocks noChangeArrowheads="1"/>
            </p:cNvSpPr>
            <p:nvPr/>
          </p:nvSpPr>
          <p:spPr bwMode="hidden">
            <a:xfrm>
              <a:off x="1650" y="824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16" name="Oval 176"/>
            <p:cNvSpPr>
              <a:spLocks noChangeArrowheads="1"/>
            </p:cNvSpPr>
            <p:nvPr/>
          </p:nvSpPr>
          <p:spPr bwMode="hidden">
            <a:xfrm>
              <a:off x="1918" y="869"/>
              <a:ext cx="84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17" name="Oval 177"/>
            <p:cNvSpPr>
              <a:spLocks noChangeArrowheads="1"/>
            </p:cNvSpPr>
            <p:nvPr/>
          </p:nvSpPr>
          <p:spPr bwMode="hidden">
            <a:xfrm>
              <a:off x="1720" y="923"/>
              <a:ext cx="83" cy="3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18" name="Oval 178"/>
            <p:cNvSpPr>
              <a:spLocks noChangeArrowheads="1"/>
            </p:cNvSpPr>
            <p:nvPr/>
          </p:nvSpPr>
          <p:spPr bwMode="hidden">
            <a:xfrm>
              <a:off x="1913" y="957"/>
              <a:ext cx="95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19" name="Oval 179"/>
            <p:cNvSpPr>
              <a:spLocks noChangeArrowheads="1"/>
            </p:cNvSpPr>
            <p:nvPr/>
          </p:nvSpPr>
          <p:spPr bwMode="hidden">
            <a:xfrm>
              <a:off x="1541" y="962"/>
              <a:ext cx="89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20" name="Oval 180"/>
            <p:cNvSpPr>
              <a:spLocks noChangeArrowheads="1"/>
            </p:cNvSpPr>
            <p:nvPr/>
          </p:nvSpPr>
          <p:spPr bwMode="hidden">
            <a:xfrm>
              <a:off x="1076" y="953"/>
              <a:ext cx="101" cy="4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21" name="Oval 181"/>
            <p:cNvSpPr>
              <a:spLocks noChangeArrowheads="1"/>
            </p:cNvSpPr>
            <p:nvPr/>
          </p:nvSpPr>
          <p:spPr bwMode="hidden">
            <a:xfrm>
              <a:off x="1983" y="4027"/>
              <a:ext cx="195" cy="10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22" name="Oval 182"/>
            <p:cNvSpPr>
              <a:spLocks noChangeArrowheads="1"/>
            </p:cNvSpPr>
            <p:nvPr/>
          </p:nvSpPr>
          <p:spPr bwMode="hidden">
            <a:xfrm>
              <a:off x="2460" y="3671"/>
              <a:ext cx="196" cy="11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23" name="Oval 183"/>
            <p:cNvSpPr>
              <a:spLocks noChangeArrowheads="1"/>
            </p:cNvSpPr>
            <p:nvPr/>
          </p:nvSpPr>
          <p:spPr bwMode="hidden">
            <a:xfrm>
              <a:off x="3238" y="3121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24" name="Oval 184"/>
            <p:cNvSpPr>
              <a:spLocks noChangeArrowheads="1"/>
            </p:cNvSpPr>
            <p:nvPr/>
          </p:nvSpPr>
          <p:spPr bwMode="hidden">
            <a:xfrm>
              <a:off x="3550" y="2880"/>
              <a:ext cx="157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25" name="Oval 185"/>
            <p:cNvSpPr>
              <a:spLocks noChangeArrowheads="1"/>
            </p:cNvSpPr>
            <p:nvPr/>
          </p:nvSpPr>
          <p:spPr bwMode="hidden">
            <a:xfrm>
              <a:off x="2892" y="3377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26" name="Oval 186"/>
            <p:cNvSpPr>
              <a:spLocks noChangeArrowheads="1"/>
            </p:cNvSpPr>
            <p:nvPr/>
          </p:nvSpPr>
          <p:spPr bwMode="hidden">
            <a:xfrm>
              <a:off x="3869" y="2657"/>
              <a:ext cx="151" cy="84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27" name="Oval 187"/>
            <p:cNvSpPr>
              <a:spLocks noChangeArrowheads="1"/>
            </p:cNvSpPr>
            <p:nvPr/>
          </p:nvSpPr>
          <p:spPr bwMode="hidden">
            <a:xfrm>
              <a:off x="4090" y="2475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28" name="Oval 188"/>
            <p:cNvSpPr>
              <a:spLocks noChangeArrowheads="1"/>
            </p:cNvSpPr>
            <p:nvPr/>
          </p:nvSpPr>
          <p:spPr bwMode="hidden">
            <a:xfrm>
              <a:off x="4327" y="2314"/>
              <a:ext cx="134" cy="7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29" name="Oval 189"/>
            <p:cNvSpPr>
              <a:spLocks noChangeArrowheads="1"/>
            </p:cNvSpPr>
            <p:nvPr/>
          </p:nvSpPr>
          <p:spPr bwMode="hidden">
            <a:xfrm>
              <a:off x="4712" y="202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30" name="Oval 190"/>
            <p:cNvSpPr>
              <a:spLocks noChangeArrowheads="1"/>
            </p:cNvSpPr>
            <p:nvPr/>
          </p:nvSpPr>
          <p:spPr bwMode="hidden">
            <a:xfrm>
              <a:off x="4533" y="2162"/>
              <a:ext cx="139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31" name="Oval 191"/>
            <p:cNvSpPr>
              <a:spLocks noChangeArrowheads="1"/>
            </p:cNvSpPr>
            <p:nvPr/>
          </p:nvSpPr>
          <p:spPr bwMode="hidden">
            <a:xfrm>
              <a:off x="4863" y="1920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32" name="Oval 192"/>
            <p:cNvSpPr>
              <a:spLocks noChangeArrowheads="1"/>
            </p:cNvSpPr>
            <p:nvPr/>
          </p:nvSpPr>
          <p:spPr bwMode="hidden">
            <a:xfrm>
              <a:off x="5009" y="1807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33" name="Oval 193"/>
            <p:cNvSpPr>
              <a:spLocks noChangeArrowheads="1"/>
            </p:cNvSpPr>
            <p:nvPr/>
          </p:nvSpPr>
          <p:spPr bwMode="hidden">
            <a:xfrm>
              <a:off x="5161" y="1702"/>
              <a:ext cx="123" cy="5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34" name="Oval 194"/>
            <p:cNvSpPr>
              <a:spLocks noChangeArrowheads="1"/>
            </p:cNvSpPr>
            <p:nvPr/>
          </p:nvSpPr>
          <p:spPr bwMode="hidden">
            <a:xfrm>
              <a:off x="5277" y="1614"/>
              <a:ext cx="124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35" name="Oval 195"/>
            <p:cNvSpPr>
              <a:spLocks noChangeArrowheads="1"/>
            </p:cNvSpPr>
            <p:nvPr/>
          </p:nvSpPr>
          <p:spPr bwMode="hidden">
            <a:xfrm>
              <a:off x="5398" y="1521"/>
              <a:ext cx="123" cy="5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36" name="Oval 196"/>
            <p:cNvSpPr>
              <a:spLocks noChangeArrowheads="1"/>
            </p:cNvSpPr>
            <p:nvPr/>
          </p:nvSpPr>
          <p:spPr bwMode="hidden">
            <a:xfrm>
              <a:off x="3255" y="4071"/>
              <a:ext cx="196" cy="10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37" name="Oval 197"/>
            <p:cNvSpPr>
              <a:spLocks noChangeArrowheads="1"/>
            </p:cNvSpPr>
            <p:nvPr/>
          </p:nvSpPr>
          <p:spPr bwMode="hidden">
            <a:xfrm>
              <a:off x="3651" y="3693"/>
              <a:ext cx="196" cy="11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38" name="Oval 198"/>
            <p:cNvSpPr>
              <a:spLocks noChangeArrowheads="1"/>
            </p:cNvSpPr>
            <p:nvPr/>
          </p:nvSpPr>
          <p:spPr bwMode="hidden">
            <a:xfrm>
              <a:off x="4773" y="3705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39" name="Oval 199"/>
            <p:cNvSpPr>
              <a:spLocks noChangeArrowheads="1"/>
            </p:cNvSpPr>
            <p:nvPr/>
          </p:nvSpPr>
          <p:spPr bwMode="hidden">
            <a:xfrm>
              <a:off x="4491" y="4049"/>
              <a:ext cx="196" cy="10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40" name="Oval 200"/>
            <p:cNvSpPr>
              <a:spLocks noChangeArrowheads="1"/>
            </p:cNvSpPr>
            <p:nvPr/>
          </p:nvSpPr>
          <p:spPr bwMode="hidden">
            <a:xfrm>
              <a:off x="3989" y="3396"/>
              <a:ext cx="168" cy="9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41" name="Oval 201"/>
            <p:cNvSpPr>
              <a:spLocks noChangeArrowheads="1"/>
            </p:cNvSpPr>
            <p:nvPr/>
          </p:nvSpPr>
          <p:spPr bwMode="hidden">
            <a:xfrm>
              <a:off x="4263" y="3141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42" name="Oval 202"/>
            <p:cNvSpPr>
              <a:spLocks noChangeArrowheads="1"/>
            </p:cNvSpPr>
            <p:nvPr/>
          </p:nvSpPr>
          <p:spPr bwMode="hidden">
            <a:xfrm>
              <a:off x="5044" y="3418"/>
              <a:ext cx="167" cy="9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43" name="Oval 203"/>
            <p:cNvSpPr>
              <a:spLocks noChangeArrowheads="1"/>
            </p:cNvSpPr>
            <p:nvPr/>
          </p:nvSpPr>
          <p:spPr bwMode="hidden">
            <a:xfrm>
              <a:off x="4553" y="28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44" name="Oval 204"/>
            <p:cNvSpPr>
              <a:spLocks noChangeArrowheads="1"/>
            </p:cNvSpPr>
            <p:nvPr/>
          </p:nvSpPr>
          <p:spPr bwMode="hidden">
            <a:xfrm>
              <a:off x="5293" y="3116"/>
              <a:ext cx="168" cy="95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45" name="Oval 205"/>
            <p:cNvSpPr>
              <a:spLocks noChangeArrowheads="1"/>
            </p:cNvSpPr>
            <p:nvPr/>
          </p:nvSpPr>
          <p:spPr bwMode="hidden">
            <a:xfrm>
              <a:off x="5497" y="2879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46" name="Oval 206"/>
            <p:cNvSpPr>
              <a:spLocks noChangeArrowheads="1"/>
            </p:cNvSpPr>
            <p:nvPr/>
          </p:nvSpPr>
          <p:spPr bwMode="hidden">
            <a:xfrm>
              <a:off x="4772" y="2673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47" name="Oval 207"/>
            <p:cNvSpPr>
              <a:spLocks noChangeArrowheads="1"/>
            </p:cNvSpPr>
            <p:nvPr/>
          </p:nvSpPr>
          <p:spPr bwMode="hidden">
            <a:xfrm>
              <a:off x="4966" y="2488"/>
              <a:ext cx="156" cy="84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48" name="Oval 208"/>
            <p:cNvSpPr>
              <a:spLocks noChangeArrowheads="1"/>
            </p:cNvSpPr>
            <p:nvPr/>
          </p:nvSpPr>
          <p:spPr bwMode="hidden">
            <a:xfrm>
              <a:off x="5444" y="2052"/>
              <a:ext cx="134" cy="7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49" name="Oval 209"/>
            <p:cNvSpPr>
              <a:spLocks noChangeArrowheads="1"/>
            </p:cNvSpPr>
            <p:nvPr/>
          </p:nvSpPr>
          <p:spPr bwMode="hidden">
            <a:xfrm>
              <a:off x="5161" y="2314"/>
              <a:ext cx="140" cy="7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50" name="Oval 210"/>
            <p:cNvSpPr>
              <a:spLocks noChangeArrowheads="1"/>
            </p:cNvSpPr>
            <p:nvPr/>
          </p:nvSpPr>
          <p:spPr bwMode="hidden">
            <a:xfrm>
              <a:off x="5318" y="2176"/>
              <a:ext cx="134" cy="6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51" name="Oval 211"/>
            <p:cNvSpPr>
              <a:spLocks noChangeArrowheads="1"/>
            </p:cNvSpPr>
            <p:nvPr/>
          </p:nvSpPr>
          <p:spPr bwMode="hidden">
            <a:xfrm>
              <a:off x="5581" y="1933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52" name="Oval 212"/>
            <p:cNvSpPr>
              <a:spLocks noChangeArrowheads="1"/>
            </p:cNvSpPr>
            <p:nvPr/>
          </p:nvSpPr>
          <p:spPr bwMode="hidden">
            <a:xfrm>
              <a:off x="5689" y="1811"/>
              <a:ext cx="128" cy="61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7647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53" name="Oval 213"/>
            <p:cNvSpPr>
              <a:spLocks noChangeArrowheads="1"/>
            </p:cNvSpPr>
            <p:nvPr/>
          </p:nvSpPr>
          <p:spPr bwMode="hidden">
            <a:xfrm>
              <a:off x="5663" y="2680"/>
              <a:ext cx="156" cy="83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5451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54" name="Oval 214"/>
            <p:cNvSpPr>
              <a:spLocks noChangeArrowheads="1"/>
            </p:cNvSpPr>
            <p:nvPr/>
          </p:nvSpPr>
          <p:spPr bwMode="hidden">
            <a:xfrm>
              <a:off x="-65" y="2865"/>
              <a:ext cx="150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9804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55" name="Oval 215"/>
            <p:cNvSpPr>
              <a:spLocks noChangeArrowheads="1"/>
            </p:cNvSpPr>
            <p:nvPr/>
          </p:nvSpPr>
          <p:spPr bwMode="hidden">
            <a:xfrm>
              <a:off x="2" y="2477"/>
              <a:ext cx="156" cy="89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7568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56" name="Oval 216"/>
            <p:cNvSpPr>
              <a:spLocks noChangeArrowheads="1"/>
            </p:cNvSpPr>
            <p:nvPr/>
          </p:nvSpPr>
          <p:spPr bwMode="hidden">
            <a:xfrm>
              <a:off x="-9" y="1436"/>
              <a:ext cx="106" cy="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57" name="Oval 217"/>
            <p:cNvSpPr>
              <a:spLocks noChangeArrowheads="1"/>
            </p:cNvSpPr>
            <p:nvPr/>
          </p:nvSpPr>
          <p:spPr bwMode="hidden">
            <a:xfrm>
              <a:off x="5624" y="4010"/>
              <a:ext cx="201" cy="106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39216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458" name="Rectangle 2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853FCF3-0635-4907-BEE1-89C859833D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459" name="Rectangle 21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60" name="Rectangle 22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61" name="Rectangle 2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62" name="Rectangle 22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00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Blip>
          <a:blip r:embed="rId13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Blip>
          <a:blip r:embed="rId13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Blip>
          <a:blip r:embed="rId13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fld id="{F0DC081E-0E21-482C-90A4-F80272A4C1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fld id="{22C6FFB0-A4EB-4699-87C6-90EE2FFFE0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  <p:sldLayoutId id="2147483833" r:id="rId15"/>
    <p:sldLayoutId id="2147483834" r:id="rId16"/>
    <p:sldLayoutId id="2147483835" r:id="rId17"/>
    <p:sldLayoutId id="2147483836" r:id="rId18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Molecular" TargetMode="External"/><Relationship Id="rId2" Type="http://schemas.openxmlformats.org/officeDocument/2006/relationships/hyperlink" Target="http://en.wikipedia.org/wiki/At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Nanomete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creencast.com/t/MGMxZTcyN2E" TargetMode="External"/><Relationship Id="rId2" Type="http://schemas.openxmlformats.org/officeDocument/2006/relationships/hyperlink" Target="http://screencast.com/t/MzAxODc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What is Nanotechnology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the study of the controlling of matter on an </a:t>
            </a:r>
            <a:r>
              <a:rPr lang="en-US" smtClean="0">
                <a:hlinkClick r:id="rId2" tooltip="Atom"/>
              </a:rPr>
              <a:t>atomic</a:t>
            </a:r>
            <a:r>
              <a:rPr lang="en-US" smtClean="0"/>
              <a:t> and </a:t>
            </a:r>
            <a:r>
              <a:rPr lang="en-US" smtClean="0">
                <a:hlinkClick r:id="rId3" tooltip="Molecular"/>
              </a:rPr>
              <a:t>molecular</a:t>
            </a:r>
            <a:r>
              <a:rPr lang="en-US" smtClean="0"/>
              <a:t> scale. Generally nanotechnology deals with structures sized between 1 to 100 </a:t>
            </a:r>
            <a:r>
              <a:rPr lang="en-US" smtClean="0">
                <a:hlinkClick r:id="rId4" tooltip="Nanometer"/>
              </a:rPr>
              <a:t>nanometer</a:t>
            </a:r>
            <a:r>
              <a:rPr lang="en-US" smtClean="0"/>
              <a:t> in at least one dimension, and involves developing or modifying materials or devices within that size.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1463675"/>
            <a:ext cx="7888287" cy="3687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C:\Users\Hp\Desktop\NP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590550"/>
            <a:ext cx="7513638" cy="4064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Nanotechnology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is already making </a:t>
            </a:r>
            <a:r>
              <a:rPr lang="en-US" b="1" dirty="0" smtClean="0"/>
              <a:t>today’s</a:t>
            </a:r>
            <a:r>
              <a:rPr lang="en-US" dirty="0" smtClean="0"/>
              <a:t> products:</a:t>
            </a:r>
          </a:p>
          <a:p>
            <a:pPr lvl="1" eaLnBrk="1" hangingPunct="1">
              <a:defRPr/>
            </a:pPr>
            <a:r>
              <a:rPr lang="en-US" dirty="0" smtClean="0"/>
              <a:t>Lighter</a:t>
            </a:r>
          </a:p>
          <a:p>
            <a:pPr lvl="1" eaLnBrk="1" hangingPunct="1">
              <a:defRPr/>
            </a:pPr>
            <a:r>
              <a:rPr lang="en-US" dirty="0" smtClean="0"/>
              <a:t>Stronger     </a:t>
            </a:r>
          </a:p>
          <a:p>
            <a:pPr lvl="1" eaLnBrk="1" hangingPunct="1">
              <a:defRPr/>
            </a:pPr>
            <a:r>
              <a:rPr lang="en-US" dirty="0" smtClean="0"/>
              <a:t>Faster</a:t>
            </a:r>
          </a:p>
          <a:p>
            <a:pPr lvl="1" eaLnBrk="1" hangingPunct="1">
              <a:defRPr/>
            </a:pPr>
            <a:r>
              <a:rPr lang="en-US" dirty="0" smtClean="0"/>
              <a:t>Smaller</a:t>
            </a:r>
          </a:p>
          <a:p>
            <a:pPr lvl="1" eaLnBrk="1" hangingPunct="1">
              <a:defRPr/>
            </a:pPr>
            <a:r>
              <a:rPr lang="en-US" dirty="0" smtClean="0"/>
              <a:t>More Durable</a:t>
            </a:r>
          </a:p>
        </p:txBody>
      </p:sp>
      <p:pic>
        <p:nvPicPr>
          <p:cNvPr id="45060" name="Picture 4" descr="Bik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2686050"/>
            <a:ext cx="4791075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How small is Nano - small?</a:t>
            </a:r>
          </a:p>
        </p:txBody>
      </p:sp>
      <p:pic>
        <p:nvPicPr>
          <p:cNvPr id="46083" name="Picture 4" descr="nanometer_comparis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52600"/>
            <a:ext cx="8610600" cy="379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Text Box 5"/>
          <p:cNvSpPr txBox="1">
            <a:spLocks noChangeArrowheads="1"/>
          </p:cNvSpPr>
          <p:nvPr/>
        </p:nvSpPr>
        <p:spPr bwMode="auto">
          <a:xfrm>
            <a:off x="990600" y="5638800"/>
            <a:ext cx="716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/>
              <a:t>Units in nanometers (µm)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Compared to Human Hair</a:t>
            </a:r>
          </a:p>
        </p:txBody>
      </p:sp>
      <p:pic>
        <p:nvPicPr>
          <p:cNvPr id="47107" name="Picture 4" descr="Hai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95400"/>
            <a:ext cx="6934200" cy="433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Text Box 5"/>
          <p:cNvSpPr txBox="1">
            <a:spLocks noChangeArrowheads="1"/>
          </p:cNvSpPr>
          <p:nvPr/>
        </p:nvSpPr>
        <p:spPr bwMode="auto">
          <a:xfrm>
            <a:off x="381000" y="5791200"/>
            <a:ext cx="8382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3600"/>
              <a:t>A Human Hair is about 100,000µm wide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A “Nano-Scale” Demonstration</a:t>
            </a:r>
          </a:p>
        </p:txBody>
      </p:sp>
      <p:sp>
        <p:nvSpPr>
          <p:cNvPr id="48136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hlinkClick r:id="rId2"/>
              </a:rPr>
              <a:t>http://screencast.com/t/MzAxODc5</a:t>
            </a:r>
            <a:endParaRPr lang="en-US" dirty="0" smtClean="0"/>
          </a:p>
        </p:txBody>
      </p:sp>
      <p:sp>
        <p:nvSpPr>
          <p:cNvPr id="48132" name="Rectangle 9">
            <a:hlinkClick r:id="rId3"/>
          </p:cNvPr>
          <p:cNvSpPr>
            <a:spLocks noChangeArrowheads="1"/>
          </p:cNvSpPr>
          <p:nvPr/>
        </p:nvSpPr>
        <p:spPr bwMode="auto">
          <a:xfrm>
            <a:off x="2514600" y="3276600"/>
            <a:ext cx="4171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4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hlinkClick r:id="rId3"/>
              </a:rPr>
              <a:t>http://screencast.com/t/MGMxZTcyN2E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smtClean="0"/>
              <a:t>Nanotechnology spans many Areas</a:t>
            </a:r>
          </a:p>
        </p:txBody>
      </p:sp>
      <p:sp>
        <p:nvSpPr>
          <p:cNvPr id="49155" name="AutoShape 4"/>
          <p:cNvSpPr>
            <a:spLocks noChangeArrowheads="1"/>
          </p:cNvSpPr>
          <p:nvPr/>
        </p:nvSpPr>
        <p:spPr bwMode="auto">
          <a:xfrm>
            <a:off x="3429000" y="3429000"/>
            <a:ext cx="2590800" cy="762000"/>
          </a:xfrm>
          <a:prstGeom prst="roundRect">
            <a:avLst>
              <a:gd name="adj" fmla="val 16667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NANOTECHNOLOGY</a:t>
            </a:r>
          </a:p>
        </p:txBody>
      </p:sp>
      <p:sp>
        <p:nvSpPr>
          <p:cNvPr id="49156" name="AutoShape 6"/>
          <p:cNvSpPr>
            <a:spLocks noChangeArrowheads="1"/>
          </p:cNvSpPr>
          <p:nvPr/>
        </p:nvSpPr>
        <p:spPr bwMode="auto">
          <a:xfrm>
            <a:off x="381000" y="1524000"/>
            <a:ext cx="2133600" cy="990600"/>
          </a:xfrm>
          <a:prstGeom prst="wedgeEllipseCallout">
            <a:avLst>
              <a:gd name="adj1" fmla="val 93079"/>
              <a:gd name="adj2" fmla="val 142949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Information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Technology</a:t>
            </a:r>
          </a:p>
        </p:txBody>
      </p:sp>
      <p:sp>
        <p:nvSpPr>
          <p:cNvPr id="49157" name="AutoShape 7"/>
          <p:cNvSpPr>
            <a:spLocks noChangeArrowheads="1"/>
          </p:cNvSpPr>
          <p:nvPr/>
        </p:nvSpPr>
        <p:spPr bwMode="auto">
          <a:xfrm>
            <a:off x="2819400" y="1524000"/>
            <a:ext cx="2286000" cy="1143000"/>
          </a:xfrm>
          <a:prstGeom prst="wedgeEllipseCallout">
            <a:avLst>
              <a:gd name="adj1" fmla="val 16667"/>
              <a:gd name="adj2" fmla="val 115694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Mechanical Eng.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Robotics</a:t>
            </a:r>
          </a:p>
        </p:txBody>
      </p:sp>
      <p:sp>
        <p:nvSpPr>
          <p:cNvPr id="49158" name="AutoShape 8"/>
          <p:cNvSpPr>
            <a:spLocks noChangeArrowheads="1"/>
          </p:cNvSpPr>
          <p:nvPr/>
        </p:nvSpPr>
        <p:spPr bwMode="auto">
          <a:xfrm>
            <a:off x="5486400" y="1524000"/>
            <a:ext cx="2362200" cy="533400"/>
          </a:xfrm>
          <a:prstGeom prst="wedgeEllipseCallout">
            <a:avLst>
              <a:gd name="adj1" fmla="val -49731"/>
              <a:gd name="adj2" fmla="val 300597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Biotechnology</a:t>
            </a:r>
          </a:p>
        </p:txBody>
      </p:sp>
      <p:sp>
        <p:nvSpPr>
          <p:cNvPr id="49159" name="AutoShape 9"/>
          <p:cNvSpPr>
            <a:spLocks noChangeArrowheads="1"/>
          </p:cNvSpPr>
          <p:nvPr/>
        </p:nvSpPr>
        <p:spPr bwMode="auto">
          <a:xfrm>
            <a:off x="6781800" y="2514600"/>
            <a:ext cx="2362200" cy="609600"/>
          </a:xfrm>
          <a:prstGeom prst="wedgeEllipseCallout">
            <a:avLst>
              <a:gd name="adj1" fmla="val -83671"/>
              <a:gd name="adj2" fmla="val 13073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Transportation</a:t>
            </a:r>
          </a:p>
        </p:txBody>
      </p:sp>
      <p:sp>
        <p:nvSpPr>
          <p:cNvPr id="49160" name="AutoShape 10"/>
          <p:cNvSpPr>
            <a:spLocks noChangeArrowheads="1"/>
          </p:cNvSpPr>
          <p:nvPr/>
        </p:nvSpPr>
        <p:spPr bwMode="auto">
          <a:xfrm>
            <a:off x="6934200" y="3581400"/>
            <a:ext cx="1981200" cy="1066800"/>
          </a:xfrm>
          <a:prstGeom prst="wedgeEllipseCallout">
            <a:avLst>
              <a:gd name="adj1" fmla="val -97917"/>
              <a:gd name="adj2" fmla="val 327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National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Security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Defense</a:t>
            </a:r>
          </a:p>
        </p:txBody>
      </p:sp>
      <p:sp>
        <p:nvSpPr>
          <p:cNvPr id="49161" name="AutoShape 11"/>
          <p:cNvSpPr>
            <a:spLocks noChangeArrowheads="1"/>
          </p:cNvSpPr>
          <p:nvPr/>
        </p:nvSpPr>
        <p:spPr bwMode="auto">
          <a:xfrm>
            <a:off x="6400800" y="5257800"/>
            <a:ext cx="2286000" cy="914400"/>
          </a:xfrm>
          <a:prstGeom prst="wedgeEllipseCallout">
            <a:avLst>
              <a:gd name="adj1" fmla="val -83194"/>
              <a:gd name="adj2" fmla="val -164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Food 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Agriculture</a:t>
            </a:r>
          </a:p>
        </p:txBody>
      </p:sp>
      <p:sp>
        <p:nvSpPr>
          <p:cNvPr id="49162" name="AutoShape 12"/>
          <p:cNvSpPr>
            <a:spLocks noChangeArrowheads="1"/>
          </p:cNvSpPr>
          <p:nvPr/>
        </p:nvSpPr>
        <p:spPr bwMode="auto">
          <a:xfrm>
            <a:off x="228600" y="4724400"/>
            <a:ext cx="2438400" cy="762000"/>
          </a:xfrm>
          <a:prstGeom prst="wedgeEllipseCallout">
            <a:avLst>
              <a:gd name="adj1" fmla="val 80338"/>
              <a:gd name="adj2" fmla="val -116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Energy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Environment</a:t>
            </a:r>
          </a:p>
        </p:txBody>
      </p:sp>
      <p:sp>
        <p:nvSpPr>
          <p:cNvPr id="49163" name="AutoShape 13"/>
          <p:cNvSpPr>
            <a:spLocks noChangeArrowheads="1"/>
          </p:cNvSpPr>
          <p:nvPr/>
        </p:nvSpPr>
        <p:spPr bwMode="auto">
          <a:xfrm>
            <a:off x="2286000" y="5638800"/>
            <a:ext cx="1905000" cy="533400"/>
          </a:xfrm>
          <a:prstGeom prst="wedgeEllipseCallout">
            <a:avLst>
              <a:gd name="adj1" fmla="val 53000"/>
              <a:gd name="adj2" fmla="val -32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Aerospace</a:t>
            </a:r>
          </a:p>
        </p:txBody>
      </p:sp>
      <p:sp>
        <p:nvSpPr>
          <p:cNvPr id="49164" name="AutoShape 14"/>
          <p:cNvSpPr>
            <a:spLocks noChangeArrowheads="1"/>
          </p:cNvSpPr>
          <p:nvPr/>
        </p:nvSpPr>
        <p:spPr bwMode="auto">
          <a:xfrm>
            <a:off x="304800" y="2971800"/>
            <a:ext cx="1981200" cy="1143000"/>
          </a:xfrm>
          <a:prstGeom prst="wedgeEllipseCallout">
            <a:avLst>
              <a:gd name="adj1" fmla="val 105449"/>
              <a:gd name="adj2" fmla="val 255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Advance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Materials &amp; Textiles</a:t>
            </a:r>
          </a:p>
        </p:txBody>
      </p:sp>
      <p:sp>
        <p:nvSpPr>
          <p:cNvPr id="49165" name="AutoShape 15"/>
          <p:cNvSpPr>
            <a:spLocks noChangeArrowheads="1"/>
          </p:cNvSpPr>
          <p:nvPr/>
        </p:nvSpPr>
        <p:spPr bwMode="auto">
          <a:xfrm>
            <a:off x="4495800" y="5562600"/>
            <a:ext cx="1676400" cy="762000"/>
          </a:xfrm>
          <a:prstGeom prst="wedgeEllipseCallout">
            <a:avLst>
              <a:gd name="adj1" fmla="val -10037"/>
              <a:gd name="adj2" fmla="val -22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Medicine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Health</a:t>
            </a:r>
          </a:p>
        </p:txBody>
      </p:sp>
      <p:sp>
        <p:nvSpPr>
          <p:cNvPr id="49166" name="AutoShape 16"/>
          <p:cNvSpPr>
            <a:spLocks noChangeArrowheads="1"/>
          </p:cNvSpPr>
          <p:nvPr/>
        </p:nvSpPr>
        <p:spPr bwMode="auto">
          <a:xfrm>
            <a:off x="3429000" y="3429000"/>
            <a:ext cx="2590800" cy="762000"/>
          </a:xfrm>
          <a:prstGeom prst="roundRect">
            <a:avLst>
              <a:gd name="adj" fmla="val 16667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NANOTECHNOLOGY</a:t>
            </a:r>
          </a:p>
        </p:txBody>
      </p:sp>
      <p:sp>
        <p:nvSpPr>
          <p:cNvPr id="49167" name="AutoShape 17"/>
          <p:cNvSpPr>
            <a:spLocks noChangeArrowheads="1"/>
          </p:cNvSpPr>
          <p:nvPr/>
        </p:nvSpPr>
        <p:spPr bwMode="auto">
          <a:xfrm>
            <a:off x="381000" y="1524000"/>
            <a:ext cx="2133600" cy="990600"/>
          </a:xfrm>
          <a:prstGeom prst="wedgeEllipseCallout">
            <a:avLst>
              <a:gd name="adj1" fmla="val 93079"/>
              <a:gd name="adj2" fmla="val 142949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Information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Technology</a:t>
            </a:r>
          </a:p>
        </p:txBody>
      </p:sp>
      <p:sp>
        <p:nvSpPr>
          <p:cNvPr id="49168" name="AutoShape 18"/>
          <p:cNvSpPr>
            <a:spLocks noChangeArrowheads="1"/>
          </p:cNvSpPr>
          <p:nvPr/>
        </p:nvSpPr>
        <p:spPr bwMode="auto">
          <a:xfrm>
            <a:off x="2819400" y="1524000"/>
            <a:ext cx="2286000" cy="1143000"/>
          </a:xfrm>
          <a:prstGeom prst="wedgeEllipseCallout">
            <a:avLst>
              <a:gd name="adj1" fmla="val 16667"/>
              <a:gd name="adj2" fmla="val 115694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Mechanical Eng.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Robotics</a:t>
            </a:r>
          </a:p>
        </p:txBody>
      </p:sp>
      <p:sp>
        <p:nvSpPr>
          <p:cNvPr id="49169" name="AutoShape 19"/>
          <p:cNvSpPr>
            <a:spLocks noChangeArrowheads="1"/>
          </p:cNvSpPr>
          <p:nvPr/>
        </p:nvSpPr>
        <p:spPr bwMode="auto">
          <a:xfrm>
            <a:off x="5486400" y="1524000"/>
            <a:ext cx="2362200" cy="533400"/>
          </a:xfrm>
          <a:prstGeom prst="wedgeEllipseCallout">
            <a:avLst>
              <a:gd name="adj1" fmla="val -49731"/>
              <a:gd name="adj2" fmla="val 300597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Biotechnology</a:t>
            </a:r>
          </a:p>
        </p:txBody>
      </p:sp>
      <p:sp>
        <p:nvSpPr>
          <p:cNvPr id="49170" name="AutoShape 20"/>
          <p:cNvSpPr>
            <a:spLocks noChangeArrowheads="1"/>
          </p:cNvSpPr>
          <p:nvPr/>
        </p:nvSpPr>
        <p:spPr bwMode="auto">
          <a:xfrm>
            <a:off x="6400800" y="5257800"/>
            <a:ext cx="2286000" cy="914400"/>
          </a:xfrm>
          <a:prstGeom prst="wedgeEllipseCallout">
            <a:avLst>
              <a:gd name="adj1" fmla="val -83194"/>
              <a:gd name="adj2" fmla="val -164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Food 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Agriculture</a:t>
            </a:r>
          </a:p>
        </p:txBody>
      </p:sp>
      <p:sp>
        <p:nvSpPr>
          <p:cNvPr id="49171" name="AutoShape 21"/>
          <p:cNvSpPr>
            <a:spLocks noChangeArrowheads="1"/>
          </p:cNvSpPr>
          <p:nvPr/>
        </p:nvSpPr>
        <p:spPr bwMode="auto">
          <a:xfrm>
            <a:off x="2286000" y="5638800"/>
            <a:ext cx="1905000" cy="533400"/>
          </a:xfrm>
          <a:prstGeom prst="wedgeEllipseCallout">
            <a:avLst>
              <a:gd name="adj1" fmla="val 53000"/>
              <a:gd name="adj2" fmla="val -32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Aerospace</a:t>
            </a:r>
          </a:p>
        </p:txBody>
      </p:sp>
      <p:sp>
        <p:nvSpPr>
          <p:cNvPr id="49172" name="AutoShape 22"/>
          <p:cNvSpPr>
            <a:spLocks noChangeArrowheads="1"/>
          </p:cNvSpPr>
          <p:nvPr/>
        </p:nvSpPr>
        <p:spPr bwMode="auto">
          <a:xfrm>
            <a:off x="304800" y="2971800"/>
            <a:ext cx="1981200" cy="1143000"/>
          </a:xfrm>
          <a:prstGeom prst="wedgeEllipseCallout">
            <a:avLst>
              <a:gd name="adj1" fmla="val 105449"/>
              <a:gd name="adj2" fmla="val 255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Advance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Materials &amp; Textiles</a:t>
            </a:r>
          </a:p>
        </p:txBody>
      </p:sp>
      <p:sp>
        <p:nvSpPr>
          <p:cNvPr id="49173" name="AutoShape 23"/>
          <p:cNvSpPr>
            <a:spLocks noChangeArrowheads="1"/>
          </p:cNvSpPr>
          <p:nvPr/>
        </p:nvSpPr>
        <p:spPr bwMode="auto">
          <a:xfrm>
            <a:off x="4495800" y="5562600"/>
            <a:ext cx="1676400" cy="762000"/>
          </a:xfrm>
          <a:prstGeom prst="wedgeEllipseCallout">
            <a:avLst>
              <a:gd name="adj1" fmla="val -10037"/>
              <a:gd name="adj2" fmla="val -22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Medicine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Health</a:t>
            </a:r>
          </a:p>
        </p:txBody>
      </p:sp>
      <p:sp>
        <p:nvSpPr>
          <p:cNvPr id="49174" name="AutoShape 24"/>
          <p:cNvSpPr>
            <a:spLocks noChangeArrowheads="1"/>
          </p:cNvSpPr>
          <p:nvPr/>
        </p:nvSpPr>
        <p:spPr bwMode="auto">
          <a:xfrm>
            <a:off x="228600" y="4724400"/>
            <a:ext cx="2438400" cy="762000"/>
          </a:xfrm>
          <a:prstGeom prst="wedgeEllipseCallout">
            <a:avLst>
              <a:gd name="adj1" fmla="val 80338"/>
              <a:gd name="adj2" fmla="val -116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Energy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Environment</a:t>
            </a:r>
          </a:p>
        </p:txBody>
      </p:sp>
      <p:sp>
        <p:nvSpPr>
          <p:cNvPr id="49175" name="AutoShape 25"/>
          <p:cNvSpPr>
            <a:spLocks noChangeArrowheads="1"/>
          </p:cNvSpPr>
          <p:nvPr/>
        </p:nvSpPr>
        <p:spPr bwMode="auto">
          <a:xfrm>
            <a:off x="3429000" y="3429000"/>
            <a:ext cx="2590800" cy="762000"/>
          </a:xfrm>
          <a:prstGeom prst="roundRect">
            <a:avLst>
              <a:gd name="adj" fmla="val 16667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NANOTECHNOLOGY</a:t>
            </a:r>
          </a:p>
        </p:txBody>
      </p:sp>
      <p:sp>
        <p:nvSpPr>
          <p:cNvPr id="49176" name="AutoShape 26"/>
          <p:cNvSpPr>
            <a:spLocks noChangeArrowheads="1"/>
          </p:cNvSpPr>
          <p:nvPr/>
        </p:nvSpPr>
        <p:spPr bwMode="auto">
          <a:xfrm>
            <a:off x="381000" y="1524000"/>
            <a:ext cx="2133600" cy="990600"/>
          </a:xfrm>
          <a:prstGeom prst="wedgeEllipseCallout">
            <a:avLst>
              <a:gd name="adj1" fmla="val 93079"/>
              <a:gd name="adj2" fmla="val 142949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Information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Technology</a:t>
            </a:r>
          </a:p>
        </p:txBody>
      </p:sp>
      <p:sp>
        <p:nvSpPr>
          <p:cNvPr id="49177" name="AutoShape 27"/>
          <p:cNvSpPr>
            <a:spLocks noChangeArrowheads="1"/>
          </p:cNvSpPr>
          <p:nvPr/>
        </p:nvSpPr>
        <p:spPr bwMode="auto">
          <a:xfrm>
            <a:off x="2819400" y="1524000"/>
            <a:ext cx="2286000" cy="1143000"/>
          </a:xfrm>
          <a:prstGeom prst="wedgeEllipseCallout">
            <a:avLst>
              <a:gd name="adj1" fmla="val 16667"/>
              <a:gd name="adj2" fmla="val 115694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Mechanical Eng.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Robotics</a:t>
            </a:r>
          </a:p>
        </p:txBody>
      </p:sp>
      <p:sp>
        <p:nvSpPr>
          <p:cNvPr id="49178" name="AutoShape 28"/>
          <p:cNvSpPr>
            <a:spLocks noChangeArrowheads="1"/>
          </p:cNvSpPr>
          <p:nvPr/>
        </p:nvSpPr>
        <p:spPr bwMode="auto">
          <a:xfrm>
            <a:off x="5486400" y="1524000"/>
            <a:ext cx="2362200" cy="533400"/>
          </a:xfrm>
          <a:prstGeom prst="wedgeEllipseCallout">
            <a:avLst>
              <a:gd name="adj1" fmla="val -49731"/>
              <a:gd name="adj2" fmla="val 300597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Biotechnology</a:t>
            </a:r>
          </a:p>
        </p:txBody>
      </p:sp>
      <p:sp>
        <p:nvSpPr>
          <p:cNvPr id="49179" name="AutoShape 29"/>
          <p:cNvSpPr>
            <a:spLocks noChangeArrowheads="1"/>
          </p:cNvSpPr>
          <p:nvPr/>
        </p:nvSpPr>
        <p:spPr bwMode="auto">
          <a:xfrm>
            <a:off x="6400800" y="5257800"/>
            <a:ext cx="2286000" cy="914400"/>
          </a:xfrm>
          <a:prstGeom prst="wedgeEllipseCallout">
            <a:avLst>
              <a:gd name="adj1" fmla="val -83194"/>
              <a:gd name="adj2" fmla="val -164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Food 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Agriculture</a:t>
            </a:r>
          </a:p>
        </p:txBody>
      </p:sp>
      <p:sp>
        <p:nvSpPr>
          <p:cNvPr id="49180" name="AutoShape 30"/>
          <p:cNvSpPr>
            <a:spLocks noChangeArrowheads="1"/>
          </p:cNvSpPr>
          <p:nvPr/>
        </p:nvSpPr>
        <p:spPr bwMode="auto">
          <a:xfrm>
            <a:off x="2286000" y="5638800"/>
            <a:ext cx="1905000" cy="533400"/>
          </a:xfrm>
          <a:prstGeom prst="wedgeEllipseCallout">
            <a:avLst>
              <a:gd name="adj1" fmla="val 53000"/>
              <a:gd name="adj2" fmla="val -32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Aerospace</a:t>
            </a:r>
          </a:p>
        </p:txBody>
      </p:sp>
      <p:sp>
        <p:nvSpPr>
          <p:cNvPr id="49181" name="AutoShape 31"/>
          <p:cNvSpPr>
            <a:spLocks noChangeArrowheads="1"/>
          </p:cNvSpPr>
          <p:nvPr/>
        </p:nvSpPr>
        <p:spPr bwMode="auto">
          <a:xfrm>
            <a:off x="304800" y="2971800"/>
            <a:ext cx="1981200" cy="1143000"/>
          </a:xfrm>
          <a:prstGeom prst="wedgeEllipseCallout">
            <a:avLst>
              <a:gd name="adj1" fmla="val 105449"/>
              <a:gd name="adj2" fmla="val 255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Advance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Materials &amp; Textiles</a:t>
            </a:r>
          </a:p>
        </p:txBody>
      </p:sp>
      <p:sp>
        <p:nvSpPr>
          <p:cNvPr id="49182" name="AutoShape 32"/>
          <p:cNvSpPr>
            <a:spLocks noChangeArrowheads="1"/>
          </p:cNvSpPr>
          <p:nvPr/>
        </p:nvSpPr>
        <p:spPr bwMode="auto">
          <a:xfrm>
            <a:off x="4495800" y="5562600"/>
            <a:ext cx="1676400" cy="762000"/>
          </a:xfrm>
          <a:prstGeom prst="wedgeEllipseCallout">
            <a:avLst>
              <a:gd name="adj1" fmla="val -10037"/>
              <a:gd name="adj2" fmla="val -22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Medicine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Health</a:t>
            </a:r>
          </a:p>
        </p:txBody>
      </p:sp>
      <p:sp>
        <p:nvSpPr>
          <p:cNvPr id="49183" name="AutoShape 33"/>
          <p:cNvSpPr>
            <a:spLocks noChangeArrowheads="1"/>
          </p:cNvSpPr>
          <p:nvPr/>
        </p:nvSpPr>
        <p:spPr bwMode="auto">
          <a:xfrm>
            <a:off x="3429000" y="3429000"/>
            <a:ext cx="2590800" cy="762000"/>
          </a:xfrm>
          <a:prstGeom prst="roundRect">
            <a:avLst>
              <a:gd name="adj" fmla="val 16667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NANOTECHNOLOGY</a:t>
            </a:r>
          </a:p>
        </p:txBody>
      </p:sp>
      <p:sp>
        <p:nvSpPr>
          <p:cNvPr id="49184" name="AutoShape 34"/>
          <p:cNvSpPr>
            <a:spLocks noChangeArrowheads="1"/>
          </p:cNvSpPr>
          <p:nvPr/>
        </p:nvSpPr>
        <p:spPr bwMode="auto">
          <a:xfrm>
            <a:off x="6934200" y="3581400"/>
            <a:ext cx="1981200" cy="1066800"/>
          </a:xfrm>
          <a:prstGeom prst="wedgeEllipseCallout">
            <a:avLst>
              <a:gd name="adj1" fmla="val -97917"/>
              <a:gd name="adj2" fmla="val 327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National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Security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Defense</a:t>
            </a:r>
          </a:p>
        </p:txBody>
      </p:sp>
      <p:sp>
        <p:nvSpPr>
          <p:cNvPr id="49185" name="AutoShape 35"/>
          <p:cNvSpPr>
            <a:spLocks noChangeArrowheads="1"/>
          </p:cNvSpPr>
          <p:nvPr/>
        </p:nvSpPr>
        <p:spPr bwMode="auto">
          <a:xfrm>
            <a:off x="6400800" y="5257800"/>
            <a:ext cx="2286000" cy="914400"/>
          </a:xfrm>
          <a:prstGeom prst="wedgeEllipseCallout">
            <a:avLst>
              <a:gd name="adj1" fmla="val -83194"/>
              <a:gd name="adj2" fmla="val -164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Food 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Agriculture</a:t>
            </a:r>
          </a:p>
        </p:txBody>
      </p:sp>
      <p:sp>
        <p:nvSpPr>
          <p:cNvPr id="49186" name="AutoShape 36"/>
          <p:cNvSpPr>
            <a:spLocks noChangeArrowheads="1"/>
          </p:cNvSpPr>
          <p:nvPr/>
        </p:nvSpPr>
        <p:spPr bwMode="auto">
          <a:xfrm>
            <a:off x="228600" y="4724400"/>
            <a:ext cx="2438400" cy="762000"/>
          </a:xfrm>
          <a:prstGeom prst="wedgeEllipseCallout">
            <a:avLst>
              <a:gd name="adj1" fmla="val 80338"/>
              <a:gd name="adj2" fmla="val -116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Energy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Environment</a:t>
            </a:r>
          </a:p>
        </p:txBody>
      </p:sp>
      <p:sp>
        <p:nvSpPr>
          <p:cNvPr id="49187" name="AutoShape 37"/>
          <p:cNvSpPr>
            <a:spLocks noChangeArrowheads="1"/>
          </p:cNvSpPr>
          <p:nvPr/>
        </p:nvSpPr>
        <p:spPr bwMode="auto">
          <a:xfrm>
            <a:off x="2286000" y="5638800"/>
            <a:ext cx="1905000" cy="533400"/>
          </a:xfrm>
          <a:prstGeom prst="wedgeEllipseCallout">
            <a:avLst>
              <a:gd name="adj1" fmla="val 53000"/>
              <a:gd name="adj2" fmla="val -32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Aerospace</a:t>
            </a:r>
          </a:p>
        </p:txBody>
      </p:sp>
      <p:sp>
        <p:nvSpPr>
          <p:cNvPr id="49188" name="AutoShape 38"/>
          <p:cNvSpPr>
            <a:spLocks noChangeArrowheads="1"/>
          </p:cNvSpPr>
          <p:nvPr/>
        </p:nvSpPr>
        <p:spPr bwMode="auto">
          <a:xfrm>
            <a:off x="304800" y="2971800"/>
            <a:ext cx="1981200" cy="1143000"/>
          </a:xfrm>
          <a:prstGeom prst="wedgeEllipseCallout">
            <a:avLst>
              <a:gd name="adj1" fmla="val 105449"/>
              <a:gd name="adj2" fmla="val 255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Advance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Materials &amp; Textiles</a:t>
            </a:r>
          </a:p>
        </p:txBody>
      </p:sp>
      <p:sp>
        <p:nvSpPr>
          <p:cNvPr id="49189" name="AutoShape 39"/>
          <p:cNvSpPr>
            <a:spLocks noChangeArrowheads="1"/>
          </p:cNvSpPr>
          <p:nvPr/>
        </p:nvSpPr>
        <p:spPr bwMode="auto">
          <a:xfrm>
            <a:off x="4495800" y="5562600"/>
            <a:ext cx="1676400" cy="762000"/>
          </a:xfrm>
          <a:prstGeom prst="wedgeEllipseCallout">
            <a:avLst>
              <a:gd name="adj1" fmla="val -10037"/>
              <a:gd name="adj2" fmla="val -22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Medicine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Health</a:t>
            </a:r>
          </a:p>
        </p:txBody>
      </p:sp>
      <p:sp>
        <p:nvSpPr>
          <p:cNvPr id="49190" name="AutoShape 40"/>
          <p:cNvSpPr>
            <a:spLocks noChangeArrowheads="1"/>
          </p:cNvSpPr>
          <p:nvPr/>
        </p:nvSpPr>
        <p:spPr bwMode="auto">
          <a:xfrm>
            <a:off x="3429000" y="3429000"/>
            <a:ext cx="2590800" cy="762000"/>
          </a:xfrm>
          <a:prstGeom prst="roundRect">
            <a:avLst>
              <a:gd name="adj" fmla="val 16667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NANOTECHNOLOGY</a:t>
            </a:r>
          </a:p>
        </p:txBody>
      </p:sp>
      <p:sp>
        <p:nvSpPr>
          <p:cNvPr id="49191" name="AutoShape 41"/>
          <p:cNvSpPr>
            <a:spLocks noChangeArrowheads="1"/>
          </p:cNvSpPr>
          <p:nvPr/>
        </p:nvSpPr>
        <p:spPr bwMode="auto">
          <a:xfrm>
            <a:off x="6400800" y="5257800"/>
            <a:ext cx="2286000" cy="914400"/>
          </a:xfrm>
          <a:prstGeom prst="wedgeEllipseCallout">
            <a:avLst>
              <a:gd name="adj1" fmla="val -83194"/>
              <a:gd name="adj2" fmla="val -164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Food 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Agriculture</a:t>
            </a:r>
          </a:p>
        </p:txBody>
      </p:sp>
      <p:sp>
        <p:nvSpPr>
          <p:cNvPr id="49192" name="AutoShape 42"/>
          <p:cNvSpPr>
            <a:spLocks noChangeArrowheads="1"/>
          </p:cNvSpPr>
          <p:nvPr/>
        </p:nvSpPr>
        <p:spPr bwMode="auto">
          <a:xfrm>
            <a:off x="2286000" y="5638800"/>
            <a:ext cx="1905000" cy="533400"/>
          </a:xfrm>
          <a:prstGeom prst="wedgeEllipseCallout">
            <a:avLst>
              <a:gd name="adj1" fmla="val 53000"/>
              <a:gd name="adj2" fmla="val -32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Aerospace</a:t>
            </a:r>
          </a:p>
        </p:txBody>
      </p:sp>
      <p:sp>
        <p:nvSpPr>
          <p:cNvPr id="21547" name="AutoShape 43"/>
          <p:cNvSpPr>
            <a:spLocks noChangeArrowheads="1"/>
          </p:cNvSpPr>
          <p:nvPr/>
        </p:nvSpPr>
        <p:spPr bwMode="auto">
          <a:xfrm>
            <a:off x="304800" y="2971800"/>
            <a:ext cx="1981200" cy="1143000"/>
          </a:xfrm>
          <a:prstGeom prst="wedgeEllipseCallout">
            <a:avLst>
              <a:gd name="adj1" fmla="val 105449"/>
              <a:gd name="adj2" fmla="val 255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Advance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Materials &amp; Textiles</a:t>
            </a:r>
          </a:p>
        </p:txBody>
      </p:sp>
      <p:sp>
        <p:nvSpPr>
          <p:cNvPr id="49194" name="AutoShape 44"/>
          <p:cNvSpPr>
            <a:spLocks noChangeArrowheads="1"/>
          </p:cNvSpPr>
          <p:nvPr/>
        </p:nvSpPr>
        <p:spPr bwMode="auto">
          <a:xfrm>
            <a:off x="4495800" y="5562600"/>
            <a:ext cx="1676400" cy="762000"/>
          </a:xfrm>
          <a:prstGeom prst="wedgeEllipseCallout">
            <a:avLst>
              <a:gd name="adj1" fmla="val -10037"/>
              <a:gd name="adj2" fmla="val -22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Medicine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Health</a:t>
            </a:r>
          </a:p>
        </p:txBody>
      </p:sp>
      <p:sp>
        <p:nvSpPr>
          <p:cNvPr id="49195" name="AutoShape 45"/>
          <p:cNvSpPr>
            <a:spLocks noChangeArrowheads="1"/>
          </p:cNvSpPr>
          <p:nvPr/>
        </p:nvSpPr>
        <p:spPr bwMode="auto">
          <a:xfrm>
            <a:off x="228600" y="4724400"/>
            <a:ext cx="2438400" cy="762000"/>
          </a:xfrm>
          <a:prstGeom prst="wedgeEllipseCallout">
            <a:avLst>
              <a:gd name="adj1" fmla="val 80338"/>
              <a:gd name="adj2" fmla="val -116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Energy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Environment</a:t>
            </a:r>
          </a:p>
        </p:txBody>
      </p:sp>
      <p:sp>
        <p:nvSpPr>
          <p:cNvPr id="49196" name="AutoShape 46"/>
          <p:cNvSpPr>
            <a:spLocks noChangeArrowheads="1"/>
          </p:cNvSpPr>
          <p:nvPr/>
        </p:nvSpPr>
        <p:spPr bwMode="auto">
          <a:xfrm>
            <a:off x="3429000" y="3429000"/>
            <a:ext cx="2590800" cy="762000"/>
          </a:xfrm>
          <a:prstGeom prst="roundRect">
            <a:avLst>
              <a:gd name="adj" fmla="val 16667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NANOTECHNOLOGY</a:t>
            </a:r>
          </a:p>
        </p:txBody>
      </p:sp>
      <p:sp>
        <p:nvSpPr>
          <p:cNvPr id="49197" name="AutoShape 47"/>
          <p:cNvSpPr>
            <a:spLocks noChangeArrowheads="1"/>
          </p:cNvSpPr>
          <p:nvPr/>
        </p:nvSpPr>
        <p:spPr bwMode="auto">
          <a:xfrm>
            <a:off x="381000" y="1524000"/>
            <a:ext cx="2133600" cy="990600"/>
          </a:xfrm>
          <a:prstGeom prst="wedgeEllipseCallout">
            <a:avLst>
              <a:gd name="adj1" fmla="val 93079"/>
              <a:gd name="adj2" fmla="val 142949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Information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Technology</a:t>
            </a:r>
          </a:p>
        </p:txBody>
      </p:sp>
      <p:sp>
        <p:nvSpPr>
          <p:cNvPr id="49198" name="AutoShape 48"/>
          <p:cNvSpPr>
            <a:spLocks noChangeArrowheads="1"/>
          </p:cNvSpPr>
          <p:nvPr/>
        </p:nvSpPr>
        <p:spPr bwMode="auto">
          <a:xfrm>
            <a:off x="6400800" y="5257800"/>
            <a:ext cx="2286000" cy="914400"/>
          </a:xfrm>
          <a:prstGeom prst="wedgeEllipseCallout">
            <a:avLst>
              <a:gd name="adj1" fmla="val -83194"/>
              <a:gd name="adj2" fmla="val -164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Food 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Agriculture</a:t>
            </a:r>
          </a:p>
        </p:txBody>
      </p:sp>
      <p:sp>
        <p:nvSpPr>
          <p:cNvPr id="49199" name="AutoShape 49"/>
          <p:cNvSpPr>
            <a:spLocks noChangeArrowheads="1"/>
          </p:cNvSpPr>
          <p:nvPr/>
        </p:nvSpPr>
        <p:spPr bwMode="auto">
          <a:xfrm>
            <a:off x="2286000" y="5638800"/>
            <a:ext cx="1905000" cy="533400"/>
          </a:xfrm>
          <a:prstGeom prst="wedgeEllipseCallout">
            <a:avLst>
              <a:gd name="adj1" fmla="val 53000"/>
              <a:gd name="adj2" fmla="val -32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Aerospace</a:t>
            </a:r>
          </a:p>
        </p:txBody>
      </p:sp>
      <p:sp>
        <p:nvSpPr>
          <p:cNvPr id="49200" name="AutoShape 51"/>
          <p:cNvSpPr>
            <a:spLocks noChangeArrowheads="1"/>
          </p:cNvSpPr>
          <p:nvPr/>
        </p:nvSpPr>
        <p:spPr bwMode="auto">
          <a:xfrm>
            <a:off x="4495800" y="5562600"/>
            <a:ext cx="1676400" cy="762000"/>
          </a:xfrm>
          <a:prstGeom prst="wedgeEllipseCallout">
            <a:avLst>
              <a:gd name="adj1" fmla="val -10037"/>
              <a:gd name="adj2" fmla="val -22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Medicine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Health</a:t>
            </a:r>
          </a:p>
        </p:txBody>
      </p:sp>
      <p:sp>
        <p:nvSpPr>
          <p:cNvPr id="49201" name="AutoShape 52"/>
          <p:cNvSpPr>
            <a:spLocks noChangeArrowheads="1"/>
          </p:cNvSpPr>
          <p:nvPr/>
        </p:nvSpPr>
        <p:spPr bwMode="auto">
          <a:xfrm>
            <a:off x="2819400" y="1524000"/>
            <a:ext cx="2286000" cy="1143000"/>
          </a:xfrm>
          <a:prstGeom prst="wedgeEllipseCallout">
            <a:avLst>
              <a:gd name="adj1" fmla="val 16667"/>
              <a:gd name="adj2" fmla="val 115694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Mechanical Eng.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Robotics</a:t>
            </a:r>
          </a:p>
        </p:txBody>
      </p:sp>
      <p:sp>
        <p:nvSpPr>
          <p:cNvPr id="49202" name="AutoShape 53"/>
          <p:cNvSpPr>
            <a:spLocks noChangeArrowheads="1"/>
          </p:cNvSpPr>
          <p:nvPr/>
        </p:nvSpPr>
        <p:spPr bwMode="auto">
          <a:xfrm>
            <a:off x="3429000" y="3429000"/>
            <a:ext cx="2590800" cy="762000"/>
          </a:xfrm>
          <a:prstGeom prst="roundRect">
            <a:avLst>
              <a:gd name="adj" fmla="val 16667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NANOTECHNOLOGY</a:t>
            </a:r>
          </a:p>
        </p:txBody>
      </p:sp>
      <p:sp>
        <p:nvSpPr>
          <p:cNvPr id="49203" name="AutoShape 54"/>
          <p:cNvSpPr>
            <a:spLocks noChangeArrowheads="1"/>
          </p:cNvSpPr>
          <p:nvPr/>
        </p:nvSpPr>
        <p:spPr bwMode="auto">
          <a:xfrm>
            <a:off x="6934200" y="3581400"/>
            <a:ext cx="1981200" cy="1066800"/>
          </a:xfrm>
          <a:prstGeom prst="wedgeEllipseCallout">
            <a:avLst>
              <a:gd name="adj1" fmla="val -97917"/>
              <a:gd name="adj2" fmla="val 327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National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Security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Defense</a:t>
            </a:r>
          </a:p>
        </p:txBody>
      </p:sp>
      <p:sp>
        <p:nvSpPr>
          <p:cNvPr id="49204" name="AutoShape 55"/>
          <p:cNvSpPr>
            <a:spLocks noChangeArrowheads="1"/>
          </p:cNvSpPr>
          <p:nvPr/>
        </p:nvSpPr>
        <p:spPr bwMode="auto">
          <a:xfrm>
            <a:off x="6400800" y="5257800"/>
            <a:ext cx="2286000" cy="914400"/>
          </a:xfrm>
          <a:prstGeom prst="wedgeEllipseCallout">
            <a:avLst>
              <a:gd name="adj1" fmla="val -83194"/>
              <a:gd name="adj2" fmla="val -164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Food 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Agriculture</a:t>
            </a:r>
          </a:p>
        </p:txBody>
      </p:sp>
      <p:sp>
        <p:nvSpPr>
          <p:cNvPr id="49205" name="AutoShape 56"/>
          <p:cNvSpPr>
            <a:spLocks noChangeArrowheads="1"/>
          </p:cNvSpPr>
          <p:nvPr/>
        </p:nvSpPr>
        <p:spPr bwMode="auto">
          <a:xfrm>
            <a:off x="228600" y="4724400"/>
            <a:ext cx="2438400" cy="762000"/>
          </a:xfrm>
          <a:prstGeom prst="wedgeEllipseCallout">
            <a:avLst>
              <a:gd name="adj1" fmla="val 80338"/>
              <a:gd name="adj2" fmla="val -116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Energy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Environment</a:t>
            </a:r>
          </a:p>
        </p:txBody>
      </p:sp>
      <p:sp>
        <p:nvSpPr>
          <p:cNvPr id="49206" name="AutoShape 57"/>
          <p:cNvSpPr>
            <a:spLocks noChangeArrowheads="1"/>
          </p:cNvSpPr>
          <p:nvPr/>
        </p:nvSpPr>
        <p:spPr bwMode="auto">
          <a:xfrm>
            <a:off x="2286000" y="5638800"/>
            <a:ext cx="1905000" cy="533400"/>
          </a:xfrm>
          <a:prstGeom prst="wedgeEllipseCallout">
            <a:avLst>
              <a:gd name="adj1" fmla="val 53000"/>
              <a:gd name="adj2" fmla="val -32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Aerospace</a:t>
            </a:r>
          </a:p>
        </p:txBody>
      </p:sp>
      <p:sp>
        <p:nvSpPr>
          <p:cNvPr id="49207" name="AutoShape 59"/>
          <p:cNvSpPr>
            <a:spLocks noChangeArrowheads="1"/>
          </p:cNvSpPr>
          <p:nvPr/>
        </p:nvSpPr>
        <p:spPr bwMode="auto">
          <a:xfrm>
            <a:off x="4495800" y="5562600"/>
            <a:ext cx="1676400" cy="762000"/>
          </a:xfrm>
          <a:prstGeom prst="wedgeEllipseCallout">
            <a:avLst>
              <a:gd name="adj1" fmla="val -10037"/>
              <a:gd name="adj2" fmla="val -22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Medicine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Health</a:t>
            </a:r>
          </a:p>
        </p:txBody>
      </p:sp>
      <p:sp>
        <p:nvSpPr>
          <p:cNvPr id="49208" name="AutoShape 60"/>
          <p:cNvSpPr>
            <a:spLocks noChangeArrowheads="1"/>
          </p:cNvSpPr>
          <p:nvPr/>
        </p:nvSpPr>
        <p:spPr bwMode="auto">
          <a:xfrm>
            <a:off x="3429000" y="3429000"/>
            <a:ext cx="2590800" cy="762000"/>
          </a:xfrm>
          <a:prstGeom prst="roundRect">
            <a:avLst>
              <a:gd name="adj" fmla="val 16667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NANOTECHNOLOGY</a:t>
            </a:r>
          </a:p>
        </p:txBody>
      </p:sp>
      <p:sp>
        <p:nvSpPr>
          <p:cNvPr id="49209" name="AutoShape 61"/>
          <p:cNvSpPr>
            <a:spLocks noChangeArrowheads="1"/>
          </p:cNvSpPr>
          <p:nvPr/>
        </p:nvSpPr>
        <p:spPr bwMode="auto">
          <a:xfrm>
            <a:off x="6400800" y="5257800"/>
            <a:ext cx="2286000" cy="914400"/>
          </a:xfrm>
          <a:prstGeom prst="wedgeEllipseCallout">
            <a:avLst>
              <a:gd name="adj1" fmla="val -83194"/>
              <a:gd name="adj2" fmla="val -164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Food 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Agriculture</a:t>
            </a:r>
          </a:p>
        </p:txBody>
      </p:sp>
      <p:sp>
        <p:nvSpPr>
          <p:cNvPr id="49210" name="AutoShape 62"/>
          <p:cNvSpPr>
            <a:spLocks noChangeArrowheads="1"/>
          </p:cNvSpPr>
          <p:nvPr/>
        </p:nvSpPr>
        <p:spPr bwMode="auto">
          <a:xfrm>
            <a:off x="2286000" y="5638800"/>
            <a:ext cx="1905000" cy="533400"/>
          </a:xfrm>
          <a:prstGeom prst="wedgeEllipseCallout">
            <a:avLst>
              <a:gd name="adj1" fmla="val 53000"/>
              <a:gd name="adj2" fmla="val -32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Aerospace</a:t>
            </a:r>
          </a:p>
        </p:txBody>
      </p:sp>
      <p:sp>
        <p:nvSpPr>
          <p:cNvPr id="49211" name="AutoShape 64"/>
          <p:cNvSpPr>
            <a:spLocks noChangeArrowheads="1"/>
          </p:cNvSpPr>
          <p:nvPr/>
        </p:nvSpPr>
        <p:spPr bwMode="auto">
          <a:xfrm>
            <a:off x="4495800" y="5562600"/>
            <a:ext cx="1676400" cy="762000"/>
          </a:xfrm>
          <a:prstGeom prst="wedgeEllipseCallout">
            <a:avLst>
              <a:gd name="adj1" fmla="val -10037"/>
              <a:gd name="adj2" fmla="val -22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Medicine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Health</a:t>
            </a:r>
          </a:p>
        </p:txBody>
      </p:sp>
      <p:sp>
        <p:nvSpPr>
          <p:cNvPr id="49212" name="AutoShape 65"/>
          <p:cNvSpPr>
            <a:spLocks noChangeArrowheads="1"/>
          </p:cNvSpPr>
          <p:nvPr/>
        </p:nvSpPr>
        <p:spPr bwMode="auto">
          <a:xfrm>
            <a:off x="228600" y="4724400"/>
            <a:ext cx="2438400" cy="762000"/>
          </a:xfrm>
          <a:prstGeom prst="wedgeEllipseCallout">
            <a:avLst>
              <a:gd name="adj1" fmla="val 80338"/>
              <a:gd name="adj2" fmla="val -116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Energy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Environment</a:t>
            </a:r>
          </a:p>
        </p:txBody>
      </p:sp>
      <p:sp>
        <p:nvSpPr>
          <p:cNvPr id="49213" name="AutoShape 66"/>
          <p:cNvSpPr>
            <a:spLocks noChangeArrowheads="1"/>
          </p:cNvSpPr>
          <p:nvPr/>
        </p:nvSpPr>
        <p:spPr bwMode="auto">
          <a:xfrm>
            <a:off x="3429000" y="3429000"/>
            <a:ext cx="2590800" cy="762000"/>
          </a:xfrm>
          <a:prstGeom prst="roundRect">
            <a:avLst>
              <a:gd name="adj" fmla="val 16667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NANOTECHNOLOGY</a:t>
            </a:r>
          </a:p>
        </p:txBody>
      </p:sp>
      <p:sp>
        <p:nvSpPr>
          <p:cNvPr id="49214" name="AutoShape 67"/>
          <p:cNvSpPr>
            <a:spLocks noChangeArrowheads="1"/>
          </p:cNvSpPr>
          <p:nvPr/>
        </p:nvSpPr>
        <p:spPr bwMode="auto">
          <a:xfrm>
            <a:off x="381000" y="1524000"/>
            <a:ext cx="2133600" cy="990600"/>
          </a:xfrm>
          <a:prstGeom prst="wedgeEllipseCallout">
            <a:avLst>
              <a:gd name="adj1" fmla="val 93079"/>
              <a:gd name="adj2" fmla="val 142949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Information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Technology</a:t>
            </a:r>
          </a:p>
        </p:txBody>
      </p:sp>
      <p:sp>
        <p:nvSpPr>
          <p:cNvPr id="49215" name="AutoShape 68"/>
          <p:cNvSpPr>
            <a:spLocks noChangeArrowheads="1"/>
          </p:cNvSpPr>
          <p:nvPr/>
        </p:nvSpPr>
        <p:spPr bwMode="auto">
          <a:xfrm>
            <a:off x="6400800" y="5257800"/>
            <a:ext cx="2286000" cy="914400"/>
          </a:xfrm>
          <a:prstGeom prst="wedgeEllipseCallout">
            <a:avLst>
              <a:gd name="adj1" fmla="val -83194"/>
              <a:gd name="adj2" fmla="val -164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Food 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Agriculture</a:t>
            </a:r>
          </a:p>
        </p:txBody>
      </p:sp>
      <p:sp>
        <p:nvSpPr>
          <p:cNvPr id="49216" name="AutoShape 69"/>
          <p:cNvSpPr>
            <a:spLocks noChangeArrowheads="1"/>
          </p:cNvSpPr>
          <p:nvPr/>
        </p:nvSpPr>
        <p:spPr bwMode="auto">
          <a:xfrm>
            <a:off x="2286000" y="5638800"/>
            <a:ext cx="1905000" cy="533400"/>
          </a:xfrm>
          <a:prstGeom prst="wedgeEllipseCallout">
            <a:avLst>
              <a:gd name="adj1" fmla="val 53000"/>
              <a:gd name="adj2" fmla="val -32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Aerospace</a:t>
            </a:r>
          </a:p>
        </p:txBody>
      </p:sp>
      <p:sp>
        <p:nvSpPr>
          <p:cNvPr id="49217" name="AutoShape 71"/>
          <p:cNvSpPr>
            <a:spLocks noChangeArrowheads="1"/>
          </p:cNvSpPr>
          <p:nvPr/>
        </p:nvSpPr>
        <p:spPr bwMode="auto">
          <a:xfrm>
            <a:off x="4495800" y="5562600"/>
            <a:ext cx="1676400" cy="762000"/>
          </a:xfrm>
          <a:prstGeom prst="wedgeEllipseCallout">
            <a:avLst>
              <a:gd name="adj1" fmla="val -10037"/>
              <a:gd name="adj2" fmla="val -22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Medicine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Health</a:t>
            </a:r>
          </a:p>
        </p:txBody>
      </p:sp>
      <p:sp>
        <p:nvSpPr>
          <p:cNvPr id="49218" name="AutoShape 72"/>
          <p:cNvSpPr>
            <a:spLocks noChangeArrowheads="1"/>
          </p:cNvSpPr>
          <p:nvPr/>
        </p:nvSpPr>
        <p:spPr bwMode="auto">
          <a:xfrm>
            <a:off x="5486400" y="1524000"/>
            <a:ext cx="2362200" cy="533400"/>
          </a:xfrm>
          <a:prstGeom prst="wedgeEllipseCallout">
            <a:avLst>
              <a:gd name="adj1" fmla="val -49731"/>
              <a:gd name="adj2" fmla="val 300597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Biotechnology</a:t>
            </a:r>
          </a:p>
        </p:txBody>
      </p:sp>
      <p:sp>
        <p:nvSpPr>
          <p:cNvPr id="49219" name="AutoShape 73"/>
          <p:cNvSpPr>
            <a:spLocks noChangeArrowheads="1"/>
          </p:cNvSpPr>
          <p:nvPr/>
        </p:nvSpPr>
        <p:spPr bwMode="auto">
          <a:xfrm>
            <a:off x="2819400" y="1524000"/>
            <a:ext cx="2286000" cy="1143000"/>
          </a:xfrm>
          <a:prstGeom prst="wedgeEllipseCallout">
            <a:avLst>
              <a:gd name="adj1" fmla="val 16667"/>
              <a:gd name="adj2" fmla="val 115694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Mechanical Eng.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Robotics</a:t>
            </a:r>
          </a:p>
        </p:txBody>
      </p:sp>
      <p:sp>
        <p:nvSpPr>
          <p:cNvPr id="49220" name="AutoShape 74"/>
          <p:cNvSpPr>
            <a:spLocks noChangeArrowheads="1"/>
          </p:cNvSpPr>
          <p:nvPr/>
        </p:nvSpPr>
        <p:spPr bwMode="auto">
          <a:xfrm>
            <a:off x="3429000" y="3429000"/>
            <a:ext cx="2590800" cy="762000"/>
          </a:xfrm>
          <a:prstGeom prst="roundRect">
            <a:avLst>
              <a:gd name="adj" fmla="val 16667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NANOTECHNOLOGY</a:t>
            </a:r>
          </a:p>
        </p:txBody>
      </p:sp>
      <p:sp>
        <p:nvSpPr>
          <p:cNvPr id="49221" name="AutoShape 75"/>
          <p:cNvSpPr>
            <a:spLocks noChangeArrowheads="1"/>
          </p:cNvSpPr>
          <p:nvPr/>
        </p:nvSpPr>
        <p:spPr bwMode="auto">
          <a:xfrm>
            <a:off x="6934200" y="3581400"/>
            <a:ext cx="1981200" cy="1066800"/>
          </a:xfrm>
          <a:prstGeom prst="wedgeEllipseCallout">
            <a:avLst>
              <a:gd name="adj1" fmla="val -97917"/>
              <a:gd name="adj2" fmla="val 327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National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Security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Defense</a:t>
            </a:r>
          </a:p>
        </p:txBody>
      </p:sp>
      <p:sp>
        <p:nvSpPr>
          <p:cNvPr id="49222" name="AutoShape 76"/>
          <p:cNvSpPr>
            <a:spLocks noChangeArrowheads="1"/>
          </p:cNvSpPr>
          <p:nvPr/>
        </p:nvSpPr>
        <p:spPr bwMode="auto">
          <a:xfrm>
            <a:off x="6400800" y="5257800"/>
            <a:ext cx="2286000" cy="914400"/>
          </a:xfrm>
          <a:prstGeom prst="wedgeEllipseCallout">
            <a:avLst>
              <a:gd name="adj1" fmla="val -83194"/>
              <a:gd name="adj2" fmla="val -164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Food 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Agriculture</a:t>
            </a:r>
          </a:p>
        </p:txBody>
      </p:sp>
      <p:sp>
        <p:nvSpPr>
          <p:cNvPr id="49223" name="AutoShape 77"/>
          <p:cNvSpPr>
            <a:spLocks noChangeArrowheads="1"/>
          </p:cNvSpPr>
          <p:nvPr/>
        </p:nvSpPr>
        <p:spPr bwMode="auto">
          <a:xfrm>
            <a:off x="228600" y="4724400"/>
            <a:ext cx="2438400" cy="762000"/>
          </a:xfrm>
          <a:prstGeom prst="wedgeEllipseCallout">
            <a:avLst>
              <a:gd name="adj1" fmla="val 80338"/>
              <a:gd name="adj2" fmla="val -116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Energy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Environment</a:t>
            </a:r>
          </a:p>
        </p:txBody>
      </p:sp>
      <p:sp>
        <p:nvSpPr>
          <p:cNvPr id="49224" name="AutoShape 78"/>
          <p:cNvSpPr>
            <a:spLocks noChangeArrowheads="1"/>
          </p:cNvSpPr>
          <p:nvPr/>
        </p:nvSpPr>
        <p:spPr bwMode="auto">
          <a:xfrm>
            <a:off x="2286000" y="5638800"/>
            <a:ext cx="1905000" cy="533400"/>
          </a:xfrm>
          <a:prstGeom prst="wedgeEllipseCallout">
            <a:avLst>
              <a:gd name="adj1" fmla="val 53000"/>
              <a:gd name="adj2" fmla="val -32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Aerospace</a:t>
            </a:r>
          </a:p>
        </p:txBody>
      </p:sp>
      <p:sp>
        <p:nvSpPr>
          <p:cNvPr id="49225" name="AutoShape 80"/>
          <p:cNvSpPr>
            <a:spLocks noChangeArrowheads="1"/>
          </p:cNvSpPr>
          <p:nvPr/>
        </p:nvSpPr>
        <p:spPr bwMode="auto">
          <a:xfrm>
            <a:off x="4495800" y="5562600"/>
            <a:ext cx="1676400" cy="762000"/>
          </a:xfrm>
          <a:prstGeom prst="wedgeEllipseCallout">
            <a:avLst>
              <a:gd name="adj1" fmla="val -10037"/>
              <a:gd name="adj2" fmla="val -22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Medicine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Health</a:t>
            </a:r>
          </a:p>
        </p:txBody>
      </p:sp>
      <p:sp>
        <p:nvSpPr>
          <p:cNvPr id="49226" name="AutoShape 81"/>
          <p:cNvSpPr>
            <a:spLocks noChangeArrowheads="1"/>
          </p:cNvSpPr>
          <p:nvPr/>
        </p:nvSpPr>
        <p:spPr bwMode="auto">
          <a:xfrm>
            <a:off x="3429000" y="3429000"/>
            <a:ext cx="2590800" cy="762000"/>
          </a:xfrm>
          <a:prstGeom prst="roundRect">
            <a:avLst>
              <a:gd name="adj" fmla="val 16667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NANOTECHNOLOGY</a:t>
            </a:r>
          </a:p>
        </p:txBody>
      </p:sp>
      <p:sp>
        <p:nvSpPr>
          <p:cNvPr id="49227" name="AutoShape 82"/>
          <p:cNvSpPr>
            <a:spLocks noChangeArrowheads="1"/>
          </p:cNvSpPr>
          <p:nvPr/>
        </p:nvSpPr>
        <p:spPr bwMode="auto">
          <a:xfrm>
            <a:off x="6400800" y="5257800"/>
            <a:ext cx="2286000" cy="914400"/>
          </a:xfrm>
          <a:prstGeom prst="wedgeEllipseCallout">
            <a:avLst>
              <a:gd name="adj1" fmla="val -83194"/>
              <a:gd name="adj2" fmla="val -164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Food 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Agriculture</a:t>
            </a:r>
          </a:p>
        </p:txBody>
      </p:sp>
      <p:sp>
        <p:nvSpPr>
          <p:cNvPr id="49228" name="AutoShape 83"/>
          <p:cNvSpPr>
            <a:spLocks noChangeArrowheads="1"/>
          </p:cNvSpPr>
          <p:nvPr/>
        </p:nvSpPr>
        <p:spPr bwMode="auto">
          <a:xfrm>
            <a:off x="2286000" y="5638800"/>
            <a:ext cx="1905000" cy="533400"/>
          </a:xfrm>
          <a:prstGeom prst="wedgeEllipseCallout">
            <a:avLst>
              <a:gd name="adj1" fmla="val 53000"/>
              <a:gd name="adj2" fmla="val -32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Aerospace</a:t>
            </a:r>
          </a:p>
        </p:txBody>
      </p:sp>
      <p:sp>
        <p:nvSpPr>
          <p:cNvPr id="49229" name="AutoShape 85"/>
          <p:cNvSpPr>
            <a:spLocks noChangeArrowheads="1"/>
          </p:cNvSpPr>
          <p:nvPr/>
        </p:nvSpPr>
        <p:spPr bwMode="auto">
          <a:xfrm>
            <a:off x="4495800" y="5562600"/>
            <a:ext cx="1676400" cy="762000"/>
          </a:xfrm>
          <a:prstGeom prst="wedgeEllipseCallout">
            <a:avLst>
              <a:gd name="adj1" fmla="val -10037"/>
              <a:gd name="adj2" fmla="val -22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Medicine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Health</a:t>
            </a:r>
          </a:p>
        </p:txBody>
      </p:sp>
      <p:sp>
        <p:nvSpPr>
          <p:cNvPr id="49230" name="AutoShape 86"/>
          <p:cNvSpPr>
            <a:spLocks noChangeArrowheads="1"/>
          </p:cNvSpPr>
          <p:nvPr/>
        </p:nvSpPr>
        <p:spPr bwMode="auto">
          <a:xfrm>
            <a:off x="228600" y="4724400"/>
            <a:ext cx="2438400" cy="762000"/>
          </a:xfrm>
          <a:prstGeom prst="wedgeEllipseCallout">
            <a:avLst>
              <a:gd name="adj1" fmla="val 80338"/>
              <a:gd name="adj2" fmla="val -116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Energy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Environment</a:t>
            </a:r>
          </a:p>
        </p:txBody>
      </p:sp>
      <p:sp>
        <p:nvSpPr>
          <p:cNvPr id="49231" name="AutoShape 87"/>
          <p:cNvSpPr>
            <a:spLocks noChangeArrowheads="1"/>
          </p:cNvSpPr>
          <p:nvPr/>
        </p:nvSpPr>
        <p:spPr bwMode="auto">
          <a:xfrm>
            <a:off x="3429000" y="3429000"/>
            <a:ext cx="2590800" cy="762000"/>
          </a:xfrm>
          <a:prstGeom prst="roundRect">
            <a:avLst>
              <a:gd name="adj" fmla="val 16667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NANOTECHNOLOGY</a:t>
            </a:r>
          </a:p>
        </p:txBody>
      </p:sp>
      <p:sp>
        <p:nvSpPr>
          <p:cNvPr id="49232" name="AutoShape 88"/>
          <p:cNvSpPr>
            <a:spLocks noChangeArrowheads="1"/>
          </p:cNvSpPr>
          <p:nvPr/>
        </p:nvSpPr>
        <p:spPr bwMode="auto">
          <a:xfrm>
            <a:off x="381000" y="1524000"/>
            <a:ext cx="2133600" cy="990600"/>
          </a:xfrm>
          <a:prstGeom prst="wedgeEllipseCallout">
            <a:avLst>
              <a:gd name="adj1" fmla="val 93079"/>
              <a:gd name="adj2" fmla="val 142949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Information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Technology</a:t>
            </a:r>
          </a:p>
        </p:txBody>
      </p:sp>
      <p:sp>
        <p:nvSpPr>
          <p:cNvPr id="49233" name="AutoShape 89"/>
          <p:cNvSpPr>
            <a:spLocks noChangeArrowheads="1"/>
          </p:cNvSpPr>
          <p:nvPr/>
        </p:nvSpPr>
        <p:spPr bwMode="auto">
          <a:xfrm>
            <a:off x="6400800" y="5257800"/>
            <a:ext cx="2286000" cy="914400"/>
          </a:xfrm>
          <a:prstGeom prst="wedgeEllipseCallout">
            <a:avLst>
              <a:gd name="adj1" fmla="val -83194"/>
              <a:gd name="adj2" fmla="val -164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Food 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Agriculture</a:t>
            </a:r>
          </a:p>
        </p:txBody>
      </p:sp>
      <p:sp>
        <p:nvSpPr>
          <p:cNvPr id="49234" name="AutoShape 90"/>
          <p:cNvSpPr>
            <a:spLocks noChangeArrowheads="1"/>
          </p:cNvSpPr>
          <p:nvPr/>
        </p:nvSpPr>
        <p:spPr bwMode="auto">
          <a:xfrm>
            <a:off x="2286000" y="5638800"/>
            <a:ext cx="1905000" cy="533400"/>
          </a:xfrm>
          <a:prstGeom prst="wedgeEllipseCallout">
            <a:avLst>
              <a:gd name="adj1" fmla="val 53000"/>
              <a:gd name="adj2" fmla="val -32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Aerospace</a:t>
            </a:r>
          </a:p>
        </p:txBody>
      </p:sp>
      <p:sp>
        <p:nvSpPr>
          <p:cNvPr id="49235" name="AutoShape 92"/>
          <p:cNvSpPr>
            <a:spLocks noChangeArrowheads="1"/>
          </p:cNvSpPr>
          <p:nvPr/>
        </p:nvSpPr>
        <p:spPr bwMode="auto">
          <a:xfrm>
            <a:off x="4495800" y="5562600"/>
            <a:ext cx="1676400" cy="762000"/>
          </a:xfrm>
          <a:prstGeom prst="wedgeEllipseCallout">
            <a:avLst>
              <a:gd name="adj1" fmla="val -10037"/>
              <a:gd name="adj2" fmla="val -22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Medicine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Health</a:t>
            </a:r>
          </a:p>
        </p:txBody>
      </p:sp>
      <p:sp>
        <p:nvSpPr>
          <p:cNvPr id="49236" name="AutoShape 93"/>
          <p:cNvSpPr>
            <a:spLocks noChangeArrowheads="1"/>
          </p:cNvSpPr>
          <p:nvPr/>
        </p:nvSpPr>
        <p:spPr bwMode="auto">
          <a:xfrm>
            <a:off x="6781800" y="2514600"/>
            <a:ext cx="2362200" cy="609600"/>
          </a:xfrm>
          <a:prstGeom prst="wedgeEllipseCallout">
            <a:avLst>
              <a:gd name="adj1" fmla="val -83671"/>
              <a:gd name="adj2" fmla="val 13073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Transportation</a:t>
            </a:r>
          </a:p>
        </p:txBody>
      </p:sp>
      <p:sp>
        <p:nvSpPr>
          <p:cNvPr id="49237" name="AutoShape 94"/>
          <p:cNvSpPr>
            <a:spLocks noChangeArrowheads="1"/>
          </p:cNvSpPr>
          <p:nvPr/>
        </p:nvSpPr>
        <p:spPr bwMode="auto">
          <a:xfrm>
            <a:off x="5486400" y="1524000"/>
            <a:ext cx="2362200" cy="533400"/>
          </a:xfrm>
          <a:prstGeom prst="wedgeEllipseCallout">
            <a:avLst>
              <a:gd name="adj1" fmla="val -49731"/>
              <a:gd name="adj2" fmla="val 300597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Biotechnology</a:t>
            </a:r>
          </a:p>
        </p:txBody>
      </p:sp>
      <p:sp>
        <p:nvSpPr>
          <p:cNvPr id="49238" name="AutoShape 95"/>
          <p:cNvSpPr>
            <a:spLocks noChangeArrowheads="1"/>
          </p:cNvSpPr>
          <p:nvPr/>
        </p:nvSpPr>
        <p:spPr bwMode="auto">
          <a:xfrm>
            <a:off x="2819400" y="1524000"/>
            <a:ext cx="2286000" cy="1143000"/>
          </a:xfrm>
          <a:prstGeom prst="wedgeEllipseCallout">
            <a:avLst>
              <a:gd name="adj1" fmla="val 16667"/>
              <a:gd name="adj2" fmla="val 115694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Mechanical Eng.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Robotics</a:t>
            </a:r>
          </a:p>
        </p:txBody>
      </p:sp>
      <p:sp>
        <p:nvSpPr>
          <p:cNvPr id="49239" name="AutoShape 96"/>
          <p:cNvSpPr>
            <a:spLocks noChangeArrowheads="1"/>
          </p:cNvSpPr>
          <p:nvPr/>
        </p:nvSpPr>
        <p:spPr bwMode="auto">
          <a:xfrm>
            <a:off x="3429000" y="3429000"/>
            <a:ext cx="2590800" cy="762000"/>
          </a:xfrm>
          <a:prstGeom prst="roundRect">
            <a:avLst>
              <a:gd name="adj" fmla="val 16667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NANOTECHNOLOGY</a:t>
            </a:r>
          </a:p>
        </p:txBody>
      </p:sp>
      <p:sp>
        <p:nvSpPr>
          <p:cNvPr id="49240" name="AutoShape 97"/>
          <p:cNvSpPr>
            <a:spLocks noChangeArrowheads="1"/>
          </p:cNvSpPr>
          <p:nvPr/>
        </p:nvSpPr>
        <p:spPr bwMode="auto">
          <a:xfrm>
            <a:off x="6934200" y="3581400"/>
            <a:ext cx="1981200" cy="1066800"/>
          </a:xfrm>
          <a:prstGeom prst="wedgeEllipseCallout">
            <a:avLst>
              <a:gd name="adj1" fmla="val -97917"/>
              <a:gd name="adj2" fmla="val 327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National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Security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Defense</a:t>
            </a:r>
          </a:p>
        </p:txBody>
      </p:sp>
      <p:sp>
        <p:nvSpPr>
          <p:cNvPr id="49241" name="AutoShape 98"/>
          <p:cNvSpPr>
            <a:spLocks noChangeArrowheads="1"/>
          </p:cNvSpPr>
          <p:nvPr/>
        </p:nvSpPr>
        <p:spPr bwMode="auto">
          <a:xfrm>
            <a:off x="6400800" y="5257800"/>
            <a:ext cx="2286000" cy="914400"/>
          </a:xfrm>
          <a:prstGeom prst="wedgeEllipseCallout">
            <a:avLst>
              <a:gd name="adj1" fmla="val -83194"/>
              <a:gd name="adj2" fmla="val -164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Food 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Agriculture</a:t>
            </a:r>
          </a:p>
        </p:txBody>
      </p:sp>
      <p:sp>
        <p:nvSpPr>
          <p:cNvPr id="21603" name="AutoShape 99"/>
          <p:cNvSpPr>
            <a:spLocks noChangeArrowheads="1"/>
          </p:cNvSpPr>
          <p:nvPr/>
        </p:nvSpPr>
        <p:spPr bwMode="auto">
          <a:xfrm>
            <a:off x="228600" y="4724400"/>
            <a:ext cx="2438400" cy="838200"/>
          </a:xfrm>
          <a:prstGeom prst="wedgeEllipseCallout">
            <a:avLst>
              <a:gd name="adj1" fmla="val 80338"/>
              <a:gd name="adj2" fmla="val -1107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Energy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Environment</a:t>
            </a:r>
          </a:p>
        </p:txBody>
      </p:sp>
      <p:sp>
        <p:nvSpPr>
          <p:cNvPr id="49243" name="AutoShape 100"/>
          <p:cNvSpPr>
            <a:spLocks noChangeArrowheads="1"/>
          </p:cNvSpPr>
          <p:nvPr/>
        </p:nvSpPr>
        <p:spPr bwMode="auto">
          <a:xfrm>
            <a:off x="2286000" y="5638800"/>
            <a:ext cx="1905000" cy="533400"/>
          </a:xfrm>
          <a:prstGeom prst="wedgeEllipseCallout">
            <a:avLst>
              <a:gd name="adj1" fmla="val 53000"/>
              <a:gd name="adj2" fmla="val -32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Aerospace</a:t>
            </a:r>
          </a:p>
        </p:txBody>
      </p:sp>
      <p:sp>
        <p:nvSpPr>
          <p:cNvPr id="49244" name="AutoShape 102"/>
          <p:cNvSpPr>
            <a:spLocks noChangeArrowheads="1"/>
          </p:cNvSpPr>
          <p:nvPr/>
        </p:nvSpPr>
        <p:spPr bwMode="auto">
          <a:xfrm>
            <a:off x="4495800" y="5562600"/>
            <a:ext cx="1676400" cy="762000"/>
          </a:xfrm>
          <a:prstGeom prst="wedgeEllipseCallout">
            <a:avLst>
              <a:gd name="adj1" fmla="val -10037"/>
              <a:gd name="adj2" fmla="val -22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Medicine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Health</a:t>
            </a:r>
          </a:p>
        </p:txBody>
      </p:sp>
      <p:sp>
        <p:nvSpPr>
          <p:cNvPr id="21607" name="AutoShape 103"/>
          <p:cNvSpPr>
            <a:spLocks noChangeArrowheads="1"/>
          </p:cNvSpPr>
          <p:nvPr/>
        </p:nvSpPr>
        <p:spPr bwMode="auto">
          <a:xfrm>
            <a:off x="3429000" y="3429000"/>
            <a:ext cx="2590800" cy="762000"/>
          </a:xfrm>
          <a:prstGeom prst="roundRect">
            <a:avLst>
              <a:gd name="adj" fmla="val 16667"/>
            </a:avLst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NANOTECHNOLOGY</a:t>
            </a:r>
          </a:p>
        </p:txBody>
      </p:sp>
      <p:sp>
        <p:nvSpPr>
          <p:cNvPr id="49246" name="AutoShape 104"/>
          <p:cNvSpPr>
            <a:spLocks noChangeArrowheads="1"/>
          </p:cNvSpPr>
          <p:nvPr/>
        </p:nvSpPr>
        <p:spPr bwMode="auto">
          <a:xfrm>
            <a:off x="6400800" y="5257800"/>
            <a:ext cx="2286000" cy="914400"/>
          </a:xfrm>
          <a:prstGeom prst="wedgeEllipseCallout">
            <a:avLst>
              <a:gd name="adj1" fmla="val -83194"/>
              <a:gd name="adj2" fmla="val -164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Food 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Agriculture</a:t>
            </a:r>
          </a:p>
        </p:txBody>
      </p:sp>
      <p:sp>
        <p:nvSpPr>
          <p:cNvPr id="49247" name="AutoShape 105"/>
          <p:cNvSpPr>
            <a:spLocks noChangeArrowheads="1"/>
          </p:cNvSpPr>
          <p:nvPr/>
        </p:nvSpPr>
        <p:spPr bwMode="auto">
          <a:xfrm>
            <a:off x="2286000" y="5638800"/>
            <a:ext cx="1905000" cy="533400"/>
          </a:xfrm>
          <a:prstGeom prst="wedgeEllipseCallout">
            <a:avLst>
              <a:gd name="adj1" fmla="val 53000"/>
              <a:gd name="adj2" fmla="val -32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Aerospace</a:t>
            </a:r>
          </a:p>
        </p:txBody>
      </p:sp>
      <p:sp>
        <p:nvSpPr>
          <p:cNvPr id="49248" name="AutoShape 107"/>
          <p:cNvSpPr>
            <a:spLocks noChangeArrowheads="1"/>
          </p:cNvSpPr>
          <p:nvPr/>
        </p:nvSpPr>
        <p:spPr bwMode="auto">
          <a:xfrm>
            <a:off x="4495800" y="5562600"/>
            <a:ext cx="1676400" cy="762000"/>
          </a:xfrm>
          <a:prstGeom prst="wedgeEllipseCallout">
            <a:avLst>
              <a:gd name="adj1" fmla="val -10037"/>
              <a:gd name="adj2" fmla="val -22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Medicine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Health</a:t>
            </a:r>
          </a:p>
        </p:txBody>
      </p:sp>
      <p:sp>
        <p:nvSpPr>
          <p:cNvPr id="49249" name="AutoShape 110"/>
          <p:cNvSpPr>
            <a:spLocks noChangeArrowheads="1"/>
          </p:cNvSpPr>
          <p:nvPr/>
        </p:nvSpPr>
        <p:spPr bwMode="auto">
          <a:xfrm>
            <a:off x="381000" y="1524000"/>
            <a:ext cx="2133600" cy="990600"/>
          </a:xfrm>
          <a:prstGeom prst="wedgeEllipseCallout">
            <a:avLst>
              <a:gd name="adj1" fmla="val 93079"/>
              <a:gd name="adj2" fmla="val 142949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Information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Technology</a:t>
            </a:r>
          </a:p>
        </p:txBody>
      </p:sp>
      <p:sp>
        <p:nvSpPr>
          <p:cNvPr id="21615" name="AutoShape 111"/>
          <p:cNvSpPr>
            <a:spLocks noChangeArrowheads="1"/>
          </p:cNvSpPr>
          <p:nvPr/>
        </p:nvSpPr>
        <p:spPr bwMode="auto">
          <a:xfrm>
            <a:off x="6400800" y="5257800"/>
            <a:ext cx="2286000" cy="914400"/>
          </a:xfrm>
          <a:prstGeom prst="wedgeEllipseCallout">
            <a:avLst>
              <a:gd name="adj1" fmla="val -83194"/>
              <a:gd name="adj2" fmla="val -1640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Food and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Agriculture</a:t>
            </a:r>
          </a:p>
        </p:txBody>
      </p:sp>
      <p:sp>
        <p:nvSpPr>
          <p:cNvPr id="21616" name="AutoShape 112"/>
          <p:cNvSpPr>
            <a:spLocks noChangeArrowheads="1"/>
          </p:cNvSpPr>
          <p:nvPr/>
        </p:nvSpPr>
        <p:spPr bwMode="auto">
          <a:xfrm>
            <a:off x="2286000" y="5638800"/>
            <a:ext cx="1905000" cy="533400"/>
          </a:xfrm>
          <a:prstGeom prst="wedgeEllipseCallout">
            <a:avLst>
              <a:gd name="adj1" fmla="val 53000"/>
              <a:gd name="adj2" fmla="val -3229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Aerospace</a:t>
            </a:r>
          </a:p>
        </p:txBody>
      </p:sp>
      <p:sp>
        <p:nvSpPr>
          <p:cNvPr id="21618" name="AutoShape 114"/>
          <p:cNvSpPr>
            <a:spLocks noChangeArrowheads="1"/>
          </p:cNvSpPr>
          <p:nvPr/>
        </p:nvSpPr>
        <p:spPr bwMode="auto">
          <a:xfrm>
            <a:off x="4495800" y="5562600"/>
            <a:ext cx="1676400" cy="762000"/>
          </a:xfrm>
          <a:prstGeom prst="wedgeEllipseCallout">
            <a:avLst>
              <a:gd name="adj1" fmla="val -10037"/>
              <a:gd name="adj2" fmla="val -22729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Medicine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Health</a:t>
            </a:r>
          </a:p>
        </p:txBody>
      </p:sp>
      <p:sp>
        <p:nvSpPr>
          <p:cNvPr id="49253" name="AutoShape 137"/>
          <p:cNvSpPr>
            <a:spLocks noChangeArrowheads="1"/>
          </p:cNvSpPr>
          <p:nvPr/>
        </p:nvSpPr>
        <p:spPr bwMode="auto">
          <a:xfrm>
            <a:off x="381000" y="1524000"/>
            <a:ext cx="2133600" cy="990600"/>
          </a:xfrm>
          <a:prstGeom prst="wedgeEllipseCallout">
            <a:avLst>
              <a:gd name="adj1" fmla="val 93079"/>
              <a:gd name="adj2" fmla="val 142949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Information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Technology</a:t>
            </a:r>
          </a:p>
        </p:txBody>
      </p:sp>
      <p:sp>
        <p:nvSpPr>
          <p:cNvPr id="49254" name="AutoShape 139"/>
          <p:cNvSpPr>
            <a:spLocks noChangeArrowheads="1"/>
          </p:cNvSpPr>
          <p:nvPr/>
        </p:nvSpPr>
        <p:spPr bwMode="auto">
          <a:xfrm>
            <a:off x="2819400" y="1524000"/>
            <a:ext cx="2286000" cy="1143000"/>
          </a:xfrm>
          <a:prstGeom prst="wedgeEllipseCallout">
            <a:avLst>
              <a:gd name="adj1" fmla="val 16667"/>
              <a:gd name="adj2" fmla="val 115694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Mechanical Eng.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Robotics</a:t>
            </a:r>
          </a:p>
        </p:txBody>
      </p:sp>
      <p:sp>
        <p:nvSpPr>
          <p:cNvPr id="49255" name="AutoShape 140"/>
          <p:cNvSpPr>
            <a:spLocks noChangeArrowheads="1"/>
          </p:cNvSpPr>
          <p:nvPr/>
        </p:nvSpPr>
        <p:spPr bwMode="auto">
          <a:xfrm>
            <a:off x="381000" y="1524000"/>
            <a:ext cx="2133600" cy="990600"/>
          </a:xfrm>
          <a:prstGeom prst="wedgeEllipseCallout">
            <a:avLst>
              <a:gd name="adj1" fmla="val 93079"/>
              <a:gd name="adj2" fmla="val 142949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Information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Technology</a:t>
            </a:r>
          </a:p>
        </p:txBody>
      </p:sp>
      <p:sp>
        <p:nvSpPr>
          <p:cNvPr id="49256" name="AutoShape 142"/>
          <p:cNvSpPr>
            <a:spLocks noChangeArrowheads="1"/>
          </p:cNvSpPr>
          <p:nvPr/>
        </p:nvSpPr>
        <p:spPr bwMode="auto">
          <a:xfrm>
            <a:off x="5486400" y="1524000"/>
            <a:ext cx="2362200" cy="533400"/>
          </a:xfrm>
          <a:prstGeom prst="wedgeEllipseCallout">
            <a:avLst>
              <a:gd name="adj1" fmla="val -49731"/>
              <a:gd name="adj2" fmla="val 300597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Biotechnology</a:t>
            </a:r>
          </a:p>
        </p:txBody>
      </p:sp>
      <p:sp>
        <p:nvSpPr>
          <p:cNvPr id="49257" name="AutoShape 143"/>
          <p:cNvSpPr>
            <a:spLocks noChangeArrowheads="1"/>
          </p:cNvSpPr>
          <p:nvPr/>
        </p:nvSpPr>
        <p:spPr bwMode="auto">
          <a:xfrm>
            <a:off x="2819400" y="1524000"/>
            <a:ext cx="2286000" cy="1143000"/>
          </a:xfrm>
          <a:prstGeom prst="wedgeEllipseCallout">
            <a:avLst>
              <a:gd name="adj1" fmla="val 16667"/>
              <a:gd name="adj2" fmla="val 115694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Mechanical Eng.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Robotics</a:t>
            </a:r>
          </a:p>
        </p:txBody>
      </p:sp>
      <p:sp>
        <p:nvSpPr>
          <p:cNvPr id="49258" name="AutoShape 144"/>
          <p:cNvSpPr>
            <a:spLocks noChangeArrowheads="1"/>
          </p:cNvSpPr>
          <p:nvPr/>
        </p:nvSpPr>
        <p:spPr bwMode="auto">
          <a:xfrm>
            <a:off x="381000" y="1524000"/>
            <a:ext cx="2133600" cy="990600"/>
          </a:xfrm>
          <a:prstGeom prst="wedgeEllipseCallout">
            <a:avLst>
              <a:gd name="adj1" fmla="val 93079"/>
              <a:gd name="adj2" fmla="val 142949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Information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Technology</a:t>
            </a:r>
          </a:p>
        </p:txBody>
      </p:sp>
      <p:sp>
        <p:nvSpPr>
          <p:cNvPr id="49259" name="AutoShape 146"/>
          <p:cNvSpPr>
            <a:spLocks noChangeArrowheads="1"/>
          </p:cNvSpPr>
          <p:nvPr/>
        </p:nvSpPr>
        <p:spPr bwMode="auto">
          <a:xfrm>
            <a:off x="6781800" y="2514600"/>
            <a:ext cx="2362200" cy="609600"/>
          </a:xfrm>
          <a:prstGeom prst="wedgeEllipseCallout">
            <a:avLst>
              <a:gd name="adj1" fmla="val -83671"/>
              <a:gd name="adj2" fmla="val 13073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Transportation</a:t>
            </a:r>
          </a:p>
        </p:txBody>
      </p:sp>
      <p:sp>
        <p:nvSpPr>
          <p:cNvPr id="49260" name="AutoShape 147"/>
          <p:cNvSpPr>
            <a:spLocks noChangeArrowheads="1"/>
          </p:cNvSpPr>
          <p:nvPr/>
        </p:nvSpPr>
        <p:spPr bwMode="auto">
          <a:xfrm>
            <a:off x="5486400" y="1524000"/>
            <a:ext cx="2362200" cy="533400"/>
          </a:xfrm>
          <a:prstGeom prst="wedgeEllipseCallout">
            <a:avLst>
              <a:gd name="adj1" fmla="val -49731"/>
              <a:gd name="adj2" fmla="val 300597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Biotechnology</a:t>
            </a:r>
          </a:p>
        </p:txBody>
      </p:sp>
      <p:sp>
        <p:nvSpPr>
          <p:cNvPr id="49261" name="AutoShape 148"/>
          <p:cNvSpPr>
            <a:spLocks noChangeArrowheads="1"/>
          </p:cNvSpPr>
          <p:nvPr/>
        </p:nvSpPr>
        <p:spPr bwMode="auto">
          <a:xfrm>
            <a:off x="2819400" y="1524000"/>
            <a:ext cx="2286000" cy="1143000"/>
          </a:xfrm>
          <a:prstGeom prst="wedgeEllipseCallout">
            <a:avLst>
              <a:gd name="adj1" fmla="val 16667"/>
              <a:gd name="adj2" fmla="val 115694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Mechanical Eng.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Robotics</a:t>
            </a:r>
          </a:p>
        </p:txBody>
      </p:sp>
      <p:sp>
        <p:nvSpPr>
          <p:cNvPr id="49262" name="AutoShape 149"/>
          <p:cNvSpPr>
            <a:spLocks noChangeArrowheads="1"/>
          </p:cNvSpPr>
          <p:nvPr/>
        </p:nvSpPr>
        <p:spPr bwMode="auto">
          <a:xfrm>
            <a:off x="381000" y="1524000"/>
            <a:ext cx="2133600" cy="990600"/>
          </a:xfrm>
          <a:prstGeom prst="wedgeEllipseCallout">
            <a:avLst>
              <a:gd name="adj1" fmla="val 93079"/>
              <a:gd name="adj2" fmla="val 142949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Information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Technology</a:t>
            </a:r>
          </a:p>
        </p:txBody>
      </p:sp>
      <p:sp>
        <p:nvSpPr>
          <p:cNvPr id="21655" name="AutoShape 151"/>
          <p:cNvSpPr>
            <a:spLocks noChangeArrowheads="1"/>
          </p:cNvSpPr>
          <p:nvPr/>
        </p:nvSpPr>
        <p:spPr bwMode="auto">
          <a:xfrm>
            <a:off x="6934200" y="3581400"/>
            <a:ext cx="1981200" cy="1066800"/>
          </a:xfrm>
          <a:prstGeom prst="wedgeEllipseCallout">
            <a:avLst>
              <a:gd name="adj1" fmla="val -97917"/>
              <a:gd name="adj2" fmla="val 327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National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Security &amp;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Defense</a:t>
            </a:r>
          </a:p>
        </p:txBody>
      </p:sp>
      <p:sp>
        <p:nvSpPr>
          <p:cNvPr id="21657" name="AutoShape 153"/>
          <p:cNvSpPr>
            <a:spLocks noChangeArrowheads="1"/>
          </p:cNvSpPr>
          <p:nvPr/>
        </p:nvSpPr>
        <p:spPr bwMode="auto">
          <a:xfrm>
            <a:off x="6781800" y="2514600"/>
            <a:ext cx="2362200" cy="609600"/>
          </a:xfrm>
          <a:prstGeom prst="wedgeEllipseCallout">
            <a:avLst>
              <a:gd name="adj1" fmla="val -83671"/>
              <a:gd name="adj2" fmla="val 13073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Transportation</a:t>
            </a:r>
          </a:p>
        </p:txBody>
      </p:sp>
      <p:sp>
        <p:nvSpPr>
          <p:cNvPr id="21658" name="AutoShape 154"/>
          <p:cNvSpPr>
            <a:spLocks noChangeArrowheads="1"/>
          </p:cNvSpPr>
          <p:nvPr/>
        </p:nvSpPr>
        <p:spPr bwMode="auto">
          <a:xfrm>
            <a:off x="5486400" y="1524000"/>
            <a:ext cx="2362200" cy="533400"/>
          </a:xfrm>
          <a:prstGeom prst="wedgeEllipseCallout">
            <a:avLst>
              <a:gd name="adj1" fmla="val -49731"/>
              <a:gd name="adj2" fmla="val 300597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Biotechnology</a:t>
            </a:r>
          </a:p>
        </p:txBody>
      </p:sp>
      <p:sp>
        <p:nvSpPr>
          <p:cNvPr id="21659" name="AutoShape 155"/>
          <p:cNvSpPr>
            <a:spLocks noChangeArrowheads="1"/>
          </p:cNvSpPr>
          <p:nvPr/>
        </p:nvSpPr>
        <p:spPr bwMode="auto">
          <a:xfrm>
            <a:off x="2819400" y="1524000"/>
            <a:ext cx="2286000" cy="1143000"/>
          </a:xfrm>
          <a:prstGeom prst="wedgeEllipseCallout">
            <a:avLst>
              <a:gd name="adj1" fmla="val 16667"/>
              <a:gd name="adj2" fmla="val 115694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Mechanical Engineering /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Robotics</a:t>
            </a:r>
          </a:p>
        </p:txBody>
      </p:sp>
      <p:sp>
        <p:nvSpPr>
          <p:cNvPr id="21660" name="AutoShape 156"/>
          <p:cNvSpPr>
            <a:spLocks noChangeArrowheads="1"/>
          </p:cNvSpPr>
          <p:nvPr/>
        </p:nvSpPr>
        <p:spPr bwMode="auto">
          <a:xfrm>
            <a:off x="381000" y="1524000"/>
            <a:ext cx="2133600" cy="990600"/>
          </a:xfrm>
          <a:prstGeom prst="wedgeEllipseCallout">
            <a:avLst>
              <a:gd name="adj1" fmla="val 93079"/>
              <a:gd name="adj2" fmla="val 142949"/>
            </a:avLst>
          </a:prstGeom>
          <a:solidFill>
            <a:srgbClr val="66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Information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Technology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utoRev="1" fill="hold" grpId="0" nodeType="clickEffect">
                                  <p:stCondLst>
                                    <p:cond delay="160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160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600"/>
                            </p:stCondLst>
                            <p:childTnLst>
                              <p:par>
                                <p:cTn id="8" presetID="30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" dur="500" fill="hold"/>
                                        <p:tgtEl>
                                          <p:spTgt spid="216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0" dur="500" fill="hold"/>
                                        <p:tgtEl>
                                          <p:spTgt spid="216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1" dur="500" fill="hold"/>
                                        <p:tgtEl>
                                          <p:spTgt spid="216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216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61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21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21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81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1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1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91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96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1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6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11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16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1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26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2000" fill="hold"/>
                                        <p:tgtEl>
                                          <p:spTgt spid="21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2000" fill="hold"/>
                                        <p:tgtEl>
                                          <p:spTgt spid="21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47" grpId="0" animBg="1"/>
      <p:bldP spid="21603" grpId="0" animBg="1"/>
      <p:bldP spid="21607" grpId="0" animBg="1"/>
      <p:bldP spid="21615" grpId="0" animBg="1"/>
      <p:bldP spid="21616" grpId="0" animBg="1"/>
      <p:bldP spid="21618" grpId="0" animBg="1"/>
      <p:bldP spid="21655" grpId="0" animBg="1"/>
      <p:bldP spid="21657" grpId="0" animBg="1"/>
      <p:bldP spid="21658" grpId="0" animBg="1"/>
      <p:bldP spid="21659" grpId="0" animBg="1"/>
      <p:bldP spid="2166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Applications of Nanotechnology</a:t>
            </a:r>
          </a:p>
        </p:txBody>
      </p:sp>
      <p:pic>
        <p:nvPicPr>
          <p:cNvPr id="15368" name="Picture 8" descr="Medic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95400"/>
            <a:ext cx="8742363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Current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burn and wound dressings, water filtration devices, paints, cosmetics, coatings, lubricants, textiles, memory/storage devices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medical diagnostics, displays, sensors, drug delivery, composite materials,  solid state lighting, bio-materials, </a:t>
            </a:r>
            <a:r>
              <a:rPr lang="en-US" dirty="0" err="1" smtClean="0"/>
              <a:t>nano</a:t>
            </a:r>
            <a:r>
              <a:rPr lang="en-US" dirty="0" smtClean="0"/>
              <a:t> arrays, more powerful computers, protective armor, </a:t>
            </a:r>
            <a:r>
              <a:rPr lang="en-US" dirty="0" err="1" smtClean="0"/>
              <a:t>chem</a:t>
            </a:r>
            <a:r>
              <a:rPr lang="en-US" dirty="0" smtClean="0"/>
              <a:t>-bio suits, and </a:t>
            </a:r>
            <a:r>
              <a:rPr lang="en-US" dirty="0" err="1" smtClean="0"/>
              <a:t>chem</a:t>
            </a:r>
            <a:r>
              <a:rPr lang="en-US" dirty="0" smtClean="0"/>
              <a:t>-bio sensors</a:t>
            </a:r>
          </a:p>
          <a:p>
            <a:pPr eaLnBrk="1" hangingPunct="1">
              <a:defRPr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Future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4000" dirty="0" smtClean="0"/>
              <a:t>2011-15</a:t>
            </a:r>
            <a:r>
              <a:rPr lang="en-US" sz="2800" dirty="0" smtClean="0"/>
              <a:t>  -- </a:t>
            </a:r>
            <a:r>
              <a:rPr lang="en-US" dirty="0" err="1" smtClean="0"/>
              <a:t>nanobiomaterials</a:t>
            </a:r>
            <a:r>
              <a:rPr lang="en-US" dirty="0" smtClean="0"/>
              <a:t>, microprocessors, new catalysts, portable energy cells, solar cells, tissue/organ regeneration, smart implants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4000" dirty="0" smtClean="0"/>
              <a:t>2016 and beyond</a:t>
            </a:r>
            <a:r>
              <a:rPr lang="en-US" sz="2800" dirty="0" smtClean="0"/>
              <a:t> – </a:t>
            </a:r>
            <a:r>
              <a:rPr lang="en-US" dirty="0" smtClean="0"/>
              <a:t>molecular circuitry, quantum computing, new materials, fast chemical analyses </a:t>
            </a:r>
          </a:p>
          <a:p>
            <a:pPr eaLnBrk="1" hangingPunct="1">
              <a:defRPr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520700"/>
            <a:ext cx="8534400" cy="503238"/>
          </a:xfrm>
        </p:spPr>
        <p:txBody>
          <a:bodyPr/>
          <a:lstStyle/>
          <a:p>
            <a:r>
              <a:rPr lang="en-US" altLang="en-US" smtClean="0">
                <a:ea typeface="ＭＳ Ｐゴシック" pitchFamily="34" charset="-128"/>
              </a:rPr>
              <a:t>Microscopy</a:t>
            </a:r>
            <a:endParaRPr lang="en-US" altLang="en-US" smtClean="0">
              <a:solidFill>
                <a:schemeClr val="tx1"/>
              </a:solidFill>
              <a:ea typeface="ＭＳ Ｐゴシック" pitchFamily="34" charset="-128"/>
            </a:endParaRPr>
          </a:p>
        </p:txBody>
      </p:sp>
      <p:sp>
        <p:nvSpPr>
          <p:cNvPr id="331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65250"/>
            <a:ext cx="8229600" cy="320675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dirty="0"/>
              <a:t>Scientists use microscopes to visualize cells too small to see with the naked </a:t>
            </a:r>
            <a:r>
              <a:rPr lang="en-US" sz="2800" dirty="0" smtClean="0"/>
              <a:t>eye</a:t>
            </a: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endParaRPr lang="en-US" sz="2800" dirty="0"/>
          </a:p>
          <a:p>
            <a:pPr>
              <a:lnSpc>
                <a:spcPct val="90000"/>
              </a:lnSpc>
              <a:defRPr/>
            </a:pPr>
            <a:r>
              <a:rPr lang="en-US" sz="2800" dirty="0"/>
              <a:t>In a </a:t>
            </a:r>
            <a:r>
              <a:rPr lang="en-US" sz="2800" b="1" dirty="0"/>
              <a:t>light microscope (LM)</a:t>
            </a:r>
            <a:r>
              <a:rPr lang="en-US" sz="2800" dirty="0"/>
              <a:t>, visible light is passed through a specimen and then through glass </a:t>
            </a:r>
            <a:r>
              <a:rPr lang="en-US" sz="2800" dirty="0" smtClean="0"/>
              <a:t>lenses</a:t>
            </a: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endParaRPr lang="en-US" sz="2800" dirty="0"/>
          </a:p>
          <a:p>
            <a:pPr>
              <a:lnSpc>
                <a:spcPct val="90000"/>
              </a:lnSpc>
              <a:defRPr/>
            </a:pPr>
            <a:r>
              <a:rPr lang="en-US" sz="2800" dirty="0"/>
              <a:t>Lenses refract (bend) the light, so that the image is magnified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400" y="762000"/>
            <a:ext cx="8305800" cy="5562600"/>
          </a:xfrm>
        </p:spPr>
        <p:txBody>
          <a:bodyPr/>
          <a:lstStyle/>
          <a:p>
            <a:pPr marL="350838" indent="-350838">
              <a:defRPr/>
            </a:pPr>
            <a:r>
              <a:rPr lang="en-US" sz="2800" dirty="0"/>
              <a:t>Two basic types of </a:t>
            </a:r>
            <a:r>
              <a:rPr lang="en-US" sz="2800" b="1" dirty="0"/>
              <a:t>electron microscopes (EMs)</a:t>
            </a:r>
            <a:r>
              <a:rPr lang="en-US" sz="2800" dirty="0"/>
              <a:t> are used to study subcellular structures </a:t>
            </a:r>
          </a:p>
          <a:p>
            <a:pPr marL="350838" indent="-350838">
              <a:defRPr/>
            </a:pPr>
            <a:r>
              <a:rPr lang="en-US" sz="2800" b="1" dirty="0"/>
              <a:t>Scanning electron microscopes (SEMs)</a:t>
            </a:r>
            <a:r>
              <a:rPr lang="en-US" sz="2800" dirty="0"/>
              <a:t> focus a beam of electrons onto the surface of a specimen, providing images that look 3-</a:t>
            </a:r>
            <a:r>
              <a:rPr lang="en-US" sz="2800" dirty="0" smtClean="0"/>
              <a:t>D</a:t>
            </a:r>
          </a:p>
          <a:p>
            <a:pPr marL="0" indent="0">
              <a:buFontTx/>
              <a:buNone/>
              <a:defRPr/>
            </a:pPr>
            <a:endParaRPr lang="en-US" sz="2800" dirty="0"/>
          </a:p>
          <a:p>
            <a:pPr marL="350838" indent="-350838">
              <a:defRPr/>
            </a:pPr>
            <a:r>
              <a:rPr lang="en-US" sz="2800" b="1" dirty="0"/>
              <a:t>Transmission electron microscopes (TEMs)</a:t>
            </a:r>
            <a:r>
              <a:rPr lang="en-US" sz="2800" dirty="0"/>
              <a:t> focus a beam of electrons through a </a:t>
            </a:r>
            <a:r>
              <a:rPr lang="en-US" sz="2800" dirty="0" smtClean="0"/>
              <a:t>specimen</a:t>
            </a:r>
          </a:p>
          <a:p>
            <a:pPr marL="0" indent="0">
              <a:buFontTx/>
              <a:buNone/>
              <a:defRPr/>
            </a:pPr>
            <a:r>
              <a:rPr lang="en-US" sz="2800" dirty="0" smtClean="0"/>
              <a:t> </a:t>
            </a:r>
            <a:endParaRPr lang="en-US" sz="2800" dirty="0"/>
          </a:p>
          <a:p>
            <a:pPr marL="350838" indent="-350838">
              <a:defRPr/>
            </a:pPr>
            <a:r>
              <a:rPr lang="en-US" sz="2800" dirty="0"/>
              <a:t>TEMs are used mainly to study the internal structure of cells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5213"/>
            <a:ext cx="3530600" cy="388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13" y="1065213"/>
            <a:ext cx="5162550" cy="391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8" y="571500"/>
            <a:ext cx="7993062" cy="599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8" y="533400"/>
            <a:ext cx="84328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19200"/>
            <a:ext cx="3846513" cy="38528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75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44600"/>
            <a:ext cx="3846513" cy="38528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129827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igital Dots">
  <a:themeElements>
    <a:clrScheme name="Digital Dot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Digital Dot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gital Dots 1">
        <a:dk1>
          <a:srgbClr val="00008A"/>
        </a:dk1>
        <a:lt1>
          <a:srgbClr val="FFFFFF"/>
        </a:lt1>
        <a:dk2>
          <a:srgbClr val="000099"/>
        </a:dk2>
        <a:lt2>
          <a:srgbClr val="FFFFFF"/>
        </a:lt2>
        <a:accent1>
          <a:srgbClr val="0099FF"/>
        </a:accent1>
        <a:accent2>
          <a:srgbClr val="00007A"/>
        </a:accent2>
        <a:accent3>
          <a:srgbClr val="AAAACA"/>
        </a:accent3>
        <a:accent4>
          <a:srgbClr val="DADADA"/>
        </a:accent4>
        <a:accent5>
          <a:srgbClr val="AACAFF"/>
        </a:accent5>
        <a:accent6>
          <a:srgbClr val="00006E"/>
        </a:accent6>
        <a:hlink>
          <a:srgbClr val="EAEAEA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2">
        <a:dk1>
          <a:srgbClr val="5B5B89"/>
        </a:dk1>
        <a:lt1>
          <a:srgbClr val="FFFFFF"/>
        </a:lt1>
        <a:dk2>
          <a:srgbClr val="666699"/>
        </a:dk2>
        <a:lt2>
          <a:srgbClr val="DFDEF6"/>
        </a:lt2>
        <a:accent1>
          <a:srgbClr val="6666FF"/>
        </a:accent1>
        <a:accent2>
          <a:srgbClr val="52527C"/>
        </a:accent2>
        <a:accent3>
          <a:srgbClr val="B8B8CA"/>
        </a:accent3>
        <a:accent4>
          <a:srgbClr val="DADADA"/>
        </a:accent4>
        <a:accent5>
          <a:srgbClr val="B8B8FF"/>
        </a:accent5>
        <a:accent6>
          <a:srgbClr val="494970"/>
        </a:accent6>
        <a:hlink>
          <a:srgbClr val="9999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3">
        <a:dk1>
          <a:srgbClr val="70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6000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560000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4">
        <a:dk1>
          <a:srgbClr val="000000"/>
        </a:dk1>
        <a:lt1>
          <a:srgbClr val="FDEB9D"/>
        </a:lt1>
        <a:dk2>
          <a:srgbClr val="000000"/>
        </a:dk2>
        <a:lt2>
          <a:srgbClr val="E0CE82"/>
        </a:lt2>
        <a:accent1>
          <a:srgbClr val="EAEAEA"/>
        </a:accent1>
        <a:accent2>
          <a:srgbClr val="C2B476"/>
        </a:accent2>
        <a:accent3>
          <a:srgbClr val="FEF3CC"/>
        </a:accent3>
        <a:accent4>
          <a:srgbClr val="000000"/>
        </a:accent4>
        <a:accent5>
          <a:srgbClr val="F3F3F3"/>
        </a:accent5>
        <a:accent6>
          <a:srgbClr val="B0A36A"/>
        </a:accent6>
        <a:hlink>
          <a:srgbClr val="A47900"/>
        </a:hlink>
        <a:folHlink>
          <a:srgbClr val="8C8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gital Dots 5">
        <a:dk1>
          <a:srgbClr val="5B5E52"/>
        </a:dk1>
        <a:lt1>
          <a:srgbClr val="FFFFFF"/>
        </a:lt1>
        <a:dk2>
          <a:srgbClr val="686B5D"/>
        </a:dk2>
        <a:lt2>
          <a:srgbClr val="CCD5C7"/>
        </a:lt2>
        <a:accent1>
          <a:srgbClr val="809EA8"/>
        </a:accent1>
        <a:accent2>
          <a:srgbClr val="4F5147"/>
        </a:accent2>
        <a:accent3>
          <a:srgbClr val="B9BAB6"/>
        </a:accent3>
        <a:accent4>
          <a:srgbClr val="DADADA"/>
        </a:accent4>
        <a:accent5>
          <a:srgbClr val="C0CCD1"/>
        </a:accent5>
        <a:accent6>
          <a:srgbClr val="47493F"/>
        </a:accent6>
        <a:hlink>
          <a:srgbClr val="AAA854"/>
        </a:hlink>
        <a:folHlink>
          <a:srgbClr val="E1D09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6">
        <a:dk1>
          <a:srgbClr val="46532B"/>
        </a:dk1>
        <a:lt1>
          <a:srgbClr val="FFFFFF"/>
        </a:lt1>
        <a:dk2>
          <a:srgbClr val="4E5D31"/>
        </a:dk2>
        <a:lt2>
          <a:srgbClr val="FFFFCC"/>
        </a:lt2>
        <a:accent1>
          <a:srgbClr val="8F8C00"/>
        </a:accent1>
        <a:accent2>
          <a:srgbClr val="424F29"/>
        </a:accent2>
        <a:accent3>
          <a:srgbClr val="B2B6AD"/>
        </a:accent3>
        <a:accent4>
          <a:srgbClr val="DADADA"/>
        </a:accent4>
        <a:accent5>
          <a:srgbClr val="C6C5AA"/>
        </a:accent5>
        <a:accent6>
          <a:srgbClr val="3B4724"/>
        </a:accent6>
        <a:hlink>
          <a:srgbClr val="33CC33"/>
        </a:hlink>
        <a:folHlink>
          <a:srgbClr val="00A1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7">
        <a:dk1>
          <a:srgbClr val="007673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6462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5A58"/>
        </a:accent6>
        <a:hlink>
          <a:srgbClr val="FFCC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gital Dots 8">
        <a:dk1>
          <a:srgbClr val="000000"/>
        </a:dk1>
        <a:lt1>
          <a:srgbClr val="E6F8F4"/>
        </a:lt1>
        <a:dk2>
          <a:srgbClr val="000000"/>
        </a:dk2>
        <a:lt2>
          <a:srgbClr val="C5DBD6"/>
        </a:lt2>
        <a:accent1>
          <a:srgbClr val="CCFF99"/>
        </a:accent1>
        <a:accent2>
          <a:srgbClr val="ACBAB7"/>
        </a:accent2>
        <a:accent3>
          <a:srgbClr val="F0FBF8"/>
        </a:accent3>
        <a:accent4>
          <a:srgbClr val="000000"/>
        </a:accent4>
        <a:accent5>
          <a:srgbClr val="E2FFCA"/>
        </a:accent5>
        <a:accent6>
          <a:srgbClr val="9BA8A6"/>
        </a:accent6>
        <a:hlink>
          <a:srgbClr val="00808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gital Dots 9">
        <a:dk1>
          <a:srgbClr val="000000"/>
        </a:dk1>
        <a:lt1>
          <a:srgbClr val="EAEAEA"/>
        </a:lt1>
        <a:dk2>
          <a:srgbClr val="000000"/>
        </a:dk2>
        <a:lt2>
          <a:srgbClr val="D1D1D1"/>
        </a:lt2>
        <a:accent1>
          <a:srgbClr val="CCECFF"/>
        </a:accent1>
        <a:accent2>
          <a:srgbClr val="B2B2B2"/>
        </a:accent2>
        <a:accent3>
          <a:srgbClr val="F3F3F3"/>
        </a:accent3>
        <a:accent4>
          <a:srgbClr val="000000"/>
        </a:accent4>
        <a:accent5>
          <a:srgbClr val="E2F4FF"/>
        </a:accent5>
        <a:accent6>
          <a:srgbClr val="A1A1A1"/>
        </a:accent6>
        <a:hlink>
          <a:srgbClr val="7200E4"/>
        </a:hlink>
        <a:folHlink>
          <a:srgbClr val="00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1873</TotalTime>
  <Words>585</Words>
  <Application>Microsoft Office PowerPoint</Application>
  <PresentationFormat>On-screen Show (4:3)</PresentationFormat>
  <Paragraphs>227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Wingdings</vt:lpstr>
      <vt:lpstr>Calibri</vt:lpstr>
      <vt:lpstr>ＭＳ Ｐゴシック</vt:lpstr>
      <vt:lpstr>Digital Dots</vt:lpstr>
      <vt:lpstr>Default Design</vt:lpstr>
      <vt:lpstr>1_Default Design</vt:lpstr>
      <vt:lpstr>What is Nanotechnology</vt:lpstr>
      <vt:lpstr>PowerPoint Presentation</vt:lpstr>
      <vt:lpstr>PowerPoint Presentation</vt:lpstr>
      <vt:lpstr>Nanotechnology</vt:lpstr>
      <vt:lpstr>How small is Nano - small?</vt:lpstr>
      <vt:lpstr>Compared to Human Hair</vt:lpstr>
      <vt:lpstr>A “Nano-Scale” Demonstration</vt:lpstr>
      <vt:lpstr>Nanotechnology spans many Areas</vt:lpstr>
      <vt:lpstr>Applications of Nanotechnology</vt:lpstr>
      <vt:lpstr>Current Applications</vt:lpstr>
      <vt:lpstr>Future Applications</vt:lpstr>
      <vt:lpstr>Microscopy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gcps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Nanotechnology</dc:title>
  <dc:creator>randy.applegate</dc:creator>
  <cp:lastModifiedBy>Hp</cp:lastModifiedBy>
  <cp:revision>19</cp:revision>
  <dcterms:created xsi:type="dcterms:W3CDTF">2010-06-29T14:59:10Z</dcterms:created>
  <dcterms:modified xsi:type="dcterms:W3CDTF">2019-03-30T17:00:11Z</dcterms:modified>
</cp:coreProperties>
</file>