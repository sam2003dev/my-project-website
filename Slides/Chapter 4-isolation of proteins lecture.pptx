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59935-F11E-4667-9DD5-FCAA712B056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87E13-A807-450A-A7F4-F0DF699B3A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</a:rPr>
              <a:t>Protein Isolation and Fractionation</a:t>
            </a:r>
            <a:br>
              <a:rPr lang="en-US" b="1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C:\Users\Khaldon\Desktop\New folder\proteins1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7113" y="706438"/>
            <a:ext cx="7089775" cy="544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Users\Khaldon\Desktop\New folder\2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625" y="1300163"/>
            <a:ext cx="6762750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C:\Users\Khaldon\Desktop\New folder\3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0"/>
            <a:ext cx="7467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C:\Users\Khaldon\Desktop\New folder\4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0"/>
            <a:ext cx="7848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C:\Users\Khaldon\Desktop\New folder\5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0"/>
            <a:ext cx="7162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C:\Users\Khaldon\Desktop\New folder\6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0"/>
            <a:ext cx="7391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C:\Users\Khaldon\Desktop\New folder\7 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0"/>
            <a:ext cx="7772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On-screen Show (4:3)</PresentationFormat>
  <Paragraphs>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Protein Isolation and Fractionation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Khaldon</dc:creator>
  <cp:lastModifiedBy>Designer</cp:lastModifiedBy>
  <cp:revision>2</cp:revision>
  <dcterms:created xsi:type="dcterms:W3CDTF">2012-10-04T19:47:22Z</dcterms:created>
  <dcterms:modified xsi:type="dcterms:W3CDTF">2023-11-21T08:24:52Z</dcterms:modified>
</cp:coreProperties>
</file>